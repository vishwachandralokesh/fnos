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04_0.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08_0.xml" ContentType="application/vnd.ms-powerpoint.comments+xml"/>
  <Override PartName="/ppt/notesSlides/notesSlide10.xml" ContentType="application/vnd.openxmlformats-officedocument.presentationml.notesSlide+xml"/>
  <Override PartName="/ppt/comments/modernComment_109_0.xml" ContentType="application/vnd.ms-powerpoint.comments+xml"/>
  <Override PartName="/ppt/notesSlides/notesSlide11.xml" ContentType="application/vnd.openxmlformats-officedocument.presentationml.notesSlide+xml"/>
  <Override PartName="/ppt/comments/modernComment_10A_0.xml" ContentType="application/vnd.ms-powerpoint.comments+xml"/>
  <Override PartName="/ppt/notesSlides/notesSlide12.xml" ContentType="application/vnd.openxmlformats-officedocument.presentationml.notesSlide+xml"/>
  <Override PartName="/ppt/comments/modernComment_10B_0.xml" ContentType="application/vnd.ms-powerpoint.comments+xml"/>
  <Override PartName="/ppt/notesSlides/notesSlide13.xml" ContentType="application/vnd.openxmlformats-officedocument.presentationml.notesSlide+xml"/>
  <Override PartName="/ppt/comments/modernComment_10C_0.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10_0.xml" ContentType="application/vnd.ms-powerpoint.comments+xml"/>
  <Override PartName="/ppt/notesSlides/notesSlide18.xml" ContentType="application/vnd.openxmlformats-officedocument.presentationml.notesSlide+xml"/>
  <Override PartName="/ppt/comments/modernComment_111_0.xml" ContentType="application/vnd.ms-powerpoint.comments+xml"/>
  <Override PartName="/ppt/notesSlides/notesSlide19.xml" ContentType="application/vnd.openxmlformats-officedocument.presentationml.notesSlide+xml"/>
  <Override PartName="/ppt/comments/modernComment_112_0.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15_0.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omments/modernComment_120_0.xml" ContentType="application/vnd.ms-powerpoint.comments+xml"/>
  <Override PartName="/ppt/notesSlides/notesSlide34.xml" ContentType="application/vnd.openxmlformats-officedocument.presentationml.notesSlide+xml"/>
  <Override PartName="/ppt/comments/modernComment_121_0.xml" ContentType="application/vnd.ms-powerpoint.comment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omments/modernComment_12A_0.xml" ContentType="application/vnd.ms-powerpoint.comments+xml"/>
  <Override PartName="/ppt/notesSlides/notesSlide44.xml" ContentType="application/vnd.openxmlformats-officedocument.presentationml.notesSlide+xml"/>
  <Override PartName="/ppt/comments/modernComment_12B_0.xml" ContentType="application/vnd.ms-powerpoint.comments+xml"/>
  <Override PartName="/ppt/notesSlides/notesSlide45.xml" ContentType="application/vnd.openxmlformats-officedocument.presentationml.notesSlide+xml"/>
  <Override PartName="/ppt/comments/modernComment_12C_0.xml" ContentType="application/vnd.ms-powerpoint.comments+xml"/>
  <Override PartName="/ppt/notesSlides/notesSlide46.xml" ContentType="application/vnd.openxmlformats-officedocument.presentationml.notesSlide+xml"/>
  <Override PartName="/ppt/comments/modernComment_12D_0.xml" ContentType="application/vnd.ms-powerpoint.comment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omments/modernComment_130_0.xml" ContentType="application/vnd.ms-powerpoint.comments+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4"/>
    <p:sldMasterId id="2147483663" r:id="rId5"/>
  </p:sldMasterIdLst>
  <p:notesMasterIdLst>
    <p:notesMasterId r:id="rId6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313"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x="9144000" cy="5143500" type="screen16x9"/>
  <p:notesSz cx="6858000" cy="9144000"/>
  <p:embeddedFontLst>
    <p:embeddedFont>
      <p:font typeface="Aptos Narrow" panose="020B0604020202020204" charset="0"/>
      <p:regular r:id="rId65"/>
      <p:bold r:id="rId66"/>
    </p:embeddedFont>
    <p:embeddedFont>
      <p:font typeface="Mars Centra" panose="020B0604020202020204" charset="0"/>
      <p:regular r:id="rId67"/>
      <p:bold r:id="rId68"/>
      <p:italic r:id="rId69"/>
      <p:boldItalic r:id="rId70"/>
    </p:embeddedFont>
    <p:embeddedFont>
      <p:font typeface="Mars Centra Extrabold" panose="020B0604020202020204" charset="0"/>
      <p:bold r:id="rId71"/>
      <p:boldItalic r:id="rId72"/>
    </p:embeddedFont>
    <p:embeddedFont>
      <p:font typeface="NTR" panose="020B0604020202020204" charset="0"/>
      <p:regular r:id="rId7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338164E-12CA-AA5E-F443-68FBA0EAA689}" name="Kumar, Akhil (Contractor)" initials="KA" userId="S::akhil.kumar.1@effem.com::702bf9dc-d474-46a7-9a82-ac09b86a06f8" providerId="AD"/>
  <p188:author id="{9ACCC69B-A088-F921-1F88-B6C9290CC8BE}" name="Straub, Esther" initials="ES" userId="S::esther.straub@effem.com::ba7747cf-5299-48c2-bb29-4950d3167efd" providerId="AD"/>
  <p188:author id="{6FFE45AF-8090-1F54-625C-C6EFEF7C1AD8}" name="Millar, Steve" initials="SM" userId="S::steven.millar@effem.com::7e7bc319-64ec-4325-a8bf-ff3c7fc115f3" providerId="AD"/>
  <p188:author id="{DC7607DA-341B-3AEA-7BC6-6974583B31C6}" name="Thompson, Richard" initials="RT" userId="S::richard.j.thompson@effem.com::21f71096-4877-4d25-9d3a-3b9a4f9172c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Mustakim Khan" initials=""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C7065C-3410-47FD-8EB8-1897C35C2E77}" v="1" dt="2026-08-25T01:05:50.0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font" Target="fonts/font4.fntdata"/><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font" Target="fonts/font2.fntdata"/><Relationship Id="rId74" Type="http://schemas.openxmlformats.org/officeDocument/2006/relationships/commentAuthors" Target="commentAuthors.xml"/><Relationship Id="rId79"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notesMaster" Target="notesMasters/notesMaster1.xml"/><Relationship Id="rId69" Type="http://schemas.openxmlformats.org/officeDocument/2006/relationships/font" Target="fonts/font5.fntdata"/><Relationship Id="rId77"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8.fntdata"/><Relationship Id="rId80"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font" Target="fonts/font3.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font" Target="fonts/font6.fntdata"/><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font" Target="fonts/font1.fntdata"/><Relationship Id="rId73" Type="http://schemas.openxmlformats.org/officeDocument/2006/relationships/font" Target="fonts/font9.fntdata"/><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font" Target="fonts/font7.fntdata"/><Relationship Id="rId2" Type="http://schemas.openxmlformats.org/officeDocument/2006/relationships/customXml" Target="../customXml/item2.xml"/><Relationship Id="rId29" Type="http://schemas.openxmlformats.org/officeDocument/2006/relationships/slide" Target="slides/slide24.xml"/></Relationships>
</file>

<file path=ppt/comments/modernComment_10A_0.xml><?xml version="1.0" encoding="utf-8"?>
<p188:cmLst xmlns:a="http://schemas.openxmlformats.org/drawingml/2006/main" xmlns:r="http://schemas.openxmlformats.org/officeDocument/2006/relationships" xmlns:p188="http://schemas.microsoft.com/office/powerpoint/2018/8/main">
  <p188:cm id="{08F945E2-1781-DC40-91C5-B135055B47F0}" authorId="{DC7607DA-341B-3AEA-7BC6-6974583B31C6}" created="2026-07-13T05:04:53.377">
    <pc:sldMkLst xmlns:pc="http://schemas.microsoft.com/office/powerpoint/2013/main/command">
      <pc:docMk/>
      <pc:sldMk cId="0" sldId="266"/>
    </pc:sldMkLst>
    <p188:replyLst>
      <p188:reply id="{78686C67-D516-45EB-9998-4F341C95A8F7}" authorId="{8338164E-12CA-AA5E-F443-68FBA0EAA689}" created="2026-07-14T10:11:55.855">
        <p188:txBody>
          <a:bodyPr/>
          <a:lstStyle/>
          <a:p>
            <a:r>
              <a:rPr lang="en-US"/>
              <a:t>Sure [@Thompson, Richard], who can help with North America and Global views? </a:t>
            </a:r>
          </a:p>
        </p188:txBody>
      </p188:reply>
    </p188:replyLst>
    <p188:txBody>
      <a:bodyPr/>
      <a:lstStyle/>
      <a:p>
        <a:r>
          <a:rPr lang="en-GB"/>
          <a:t>Need to define what we want this to look like for Globa and NA lens.</a:t>
        </a:r>
      </a:p>
    </p188:txBody>
  </p188:cm>
  <p188:cm id="{079571A5-F128-F84E-B15C-A68A7A8795B8}" authorId="{DC7607DA-341B-3AEA-7BC6-6974583B31C6}" created="2026-07-13T05:05:58.314">
    <pc:sldMkLst xmlns:pc="http://schemas.microsoft.com/office/powerpoint/2013/main/command">
      <pc:docMk/>
      <pc:sldMk cId="0" sldId="266"/>
    </pc:sldMkLst>
    <p188:replyLst>
      <p188:reply id="{958FD4B4-DE9D-4523-90D1-53279982510A}" authorId="{8338164E-12CA-AA5E-F443-68FBA0EAA689}" created="2026-07-14T10:15:28.736">
        <p188:txBody>
          <a:bodyPr/>
          <a:lstStyle/>
          <a:p>
            <a:r>
              <a:rPr lang="en-US"/>
              <a:t>this can be made dynamic to change as and when the backend data changes</a:t>
            </a:r>
          </a:p>
        </p188:txBody>
      </p188:reply>
    </p188:replyLst>
    <p188:txBody>
      <a:bodyPr/>
      <a:lstStyle/>
      <a:p>
        <a:r>
          <a:rPr lang="en-GB"/>
          <a:t>In terms of what we are designing/building. How is MY being defined and when Europe moves from 4 MU to 3 MU on Jan 1 will this automatically flow through or are we creating something that will need to be rebuilt?</a:t>
        </a:r>
      </a:p>
    </p188:txBody>
  </p188:cm>
  <p188:cm id="{B31CBC5C-4961-1F4A-99EB-3D2E2E317FB7}" authorId="{DC7607DA-341B-3AEA-7BC6-6974583B31C6}" created="2026-07-13T05:14:40.329">
    <pc:sldMkLst xmlns:pc="http://schemas.microsoft.com/office/powerpoint/2013/main/command">
      <pc:docMk/>
      <pc:sldMk cId="0" sldId="266"/>
    </pc:sldMkLst>
    <p188:replyLst>
      <p188:reply id="{F9B48C6F-4CD2-419A-B4D2-D7CF83C7E034}" authorId="{8338164E-12CA-AA5E-F443-68FBA0EAA689}" created="2026-07-14T10:19:00.117">
        <p188:txBody>
          <a:bodyPr/>
          <a:lstStyle/>
          <a:p>
            <a:r>
              <a:rPr lang="en-US"/>
              <a:t>sure, as mentioned earlier, we can give access to more metrics to get the required insights needed on particular slides, but this is not going to act as a full fledged chatbot with access to complete Food data in the current scope of work</a:t>
            </a:r>
          </a:p>
        </p188:txBody>
      </p188:reply>
    </p188:replyLst>
    <p188:txBody>
      <a:bodyPr/>
      <a:lstStyle/>
      <a:p>
        <a:r>
          <a:rPr lang="en-GB"/>
          <a:t>Similar to my comment on the P&amp;L. What is the depth of the data we are feeding into the tool - are we giving it enough data (NSV breakdowns in the by Market, Brand; P&amp;L breakdowns that include Primes, MCC, LCC, and A&amp;CP) so that it can provide meaningful insight on the MU level performance?</a:t>
        </a:r>
      </a:p>
    </p188:txBody>
  </p188:cm>
</p188:cmLst>
</file>

<file path=ppt/comments/modernComment_10B_0.xml><?xml version="1.0" encoding="utf-8"?>
<p188:cmLst xmlns:a="http://schemas.openxmlformats.org/drawingml/2006/main" xmlns:r="http://schemas.openxmlformats.org/officeDocument/2006/relationships" xmlns:p188="http://schemas.microsoft.com/office/powerpoint/2018/8/main">
  <p188:cm id="{6F2EAA74-E3B1-DB49-947C-3CCCF63AA685}" authorId="{DC7607DA-341B-3AEA-7BC6-6974583B31C6}" created="2026-07-13T05:12:04.019">
    <pc:sldMkLst xmlns:pc="http://schemas.microsoft.com/office/powerpoint/2013/main/command">
      <pc:docMk/>
      <pc:sldMk cId="0" sldId="267"/>
    </pc:sldMkLst>
    <p188:replyLst>
      <p188:reply id="{4AA838E8-306D-403D-BB66-CB2BD8FCF115}" authorId="{8338164E-12CA-AA5E-F443-68FBA0EAA689}" created="2026-07-14T10:19:36.712">
        <p188:txBody>
          <a:bodyPr/>
          <a:lstStyle/>
          <a:p>
            <a:r>
              <a:rPr lang="en-US"/>
              <a:t>this will be updated, thank you</a:t>
            </a:r>
          </a:p>
        </p188:txBody>
      </p188:reply>
    </p188:replyLst>
    <p188:txBody>
      <a:bodyPr/>
      <a:lstStyle/>
      <a:p>
        <a:r>
          <a:rPr lang="en-GB"/>
          <a:t>Ben's
Ambient Ready Meals
Please :)</a:t>
        </a:r>
      </a:p>
    </p188:txBody>
    <p188:extLst>
      <p:ext xmlns:p="http://schemas.openxmlformats.org/presentationml/2006/main" uri="{57CB4572-C831-44C2-8A1C-0ADB6CCDFE69}">
        <p223:reactions xmlns:p223="http://schemas.microsoft.com/office/powerpoint/2022/03/main">
          <p223:rxn type="👍">
            <p223:instance time="2026-07-13T10:30:30.596" authorId="{8338164E-12CA-AA5E-F443-68FBA0EAA689}"/>
          </p223:rxn>
        </p223:reactions>
      </p:ext>
    </p188:extLst>
  </p188:cm>
  <p188:cm id="{0966C3DE-4A16-554A-9AA6-2C149AB08DA5}" authorId="{DC7607DA-341B-3AEA-7BC6-6974583B31C6}" created="2026-07-13T05:15:07.859">
    <pc:sldMkLst xmlns:pc="http://schemas.microsoft.com/office/powerpoint/2013/main/command">
      <pc:docMk/>
      <pc:sldMk cId="0" sldId="267"/>
    </pc:sldMkLst>
    <p188:replyLst>
      <p188:reply id="{658191B1-CEBA-40C2-9E76-175730539880}" authorId="{8338164E-12CA-AA5E-F443-68FBA0EAA689}" created="2026-07-14T10:20:04.540">
        <p188:txBody>
          <a:bodyPr/>
          <a:lstStyle/>
          <a:p>
            <a:r>
              <a:rPr lang="en-US"/>
              <a:t>already covered in the prior slides</a:t>
            </a:r>
          </a:p>
        </p188:txBody>
      </p188:reply>
    </p188:replyLst>
    <p188:txBody>
      <a:bodyPr/>
      <a:lstStyle/>
      <a:p>
        <a:r>
          <a:rPr lang="en-GB"/>
          <a:t>Similar to my comment on the P&amp;L. What is the depth of the data we are feeding into the tool - are we giving it enough data (NSV breakdowns in the by Market, Brand; P&amp;L breakdowns that include Primes, MCC, LCC, and A&amp;CP) so that it can provide meaningful insight on the Brand level performance?</a:t>
        </a:r>
      </a:p>
    </p188:txBody>
  </p188:cm>
</p188:cmLst>
</file>

<file path=ppt/comments/modernComment_10C_0.xml><?xml version="1.0" encoding="utf-8"?>
<p188:cmLst xmlns:a="http://schemas.openxmlformats.org/drawingml/2006/main" xmlns:r="http://schemas.openxmlformats.org/officeDocument/2006/relationships" xmlns:p188="http://schemas.microsoft.com/office/powerpoint/2018/8/main">
  <p188:cm id="{076E65A1-B4D2-1843-8737-6D64923D14A8}" authorId="{DC7607DA-341B-3AEA-7BC6-6974583B31C6}" created="2026-07-13T05:09:34.332">
    <pc:sldMkLst xmlns:pc="http://schemas.microsoft.com/office/powerpoint/2013/main/command">
      <pc:docMk/>
      <pc:sldMk cId="0" sldId="268"/>
    </pc:sldMkLst>
    <p188:replyLst>
      <p188:reply id="{FF56B875-D179-4502-B31E-6857E783EF7C}" authorId="{8338164E-12CA-AA5E-F443-68FBA0EAA689}" created="2026-07-14T10:20:57.198">
        <p188:txBody>
          <a:bodyPr/>
          <a:lstStyle/>
          <a:p>
            <a:r>
              <a:rPr lang="en-US"/>
              <a:t>YEE will be removed,</a:t>
            </a:r>
          </a:p>
        </p188:txBody>
      </p188:reply>
    </p188:replyLst>
    <p188:txBody>
      <a:bodyPr/>
      <a:lstStyle/>
      <a:p>
        <a:r>
          <a:rPr lang="en-GB"/>
          <a:t>Not aligned to YEE data provision/reporting through FNOS.
This will likely create a more complex and manual set of data input needs and blurs the lines between input and output from this reporting platform.</a:t>
        </a:r>
      </a:p>
    </p188:txBody>
  </p188:cm>
  <p188:cm id="{86BB88CD-B86F-B14D-939E-5F0427AB7AD6}" authorId="{DC7607DA-341B-3AEA-7BC6-6974583B31C6}" created="2026-07-13T05:10:57.473">
    <pc:sldMkLst xmlns:pc="http://schemas.microsoft.com/office/powerpoint/2013/main/command">
      <pc:docMk/>
      <pc:sldMk cId="0" sldId="268"/>
    </pc:sldMkLst>
    <p188:replyLst>
      <p188:reply id="{EAFB1402-668F-4A13-9A56-5AC3DEB79DDE}" authorId="{8338164E-12CA-AA5E-F443-68FBA0EAA689}" created="2026-07-14T10:21:32.605">
        <p188:txBody>
          <a:bodyPr/>
          <a:lstStyle/>
          <a:p>
            <a:r>
              <a:rPr lang="en-US"/>
              <a:t>[@Thompson, Richard], please advice on the global version</a:t>
            </a:r>
          </a:p>
        </p188:txBody>
      </p188:reply>
    </p188:replyLst>
    <p188:txBody>
      <a:bodyPr/>
      <a:lstStyle/>
      <a:p>
        <a:r>
          <a:rPr lang="en-GB"/>
          <a:t>What is the Global version of this content?</a:t>
        </a:r>
      </a:p>
    </p188:txBody>
  </p188:cm>
</p188:cmLst>
</file>

<file path=ppt/comments/modernComment_12A_0.xml><?xml version="1.0" encoding="utf-8"?>
<p188:cmLst xmlns:a="http://schemas.openxmlformats.org/drawingml/2006/main" xmlns:r="http://schemas.openxmlformats.org/officeDocument/2006/relationships" xmlns:p188="http://schemas.microsoft.com/office/powerpoint/2018/8/main">
  <p188:cm id="{FD9A4487-CC72-B742-810F-541E4E27D286}" authorId="{DC7607DA-341B-3AEA-7BC6-6974583B31C6}" created="2026-07-13T05:44:07.123">
    <pc:sldMkLst xmlns:pc="http://schemas.microsoft.com/office/powerpoint/2013/main/command">
      <pc:docMk/>
      <pc:sldMk cId="0" sldId="298"/>
    </pc:sldMkLst>
    <p188:replyLst>
      <p188:reply id="{18684F53-65D2-484A-BF2C-6661E849ED3E}" authorId="{8338164E-12CA-AA5E-F443-68FBA0EAA689}" created="2026-07-14T10:48:12.473">
        <p188:txBody>
          <a:bodyPr/>
          <a:lstStyle/>
          <a:p>
            <a:r>
              <a:rPr lang="en-US"/>
              <a:t>[@Thompson, Richard], please confirm if it has to be removed</a:t>
            </a:r>
          </a:p>
        </p188:txBody>
      </p188:reply>
    </p188:replyLst>
    <p188:txBody>
      <a:bodyPr/>
      <a:lstStyle/>
      <a:p>
        <a:r>
          <a:rPr lang="en-GB"/>
          <a:t>Is this needed? Feels repetitive vs. some of the earlier financial views?</a:t>
        </a:r>
      </a:p>
    </p188:txBody>
  </p188:cm>
</p188:cmLst>
</file>

<file path=ppt/comments/modernComment_12B_0.xml><?xml version="1.0" encoding="utf-8"?>
<p188:cmLst xmlns:a="http://schemas.openxmlformats.org/drawingml/2006/main" xmlns:r="http://schemas.openxmlformats.org/officeDocument/2006/relationships" xmlns:p188="http://schemas.microsoft.com/office/powerpoint/2018/8/main">
  <p188:cm id="{F0C5CFD3-D31B-BC46-A0F8-3EECFD643DE6}" authorId="{DC7607DA-341B-3AEA-7BC6-6974583B31C6}" created="2026-07-13T05:44:24.134">
    <pc:sldMkLst xmlns:pc="http://schemas.microsoft.com/office/powerpoint/2013/main/command">
      <pc:docMk/>
      <pc:sldMk cId="0" sldId="299"/>
    </pc:sldMkLst>
    <p188:replyLst>
      <p188:reply id="{260478B3-249B-4665-844F-FA590514254A}" authorId="{8338164E-12CA-AA5E-F443-68FBA0EAA689}" created="2026-07-14T10:48:30.036">
        <p188:txBody>
          <a:bodyPr/>
          <a:lstStyle/>
          <a:p>
            <a:r>
              <a:rPr lang="en-US"/>
              <a:t>Please confirm if it has to be removed </a:t>
            </a:r>
          </a:p>
        </p188:txBody>
      </p188:reply>
    </p188:replyLst>
    <p188:txBody>
      <a:bodyPr/>
      <a:lstStyle/>
      <a:p>
        <a:r>
          <a:rPr lang="en-GB"/>
          <a:t>Is this needed? Feels repetitive vs. some of the earlier financial views?</a:t>
        </a:r>
      </a:p>
    </p188:txBody>
  </p188:cm>
</p188:cmLst>
</file>

<file path=ppt/comments/modernComment_12C_0.xml><?xml version="1.0" encoding="utf-8"?>
<p188:cmLst xmlns:a="http://schemas.openxmlformats.org/drawingml/2006/main" xmlns:r="http://schemas.openxmlformats.org/officeDocument/2006/relationships" xmlns:p188="http://schemas.microsoft.com/office/powerpoint/2018/8/main">
  <p188:cm id="{D5430ACD-8D95-A746-9189-5B12E4F623F6}" authorId="{DC7607DA-341B-3AEA-7BC6-6974583B31C6}" created="2026-07-13T05:44:30.782">
    <pc:sldMkLst xmlns:pc="http://schemas.microsoft.com/office/powerpoint/2013/main/command">
      <pc:docMk/>
      <pc:sldMk cId="0" sldId="300"/>
    </pc:sldMkLst>
    <p188:replyLst>
      <p188:reply id="{AA60014F-436F-4D28-9077-692F65091FA7}" authorId="{8338164E-12CA-AA5E-F443-68FBA0EAA689}" created="2026-07-14T10:48:44.755">
        <p188:txBody>
          <a:bodyPr/>
          <a:lstStyle/>
          <a:p>
            <a:r>
              <a:rPr lang="en-US"/>
              <a:t>Please confirm if it has to be removed </a:t>
            </a:r>
          </a:p>
        </p188:txBody>
      </p188:reply>
    </p188:replyLst>
    <p188:txBody>
      <a:bodyPr/>
      <a:lstStyle/>
      <a:p>
        <a:r>
          <a:rPr lang="en-GB"/>
          <a:t>Is this needed? Feels repetitive vs. some of the earlier financial views?</a:t>
        </a:r>
      </a:p>
    </p188:txBody>
  </p188:cm>
</p188:cmLst>
</file>

<file path=ppt/comments/modernComment_12D_0.xml><?xml version="1.0" encoding="utf-8"?>
<p188:cmLst xmlns:a="http://schemas.openxmlformats.org/drawingml/2006/main" xmlns:r="http://schemas.openxmlformats.org/officeDocument/2006/relationships" xmlns:p188="http://schemas.microsoft.com/office/powerpoint/2018/8/main">
  <p188:cm id="{5BE6AC93-8A5B-594B-9AE6-2D9DEC6ACD58}" authorId="{DC7607DA-341B-3AEA-7BC6-6974583B31C6}" created="2026-07-13T05:44:59.723">
    <pc:sldMkLst xmlns:pc="http://schemas.microsoft.com/office/powerpoint/2013/main/command">
      <pc:docMk/>
      <pc:sldMk cId="0" sldId="301"/>
    </pc:sldMkLst>
    <p188:txBody>
      <a:bodyPr/>
      <a:lstStyle/>
      <a:p>
        <a:r>
          <a:rPr lang="en-GB"/>
          <a:t>Ah, maybe this is the TDP data needed for Slide 33!</a:t>
        </a:r>
      </a:p>
    </p188:txBody>
    <p188:extLst>
      <p:ext xmlns:p="http://schemas.openxmlformats.org/presentationml/2006/main" uri="{57CB4572-C831-44C2-8A1C-0ADB6CCDFE69}">
        <p223:reactions xmlns:p223="http://schemas.microsoft.com/office/powerpoint/2022/03/main">
          <p223:rxn type="👍">
            <p223:instance time="2026-07-14T10:49:04.163" authorId="{8338164E-12CA-AA5E-F443-68FBA0EAA689}"/>
          </p223:rxn>
        </p223:reactions>
      </p:ext>
    </p188:extLst>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0C6EEAAE-8641-904C-8962-F96B9DCA2D54}" authorId="{DC7607DA-341B-3AEA-7BC6-6974583B31C6}" created="2026-07-13T04:53:15.931" startDate="2026-07-14T09:55:53.814" dueDate="2026-07-14T09:55:53.814" assignedTo="{DC7607DA-341B-3AEA-7BC6-6974583B31C6}" title="@Thompson, Richard, who can provide this for North america and Australia.">
    <pc:sldMkLst xmlns:pc="http://schemas.microsoft.com/office/powerpoint/2013/main/command">
      <pc:docMk/>
      <pc:sldMk cId="0" sldId="260"/>
    </pc:sldMkLst>
    <p188:replyLst>
      <p188:reply id="{A22AD681-AB9C-415D-A12F-D847ACEBE515}" authorId="{8338164E-12CA-AA5E-F443-68FBA0EAA689}" created="2026-07-14T09:55:53.814">
        <p188:txBody>
          <a:bodyPr/>
          <a:lstStyle/>
          <a:p>
            <a:r>
              <a:rPr lang="en-US"/>
              <a:t>[@Thompson, Richard], who can provide this for North america and Australia.</a:t>
            </a:r>
          </a:p>
        </p188:txBody>
      </p188:reply>
    </p188:replyLst>
    <p188:txBody>
      <a:bodyPr/>
      <a:lstStyle/>
      <a:p>
        <a:r>
          <a:rPr lang="en-GB"/>
          <a:t>Can we take time to align on what the North America, Australian and Global versions of these dashboards will look like?</a:t>
        </a:r>
      </a:p>
    </p188:txBody>
    <p188:extLst>
      <p:ext xmlns:p="http://schemas.openxmlformats.org/presentationml/2006/main" uri="{5BB2D875-25FF-4072-B9AC-8F64D62656EB}">
        <p228:taskDetails xmlns:p228="http://schemas.microsoft.com/office/powerpoint/2022/08/main">
          <p228:history>
            <p228:event time="2026-07-14T09:55:53.814" id="{BA3DF149-09F7-4AEE-8A6A-66E40C2123F7}">
              <p228:atrbtn authorId="{8338164E-12CA-AA5E-F443-68FBA0EAA689}"/>
              <p228:anchr>
                <p228:comment id="{A22AD681-AB9C-415D-A12F-D847ACEBE515}"/>
              </p228:anchr>
              <p228:add/>
            </p228:event>
            <p228:event time="2026-07-14T09:55:53.814" id="{2C3BAB2E-0B82-4036-8C59-C6118A04A2CA}">
              <p228:atrbtn authorId="{8338164E-12CA-AA5E-F443-68FBA0EAA689}"/>
              <p228:anchr>
                <p228:comment id="{A22AD681-AB9C-415D-A12F-D847ACEBE515}"/>
              </p228:anchr>
              <p228:asgn authorId="{DC7607DA-341B-3AEA-7BC6-6974583B31C6}"/>
            </p228:event>
            <p228:event time="2026-07-14T09:55:53.814" id="{3FF89A7D-E990-4586-9D0E-A4667615B256}">
              <p228:atrbtn authorId="{8338164E-12CA-AA5E-F443-68FBA0EAA689}"/>
              <p228:anchr>
                <p228:comment id="{A22AD681-AB9C-415D-A12F-D847ACEBE515}"/>
              </p228:anchr>
              <p228:date stDt="2026-07-14T09:55:53.814" endDt="2026-07-14T09:55:53.814"/>
            </p228:event>
            <p228:event time="2026-07-14T09:55:53.814" id="{80934523-8F45-4D33-BD3E-9E60EB307E77}">
              <p228:atrbtn authorId="{8338164E-12CA-AA5E-F443-68FBA0EAA689}"/>
              <p228:anchr>
                <p228:comment id="{A22AD681-AB9C-415D-A12F-D847ACEBE515}"/>
              </p228:anchr>
              <p228:title val="@Thompson, Richard, who can provide this for North america and Australia."/>
            </p228:event>
          </p228:history>
        </p228:taskDetails>
      </p:ext>
    </p188:extLst>
  </p188:cm>
  <p188:cm id="{76D2193F-BFEC-F74B-B932-9FF6A0F6F1F5}" authorId="{DC7607DA-341B-3AEA-7BC6-6974583B31C6}" created="2026-07-13T04:54:13.138">
    <pc:sldMkLst xmlns:pc="http://schemas.microsoft.com/office/powerpoint/2013/main/command">
      <pc:docMk/>
      <pc:sldMk cId="0" sldId="260"/>
    </pc:sldMkLst>
    <p188:replyLst>
      <p188:reply id="{76019A5E-7743-49F9-88F2-93EB38ADE798}" authorId="{8338164E-12CA-AA5E-F443-68FBA0EAA689}" created="2026-07-14T09:57:43.238">
        <p188:txBody>
          <a:bodyPr/>
          <a:lstStyle/>
          <a:p>
            <a:r>
              <a:rPr lang="en-US"/>
              <a:t>this is dynamic and will adjust automatically according to the screen</a:t>
            </a:r>
          </a:p>
        </p188:txBody>
      </p188:reply>
    </p188:replyLst>
    <p188:txBody>
      <a:bodyPr/>
      <a:lstStyle/>
      <a:p>
        <a:r>
          <a:rPr lang="en-GB"/>
          <a:t>Visually, how do we have the table show Corporate Gross Margin (formally CMAC) vs. the user always having to scroll down?</a:t>
        </a:r>
      </a:p>
    </p188:txBody>
  </p188:cm>
  <p188:cm id="{007F20B8-7B1C-8440-8ECE-586F078F53F4}" authorId="{DC7607DA-341B-3AEA-7BC6-6974583B31C6}" created="2026-07-13T04:55:33.419">
    <pc:sldMkLst xmlns:pc="http://schemas.microsoft.com/office/powerpoint/2013/main/command">
      <pc:docMk/>
      <pc:sldMk cId="0" sldId="260"/>
    </pc:sldMkLst>
    <p188:replyLst>
      <p188:reply id="{9E7A4980-05FD-47EF-B7A7-F148D26EB6B7}" authorId="{8338164E-12CA-AA5E-F443-68FBA0EAA689}" created="2026-07-14T10:01:45.089">
        <p188:txBody>
          <a:bodyPr/>
          <a:lstStyle/>
          <a:p>
            <a:r>
              <a:rPr lang="en-US"/>
              <a:t>sure, we'll update it in the right order</a:t>
            </a:r>
          </a:p>
        </p188:txBody>
      </p188:reply>
    </p188:replyLst>
    <p188:txBody>
      <a:bodyPr/>
      <a:lstStyle/>
      <a:p>
        <a:r>
          <a:rPr lang="en-GB"/>
          <a:t>In terms of flow of the reporting. In our opening view should we not have Regional Total (its in the brand view that follows but this feels out of order).</a:t>
        </a:r>
      </a:p>
    </p188:txBody>
  </p188:cm>
</p188:cmLst>
</file>

<file path=ppt/comments/modernComment_108_0.xml><?xml version="1.0" encoding="utf-8"?>
<p188:cmLst xmlns:a="http://schemas.openxmlformats.org/drawingml/2006/main" xmlns:r="http://schemas.openxmlformats.org/officeDocument/2006/relationships" xmlns:p188="http://schemas.microsoft.com/office/powerpoint/2018/8/main">
  <p188:cm id="{CC96943F-9909-6449-993A-93AA62D8C906}" authorId="{DC7607DA-341B-3AEA-7BC6-6974583B31C6}" created="2026-07-13T04:58:56.575">
    <pc:sldMkLst xmlns:pc="http://schemas.microsoft.com/office/powerpoint/2013/main/command">
      <pc:docMk/>
      <pc:sldMk cId="0" sldId="264"/>
    </pc:sldMkLst>
    <p188:replyLst>
      <p188:reply id="{04E85424-6C06-4E60-8A7C-11CF5F285322}" authorId="{8338164E-12CA-AA5E-F443-68FBA0EAA689}" created="2026-07-14T10:03:41.904">
        <p188:txBody>
          <a:bodyPr/>
          <a:lstStyle/>
          <a:p>
            <a:r>
              <a:rPr lang="en-US"/>
              <a:t>sure, it''ll be replaced by Volume Growth %, it's a mistake from our end</a:t>
            </a:r>
          </a:p>
        </p188:txBody>
      </p188:reply>
    </p188:replyLst>
    <p188:txBody>
      <a:bodyPr/>
      <a:lstStyle/>
      <a:p>
        <a:r>
          <a:rPr lang="en-GB"/>
          <a:t>What is the reason for having 'Trade Returns &amp; Allowances' called out. Feels like overkill in detail for this slide - if there is a desire for a deeper diver into NQC then we should focus in on that separately</a:t>
        </a:r>
      </a:p>
    </p188:txBody>
  </p188:cm>
  <p188:cm id="{6C9BF907-B08A-7447-9B6F-8A83239A2E6E}" authorId="{DC7607DA-341B-3AEA-7BC6-6974583B31C6}" created="2026-07-13T05:01:30.335">
    <pc:sldMkLst xmlns:pc="http://schemas.microsoft.com/office/powerpoint/2013/main/command">
      <pc:docMk/>
      <pc:sldMk cId="0" sldId="264"/>
    </pc:sldMkLst>
    <p188:replyLst>
      <p188:reply id="{23DC478E-9A8C-4C6F-857A-7AD4FEB93754}" authorId="{8338164E-12CA-AA5E-F443-68FBA0EAA689}" created="2026-07-14T10:07:09.566">
        <p188:txBody>
          <a:bodyPr/>
          <a:lstStyle/>
          <a:p>
            <a:r>
              <a:rPr lang="en-US"/>
              <a:t>yes, it'll be the former case where the slide specific metrics are fed to the model. We are not giving it access to the entire raw data, but we can discuss with you to add extra specific metrics to generate the insights needed for the particualr slide</a:t>
            </a:r>
          </a:p>
        </p188:txBody>
      </p188:reply>
    </p188:replyLst>
    <p188:txBody>
      <a:bodyPr/>
      <a:lstStyle/>
      <a:p>
        <a:r>
          <a:rPr lang="en-GB"/>
          <a:t>In terms of the AI Co Pilot. Are we only feeding it these metrics or a deeper set of financial data? If the former, is there value in - balanced with cost/efficiency of final solution - providing fuller P&amp;L data (Primes, MCC, LCC, Overheads, A&amp;CP etc.), so that the tool has a more richness in data to consider our performance, comment on the drivers and provide input/insights?</a:t>
        </a:r>
      </a:p>
    </p188:txBody>
  </p188:cm>
</p188:cmLst>
</file>

<file path=ppt/comments/modernComment_109_0.xml><?xml version="1.0" encoding="utf-8"?>
<p188:cmLst xmlns:a="http://schemas.openxmlformats.org/drawingml/2006/main" xmlns:r="http://schemas.openxmlformats.org/officeDocument/2006/relationships" xmlns:p188="http://schemas.microsoft.com/office/powerpoint/2018/8/main">
  <p188:cm id="{A0890266-491A-494B-97F4-98F50A0845E7}" authorId="{DC7607DA-341B-3AEA-7BC6-6974583B31C6}" created="2026-07-13T05:03:41.768">
    <pc:sldMkLst xmlns:pc="http://schemas.microsoft.com/office/powerpoint/2013/main/command">
      <pc:docMk/>
      <pc:sldMk cId="0" sldId="265"/>
    </pc:sldMkLst>
    <p188:replyLst>
      <p188:reply id="{B61DA90A-503D-48AD-A794-F0D2C420CFE5}" authorId="{8338164E-12CA-AA5E-F443-68FBA0EAA689}" created="2026-07-14T10:11:10.120">
        <p188:txBody>
          <a:bodyPr/>
          <a:lstStyle/>
          <a:p>
            <a:r>
              <a:rPr lang="en-US"/>
              <a:t>these are illustrative examples for now, actual insights will be generated after we feed the model with actual data. </a:t>
            </a:r>
          </a:p>
        </p188:txBody>
      </p188:reply>
    </p188:replyLst>
    <p188:txBody>
      <a:bodyPr/>
      <a:lstStyle/>
      <a:p>
        <a:r>
          <a:rPr lang="en-GB"/>
          <a:t>Would love to understand how much of the 'AI Insights here is a mock up vs. true intelligence.
To be precise - did the AI truly pick up on EPR phasing?</a:t>
        </a:r>
      </a:p>
    </p188:txBody>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941F8C73-286F-3A4A-9F8D-5E787FD6C3F4}" authorId="{DC7607DA-341B-3AEA-7BC6-6974583B31C6}" created="2026-07-13T05:22:15.571">
    <pc:sldMkLst xmlns:pc="http://schemas.microsoft.com/office/powerpoint/2013/main/command">
      <pc:docMk/>
      <pc:sldMk cId="0" sldId="272"/>
    </pc:sldMkLst>
    <p188:replyLst>
      <p188:reply id="{00B224A6-DD48-4EC9-B792-37D02722E213}" authorId="{8338164E-12CA-AA5E-F443-68FBA0EAA689}" created="2026-07-14T10:23:04.561">
        <p188:txBody>
          <a:bodyPr/>
          <a:lstStyle/>
          <a:p>
            <a:r>
              <a:rPr lang="en-US"/>
              <a:t>this will be updated, thanks</a:t>
            </a:r>
          </a:p>
        </p188:txBody>
      </p188:reply>
    </p188:replyLst>
    <p188:txBody>
      <a:bodyPr/>
      <a:lstStyle/>
      <a:p>
        <a:r>
          <a:rPr lang="en-GB"/>
          <a:t>Not sure on the metric titles in the columns!</a:t>
        </a:r>
      </a:p>
    </p188:txBody>
  </p188:cm>
  <p188:cm id="{483E8EA9-41F7-DE46-B07F-C13DFEFB0308}" authorId="{DC7607DA-341B-3AEA-7BC6-6974583B31C6}" created="2026-07-13T05:22:48.879">
    <pc:sldMkLst xmlns:pc="http://schemas.microsoft.com/office/powerpoint/2013/main/command">
      <pc:docMk/>
      <pc:sldMk cId="0" sldId="272"/>
    </pc:sldMkLst>
    <p188:replyLst>
      <p188:reply id="{55D39AE7-F681-42D7-8F85-380F0E35A431}" authorId="{8338164E-12CA-AA5E-F443-68FBA0EAA689}" created="2026-07-14T10:28:45.228">
        <p188:txBody>
          <a:bodyPr/>
          <a:lstStyle/>
          <a:p>
            <a:r>
              <a:rPr lang="en-US"/>
              <a:t>please advice who can help with the Global views</a:t>
            </a:r>
          </a:p>
        </p188:txBody>
      </p188:reply>
    </p188:replyLst>
    <p188:txBody>
      <a:bodyPr/>
      <a:lstStyle/>
      <a:p>
        <a:r>
          <a:rPr lang="en-GB"/>
          <a:t>Again, when and how do we define the inputs needed for Global, NA and Aus.</a:t>
        </a:r>
      </a:p>
    </p188:txBody>
  </p188:cm>
  <p188:cm id="{2FA059E5-C7D0-B041-8E02-EA5026A117B6}" authorId="{DC7607DA-341B-3AEA-7BC6-6974583B31C6}" created="2026-07-13T05:33:58.815">
    <pc:sldMkLst xmlns:pc="http://schemas.microsoft.com/office/powerpoint/2013/main/command">
      <pc:docMk/>
      <pc:sldMk cId="0" sldId="272"/>
    </pc:sldMkLst>
    <p188:replyLst>
      <p188:reply id="{14934CCA-A748-478C-9A5E-EFD6BB7AEBAD}" authorId="{8338164E-12CA-AA5E-F443-68FBA0EAA689}" created="2026-07-14T10:34:06.484">
        <p188:txBody>
          <a:bodyPr/>
          <a:lstStyle/>
          <a:p>
            <a:r>
              <a:rPr lang="en-US"/>
              <a:t>to be discussed in detail as we'll have some limitations as per the current scope of work. The current Gen AI feature is focused on slide specific data, we can modify it up to a certain limit ot add more metrics and define the connections</a:t>
            </a:r>
          </a:p>
        </p188:txBody>
      </p188:reply>
    </p188:replyLst>
    <p188:txBody>
      <a:bodyPr/>
      <a:lstStyle/>
      <a:p>
        <a:r>
          <a:rPr lang="en-GB"/>
          <a:t>Pressure testing the intelligence of the AI copilot. What do we need to do  to ensure that it brings logic from the external metrics to help explain the internal performance? i.e. it can see that Tesco ROS has dropped on Bens and PL is winning and can therefore provide the insight that Tesco NSV is down for this reason.</a:t>
        </a:r>
      </a:p>
    </p188:txBody>
  </p188:cm>
</p188:cmLst>
</file>

<file path=ppt/comments/modernComment_111_0.xml><?xml version="1.0" encoding="utf-8"?>
<p188:cmLst xmlns:a="http://schemas.openxmlformats.org/drawingml/2006/main" xmlns:r="http://schemas.openxmlformats.org/officeDocument/2006/relationships" xmlns:p188="http://schemas.microsoft.com/office/powerpoint/2018/8/main">
  <p188:cm id="{F4F02402-E8C8-F842-81CA-9022C46B1ABD}" authorId="{DC7607DA-341B-3AEA-7BC6-6974583B31C6}" created="2026-07-13T05:31:45.642">
    <pc:sldMkLst xmlns:pc="http://schemas.microsoft.com/office/powerpoint/2013/main/command">
      <pc:docMk/>
      <pc:sldMk cId="0" sldId="273"/>
    </pc:sldMkLst>
    <p188:replyLst>
      <p188:reply id="{FC1EC0FA-F99B-4F63-BA48-20C78F378BFB}" authorId="{8338164E-12CA-AA5E-F443-68FBA0EAA689}" created="2026-07-14T10:37:34.180">
        <p188:txBody>
          <a:bodyPr/>
          <a:lstStyle/>
          <a:p>
            <a:r>
              <a:rPr lang="en-US"/>
              <a:t>Can be done </a:t>
            </a:r>
          </a:p>
        </p188:txBody>
      </p188:reply>
    </p188:replyLst>
    <p188:txBody>
      <a:bodyPr/>
      <a:lstStyle/>
      <a:p>
        <a:r>
          <a:rPr lang="en-GB"/>
          <a:t>Is there ability to toggle between NSV and Gross Margin metrics?</a:t>
        </a:r>
      </a:p>
    </p188:txBody>
  </p188:cm>
</p188:cmLst>
</file>

<file path=ppt/comments/modernComment_112_0.xml><?xml version="1.0" encoding="utf-8"?>
<p188:cmLst xmlns:a="http://schemas.openxmlformats.org/drawingml/2006/main" xmlns:r="http://schemas.openxmlformats.org/officeDocument/2006/relationships" xmlns:p188="http://schemas.microsoft.com/office/powerpoint/2018/8/main">
  <p188:cm id="{70EE7D5D-A4DD-C345-811C-38EB463EEA97}" authorId="{DC7607DA-341B-3AEA-7BC6-6974583B31C6}" created="2026-07-13T05:31:14.228">
    <pc:sldMkLst xmlns:pc="http://schemas.microsoft.com/office/powerpoint/2013/main/command">
      <pc:docMk/>
      <pc:sldMk cId="0" sldId="274"/>
    </pc:sldMkLst>
    <p188:replyLst>
      <p188:reply id="{84367E0C-0B9E-4A44-8ACE-BDE0A6433CB8}" authorId="{8338164E-12CA-AA5E-F443-68FBA0EAA689}" created="2026-07-14T10:42:09.692">
        <p188:txBody>
          <a:bodyPr/>
          <a:lstStyle/>
          <a:p>
            <a:r>
              <a:rPr lang="en-US"/>
              <a:t>[@Thompson, Richard], if this is a repitition, should we remove this slide?</a:t>
            </a:r>
          </a:p>
        </p188:txBody>
      </p188:reply>
    </p188:replyLst>
    <p188:txBody>
      <a:bodyPr/>
      <a:lstStyle/>
      <a:p>
        <a:r>
          <a:rPr lang="en-GB"/>
          <a:t>Overlap with slides 12-14?
Has the need/definition of partition been agreed? Are we confident on quality of data and ability to source?
YEE and associated metrics should be removed.
Unclear on value of Period (and would suggest removing)
As stated earlier, where we are defining breakdowns by MU how will the European change from 4 to 3 on Jan 1 impact the design?</a:t>
        </a:r>
      </a:p>
    </p188:txBody>
  </p188:cm>
</p188:cmLst>
</file>

<file path=ppt/comments/modernComment_115_0.xml><?xml version="1.0" encoding="utf-8"?>
<p188:cmLst xmlns:a="http://schemas.openxmlformats.org/drawingml/2006/main" xmlns:r="http://schemas.openxmlformats.org/officeDocument/2006/relationships" xmlns:p188="http://schemas.microsoft.com/office/powerpoint/2018/8/main">
  <p188:cm id="{AD8BDEB4-01B2-944C-B066-C973F0A7BF83}" authorId="{DC7607DA-341B-3AEA-7BC6-6974583B31C6}" created="2026-07-13T05:36:15.929">
    <pc:sldMkLst xmlns:pc="http://schemas.microsoft.com/office/powerpoint/2013/main/command">
      <pc:docMk/>
      <pc:sldMk cId="0" sldId="277"/>
    </pc:sldMkLst>
    <p188:txBody>
      <a:bodyPr/>
      <a:lstStyle/>
      <a:p>
        <a:r>
          <a:rPr lang="en-GB"/>
          <a:t>Excited to see this in action... :) :)
 and....
@Straub, Esther and [@Lapcevic, Veljo] I would then still expect One Demand leads to input/buld on this as part of how FNOS is then used in our business.</a:t>
        </a:r>
      </a:p>
    </p188:txBody>
  </p188:cm>
</p188:cmLst>
</file>

<file path=ppt/comments/modernComment_120_0.xml><?xml version="1.0" encoding="utf-8"?>
<p188:cmLst xmlns:a="http://schemas.openxmlformats.org/drawingml/2006/main" xmlns:r="http://schemas.openxmlformats.org/officeDocument/2006/relationships" xmlns:p188="http://schemas.microsoft.com/office/powerpoint/2018/8/main">
  <p188:cm id="{7DA0107B-C997-D44B-A868-F7CACEF3B8CE}" authorId="{DC7607DA-341B-3AEA-7BC6-6974583B31C6}" created="2026-07-13T05:42:30.147">
    <pc:sldMkLst xmlns:pc="http://schemas.microsoft.com/office/powerpoint/2013/main/command">
      <pc:docMk/>
      <pc:sldMk cId="0" sldId="288"/>
    </pc:sldMkLst>
    <p188:replyLst>
      <p188:reply id="{C264124F-6582-4B39-8265-931C5DB96BE5}" authorId="{8338164E-12CA-AA5E-F443-68FBA0EAA689}" created="2026-07-14T10:46:25.640">
        <p188:txBody>
          <a:bodyPr/>
          <a:lstStyle/>
          <a:p>
            <a:r>
              <a:rPr lang="en-US"/>
              <a:t>we can keep this as a placeholder for adding commentary from available data or manually, [@Straub, Esther] [@O'Neill, Finn] please confirm </a:t>
            </a:r>
          </a:p>
        </p188:txBody>
      </p188:reply>
    </p188:replyLst>
    <p188:txBody>
      <a:bodyPr/>
      <a:lstStyle/>
      <a:p>
        <a:r>
          <a:rPr lang="en-GB"/>
          <a:t>Insights on TDP but with no real clarity on what the TDP data is. Are we clear / confident on where/how data is being sourced to provide this and insight?</a:t>
        </a:r>
      </a:p>
    </p188:txBody>
  </p188:cm>
</p188:cmLst>
</file>

<file path=ppt/comments/modernComment_121_0.xml><?xml version="1.0" encoding="utf-8"?>
<p188:cmLst xmlns:a="http://schemas.openxmlformats.org/drawingml/2006/main" xmlns:r="http://schemas.openxmlformats.org/officeDocument/2006/relationships" xmlns:p188="http://schemas.microsoft.com/office/powerpoint/2018/8/main">
  <p188:cm id="{A55EE6E3-AC94-4849-ADA2-4CF34A29D890}" authorId="{DC7607DA-341B-3AEA-7BC6-6974583B31C6}" created="2026-07-13T05:40:39.738">
    <pc:sldMkLst xmlns:pc="http://schemas.microsoft.com/office/powerpoint/2013/main/command">
      <pc:docMk/>
      <pc:sldMk cId="0" sldId="289"/>
    </pc:sldMkLst>
    <p188:replyLst>
      <p188:reply id="{2C25A2C5-6780-411F-8752-DC6A0B59EDF7}" authorId="{8338164E-12CA-AA5E-F443-68FBA0EAA689}" created="2026-07-14T10:47:12.580">
        <p188:txBody>
          <a:bodyPr/>
          <a:lstStyle/>
          <a:p>
            <a:r>
              <a:rPr lang="en-US"/>
              <a:t>[@O'Neill, Finn], [@Khan, Mustakim (Contractor)], can we please check the availability of data for Gloabl regions</a:t>
            </a:r>
          </a:p>
        </p188:txBody>
      </p188:reply>
    </p188:replyLst>
    <p188:txBody>
      <a:bodyPr/>
      <a:lstStyle/>
      <a:p>
        <a:r>
          <a:rPr lang="en-GB"/>
          <a:t>Did we agree to keep this in? Is it standardised enough to work across the globe? Are the data sources simple enough to automate?</a:t>
        </a:r>
      </a:p>
    </p188:txBody>
  </p188:cm>
</p188:cmLst>
</file>

<file path=ppt/comments/modernComment_130_0.xml><?xml version="1.0" encoding="utf-8"?>
<p188:cmLst xmlns:a="http://schemas.openxmlformats.org/drawingml/2006/main" xmlns:r="http://schemas.openxmlformats.org/officeDocument/2006/relationships" xmlns:p188="http://schemas.microsoft.com/office/powerpoint/2018/8/main">
  <p188:cm id="{775B33BC-9DA0-FA47-986B-BDD478C8E50E}" authorId="{DC7607DA-341B-3AEA-7BC6-6974583B31C6}" created="2026-07-13T05:48:40.966">
    <pc:sldMkLst xmlns:pc="http://schemas.microsoft.com/office/powerpoint/2013/main/command">
      <pc:docMk/>
      <pc:sldMk cId="0" sldId="304"/>
    </pc:sldMkLst>
    <p188:replyLst>
      <p188:reply id="{43F90274-BF5C-4407-943F-6E6051DED7F4}" authorId="{8338164E-12CA-AA5E-F443-68FBA0EAA689}" created="2026-07-14T10:49:42.242">
        <p188:txBody>
          <a:bodyPr/>
          <a:lstStyle/>
          <a:p>
            <a:r>
              <a:rPr lang="en-US"/>
              <a:t>[@Thompson, Richard], [@Straub, Esther], can you please confirm who can help here</a:t>
            </a:r>
          </a:p>
        </p188:txBody>
      </p188:reply>
    </p188:replyLst>
    <p188:txBody>
      <a:bodyPr/>
      <a:lstStyle/>
      <a:p>
        <a:r>
          <a:rPr lang="en-GB"/>
          <a:t>We need a fast follow up on the areas still missing within Excellence in Execution
- Innovation Performance
- NQC Metrics
- CSL</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6"/>
        <p:cNvGrpSpPr/>
        <p:nvPr/>
      </p:nvGrpSpPr>
      <p:grpSpPr>
        <a:xfrm>
          <a:off x="0" y="0"/>
          <a:ext cx="0" cy="0"/>
          <a:chOff x="0" y="0"/>
          <a:chExt cx="0" cy="0"/>
        </a:xfrm>
      </p:grpSpPr>
      <p:sp>
        <p:nvSpPr>
          <p:cNvPr id="2627" name="Google Shape;26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Arial"/>
              <a:buNone/>
            </a:pPr>
            <a:endParaRPr/>
          </a:p>
        </p:txBody>
      </p:sp>
      <p:sp>
        <p:nvSpPr>
          <p:cNvPr id="2628" name="Google Shape;26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1"/>
        <p:cNvGrpSpPr/>
        <p:nvPr/>
      </p:nvGrpSpPr>
      <p:grpSpPr>
        <a:xfrm>
          <a:off x="0" y="0"/>
          <a:ext cx="0" cy="0"/>
          <a:chOff x="0" y="0"/>
          <a:chExt cx="0" cy="0"/>
        </a:xfrm>
      </p:grpSpPr>
      <p:sp>
        <p:nvSpPr>
          <p:cNvPr id="2632" name="Google Shape;2632;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3" name="Google Shape;263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0"/>
        <p:cNvGrpSpPr/>
        <p:nvPr/>
      </p:nvGrpSpPr>
      <p:grpSpPr>
        <a:xfrm>
          <a:off x="0" y="0"/>
          <a:ext cx="0" cy="0"/>
          <a:chOff x="0" y="0"/>
          <a:chExt cx="0" cy="0"/>
        </a:xfrm>
      </p:grpSpPr>
      <p:sp>
        <p:nvSpPr>
          <p:cNvPr id="2641" name="Google Shape;2641;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2" name="Google Shape;264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8"/>
        <p:cNvGrpSpPr/>
        <p:nvPr/>
      </p:nvGrpSpPr>
      <p:grpSpPr>
        <a:xfrm>
          <a:off x="0" y="0"/>
          <a:ext cx="0" cy="0"/>
          <a:chOff x="0" y="0"/>
          <a:chExt cx="0" cy="0"/>
        </a:xfrm>
      </p:grpSpPr>
      <p:sp>
        <p:nvSpPr>
          <p:cNvPr id="2669" name="Google Shape;2669;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0" name="Google Shape;267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8"/>
        <p:cNvGrpSpPr/>
        <p:nvPr/>
      </p:nvGrpSpPr>
      <p:grpSpPr>
        <a:xfrm>
          <a:off x="0" y="0"/>
          <a:ext cx="0" cy="0"/>
          <a:chOff x="0" y="0"/>
          <a:chExt cx="0" cy="0"/>
        </a:xfrm>
      </p:grpSpPr>
      <p:sp>
        <p:nvSpPr>
          <p:cNvPr id="2679" name="Google Shape;2679;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0" name="Google Shape;268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1"/>
        <p:cNvGrpSpPr/>
        <p:nvPr/>
      </p:nvGrpSpPr>
      <p:grpSpPr>
        <a:xfrm>
          <a:off x="0" y="0"/>
          <a:ext cx="0" cy="0"/>
          <a:chOff x="0" y="0"/>
          <a:chExt cx="0" cy="0"/>
        </a:xfrm>
      </p:grpSpPr>
      <p:sp>
        <p:nvSpPr>
          <p:cNvPr id="2722" name="Google Shape;2722;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3" name="Google Shape;272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4"/>
        <p:cNvGrpSpPr/>
        <p:nvPr/>
      </p:nvGrpSpPr>
      <p:grpSpPr>
        <a:xfrm>
          <a:off x="0" y="0"/>
          <a:ext cx="0" cy="0"/>
          <a:chOff x="0" y="0"/>
          <a:chExt cx="0" cy="0"/>
        </a:xfrm>
      </p:grpSpPr>
      <p:sp>
        <p:nvSpPr>
          <p:cNvPr id="2765" name="Google Shape;2765;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6" name="Google Shape;276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2"/>
        <p:cNvGrpSpPr/>
        <p:nvPr/>
      </p:nvGrpSpPr>
      <p:grpSpPr>
        <a:xfrm>
          <a:off x="0" y="0"/>
          <a:ext cx="0" cy="0"/>
          <a:chOff x="0" y="0"/>
          <a:chExt cx="0" cy="0"/>
        </a:xfrm>
      </p:grpSpPr>
      <p:sp>
        <p:nvSpPr>
          <p:cNvPr id="2793" name="Google Shape;2793;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4" name="Google Shape;279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2"/>
        <p:cNvGrpSpPr/>
        <p:nvPr/>
      </p:nvGrpSpPr>
      <p:grpSpPr>
        <a:xfrm>
          <a:off x="0" y="0"/>
          <a:ext cx="0" cy="0"/>
          <a:chOff x="0" y="0"/>
          <a:chExt cx="0" cy="0"/>
        </a:xfrm>
      </p:grpSpPr>
      <p:sp>
        <p:nvSpPr>
          <p:cNvPr id="2803" name="Google Shape;280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04" name="Google Shape;280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4"/>
        <p:cNvGrpSpPr/>
        <p:nvPr/>
      </p:nvGrpSpPr>
      <p:grpSpPr>
        <a:xfrm>
          <a:off x="0" y="0"/>
          <a:ext cx="0" cy="0"/>
          <a:chOff x="0" y="0"/>
          <a:chExt cx="0" cy="0"/>
        </a:xfrm>
      </p:grpSpPr>
      <p:sp>
        <p:nvSpPr>
          <p:cNvPr id="2845" name="Google Shape;2845;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6" name="Google Shape;284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1"/>
        <p:cNvGrpSpPr/>
        <p:nvPr/>
      </p:nvGrpSpPr>
      <p:grpSpPr>
        <a:xfrm>
          <a:off x="0" y="0"/>
          <a:ext cx="0" cy="0"/>
          <a:chOff x="0" y="0"/>
          <a:chExt cx="0" cy="0"/>
        </a:xfrm>
      </p:grpSpPr>
      <p:sp>
        <p:nvSpPr>
          <p:cNvPr id="2882" name="Google Shape;2882;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3" name="Google Shape;288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3"/>
        <p:cNvGrpSpPr/>
        <p:nvPr/>
      </p:nvGrpSpPr>
      <p:grpSpPr>
        <a:xfrm>
          <a:off x="0" y="0"/>
          <a:ext cx="0" cy="0"/>
          <a:chOff x="0" y="0"/>
          <a:chExt cx="0" cy="0"/>
        </a:xfrm>
      </p:grpSpPr>
      <p:sp>
        <p:nvSpPr>
          <p:cNvPr id="2924" name="Google Shape;2924;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5" name="Google Shape;292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6"/>
        <p:cNvGrpSpPr/>
        <p:nvPr/>
      </p:nvGrpSpPr>
      <p:grpSpPr>
        <a:xfrm>
          <a:off x="0" y="0"/>
          <a:ext cx="0" cy="0"/>
          <a:chOff x="0" y="0"/>
          <a:chExt cx="0" cy="0"/>
        </a:xfrm>
      </p:grpSpPr>
      <p:sp>
        <p:nvSpPr>
          <p:cNvPr id="2967" name="Google Shape;2967;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8" name="Google Shape;296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8"/>
        <p:cNvGrpSpPr/>
        <p:nvPr/>
      </p:nvGrpSpPr>
      <p:grpSpPr>
        <a:xfrm>
          <a:off x="0" y="0"/>
          <a:ext cx="0" cy="0"/>
          <a:chOff x="0" y="0"/>
          <a:chExt cx="0" cy="0"/>
        </a:xfrm>
      </p:grpSpPr>
      <p:sp>
        <p:nvSpPr>
          <p:cNvPr id="3009" name="Google Shape;3009;g3f7c19772d2_0_2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10" name="Google Shape;3010;g3f7c19772d2_0_2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0"/>
        <p:cNvGrpSpPr/>
        <p:nvPr/>
      </p:nvGrpSpPr>
      <p:grpSpPr>
        <a:xfrm>
          <a:off x="0" y="0"/>
          <a:ext cx="0" cy="0"/>
          <a:chOff x="0" y="0"/>
          <a:chExt cx="0" cy="0"/>
        </a:xfrm>
      </p:grpSpPr>
      <p:sp>
        <p:nvSpPr>
          <p:cNvPr id="3051" name="Google Shape;3051;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2" name="Google Shape;305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8"/>
        <p:cNvGrpSpPr/>
        <p:nvPr/>
      </p:nvGrpSpPr>
      <p:grpSpPr>
        <a:xfrm>
          <a:off x="0" y="0"/>
          <a:ext cx="0" cy="0"/>
          <a:chOff x="0" y="0"/>
          <a:chExt cx="0" cy="0"/>
        </a:xfrm>
      </p:grpSpPr>
      <p:sp>
        <p:nvSpPr>
          <p:cNvPr id="3079" name="Google Shape;3079;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80" name="Google Shape;308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8"/>
        <p:cNvGrpSpPr/>
        <p:nvPr/>
      </p:nvGrpSpPr>
      <p:grpSpPr>
        <a:xfrm>
          <a:off x="0" y="0"/>
          <a:ext cx="0" cy="0"/>
          <a:chOff x="0" y="0"/>
          <a:chExt cx="0" cy="0"/>
        </a:xfrm>
      </p:grpSpPr>
      <p:sp>
        <p:nvSpPr>
          <p:cNvPr id="3089" name="Google Shape;3089;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0" name="Google Shape;309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0"/>
        <p:cNvGrpSpPr/>
        <p:nvPr/>
      </p:nvGrpSpPr>
      <p:grpSpPr>
        <a:xfrm>
          <a:off x="0" y="0"/>
          <a:ext cx="0" cy="0"/>
          <a:chOff x="0" y="0"/>
          <a:chExt cx="0" cy="0"/>
        </a:xfrm>
      </p:grpSpPr>
      <p:sp>
        <p:nvSpPr>
          <p:cNvPr id="3131" name="Google Shape;3131;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2" name="Google Shape;313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2"/>
        <p:cNvGrpSpPr/>
        <p:nvPr/>
      </p:nvGrpSpPr>
      <p:grpSpPr>
        <a:xfrm>
          <a:off x="0" y="0"/>
          <a:ext cx="0" cy="0"/>
          <a:chOff x="0" y="0"/>
          <a:chExt cx="0" cy="0"/>
        </a:xfrm>
      </p:grpSpPr>
      <p:sp>
        <p:nvSpPr>
          <p:cNvPr id="3173" name="Google Shape;3173;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74" name="Google Shape;317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4"/>
        <p:cNvGrpSpPr/>
        <p:nvPr/>
      </p:nvGrpSpPr>
      <p:grpSpPr>
        <a:xfrm>
          <a:off x="0" y="0"/>
          <a:ext cx="0" cy="0"/>
          <a:chOff x="0" y="0"/>
          <a:chExt cx="0" cy="0"/>
        </a:xfrm>
      </p:grpSpPr>
      <p:sp>
        <p:nvSpPr>
          <p:cNvPr id="3215" name="Google Shape;3215;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16" name="Google Shape;321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6"/>
        <p:cNvGrpSpPr/>
        <p:nvPr/>
      </p:nvGrpSpPr>
      <p:grpSpPr>
        <a:xfrm>
          <a:off x="0" y="0"/>
          <a:ext cx="0" cy="0"/>
          <a:chOff x="0" y="0"/>
          <a:chExt cx="0" cy="0"/>
        </a:xfrm>
      </p:grpSpPr>
      <p:sp>
        <p:nvSpPr>
          <p:cNvPr id="3257" name="Google Shape;3257;g3f7c19772d2_0_4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8" name="Google Shape;3258;g3f7c19772d2_0_4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8"/>
        <p:cNvGrpSpPr/>
        <p:nvPr/>
      </p:nvGrpSpPr>
      <p:grpSpPr>
        <a:xfrm>
          <a:off x="0" y="0"/>
          <a:ext cx="0" cy="0"/>
          <a:chOff x="0" y="0"/>
          <a:chExt cx="0" cy="0"/>
        </a:xfrm>
      </p:grpSpPr>
      <p:sp>
        <p:nvSpPr>
          <p:cNvPr id="3299" name="Google Shape;329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0" name="Google Shape;330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0"/>
        <p:cNvGrpSpPr/>
        <p:nvPr/>
      </p:nvGrpSpPr>
      <p:grpSpPr>
        <a:xfrm>
          <a:off x="0" y="0"/>
          <a:ext cx="0" cy="0"/>
          <a:chOff x="0" y="0"/>
          <a:chExt cx="0" cy="0"/>
        </a:xfrm>
      </p:grpSpPr>
      <p:sp>
        <p:nvSpPr>
          <p:cNvPr id="3341" name="Google Shape;3341;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42" name="Google Shape;3342;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1"/>
        <p:cNvGrpSpPr/>
        <p:nvPr/>
      </p:nvGrpSpPr>
      <p:grpSpPr>
        <a:xfrm>
          <a:off x="0" y="0"/>
          <a:ext cx="0" cy="0"/>
          <a:chOff x="0" y="0"/>
          <a:chExt cx="0" cy="0"/>
        </a:xfrm>
      </p:grpSpPr>
      <p:sp>
        <p:nvSpPr>
          <p:cNvPr id="3382" name="Google Shape;3382;g3f7c19772d2_0_4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83" name="Google Shape;3383;g3f7c19772d2_0_4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3"/>
        <p:cNvGrpSpPr/>
        <p:nvPr/>
      </p:nvGrpSpPr>
      <p:grpSpPr>
        <a:xfrm>
          <a:off x="0" y="0"/>
          <a:ext cx="0" cy="0"/>
          <a:chOff x="0" y="0"/>
          <a:chExt cx="0" cy="0"/>
        </a:xfrm>
      </p:grpSpPr>
      <p:sp>
        <p:nvSpPr>
          <p:cNvPr id="3424" name="Google Shape;3424;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5" name="Google Shape;342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5"/>
        <p:cNvGrpSpPr/>
        <p:nvPr/>
      </p:nvGrpSpPr>
      <p:grpSpPr>
        <a:xfrm>
          <a:off x="0" y="0"/>
          <a:ext cx="0" cy="0"/>
          <a:chOff x="0" y="0"/>
          <a:chExt cx="0" cy="0"/>
        </a:xfrm>
      </p:grpSpPr>
      <p:sp>
        <p:nvSpPr>
          <p:cNvPr id="3466" name="Google Shape;3466;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7" name="Google Shape;346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7"/>
        <p:cNvGrpSpPr/>
        <p:nvPr/>
      </p:nvGrpSpPr>
      <p:grpSpPr>
        <a:xfrm>
          <a:off x="0" y="0"/>
          <a:ext cx="0" cy="0"/>
          <a:chOff x="0" y="0"/>
          <a:chExt cx="0" cy="0"/>
        </a:xfrm>
      </p:grpSpPr>
      <p:sp>
        <p:nvSpPr>
          <p:cNvPr id="3508" name="Google Shape;3508;g3f7c2deeead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09" name="Google Shape;3509;g3f7c2deeea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8"/>
        <p:cNvGrpSpPr/>
        <p:nvPr/>
      </p:nvGrpSpPr>
      <p:grpSpPr>
        <a:xfrm>
          <a:off x="0" y="0"/>
          <a:ext cx="0" cy="0"/>
          <a:chOff x="0" y="0"/>
          <a:chExt cx="0" cy="0"/>
        </a:xfrm>
      </p:grpSpPr>
      <p:sp>
        <p:nvSpPr>
          <p:cNvPr id="3549" name="Google Shape;3549;g3f7c2deeead_0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50" name="Google Shape;3550;g3f7c2deeead_0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9"/>
        <p:cNvGrpSpPr/>
        <p:nvPr/>
      </p:nvGrpSpPr>
      <p:grpSpPr>
        <a:xfrm>
          <a:off x="0" y="0"/>
          <a:ext cx="0" cy="0"/>
          <a:chOff x="0" y="0"/>
          <a:chExt cx="0" cy="0"/>
        </a:xfrm>
      </p:grpSpPr>
      <p:sp>
        <p:nvSpPr>
          <p:cNvPr id="3590" name="Google Shape;3590;g3f7c2deeead_0_1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1" name="Google Shape;3591;g3f7c2deeead_0_1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0"/>
        <p:cNvGrpSpPr/>
        <p:nvPr/>
      </p:nvGrpSpPr>
      <p:grpSpPr>
        <a:xfrm>
          <a:off x="0" y="0"/>
          <a:ext cx="0" cy="0"/>
          <a:chOff x="0" y="0"/>
          <a:chExt cx="0" cy="0"/>
        </a:xfrm>
      </p:grpSpPr>
      <p:sp>
        <p:nvSpPr>
          <p:cNvPr id="3631" name="Google Shape;3631;g3f7c2deeead_0_1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32" name="Google Shape;3632;g3f7c2deeead_0_1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1"/>
        <p:cNvGrpSpPr/>
        <p:nvPr/>
      </p:nvGrpSpPr>
      <p:grpSpPr>
        <a:xfrm>
          <a:off x="0" y="0"/>
          <a:ext cx="0" cy="0"/>
          <a:chOff x="0" y="0"/>
          <a:chExt cx="0" cy="0"/>
        </a:xfrm>
      </p:grpSpPr>
      <p:sp>
        <p:nvSpPr>
          <p:cNvPr id="3672" name="Google Shape;3672;g3f7c2deeead_0_2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3" name="Google Shape;3673;g3f7c2deeead_0_2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2"/>
        <p:cNvGrpSpPr/>
        <p:nvPr/>
      </p:nvGrpSpPr>
      <p:grpSpPr>
        <a:xfrm>
          <a:off x="0" y="0"/>
          <a:ext cx="0" cy="0"/>
          <a:chOff x="0" y="0"/>
          <a:chExt cx="0" cy="0"/>
        </a:xfrm>
      </p:grpSpPr>
      <p:sp>
        <p:nvSpPr>
          <p:cNvPr id="3713" name="Google Shape;3713;g3f7c2deeead_0_2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14" name="Google Shape;3714;g3f7c2deeead_0_2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3"/>
        <p:cNvGrpSpPr/>
        <p:nvPr/>
      </p:nvGrpSpPr>
      <p:grpSpPr>
        <a:xfrm>
          <a:off x="0" y="0"/>
          <a:ext cx="0" cy="0"/>
          <a:chOff x="0" y="0"/>
          <a:chExt cx="0" cy="0"/>
        </a:xfrm>
      </p:grpSpPr>
      <p:sp>
        <p:nvSpPr>
          <p:cNvPr id="3754" name="Google Shape;3754;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5" name="Google Shape;3755;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4"/>
        <p:cNvGrpSpPr/>
        <p:nvPr/>
      </p:nvGrpSpPr>
      <p:grpSpPr>
        <a:xfrm>
          <a:off x="0" y="0"/>
          <a:ext cx="0" cy="0"/>
          <a:chOff x="0" y="0"/>
          <a:chExt cx="0" cy="0"/>
        </a:xfrm>
      </p:grpSpPr>
      <p:sp>
        <p:nvSpPr>
          <p:cNvPr id="3795" name="Google Shape;3795;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96" name="Google Shape;379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6"/>
        <p:cNvGrpSpPr/>
        <p:nvPr/>
      </p:nvGrpSpPr>
      <p:grpSpPr>
        <a:xfrm>
          <a:off x="0" y="0"/>
          <a:ext cx="0" cy="0"/>
          <a:chOff x="0" y="0"/>
          <a:chExt cx="0" cy="0"/>
        </a:xfrm>
      </p:grpSpPr>
      <p:sp>
        <p:nvSpPr>
          <p:cNvPr id="3837" name="Google Shape;3837;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8" name="Google Shape;383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8"/>
        <p:cNvGrpSpPr/>
        <p:nvPr/>
      </p:nvGrpSpPr>
      <p:grpSpPr>
        <a:xfrm>
          <a:off x="0" y="0"/>
          <a:ext cx="0" cy="0"/>
          <a:chOff x="0" y="0"/>
          <a:chExt cx="0" cy="0"/>
        </a:xfrm>
      </p:grpSpPr>
      <p:sp>
        <p:nvSpPr>
          <p:cNvPr id="3879" name="Google Shape;3879;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80" name="Google Shape;388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9"/>
        <p:cNvGrpSpPr/>
        <p:nvPr/>
      </p:nvGrpSpPr>
      <p:grpSpPr>
        <a:xfrm>
          <a:off x="0" y="0"/>
          <a:ext cx="0" cy="0"/>
          <a:chOff x="0" y="0"/>
          <a:chExt cx="0" cy="0"/>
        </a:xfrm>
      </p:grpSpPr>
      <p:sp>
        <p:nvSpPr>
          <p:cNvPr id="3920" name="Google Shape;3920;g3f7cc867318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1" name="Google Shape;3921;g3f7cc867318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0"/>
        <p:cNvGrpSpPr/>
        <p:nvPr/>
      </p:nvGrpSpPr>
      <p:grpSpPr>
        <a:xfrm>
          <a:off x="0" y="0"/>
          <a:ext cx="0" cy="0"/>
          <a:chOff x="0" y="0"/>
          <a:chExt cx="0" cy="0"/>
        </a:xfrm>
      </p:grpSpPr>
      <p:sp>
        <p:nvSpPr>
          <p:cNvPr id="3961" name="Google Shape;3961;g3f7cc867318_1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62" name="Google Shape;3962;g3f7cc867318_1_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1"/>
        <p:cNvGrpSpPr/>
        <p:nvPr/>
      </p:nvGrpSpPr>
      <p:grpSpPr>
        <a:xfrm>
          <a:off x="0" y="0"/>
          <a:ext cx="0" cy="0"/>
          <a:chOff x="0" y="0"/>
          <a:chExt cx="0" cy="0"/>
        </a:xfrm>
      </p:grpSpPr>
      <p:sp>
        <p:nvSpPr>
          <p:cNvPr id="4002" name="Google Shape;4002;g3f7cc867318_1_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03" name="Google Shape;4003;g3f7cc867318_1_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2"/>
        <p:cNvGrpSpPr/>
        <p:nvPr/>
      </p:nvGrpSpPr>
      <p:grpSpPr>
        <a:xfrm>
          <a:off x="0" y="0"/>
          <a:ext cx="0" cy="0"/>
          <a:chOff x="0" y="0"/>
          <a:chExt cx="0" cy="0"/>
        </a:xfrm>
      </p:grpSpPr>
      <p:sp>
        <p:nvSpPr>
          <p:cNvPr id="4043" name="Google Shape;40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44" name="Google Shape;404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4"/>
        <p:cNvGrpSpPr/>
        <p:nvPr/>
      </p:nvGrpSpPr>
      <p:grpSpPr>
        <a:xfrm>
          <a:off x="0" y="0"/>
          <a:ext cx="0" cy="0"/>
          <a:chOff x="0" y="0"/>
          <a:chExt cx="0" cy="0"/>
        </a:xfrm>
      </p:grpSpPr>
      <p:sp>
        <p:nvSpPr>
          <p:cNvPr id="4085" name="Google Shape;4085;g3f7c19772d2_0_6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86" name="Google Shape;4086;g3f7c19772d2_0_6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6"/>
        <p:cNvGrpSpPr/>
        <p:nvPr/>
      </p:nvGrpSpPr>
      <p:grpSpPr>
        <a:xfrm>
          <a:off x="0" y="0"/>
          <a:ext cx="0" cy="0"/>
          <a:chOff x="0" y="0"/>
          <a:chExt cx="0" cy="0"/>
        </a:xfrm>
      </p:grpSpPr>
      <p:sp>
        <p:nvSpPr>
          <p:cNvPr id="4127" name="Google Shape;4127;g3f7c19772d2_0_6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28" name="Google Shape;4128;g3f7c19772d2_0_6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8"/>
        <p:cNvGrpSpPr/>
        <p:nvPr/>
      </p:nvGrpSpPr>
      <p:grpSpPr>
        <a:xfrm>
          <a:off x="0" y="0"/>
          <a:ext cx="0" cy="0"/>
          <a:chOff x="0" y="0"/>
          <a:chExt cx="0" cy="0"/>
        </a:xfrm>
      </p:grpSpPr>
      <p:sp>
        <p:nvSpPr>
          <p:cNvPr id="4169" name="Google Shape;4169;g3f7c19772d2_0_5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70" name="Google Shape;4170;g3f7c19772d2_0_5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9"/>
        <p:cNvGrpSpPr/>
        <p:nvPr/>
      </p:nvGrpSpPr>
      <p:grpSpPr>
        <a:xfrm>
          <a:off x="0" y="0"/>
          <a:ext cx="0" cy="0"/>
          <a:chOff x="0" y="0"/>
          <a:chExt cx="0" cy="0"/>
        </a:xfrm>
      </p:grpSpPr>
      <p:sp>
        <p:nvSpPr>
          <p:cNvPr id="4210" name="Google Shape;4210;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11" name="Google Shape;421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0"/>
        <p:cNvGrpSpPr/>
        <p:nvPr/>
      </p:nvGrpSpPr>
      <p:grpSpPr>
        <a:xfrm>
          <a:off x="0" y="0"/>
          <a:ext cx="0" cy="0"/>
          <a:chOff x="0" y="0"/>
          <a:chExt cx="0" cy="0"/>
        </a:xfrm>
      </p:grpSpPr>
      <p:sp>
        <p:nvSpPr>
          <p:cNvPr id="4251" name="Google Shape;4251;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52" name="Google Shape;425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1"/>
        <p:cNvGrpSpPr/>
        <p:nvPr/>
      </p:nvGrpSpPr>
      <p:grpSpPr>
        <a:xfrm>
          <a:off x="0" y="0"/>
          <a:ext cx="0" cy="0"/>
          <a:chOff x="0" y="0"/>
          <a:chExt cx="0" cy="0"/>
        </a:xfrm>
      </p:grpSpPr>
      <p:sp>
        <p:nvSpPr>
          <p:cNvPr id="4292" name="Google Shape;429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93" name="Google Shape;429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3"/>
        <p:cNvGrpSpPr/>
        <p:nvPr/>
      </p:nvGrpSpPr>
      <p:grpSpPr>
        <a:xfrm>
          <a:off x="0" y="0"/>
          <a:ext cx="0" cy="0"/>
          <a:chOff x="0" y="0"/>
          <a:chExt cx="0" cy="0"/>
        </a:xfrm>
      </p:grpSpPr>
      <p:sp>
        <p:nvSpPr>
          <p:cNvPr id="4334" name="Google Shape;4334;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5" name="Google Shape;433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5"/>
        <p:cNvGrpSpPr/>
        <p:nvPr/>
      </p:nvGrpSpPr>
      <p:grpSpPr>
        <a:xfrm>
          <a:off x="0" y="0"/>
          <a:ext cx="0" cy="0"/>
          <a:chOff x="0" y="0"/>
          <a:chExt cx="0" cy="0"/>
        </a:xfrm>
      </p:grpSpPr>
      <p:sp>
        <p:nvSpPr>
          <p:cNvPr id="4376" name="Google Shape;4376;g3f7c2deeead_0_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77" name="Google Shape;4377;g3f7c2deeead_0_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6"/>
        <p:cNvGrpSpPr/>
        <p:nvPr/>
      </p:nvGrpSpPr>
      <p:grpSpPr>
        <a:xfrm>
          <a:off x="0" y="0"/>
          <a:ext cx="0" cy="0"/>
          <a:chOff x="0" y="0"/>
          <a:chExt cx="0" cy="0"/>
        </a:xfrm>
      </p:grpSpPr>
      <p:sp>
        <p:nvSpPr>
          <p:cNvPr id="4417" name="Google Shape;4417;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18" name="Google Shape;441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4"/>
        <p:cNvGrpSpPr/>
        <p:nvPr/>
      </p:nvGrpSpPr>
      <p:grpSpPr>
        <a:xfrm>
          <a:off x="0" y="0"/>
          <a:ext cx="0" cy="0"/>
          <a:chOff x="0" y="0"/>
          <a:chExt cx="0" cy="0"/>
        </a:xfrm>
      </p:grpSpPr>
      <p:sp>
        <p:nvSpPr>
          <p:cNvPr id="4445" name="Google Shape;4445;p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6" name="Google Shape;444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4"/>
        <p:cNvGrpSpPr/>
        <p:nvPr/>
      </p:nvGrpSpPr>
      <p:grpSpPr>
        <a:xfrm>
          <a:off x="0" y="0"/>
          <a:ext cx="0" cy="0"/>
          <a:chOff x="0" y="0"/>
          <a:chExt cx="0" cy="0"/>
        </a:xfrm>
      </p:grpSpPr>
      <p:sp>
        <p:nvSpPr>
          <p:cNvPr id="4455" name="Google Shape;4455;p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6" name="Google Shape;445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6"/>
        <p:cNvGrpSpPr/>
        <p:nvPr/>
      </p:nvGrpSpPr>
      <p:grpSpPr>
        <a:xfrm>
          <a:off x="0" y="0"/>
          <a:ext cx="0" cy="0"/>
          <a:chOff x="0" y="0"/>
          <a:chExt cx="0" cy="0"/>
        </a:xfrm>
      </p:grpSpPr>
      <p:sp>
        <p:nvSpPr>
          <p:cNvPr id="4497" name="Google Shape;4497;p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8" name="Google Shape;449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8"/>
        <p:cNvGrpSpPr/>
        <p:nvPr/>
      </p:nvGrpSpPr>
      <p:grpSpPr>
        <a:xfrm>
          <a:off x="0" y="0"/>
          <a:ext cx="0" cy="0"/>
          <a:chOff x="0" y="0"/>
          <a:chExt cx="0" cy="0"/>
        </a:xfrm>
      </p:grpSpPr>
      <p:sp>
        <p:nvSpPr>
          <p:cNvPr id="4539" name="Google Shape;4539;p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0" name="Google Shape;454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0"/>
        <p:cNvGrpSpPr/>
        <p:nvPr/>
      </p:nvGrpSpPr>
      <p:grpSpPr>
        <a:xfrm>
          <a:off x="0" y="0"/>
          <a:ext cx="0" cy="0"/>
          <a:chOff x="0" y="0"/>
          <a:chExt cx="0" cy="0"/>
        </a:xfrm>
      </p:grpSpPr>
      <p:sp>
        <p:nvSpPr>
          <p:cNvPr id="4581" name="Google Shape;4581;p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82" name="Google Shape;4582;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2"/>
        <p:cNvGrpSpPr/>
        <p:nvPr/>
      </p:nvGrpSpPr>
      <p:grpSpPr>
        <a:xfrm>
          <a:off x="0" y="0"/>
          <a:ext cx="0" cy="0"/>
          <a:chOff x="0" y="0"/>
          <a:chExt cx="0" cy="0"/>
        </a:xfrm>
      </p:grpSpPr>
      <p:sp>
        <p:nvSpPr>
          <p:cNvPr id="4623" name="Google Shape;4623;g3f7c19772d2_0_5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24" name="Google Shape;4624;g3f7c19772d2_0_5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1"/>
        <p:cNvGrpSpPr/>
        <p:nvPr/>
      </p:nvGrpSpPr>
      <p:grpSpPr>
        <a:xfrm>
          <a:off x="0" y="0"/>
          <a:ext cx="0" cy="0"/>
          <a:chOff x="0" y="0"/>
          <a:chExt cx="0" cy="0"/>
        </a:xfrm>
      </p:grpSpPr>
      <p:sp>
        <p:nvSpPr>
          <p:cNvPr id="4632" name="Google Shape;4632;g3f7c19772d2_0_5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3" name="Google Shape;4633;g3f7c19772d2_0_5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2"/>
        <p:cNvGrpSpPr/>
        <p:nvPr/>
      </p:nvGrpSpPr>
      <p:grpSpPr>
        <a:xfrm>
          <a:off x="0" y="0"/>
          <a:ext cx="0" cy="0"/>
          <a:chOff x="0" y="0"/>
          <a:chExt cx="0" cy="0"/>
        </a:xfrm>
      </p:grpSpPr>
      <p:sp>
        <p:nvSpPr>
          <p:cNvPr id="4673" name="Google Shape;4673;p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74" name="Google Shape;467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emf"/><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13.emf"/><Relationship Id="rId1" Type="http://schemas.openxmlformats.org/officeDocument/2006/relationships/slideMaster" Target="../slideMasters/slideMaster2.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6.emf"/><Relationship Id="rId1" Type="http://schemas.openxmlformats.org/officeDocument/2006/relationships/slideMaster" Target="../slideMasters/slideMaster2.xml"/><Relationship Id="rId5" Type="http://schemas.openxmlformats.org/officeDocument/2006/relationships/image" Target="../media/image16.emf"/><Relationship Id="rId4" Type="http://schemas.openxmlformats.org/officeDocument/2006/relationships/image" Target="../media/image15.emf"/></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7.emf"/><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22_Cover Slide">
  <p:cSld name="22_Cover Slide">
    <p:bg>
      <p:bgPr>
        <a:solidFill>
          <a:srgbClr val="007096"/>
        </a:solidFill>
        <a:effectLst/>
      </p:bgPr>
    </p:bg>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a:stretch/>
        </p:blipFill>
        <p:spPr>
          <a:xfrm>
            <a:off x="-2838" y="4112494"/>
            <a:ext cx="9146840" cy="1054072"/>
          </a:xfrm>
          <a:prstGeom prst="rect">
            <a:avLst/>
          </a:prstGeom>
          <a:noFill/>
          <a:ln>
            <a:noFill/>
          </a:ln>
        </p:spPr>
      </p:pic>
      <p:sp>
        <p:nvSpPr>
          <p:cNvPr id="11" name="Google Shape;11;p2"/>
          <p:cNvSpPr txBox="1">
            <a:spLocks noGrp="1"/>
          </p:cNvSpPr>
          <p:nvPr>
            <p:ph type="ctrTitle"/>
          </p:nvPr>
        </p:nvSpPr>
        <p:spPr>
          <a:xfrm>
            <a:off x="306410" y="1965839"/>
            <a:ext cx="3816000" cy="59670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rgbClr val="FFD21A"/>
              </a:buClr>
              <a:buSzPts val="3300"/>
              <a:buFont typeface="NTR"/>
              <a:buNone/>
              <a:defRPr sz="3300" b="1">
                <a:solidFill>
                  <a:srgbClr val="FFD21A"/>
                </a:solidFill>
                <a:latin typeface="NTR"/>
                <a:ea typeface="NTR"/>
                <a:cs typeface="NTR"/>
                <a:sym typeface="NTR"/>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 name="Google Shape;12;p2"/>
          <p:cNvSpPr txBox="1">
            <a:spLocks noGrp="1"/>
          </p:cNvSpPr>
          <p:nvPr>
            <p:ph type="subTitle" idx="1"/>
          </p:nvPr>
        </p:nvSpPr>
        <p:spPr>
          <a:xfrm>
            <a:off x="306409" y="2562536"/>
            <a:ext cx="4078200" cy="368400"/>
          </a:xfrm>
          <a:prstGeom prst="rect">
            <a:avLst/>
          </a:prstGeom>
          <a:noFill/>
          <a:ln>
            <a:noFill/>
          </a:ln>
        </p:spPr>
        <p:txBody>
          <a:bodyPr spcFirstLastPara="1" wrap="square" lIns="0" tIns="0" rIns="0" bIns="0" anchor="t" anchorCtr="0">
            <a:noAutofit/>
          </a:bodyPr>
          <a:lstStyle>
            <a:lvl1pPr lvl="0" algn="l">
              <a:lnSpc>
                <a:spcPct val="90000"/>
              </a:lnSpc>
              <a:spcBef>
                <a:spcPts val="900"/>
              </a:spcBef>
              <a:spcAft>
                <a:spcPts val="0"/>
              </a:spcAft>
              <a:buClr>
                <a:srgbClr val="E5E1E6"/>
              </a:buClr>
              <a:buSzPts val="2100"/>
              <a:buNone/>
              <a:defRPr sz="2100" b="0">
                <a:solidFill>
                  <a:srgbClr val="E5E1E6"/>
                </a:solidFill>
                <a:latin typeface="NTR"/>
                <a:ea typeface="NTR"/>
                <a:cs typeface="NTR"/>
                <a:sym typeface="NTR"/>
              </a:defRPr>
            </a:lvl1pPr>
            <a:lvl2pPr lvl="1" algn="ctr">
              <a:lnSpc>
                <a:spcPct val="90000"/>
              </a:lnSpc>
              <a:spcBef>
                <a:spcPts val="900"/>
              </a:spcBef>
              <a:spcAft>
                <a:spcPts val="0"/>
              </a:spcAft>
              <a:buClr>
                <a:schemeClr val="dk1"/>
              </a:buClr>
              <a:buSzPts val="1500"/>
              <a:buNone/>
              <a:defRPr sz="1500"/>
            </a:lvl2pPr>
            <a:lvl3pPr lvl="2" algn="ctr">
              <a:lnSpc>
                <a:spcPct val="90000"/>
              </a:lnSpc>
              <a:spcBef>
                <a:spcPts val="400"/>
              </a:spcBef>
              <a:spcAft>
                <a:spcPts val="0"/>
              </a:spcAft>
              <a:buClr>
                <a:schemeClr val="dk1"/>
              </a:buClr>
              <a:buSzPts val="1300"/>
              <a:buNone/>
              <a:defRPr sz="1300"/>
            </a:lvl3pPr>
            <a:lvl4pPr lvl="3" algn="ctr">
              <a:lnSpc>
                <a:spcPct val="90000"/>
              </a:lnSpc>
              <a:spcBef>
                <a:spcPts val="300"/>
              </a:spcBef>
              <a:spcAft>
                <a:spcPts val="0"/>
              </a:spcAft>
              <a:buClr>
                <a:schemeClr val="dk1"/>
              </a:buClr>
              <a:buSzPts val="1200"/>
              <a:buNone/>
              <a:defRPr sz="1200"/>
            </a:lvl4pPr>
            <a:lvl5pPr lvl="4" algn="ctr">
              <a:lnSpc>
                <a:spcPct val="90000"/>
              </a:lnSpc>
              <a:spcBef>
                <a:spcPts val="200"/>
              </a:spcBef>
              <a:spcAft>
                <a:spcPts val="0"/>
              </a:spcAft>
              <a:buClr>
                <a:schemeClr val="dk1"/>
              </a:buClr>
              <a:buSzPts val="1200"/>
              <a:buNone/>
              <a:defRPr sz="1200"/>
            </a:lvl5pPr>
            <a:lvl6pPr lvl="5" algn="ctr">
              <a:lnSpc>
                <a:spcPct val="90000"/>
              </a:lnSpc>
              <a:spcBef>
                <a:spcPts val="400"/>
              </a:spcBef>
              <a:spcAft>
                <a:spcPts val="0"/>
              </a:spcAft>
              <a:buClr>
                <a:schemeClr val="dk2"/>
              </a:buClr>
              <a:buSzPts val="1200"/>
              <a:buNone/>
              <a:defRPr sz="1200"/>
            </a:lvl6pPr>
            <a:lvl7pPr lvl="6" algn="ctr">
              <a:lnSpc>
                <a:spcPct val="90000"/>
              </a:lnSpc>
              <a:spcBef>
                <a:spcPts val="400"/>
              </a:spcBef>
              <a:spcAft>
                <a:spcPts val="0"/>
              </a:spcAft>
              <a:buClr>
                <a:schemeClr val="dk2"/>
              </a:buClr>
              <a:buSzPts val="1200"/>
              <a:buNone/>
              <a:defRPr sz="1200"/>
            </a:lvl7pPr>
            <a:lvl8pPr lvl="7" algn="ctr">
              <a:lnSpc>
                <a:spcPct val="90000"/>
              </a:lnSpc>
              <a:spcBef>
                <a:spcPts val="400"/>
              </a:spcBef>
              <a:spcAft>
                <a:spcPts val="0"/>
              </a:spcAft>
              <a:buClr>
                <a:schemeClr val="dk2"/>
              </a:buClr>
              <a:buSzPts val="1200"/>
              <a:buNone/>
              <a:defRPr sz="1200"/>
            </a:lvl8pPr>
            <a:lvl9pPr lvl="8" algn="ctr">
              <a:lnSpc>
                <a:spcPct val="90000"/>
              </a:lnSpc>
              <a:spcBef>
                <a:spcPts val="400"/>
              </a:spcBef>
              <a:spcAft>
                <a:spcPts val="0"/>
              </a:spcAft>
              <a:buClr>
                <a:schemeClr val="dk2"/>
              </a:buClr>
              <a:buSzPts val="1200"/>
              <a:buNone/>
              <a:defRPr sz="1200"/>
            </a:lvl9pPr>
          </a:lstStyle>
          <a:p>
            <a:endParaRPr/>
          </a:p>
        </p:txBody>
      </p:sp>
      <p:pic>
        <p:nvPicPr>
          <p:cNvPr id="13" name="Google Shape;13;p2"/>
          <p:cNvPicPr preferRelativeResize="0"/>
          <p:nvPr/>
        </p:nvPicPr>
        <p:blipFill rotWithShape="1">
          <a:blip r:embed="rId3">
            <a:alphaModFix/>
          </a:blip>
          <a:srcRect/>
          <a:stretch/>
        </p:blipFill>
        <p:spPr>
          <a:xfrm>
            <a:off x="306410" y="208135"/>
            <a:ext cx="1346096" cy="582667"/>
          </a:xfrm>
          <a:prstGeom prst="rect">
            <a:avLst/>
          </a:prstGeom>
          <a:noFill/>
          <a:ln>
            <a:noFill/>
          </a:ln>
        </p:spPr>
      </p:pic>
      <p:grpSp>
        <p:nvGrpSpPr>
          <p:cNvPr id="14" name="Google Shape;14;p2"/>
          <p:cNvGrpSpPr/>
          <p:nvPr/>
        </p:nvGrpSpPr>
        <p:grpSpPr>
          <a:xfrm>
            <a:off x="5279608" y="833044"/>
            <a:ext cx="3864029" cy="3394619"/>
            <a:chOff x="4878438" y="770903"/>
            <a:chExt cx="6290133" cy="5525996"/>
          </a:xfrm>
        </p:grpSpPr>
        <p:grpSp>
          <p:nvGrpSpPr>
            <p:cNvPr id="15" name="Google Shape;15;p2"/>
            <p:cNvGrpSpPr/>
            <p:nvPr/>
          </p:nvGrpSpPr>
          <p:grpSpPr>
            <a:xfrm>
              <a:off x="6833419" y="2502928"/>
              <a:ext cx="1491520" cy="1231833"/>
              <a:chOff x="6833419" y="2502928"/>
              <a:chExt cx="1491520" cy="1231833"/>
            </a:xfrm>
          </p:grpSpPr>
          <p:sp>
            <p:nvSpPr>
              <p:cNvPr id="16" name="Google Shape;16;p2"/>
              <p:cNvSpPr/>
              <p:nvPr/>
            </p:nvSpPr>
            <p:spPr>
              <a:xfrm>
                <a:off x="6833419" y="2502928"/>
                <a:ext cx="1491520" cy="1230502"/>
              </a:xfrm>
              <a:custGeom>
                <a:avLst/>
                <a:gdLst/>
                <a:ahLst/>
                <a:cxnLst/>
                <a:rect l="l" t="t" r="r" b="b"/>
                <a:pathLst>
                  <a:path w="1491520" h="1230502" extrusionOk="0">
                    <a:moveTo>
                      <a:pt x="1448359" y="209386"/>
                    </a:moveTo>
                    <a:cubicBezTo>
                      <a:pt x="1624633" y="478222"/>
                      <a:pt x="1221319" y="781478"/>
                      <a:pt x="953228" y="957263"/>
                    </a:cubicBezTo>
                    <a:cubicBezTo>
                      <a:pt x="693124" y="1127810"/>
                      <a:pt x="246232" y="1382024"/>
                      <a:pt x="69961" y="1113186"/>
                    </a:cubicBezTo>
                    <a:cubicBezTo>
                      <a:pt x="-106313" y="844350"/>
                      <a:pt x="62353" y="428662"/>
                      <a:pt x="442986" y="179083"/>
                    </a:cubicBezTo>
                    <a:cubicBezTo>
                      <a:pt x="474000" y="226382"/>
                      <a:pt x="474811" y="336785"/>
                      <a:pt x="564507" y="306948"/>
                    </a:cubicBezTo>
                    <a:cubicBezTo>
                      <a:pt x="673687" y="270630"/>
                      <a:pt x="958239" y="48783"/>
                      <a:pt x="1027642" y="0"/>
                    </a:cubicBezTo>
                    <a:cubicBezTo>
                      <a:pt x="1207093" y="6376"/>
                      <a:pt x="1361087" y="76286"/>
                      <a:pt x="1448359" y="209386"/>
                    </a:cubicBezTo>
                    <a:close/>
                  </a:path>
                </a:pathLst>
              </a:custGeom>
              <a:solidFill>
                <a:srgbClr val="FAA31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 name="Google Shape;17;p2"/>
              <p:cNvSpPr/>
              <p:nvPr/>
            </p:nvSpPr>
            <p:spPr>
              <a:xfrm>
                <a:off x="6989321" y="2504514"/>
                <a:ext cx="869380" cy="944284"/>
              </a:xfrm>
              <a:custGeom>
                <a:avLst/>
                <a:gdLst/>
                <a:ahLst/>
                <a:cxnLst/>
                <a:rect l="l" t="t" r="r" b="b"/>
                <a:pathLst>
                  <a:path w="869380" h="944284" extrusionOk="0">
                    <a:moveTo>
                      <a:pt x="284727" y="179044"/>
                    </a:moveTo>
                    <a:cubicBezTo>
                      <a:pt x="284727" y="179044"/>
                      <a:pt x="-110296" y="524306"/>
                      <a:pt x="30229" y="944285"/>
                    </a:cubicBezTo>
                    <a:cubicBezTo>
                      <a:pt x="88277" y="559787"/>
                      <a:pt x="796569" y="125981"/>
                      <a:pt x="869380" y="0"/>
                    </a:cubicBezTo>
                    <a:cubicBezTo>
                      <a:pt x="630308" y="47057"/>
                      <a:pt x="435006" y="227370"/>
                      <a:pt x="284727" y="179044"/>
                    </a:cubicBezTo>
                    <a:close/>
                  </a:path>
                </a:pathLst>
              </a:custGeom>
              <a:solidFill>
                <a:srgbClr val="FAC0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 name="Google Shape;18;p2"/>
              <p:cNvSpPr/>
              <p:nvPr/>
            </p:nvSpPr>
            <p:spPr>
              <a:xfrm>
                <a:off x="7146311" y="2571652"/>
                <a:ext cx="1176271" cy="1163109"/>
              </a:xfrm>
              <a:custGeom>
                <a:avLst/>
                <a:gdLst/>
                <a:ahLst/>
                <a:cxnLst/>
                <a:rect l="l" t="t" r="r" b="b"/>
                <a:pathLst>
                  <a:path w="1176271" h="1163109" extrusionOk="0">
                    <a:moveTo>
                      <a:pt x="637979" y="890086"/>
                    </a:moveTo>
                    <a:cubicBezTo>
                      <a:pt x="906072" y="714302"/>
                      <a:pt x="1309384" y="411043"/>
                      <a:pt x="1133111" y="142208"/>
                    </a:cubicBezTo>
                    <a:cubicBezTo>
                      <a:pt x="1093419" y="81674"/>
                      <a:pt x="1039817" y="34361"/>
                      <a:pt x="976408" y="0"/>
                    </a:cubicBezTo>
                    <a:cubicBezTo>
                      <a:pt x="1249338" y="262440"/>
                      <a:pt x="573233" y="999233"/>
                      <a:pt x="0" y="1163110"/>
                    </a:cubicBezTo>
                    <a:cubicBezTo>
                      <a:pt x="204583" y="1156764"/>
                      <a:pt x="463368" y="1004576"/>
                      <a:pt x="637979" y="890086"/>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 name="Google Shape;19;p2"/>
              <p:cNvSpPr/>
              <p:nvPr/>
            </p:nvSpPr>
            <p:spPr>
              <a:xfrm>
                <a:off x="6989321" y="2683558"/>
                <a:ext cx="284726" cy="765240"/>
              </a:xfrm>
              <a:custGeom>
                <a:avLst/>
                <a:gdLst/>
                <a:ahLst/>
                <a:cxnLst/>
                <a:rect l="l" t="t" r="r" b="b"/>
                <a:pathLst>
                  <a:path w="284726" h="765240" extrusionOk="0">
                    <a:moveTo>
                      <a:pt x="284727" y="0"/>
                    </a:moveTo>
                    <a:cubicBezTo>
                      <a:pt x="284727" y="0"/>
                      <a:pt x="-110296" y="345261"/>
                      <a:pt x="30229" y="765241"/>
                    </a:cubicBezTo>
                    <a:cubicBezTo>
                      <a:pt x="47920" y="648067"/>
                      <a:pt x="126044" y="526324"/>
                      <a:pt x="228121" y="410101"/>
                    </a:cubicBezTo>
                    <a:cubicBezTo>
                      <a:pt x="228123" y="410101"/>
                      <a:pt x="228137" y="410044"/>
                      <a:pt x="228137" y="410044"/>
                    </a:cubicBezTo>
                    <a:lnTo>
                      <a:pt x="76010" y="581410"/>
                    </a:lnTo>
                    <a:cubicBezTo>
                      <a:pt x="76010" y="581410"/>
                      <a:pt x="65090" y="276828"/>
                      <a:pt x="284727" y="0"/>
                    </a:cubicBezTo>
                    <a:close/>
                  </a:path>
                </a:pathLst>
              </a:custGeom>
              <a:solidFill>
                <a:srgbClr val="F7F7F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 name="Google Shape;20;p2"/>
              <p:cNvSpPr/>
              <p:nvPr/>
            </p:nvSpPr>
            <p:spPr>
              <a:xfrm>
                <a:off x="7156964" y="3261168"/>
                <a:ext cx="16987" cy="19259"/>
              </a:xfrm>
              <a:custGeom>
                <a:avLst/>
                <a:gdLst/>
                <a:ahLst/>
                <a:cxnLst/>
                <a:rect l="l" t="t" r="r" b="b"/>
                <a:pathLst>
                  <a:path w="16987" h="19259" extrusionOk="0">
                    <a:moveTo>
                      <a:pt x="16429" y="7075"/>
                    </a:moveTo>
                    <a:cubicBezTo>
                      <a:pt x="18100" y="9624"/>
                      <a:pt x="15894" y="14029"/>
                      <a:pt x="11500" y="16910"/>
                    </a:cubicBezTo>
                    <a:cubicBezTo>
                      <a:pt x="7106" y="19790"/>
                      <a:pt x="2187" y="20060"/>
                      <a:pt x="516" y="17511"/>
                    </a:cubicBezTo>
                    <a:cubicBezTo>
                      <a:pt x="-1155" y="14962"/>
                      <a:pt x="1398" y="3589"/>
                      <a:pt x="5792" y="707"/>
                    </a:cubicBezTo>
                    <a:cubicBezTo>
                      <a:pt x="10186" y="-2176"/>
                      <a:pt x="14758" y="4527"/>
                      <a:pt x="16429" y="7075"/>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 name="Google Shape;21;p2"/>
              <p:cNvSpPr/>
              <p:nvPr/>
            </p:nvSpPr>
            <p:spPr>
              <a:xfrm>
                <a:off x="7559300" y="2827814"/>
                <a:ext cx="16987" cy="19259"/>
              </a:xfrm>
              <a:custGeom>
                <a:avLst/>
                <a:gdLst/>
                <a:ahLst/>
                <a:cxnLst/>
                <a:rect l="l" t="t" r="r" b="b"/>
                <a:pathLst>
                  <a:path w="16987" h="19259" extrusionOk="0">
                    <a:moveTo>
                      <a:pt x="16429" y="7075"/>
                    </a:moveTo>
                    <a:cubicBezTo>
                      <a:pt x="18100" y="9624"/>
                      <a:pt x="15894" y="14029"/>
                      <a:pt x="11500" y="16910"/>
                    </a:cubicBezTo>
                    <a:cubicBezTo>
                      <a:pt x="7106" y="19790"/>
                      <a:pt x="2187" y="20060"/>
                      <a:pt x="516" y="17511"/>
                    </a:cubicBezTo>
                    <a:cubicBezTo>
                      <a:pt x="-1155" y="14960"/>
                      <a:pt x="1398" y="3589"/>
                      <a:pt x="5792" y="707"/>
                    </a:cubicBezTo>
                    <a:cubicBezTo>
                      <a:pt x="10186" y="-2176"/>
                      <a:pt x="14755" y="4527"/>
                      <a:pt x="16429" y="7075"/>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 name="Google Shape;22;p2"/>
              <p:cNvSpPr/>
              <p:nvPr/>
            </p:nvSpPr>
            <p:spPr>
              <a:xfrm>
                <a:off x="7846492" y="2760441"/>
                <a:ext cx="16989" cy="19259"/>
              </a:xfrm>
              <a:custGeom>
                <a:avLst/>
                <a:gdLst/>
                <a:ahLst/>
                <a:cxnLst/>
                <a:rect l="l" t="t" r="r" b="b"/>
                <a:pathLst>
                  <a:path w="16989" h="19259" extrusionOk="0">
                    <a:moveTo>
                      <a:pt x="16431" y="7075"/>
                    </a:moveTo>
                    <a:cubicBezTo>
                      <a:pt x="18102" y="9624"/>
                      <a:pt x="15896" y="14029"/>
                      <a:pt x="11500" y="16910"/>
                    </a:cubicBezTo>
                    <a:cubicBezTo>
                      <a:pt x="7107" y="19790"/>
                      <a:pt x="2187" y="20060"/>
                      <a:pt x="516" y="17511"/>
                    </a:cubicBezTo>
                    <a:cubicBezTo>
                      <a:pt x="-1155" y="14962"/>
                      <a:pt x="1398" y="3590"/>
                      <a:pt x="5792" y="707"/>
                    </a:cubicBezTo>
                    <a:cubicBezTo>
                      <a:pt x="10186" y="-2176"/>
                      <a:pt x="14758" y="4527"/>
                      <a:pt x="16431" y="7075"/>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 name="Google Shape;23;p2"/>
              <p:cNvSpPr/>
              <p:nvPr/>
            </p:nvSpPr>
            <p:spPr>
              <a:xfrm>
                <a:off x="7148725" y="3349626"/>
                <a:ext cx="16987" cy="19258"/>
              </a:xfrm>
              <a:custGeom>
                <a:avLst/>
                <a:gdLst/>
                <a:ahLst/>
                <a:cxnLst/>
                <a:rect l="l" t="t" r="r" b="b"/>
                <a:pathLst>
                  <a:path w="16987" h="19258" extrusionOk="0">
                    <a:moveTo>
                      <a:pt x="16429" y="7075"/>
                    </a:moveTo>
                    <a:cubicBezTo>
                      <a:pt x="18100" y="9624"/>
                      <a:pt x="15894" y="14029"/>
                      <a:pt x="11500" y="16909"/>
                    </a:cubicBezTo>
                    <a:cubicBezTo>
                      <a:pt x="7107" y="19790"/>
                      <a:pt x="2187" y="20059"/>
                      <a:pt x="516" y="17510"/>
                    </a:cubicBezTo>
                    <a:cubicBezTo>
                      <a:pt x="-1155" y="14959"/>
                      <a:pt x="1398" y="3586"/>
                      <a:pt x="5792" y="706"/>
                    </a:cubicBezTo>
                    <a:cubicBezTo>
                      <a:pt x="10186" y="-2174"/>
                      <a:pt x="14758" y="4523"/>
                      <a:pt x="16429" y="7075"/>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 name="Google Shape;24;p2"/>
              <p:cNvSpPr/>
              <p:nvPr/>
            </p:nvSpPr>
            <p:spPr>
              <a:xfrm>
                <a:off x="6968216" y="3425982"/>
                <a:ext cx="16987" cy="19259"/>
              </a:xfrm>
              <a:custGeom>
                <a:avLst/>
                <a:gdLst/>
                <a:ahLst/>
                <a:cxnLst/>
                <a:rect l="l" t="t" r="r" b="b"/>
                <a:pathLst>
                  <a:path w="16987" h="19259" extrusionOk="0">
                    <a:moveTo>
                      <a:pt x="16429" y="7076"/>
                    </a:moveTo>
                    <a:cubicBezTo>
                      <a:pt x="18100" y="9624"/>
                      <a:pt x="15894" y="14030"/>
                      <a:pt x="11500" y="16910"/>
                    </a:cubicBezTo>
                    <a:cubicBezTo>
                      <a:pt x="7107" y="19790"/>
                      <a:pt x="2187" y="20060"/>
                      <a:pt x="516" y="17511"/>
                    </a:cubicBezTo>
                    <a:cubicBezTo>
                      <a:pt x="-1155" y="14962"/>
                      <a:pt x="1398" y="3589"/>
                      <a:pt x="5792" y="707"/>
                    </a:cubicBezTo>
                    <a:cubicBezTo>
                      <a:pt x="10186" y="-2176"/>
                      <a:pt x="14758" y="4525"/>
                      <a:pt x="16429" y="7076"/>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 name="Google Shape;25;p2"/>
              <p:cNvSpPr/>
              <p:nvPr/>
            </p:nvSpPr>
            <p:spPr>
              <a:xfrm>
                <a:off x="7201474" y="3203966"/>
                <a:ext cx="16280" cy="17105"/>
              </a:xfrm>
              <a:custGeom>
                <a:avLst/>
                <a:gdLst/>
                <a:ahLst/>
                <a:cxnLst/>
                <a:rect l="l" t="t" r="r" b="b"/>
                <a:pathLst>
                  <a:path w="16280" h="17105" extrusionOk="0">
                    <a:moveTo>
                      <a:pt x="15333" y="2802"/>
                    </a:moveTo>
                    <a:cubicBezTo>
                      <a:pt x="17539" y="6165"/>
                      <a:pt x="15765" y="11229"/>
                      <a:pt x="11369" y="14111"/>
                    </a:cubicBezTo>
                    <a:cubicBezTo>
                      <a:pt x="6975" y="16992"/>
                      <a:pt x="3827" y="18574"/>
                      <a:pt x="1621" y="15209"/>
                    </a:cubicBezTo>
                    <a:cubicBezTo>
                      <a:pt x="-585" y="11846"/>
                      <a:pt x="-1015" y="4812"/>
                      <a:pt x="3381" y="1929"/>
                    </a:cubicBezTo>
                    <a:cubicBezTo>
                      <a:pt x="7775" y="-951"/>
                      <a:pt x="13126" y="-563"/>
                      <a:pt x="15333" y="2802"/>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 name="Google Shape;26;p2"/>
              <p:cNvSpPr/>
              <p:nvPr/>
            </p:nvSpPr>
            <p:spPr>
              <a:xfrm>
                <a:off x="6901900" y="3181224"/>
                <a:ext cx="16278" cy="17106"/>
              </a:xfrm>
              <a:custGeom>
                <a:avLst/>
                <a:gdLst/>
                <a:ahLst/>
                <a:cxnLst/>
                <a:rect l="l" t="t" r="r" b="b"/>
                <a:pathLst>
                  <a:path w="16278" h="17106" extrusionOk="0">
                    <a:moveTo>
                      <a:pt x="15330" y="2804"/>
                    </a:moveTo>
                    <a:cubicBezTo>
                      <a:pt x="17536" y="6169"/>
                      <a:pt x="15760" y="11230"/>
                      <a:pt x="11366" y="14112"/>
                    </a:cubicBezTo>
                    <a:cubicBezTo>
                      <a:pt x="6973" y="16993"/>
                      <a:pt x="3825" y="18575"/>
                      <a:pt x="1621" y="15210"/>
                    </a:cubicBezTo>
                    <a:cubicBezTo>
                      <a:pt x="-585" y="11845"/>
                      <a:pt x="-1015" y="4813"/>
                      <a:pt x="3381" y="1930"/>
                    </a:cubicBezTo>
                    <a:cubicBezTo>
                      <a:pt x="7775" y="-953"/>
                      <a:pt x="13124" y="-562"/>
                      <a:pt x="15330" y="2804"/>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 name="Google Shape;27;p2"/>
              <p:cNvSpPr/>
              <p:nvPr/>
            </p:nvSpPr>
            <p:spPr>
              <a:xfrm>
                <a:off x="6995500" y="3035569"/>
                <a:ext cx="16280" cy="17104"/>
              </a:xfrm>
              <a:custGeom>
                <a:avLst/>
                <a:gdLst/>
                <a:ahLst/>
                <a:cxnLst/>
                <a:rect l="l" t="t" r="r" b="b"/>
                <a:pathLst>
                  <a:path w="16280" h="17104" extrusionOk="0">
                    <a:moveTo>
                      <a:pt x="15333" y="2802"/>
                    </a:moveTo>
                    <a:cubicBezTo>
                      <a:pt x="17538" y="6165"/>
                      <a:pt x="15765" y="11228"/>
                      <a:pt x="11369" y="14111"/>
                    </a:cubicBezTo>
                    <a:cubicBezTo>
                      <a:pt x="6975" y="16991"/>
                      <a:pt x="3827" y="18573"/>
                      <a:pt x="1621" y="15208"/>
                    </a:cubicBezTo>
                    <a:cubicBezTo>
                      <a:pt x="-585" y="11843"/>
                      <a:pt x="-1015" y="4811"/>
                      <a:pt x="3381" y="1928"/>
                    </a:cubicBezTo>
                    <a:cubicBezTo>
                      <a:pt x="7778" y="-952"/>
                      <a:pt x="13129" y="-561"/>
                      <a:pt x="15333" y="2802"/>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8" name="Google Shape;28;p2"/>
              <p:cNvSpPr/>
              <p:nvPr/>
            </p:nvSpPr>
            <p:spPr>
              <a:xfrm>
                <a:off x="7074582" y="2874991"/>
                <a:ext cx="16280" cy="17104"/>
              </a:xfrm>
              <a:custGeom>
                <a:avLst/>
                <a:gdLst/>
                <a:ahLst/>
                <a:cxnLst/>
                <a:rect l="l" t="t" r="r" b="b"/>
                <a:pathLst>
                  <a:path w="16280" h="17104" extrusionOk="0">
                    <a:moveTo>
                      <a:pt x="15333" y="2802"/>
                    </a:moveTo>
                    <a:cubicBezTo>
                      <a:pt x="17538" y="6167"/>
                      <a:pt x="15765" y="11228"/>
                      <a:pt x="11369" y="14111"/>
                    </a:cubicBezTo>
                    <a:cubicBezTo>
                      <a:pt x="6975" y="16991"/>
                      <a:pt x="3827" y="18573"/>
                      <a:pt x="1621" y="15208"/>
                    </a:cubicBezTo>
                    <a:cubicBezTo>
                      <a:pt x="-585" y="11845"/>
                      <a:pt x="-1015" y="4811"/>
                      <a:pt x="3381" y="1928"/>
                    </a:cubicBezTo>
                    <a:cubicBezTo>
                      <a:pt x="7778" y="-952"/>
                      <a:pt x="13127" y="-561"/>
                      <a:pt x="15333" y="2802"/>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9" name="Google Shape;29;p2"/>
              <p:cNvSpPr/>
              <p:nvPr/>
            </p:nvSpPr>
            <p:spPr>
              <a:xfrm>
                <a:off x="6961407" y="3364049"/>
                <a:ext cx="16280" cy="17106"/>
              </a:xfrm>
              <a:custGeom>
                <a:avLst/>
                <a:gdLst/>
                <a:ahLst/>
                <a:cxnLst/>
                <a:rect l="l" t="t" r="r" b="b"/>
                <a:pathLst>
                  <a:path w="16280" h="17106" extrusionOk="0">
                    <a:moveTo>
                      <a:pt x="15333" y="2803"/>
                    </a:moveTo>
                    <a:cubicBezTo>
                      <a:pt x="17539" y="6166"/>
                      <a:pt x="15762" y="11230"/>
                      <a:pt x="11369" y="14112"/>
                    </a:cubicBezTo>
                    <a:cubicBezTo>
                      <a:pt x="6975" y="16993"/>
                      <a:pt x="3827" y="18575"/>
                      <a:pt x="1621" y="15209"/>
                    </a:cubicBezTo>
                    <a:cubicBezTo>
                      <a:pt x="-585" y="11845"/>
                      <a:pt x="-1015" y="4813"/>
                      <a:pt x="3381" y="1930"/>
                    </a:cubicBezTo>
                    <a:cubicBezTo>
                      <a:pt x="7777" y="-952"/>
                      <a:pt x="13126" y="-562"/>
                      <a:pt x="15333" y="2803"/>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0" name="Google Shape;30;p2"/>
              <p:cNvSpPr/>
              <p:nvPr/>
            </p:nvSpPr>
            <p:spPr>
              <a:xfrm>
                <a:off x="7110628" y="3297531"/>
                <a:ext cx="18656" cy="15147"/>
              </a:xfrm>
              <a:custGeom>
                <a:avLst/>
                <a:gdLst/>
                <a:ahLst/>
                <a:cxnLst/>
                <a:rect l="l" t="t" r="r" b="b"/>
                <a:pathLst>
                  <a:path w="18656" h="15147" extrusionOk="0">
                    <a:moveTo>
                      <a:pt x="814" y="3055"/>
                    </a:moveTo>
                    <a:cubicBezTo>
                      <a:pt x="2876" y="-399"/>
                      <a:pt x="8205" y="-1017"/>
                      <a:pt x="12718" y="1676"/>
                    </a:cubicBezTo>
                    <a:cubicBezTo>
                      <a:pt x="17230" y="4369"/>
                      <a:pt x="20028" y="6509"/>
                      <a:pt x="17966" y="9963"/>
                    </a:cubicBezTo>
                    <a:cubicBezTo>
                      <a:pt x="15904" y="13417"/>
                      <a:pt x="9766" y="16878"/>
                      <a:pt x="5254" y="14185"/>
                    </a:cubicBezTo>
                    <a:cubicBezTo>
                      <a:pt x="741" y="11492"/>
                      <a:pt x="-1248" y="6509"/>
                      <a:pt x="814" y="3055"/>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1" name="Google Shape;31;p2"/>
              <p:cNvSpPr/>
              <p:nvPr/>
            </p:nvSpPr>
            <p:spPr>
              <a:xfrm>
                <a:off x="6945317" y="3218481"/>
                <a:ext cx="18654" cy="15148"/>
              </a:xfrm>
              <a:custGeom>
                <a:avLst/>
                <a:gdLst/>
                <a:ahLst/>
                <a:cxnLst/>
                <a:rect l="l" t="t" r="r" b="b"/>
                <a:pathLst>
                  <a:path w="18654" h="15148" extrusionOk="0">
                    <a:moveTo>
                      <a:pt x="813" y="3055"/>
                    </a:moveTo>
                    <a:cubicBezTo>
                      <a:pt x="2873" y="-399"/>
                      <a:pt x="8204" y="-1017"/>
                      <a:pt x="12717" y="1676"/>
                    </a:cubicBezTo>
                    <a:cubicBezTo>
                      <a:pt x="17229" y="4369"/>
                      <a:pt x="20027" y="6509"/>
                      <a:pt x="17965" y="9963"/>
                    </a:cubicBezTo>
                    <a:cubicBezTo>
                      <a:pt x="15903" y="13417"/>
                      <a:pt x="9765" y="16878"/>
                      <a:pt x="5253" y="14188"/>
                    </a:cubicBezTo>
                    <a:cubicBezTo>
                      <a:pt x="740" y="11493"/>
                      <a:pt x="-1246" y="6509"/>
                      <a:pt x="813" y="3055"/>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2" name="Google Shape;32;p2"/>
              <p:cNvSpPr/>
              <p:nvPr/>
            </p:nvSpPr>
            <p:spPr>
              <a:xfrm>
                <a:off x="6924489" y="3288287"/>
                <a:ext cx="18654" cy="15148"/>
              </a:xfrm>
              <a:custGeom>
                <a:avLst/>
                <a:gdLst/>
                <a:ahLst/>
                <a:cxnLst/>
                <a:rect l="l" t="t" r="r" b="b"/>
                <a:pathLst>
                  <a:path w="18654" h="15148" extrusionOk="0">
                    <a:moveTo>
                      <a:pt x="813" y="3055"/>
                    </a:moveTo>
                    <a:cubicBezTo>
                      <a:pt x="2875" y="-399"/>
                      <a:pt x="8204" y="-1017"/>
                      <a:pt x="12717" y="1676"/>
                    </a:cubicBezTo>
                    <a:cubicBezTo>
                      <a:pt x="17229" y="4369"/>
                      <a:pt x="20025" y="6509"/>
                      <a:pt x="17965" y="9963"/>
                    </a:cubicBezTo>
                    <a:cubicBezTo>
                      <a:pt x="15903" y="13417"/>
                      <a:pt x="9765" y="16878"/>
                      <a:pt x="5253" y="14188"/>
                    </a:cubicBezTo>
                    <a:cubicBezTo>
                      <a:pt x="740" y="11493"/>
                      <a:pt x="-1246" y="6509"/>
                      <a:pt x="813" y="3055"/>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3" name="Google Shape;33;p2"/>
              <p:cNvSpPr/>
              <p:nvPr/>
            </p:nvSpPr>
            <p:spPr>
              <a:xfrm>
                <a:off x="6943570" y="3135182"/>
                <a:ext cx="18655" cy="15148"/>
              </a:xfrm>
              <a:custGeom>
                <a:avLst/>
                <a:gdLst/>
                <a:ahLst/>
                <a:cxnLst/>
                <a:rect l="l" t="t" r="r" b="b"/>
                <a:pathLst>
                  <a:path w="18655" h="15148" extrusionOk="0">
                    <a:moveTo>
                      <a:pt x="813" y="3055"/>
                    </a:moveTo>
                    <a:cubicBezTo>
                      <a:pt x="2875" y="-399"/>
                      <a:pt x="8204" y="-1017"/>
                      <a:pt x="12717" y="1676"/>
                    </a:cubicBezTo>
                    <a:cubicBezTo>
                      <a:pt x="17229" y="4369"/>
                      <a:pt x="20027" y="6509"/>
                      <a:pt x="17965" y="9963"/>
                    </a:cubicBezTo>
                    <a:cubicBezTo>
                      <a:pt x="15903" y="13417"/>
                      <a:pt x="9765" y="16878"/>
                      <a:pt x="5253" y="14188"/>
                    </a:cubicBezTo>
                    <a:cubicBezTo>
                      <a:pt x="740" y="11497"/>
                      <a:pt x="-1246" y="6509"/>
                      <a:pt x="813" y="3055"/>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 name="Google Shape;34;p2"/>
              <p:cNvSpPr/>
              <p:nvPr/>
            </p:nvSpPr>
            <p:spPr>
              <a:xfrm>
                <a:off x="7022403" y="2965252"/>
                <a:ext cx="18655" cy="15148"/>
              </a:xfrm>
              <a:custGeom>
                <a:avLst/>
                <a:gdLst/>
                <a:ahLst/>
                <a:cxnLst/>
                <a:rect l="l" t="t" r="r" b="b"/>
                <a:pathLst>
                  <a:path w="18655" h="15148" extrusionOk="0">
                    <a:moveTo>
                      <a:pt x="813" y="3055"/>
                    </a:moveTo>
                    <a:cubicBezTo>
                      <a:pt x="2875" y="-399"/>
                      <a:pt x="8204" y="-1017"/>
                      <a:pt x="12717" y="1676"/>
                    </a:cubicBezTo>
                    <a:cubicBezTo>
                      <a:pt x="17229" y="4369"/>
                      <a:pt x="20027" y="6509"/>
                      <a:pt x="17965" y="9963"/>
                    </a:cubicBezTo>
                    <a:cubicBezTo>
                      <a:pt x="15903" y="13417"/>
                      <a:pt x="9765" y="16878"/>
                      <a:pt x="5253" y="14188"/>
                    </a:cubicBezTo>
                    <a:cubicBezTo>
                      <a:pt x="740" y="11490"/>
                      <a:pt x="-1246" y="6509"/>
                      <a:pt x="813" y="3055"/>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5" name="Google Shape;35;p2"/>
              <p:cNvSpPr/>
              <p:nvPr/>
            </p:nvSpPr>
            <p:spPr>
              <a:xfrm>
                <a:off x="6959842" y="3050214"/>
                <a:ext cx="18654" cy="15147"/>
              </a:xfrm>
              <a:custGeom>
                <a:avLst/>
                <a:gdLst/>
                <a:ahLst/>
                <a:cxnLst/>
                <a:rect l="l" t="t" r="r" b="b"/>
                <a:pathLst>
                  <a:path w="18654" h="15147" extrusionOk="0">
                    <a:moveTo>
                      <a:pt x="813" y="3055"/>
                    </a:moveTo>
                    <a:cubicBezTo>
                      <a:pt x="2875" y="-399"/>
                      <a:pt x="8204" y="-1016"/>
                      <a:pt x="12716" y="1676"/>
                    </a:cubicBezTo>
                    <a:cubicBezTo>
                      <a:pt x="17229" y="4369"/>
                      <a:pt x="20027" y="6509"/>
                      <a:pt x="17965" y="9963"/>
                    </a:cubicBezTo>
                    <a:cubicBezTo>
                      <a:pt x="15903" y="13417"/>
                      <a:pt x="9765" y="16878"/>
                      <a:pt x="5253" y="14185"/>
                    </a:cubicBezTo>
                    <a:cubicBezTo>
                      <a:pt x="740" y="11492"/>
                      <a:pt x="-1246" y="6509"/>
                      <a:pt x="813" y="3055"/>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6" name="Google Shape;36;p2"/>
              <p:cNvSpPr/>
              <p:nvPr/>
            </p:nvSpPr>
            <p:spPr>
              <a:xfrm>
                <a:off x="7041927" y="3452376"/>
                <a:ext cx="18655" cy="15147"/>
              </a:xfrm>
              <a:custGeom>
                <a:avLst/>
                <a:gdLst/>
                <a:ahLst/>
                <a:cxnLst/>
                <a:rect l="l" t="t" r="r" b="b"/>
                <a:pathLst>
                  <a:path w="18655" h="15147" extrusionOk="0">
                    <a:moveTo>
                      <a:pt x="814" y="3055"/>
                    </a:moveTo>
                    <a:cubicBezTo>
                      <a:pt x="2876" y="-399"/>
                      <a:pt x="8205" y="-1017"/>
                      <a:pt x="12718" y="1676"/>
                    </a:cubicBezTo>
                    <a:cubicBezTo>
                      <a:pt x="17230" y="4369"/>
                      <a:pt x="20026" y="6509"/>
                      <a:pt x="17966" y="9963"/>
                    </a:cubicBezTo>
                    <a:cubicBezTo>
                      <a:pt x="15904" y="13417"/>
                      <a:pt x="9766" y="16878"/>
                      <a:pt x="5254" y="14185"/>
                    </a:cubicBezTo>
                    <a:cubicBezTo>
                      <a:pt x="741" y="11493"/>
                      <a:pt x="-1248" y="6509"/>
                      <a:pt x="814" y="3055"/>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7" name="Google Shape;37;p2"/>
              <p:cNvSpPr/>
              <p:nvPr/>
            </p:nvSpPr>
            <p:spPr>
              <a:xfrm>
                <a:off x="7223109" y="3311921"/>
                <a:ext cx="16140" cy="16922"/>
              </a:xfrm>
              <a:custGeom>
                <a:avLst/>
                <a:gdLst/>
                <a:ahLst/>
                <a:cxnLst/>
                <a:rect l="l" t="t" r="r" b="b"/>
                <a:pathLst>
                  <a:path w="16140" h="16922" extrusionOk="0">
                    <a:moveTo>
                      <a:pt x="12099" y="16497"/>
                    </a:moveTo>
                    <a:cubicBezTo>
                      <a:pt x="8378" y="18022"/>
                      <a:pt x="3744" y="15315"/>
                      <a:pt x="1753" y="10451"/>
                    </a:cubicBezTo>
                    <a:cubicBezTo>
                      <a:pt x="-238" y="5588"/>
                      <a:pt x="-1189" y="2198"/>
                      <a:pt x="2533" y="673"/>
                    </a:cubicBezTo>
                    <a:cubicBezTo>
                      <a:pt x="6254" y="-851"/>
                      <a:pt x="13242" y="68"/>
                      <a:pt x="15234" y="4932"/>
                    </a:cubicBezTo>
                    <a:cubicBezTo>
                      <a:pt x="17227" y="9795"/>
                      <a:pt x="15823" y="14972"/>
                      <a:pt x="12099" y="16497"/>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8" name="Google Shape;38;p2"/>
              <p:cNvSpPr/>
              <p:nvPr/>
            </p:nvSpPr>
            <p:spPr>
              <a:xfrm>
                <a:off x="7360252" y="3199341"/>
                <a:ext cx="16745" cy="19401"/>
              </a:xfrm>
              <a:custGeom>
                <a:avLst/>
                <a:gdLst/>
                <a:ahLst/>
                <a:cxnLst/>
                <a:rect l="l" t="t" r="r" b="b"/>
                <a:pathLst>
                  <a:path w="16745" h="19401" extrusionOk="0">
                    <a:moveTo>
                      <a:pt x="646" y="12681"/>
                    </a:moveTo>
                    <a:cubicBezTo>
                      <a:pt x="-1133" y="10203"/>
                      <a:pt x="888" y="5712"/>
                      <a:pt x="5158" y="2648"/>
                    </a:cubicBezTo>
                    <a:cubicBezTo>
                      <a:pt x="9429" y="-415"/>
                      <a:pt x="14330" y="-891"/>
                      <a:pt x="16108" y="1587"/>
                    </a:cubicBezTo>
                    <a:cubicBezTo>
                      <a:pt x="17887" y="4066"/>
                      <a:pt x="15811" y="15534"/>
                      <a:pt x="11541" y="18598"/>
                    </a:cubicBezTo>
                    <a:cubicBezTo>
                      <a:pt x="7271" y="21661"/>
                      <a:pt x="2422" y="15159"/>
                      <a:pt x="646" y="1268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9" name="Google Shape;39;p2"/>
              <p:cNvSpPr/>
              <p:nvPr/>
            </p:nvSpPr>
            <p:spPr>
              <a:xfrm>
                <a:off x="7652606" y="2741432"/>
                <a:ext cx="16744" cy="19402"/>
              </a:xfrm>
              <a:custGeom>
                <a:avLst/>
                <a:gdLst/>
                <a:ahLst/>
                <a:cxnLst/>
                <a:rect l="l" t="t" r="r" b="b"/>
                <a:pathLst>
                  <a:path w="16744" h="19402" extrusionOk="0">
                    <a:moveTo>
                      <a:pt x="646" y="12681"/>
                    </a:moveTo>
                    <a:cubicBezTo>
                      <a:pt x="-1133" y="10203"/>
                      <a:pt x="888" y="5711"/>
                      <a:pt x="5159" y="2648"/>
                    </a:cubicBezTo>
                    <a:cubicBezTo>
                      <a:pt x="9429" y="-415"/>
                      <a:pt x="14330" y="-891"/>
                      <a:pt x="16108" y="1587"/>
                    </a:cubicBezTo>
                    <a:cubicBezTo>
                      <a:pt x="17884" y="4065"/>
                      <a:pt x="15811" y="15534"/>
                      <a:pt x="11541" y="18598"/>
                    </a:cubicBezTo>
                    <a:cubicBezTo>
                      <a:pt x="7271" y="21663"/>
                      <a:pt x="2422" y="15159"/>
                      <a:pt x="646" y="1268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0" name="Google Shape;40;p2"/>
              <p:cNvSpPr/>
              <p:nvPr/>
            </p:nvSpPr>
            <p:spPr>
              <a:xfrm>
                <a:off x="7868902" y="2576611"/>
                <a:ext cx="16745" cy="19402"/>
              </a:xfrm>
              <a:custGeom>
                <a:avLst/>
                <a:gdLst/>
                <a:ahLst/>
                <a:cxnLst/>
                <a:rect l="l" t="t" r="r" b="b"/>
                <a:pathLst>
                  <a:path w="16745" h="19402" extrusionOk="0">
                    <a:moveTo>
                      <a:pt x="646" y="12681"/>
                    </a:moveTo>
                    <a:cubicBezTo>
                      <a:pt x="-1133" y="10203"/>
                      <a:pt x="888" y="5711"/>
                      <a:pt x="5158" y="2648"/>
                    </a:cubicBezTo>
                    <a:cubicBezTo>
                      <a:pt x="9429" y="-415"/>
                      <a:pt x="14330" y="-891"/>
                      <a:pt x="16108" y="1587"/>
                    </a:cubicBezTo>
                    <a:cubicBezTo>
                      <a:pt x="17887" y="4065"/>
                      <a:pt x="15811" y="15534"/>
                      <a:pt x="11541" y="18597"/>
                    </a:cubicBezTo>
                    <a:cubicBezTo>
                      <a:pt x="7271" y="21663"/>
                      <a:pt x="2422" y="15159"/>
                      <a:pt x="646" y="1268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1" name="Google Shape;41;p2"/>
              <p:cNvSpPr/>
              <p:nvPr/>
            </p:nvSpPr>
            <p:spPr>
              <a:xfrm>
                <a:off x="7764035" y="2691954"/>
                <a:ext cx="16744" cy="19402"/>
              </a:xfrm>
              <a:custGeom>
                <a:avLst/>
                <a:gdLst/>
                <a:ahLst/>
                <a:cxnLst/>
                <a:rect l="l" t="t" r="r" b="b"/>
                <a:pathLst>
                  <a:path w="16744" h="19402" extrusionOk="0">
                    <a:moveTo>
                      <a:pt x="645" y="12681"/>
                    </a:moveTo>
                    <a:cubicBezTo>
                      <a:pt x="-1131" y="10203"/>
                      <a:pt x="887" y="5712"/>
                      <a:pt x="5157" y="2648"/>
                    </a:cubicBezTo>
                    <a:cubicBezTo>
                      <a:pt x="9428" y="-415"/>
                      <a:pt x="14329" y="-891"/>
                      <a:pt x="16107" y="1587"/>
                    </a:cubicBezTo>
                    <a:cubicBezTo>
                      <a:pt x="17884" y="4065"/>
                      <a:pt x="15810" y="15534"/>
                      <a:pt x="11540" y="18598"/>
                    </a:cubicBezTo>
                    <a:cubicBezTo>
                      <a:pt x="7272" y="21663"/>
                      <a:pt x="2424" y="15159"/>
                      <a:pt x="645" y="1268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2" name="Google Shape;42;p2"/>
              <p:cNvSpPr/>
              <p:nvPr/>
            </p:nvSpPr>
            <p:spPr>
              <a:xfrm>
                <a:off x="7806858" y="2574536"/>
                <a:ext cx="16745" cy="19402"/>
              </a:xfrm>
              <a:custGeom>
                <a:avLst/>
                <a:gdLst/>
                <a:ahLst/>
                <a:cxnLst/>
                <a:rect l="l" t="t" r="r" b="b"/>
                <a:pathLst>
                  <a:path w="16745" h="19402" extrusionOk="0">
                    <a:moveTo>
                      <a:pt x="646" y="12681"/>
                    </a:moveTo>
                    <a:cubicBezTo>
                      <a:pt x="-1133" y="10203"/>
                      <a:pt x="888" y="5712"/>
                      <a:pt x="5158" y="2648"/>
                    </a:cubicBezTo>
                    <a:cubicBezTo>
                      <a:pt x="9429" y="-415"/>
                      <a:pt x="14330" y="-891"/>
                      <a:pt x="16108" y="1587"/>
                    </a:cubicBezTo>
                    <a:cubicBezTo>
                      <a:pt x="17887" y="4065"/>
                      <a:pt x="15811" y="15534"/>
                      <a:pt x="11541" y="18598"/>
                    </a:cubicBezTo>
                    <a:cubicBezTo>
                      <a:pt x="7273" y="21663"/>
                      <a:pt x="2422" y="15159"/>
                      <a:pt x="646" y="1268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3" name="Google Shape;43;p2"/>
              <p:cNvSpPr/>
              <p:nvPr/>
            </p:nvSpPr>
            <p:spPr>
              <a:xfrm>
                <a:off x="7330072" y="3057695"/>
                <a:ext cx="16745" cy="19401"/>
              </a:xfrm>
              <a:custGeom>
                <a:avLst/>
                <a:gdLst/>
                <a:ahLst/>
                <a:cxnLst/>
                <a:rect l="l" t="t" r="r" b="b"/>
                <a:pathLst>
                  <a:path w="16745" h="19401" extrusionOk="0">
                    <a:moveTo>
                      <a:pt x="646" y="12681"/>
                    </a:moveTo>
                    <a:cubicBezTo>
                      <a:pt x="-1133" y="10203"/>
                      <a:pt x="888" y="5711"/>
                      <a:pt x="5158" y="2648"/>
                    </a:cubicBezTo>
                    <a:cubicBezTo>
                      <a:pt x="9429" y="-415"/>
                      <a:pt x="14330" y="-891"/>
                      <a:pt x="16108" y="1587"/>
                    </a:cubicBezTo>
                    <a:cubicBezTo>
                      <a:pt x="17887" y="4065"/>
                      <a:pt x="15811" y="15534"/>
                      <a:pt x="11541" y="18597"/>
                    </a:cubicBezTo>
                    <a:cubicBezTo>
                      <a:pt x="7271" y="21661"/>
                      <a:pt x="2422" y="15159"/>
                      <a:pt x="646" y="1268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4" name="Google Shape;44;p2"/>
              <p:cNvSpPr/>
              <p:nvPr/>
            </p:nvSpPr>
            <p:spPr>
              <a:xfrm>
                <a:off x="7284313" y="3207605"/>
                <a:ext cx="16153" cy="17303"/>
              </a:xfrm>
              <a:custGeom>
                <a:avLst/>
                <a:gdLst/>
                <a:ahLst/>
                <a:cxnLst/>
                <a:rect l="l" t="t" r="r" b="b"/>
                <a:pathLst>
                  <a:path w="16153" h="17303" extrusionOk="0">
                    <a:moveTo>
                      <a:pt x="1091" y="14739"/>
                    </a:moveTo>
                    <a:cubicBezTo>
                      <a:pt x="-1255" y="11470"/>
                      <a:pt x="307" y="6338"/>
                      <a:pt x="4577" y="3274"/>
                    </a:cubicBezTo>
                    <a:cubicBezTo>
                      <a:pt x="8847" y="211"/>
                      <a:pt x="11924" y="-1501"/>
                      <a:pt x="14270" y="1768"/>
                    </a:cubicBezTo>
                    <a:cubicBezTo>
                      <a:pt x="16615" y="5037"/>
                      <a:pt x="17340" y="12046"/>
                      <a:pt x="13070" y="15109"/>
                    </a:cubicBezTo>
                    <a:cubicBezTo>
                      <a:pt x="8797" y="18175"/>
                      <a:pt x="3434" y="18008"/>
                      <a:pt x="1091" y="14739"/>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5" name="Google Shape;45;p2"/>
              <p:cNvSpPr/>
              <p:nvPr/>
            </p:nvSpPr>
            <p:spPr>
              <a:xfrm>
                <a:off x="7368710" y="3112436"/>
                <a:ext cx="18718" cy="15067"/>
              </a:xfrm>
              <a:custGeom>
                <a:avLst/>
                <a:gdLst/>
                <a:ahLst/>
                <a:cxnLst/>
                <a:rect l="l" t="t" r="r" b="b"/>
                <a:pathLst>
                  <a:path w="18718" h="15067" extrusionOk="0">
                    <a:moveTo>
                      <a:pt x="18026" y="11751"/>
                    </a:moveTo>
                    <a:cubicBezTo>
                      <a:pt x="16112" y="15290"/>
                      <a:pt x="10813" y="16129"/>
                      <a:pt x="6191" y="13628"/>
                    </a:cubicBezTo>
                    <a:cubicBezTo>
                      <a:pt x="1569" y="11127"/>
                      <a:pt x="-1314" y="9106"/>
                      <a:pt x="599" y="5570"/>
                    </a:cubicBezTo>
                    <a:cubicBezTo>
                      <a:pt x="2513" y="2031"/>
                      <a:pt x="8500" y="-1684"/>
                      <a:pt x="13122" y="817"/>
                    </a:cubicBezTo>
                    <a:cubicBezTo>
                      <a:pt x="17747" y="3318"/>
                      <a:pt x="19941" y="8214"/>
                      <a:pt x="18026" y="1175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6" name="Google Shape;46;p2"/>
              <p:cNvSpPr/>
              <p:nvPr/>
            </p:nvSpPr>
            <p:spPr>
              <a:xfrm>
                <a:off x="7260059" y="3076544"/>
                <a:ext cx="18716" cy="15066"/>
              </a:xfrm>
              <a:custGeom>
                <a:avLst/>
                <a:gdLst/>
                <a:ahLst/>
                <a:cxnLst/>
                <a:rect l="l" t="t" r="r" b="b"/>
                <a:pathLst>
                  <a:path w="18716" h="15066" extrusionOk="0">
                    <a:moveTo>
                      <a:pt x="18025" y="11751"/>
                    </a:moveTo>
                    <a:cubicBezTo>
                      <a:pt x="16112" y="15287"/>
                      <a:pt x="10813" y="16128"/>
                      <a:pt x="6191" y="13627"/>
                    </a:cubicBezTo>
                    <a:cubicBezTo>
                      <a:pt x="1569" y="11127"/>
                      <a:pt x="-1314" y="9108"/>
                      <a:pt x="599" y="5569"/>
                    </a:cubicBezTo>
                    <a:cubicBezTo>
                      <a:pt x="2513" y="2033"/>
                      <a:pt x="8502" y="-1684"/>
                      <a:pt x="13122" y="817"/>
                    </a:cubicBezTo>
                    <a:cubicBezTo>
                      <a:pt x="17744" y="3318"/>
                      <a:pt x="19939" y="8214"/>
                      <a:pt x="18025" y="1175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7" name="Google Shape;47;p2"/>
              <p:cNvSpPr/>
              <p:nvPr/>
            </p:nvSpPr>
            <p:spPr>
              <a:xfrm>
                <a:off x="7248958" y="3123017"/>
                <a:ext cx="16353" cy="16771"/>
              </a:xfrm>
              <a:custGeom>
                <a:avLst/>
                <a:gdLst/>
                <a:ahLst/>
                <a:cxnLst/>
                <a:rect l="l" t="t" r="r" b="b"/>
                <a:pathLst>
                  <a:path w="16353" h="16771" extrusionOk="0">
                    <a:moveTo>
                      <a:pt x="3748" y="521"/>
                    </a:moveTo>
                    <a:cubicBezTo>
                      <a:pt x="7403" y="-1157"/>
                      <a:pt x="12144" y="1353"/>
                      <a:pt x="14337" y="6128"/>
                    </a:cubicBezTo>
                    <a:cubicBezTo>
                      <a:pt x="16529" y="10904"/>
                      <a:pt x="17624" y="14251"/>
                      <a:pt x="13969" y="15928"/>
                    </a:cubicBezTo>
                    <a:cubicBezTo>
                      <a:pt x="10313" y="17606"/>
                      <a:pt x="3295" y="16982"/>
                      <a:pt x="1101" y="12207"/>
                    </a:cubicBezTo>
                    <a:cubicBezTo>
                      <a:pt x="-1092" y="7432"/>
                      <a:pt x="93" y="2199"/>
                      <a:pt x="3748" y="52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8" name="Google Shape;48;p2"/>
              <p:cNvSpPr/>
              <p:nvPr/>
            </p:nvSpPr>
            <p:spPr>
              <a:xfrm>
                <a:off x="7448862" y="2979805"/>
                <a:ext cx="16744" cy="19402"/>
              </a:xfrm>
              <a:custGeom>
                <a:avLst/>
                <a:gdLst/>
                <a:ahLst/>
                <a:cxnLst/>
                <a:rect l="l" t="t" r="r" b="b"/>
                <a:pathLst>
                  <a:path w="16744" h="19402" extrusionOk="0">
                    <a:moveTo>
                      <a:pt x="645" y="12681"/>
                    </a:moveTo>
                    <a:cubicBezTo>
                      <a:pt x="-1131" y="10203"/>
                      <a:pt x="887" y="5711"/>
                      <a:pt x="5157" y="2648"/>
                    </a:cubicBezTo>
                    <a:cubicBezTo>
                      <a:pt x="9428" y="-415"/>
                      <a:pt x="14329" y="-891"/>
                      <a:pt x="16107" y="1587"/>
                    </a:cubicBezTo>
                    <a:cubicBezTo>
                      <a:pt x="17884" y="4065"/>
                      <a:pt x="15810" y="15534"/>
                      <a:pt x="11540" y="18597"/>
                    </a:cubicBezTo>
                    <a:cubicBezTo>
                      <a:pt x="7272" y="21663"/>
                      <a:pt x="2424" y="15159"/>
                      <a:pt x="645" y="1268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9" name="Google Shape;49;p2"/>
              <p:cNvSpPr/>
              <p:nvPr/>
            </p:nvSpPr>
            <p:spPr>
              <a:xfrm>
                <a:off x="7651072" y="2846165"/>
                <a:ext cx="16745" cy="19401"/>
              </a:xfrm>
              <a:custGeom>
                <a:avLst/>
                <a:gdLst/>
                <a:ahLst/>
                <a:cxnLst/>
                <a:rect l="l" t="t" r="r" b="b"/>
                <a:pathLst>
                  <a:path w="16745" h="19401" extrusionOk="0">
                    <a:moveTo>
                      <a:pt x="646" y="12681"/>
                    </a:moveTo>
                    <a:cubicBezTo>
                      <a:pt x="-1133" y="10203"/>
                      <a:pt x="888" y="5712"/>
                      <a:pt x="5159" y="2648"/>
                    </a:cubicBezTo>
                    <a:cubicBezTo>
                      <a:pt x="9429" y="-415"/>
                      <a:pt x="14330" y="-891"/>
                      <a:pt x="16108" y="1587"/>
                    </a:cubicBezTo>
                    <a:cubicBezTo>
                      <a:pt x="17887" y="4065"/>
                      <a:pt x="15811" y="15534"/>
                      <a:pt x="11541" y="18598"/>
                    </a:cubicBezTo>
                    <a:cubicBezTo>
                      <a:pt x="7271" y="21661"/>
                      <a:pt x="2424" y="15159"/>
                      <a:pt x="646" y="1268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0" name="Google Shape;50;p2"/>
              <p:cNvSpPr/>
              <p:nvPr/>
            </p:nvSpPr>
            <p:spPr>
              <a:xfrm>
                <a:off x="7442761" y="3165188"/>
                <a:ext cx="16743" cy="19401"/>
              </a:xfrm>
              <a:custGeom>
                <a:avLst/>
                <a:gdLst/>
                <a:ahLst/>
                <a:cxnLst/>
                <a:rect l="l" t="t" r="r" b="b"/>
                <a:pathLst>
                  <a:path w="16743" h="19401" extrusionOk="0">
                    <a:moveTo>
                      <a:pt x="645" y="12681"/>
                    </a:moveTo>
                    <a:cubicBezTo>
                      <a:pt x="-1131" y="10203"/>
                      <a:pt x="887" y="5711"/>
                      <a:pt x="5157" y="2648"/>
                    </a:cubicBezTo>
                    <a:cubicBezTo>
                      <a:pt x="9428" y="-415"/>
                      <a:pt x="14329" y="-891"/>
                      <a:pt x="16107" y="1587"/>
                    </a:cubicBezTo>
                    <a:cubicBezTo>
                      <a:pt x="17884" y="4065"/>
                      <a:pt x="15810" y="15534"/>
                      <a:pt x="11540" y="18598"/>
                    </a:cubicBezTo>
                    <a:cubicBezTo>
                      <a:pt x="7270" y="21661"/>
                      <a:pt x="2421" y="15159"/>
                      <a:pt x="645" y="1268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 name="Google Shape;51;p2"/>
              <p:cNvSpPr/>
              <p:nvPr/>
            </p:nvSpPr>
            <p:spPr>
              <a:xfrm>
                <a:off x="7487562" y="2905798"/>
                <a:ext cx="16743" cy="19401"/>
              </a:xfrm>
              <a:custGeom>
                <a:avLst/>
                <a:gdLst/>
                <a:ahLst/>
                <a:cxnLst/>
                <a:rect l="l" t="t" r="r" b="b"/>
                <a:pathLst>
                  <a:path w="16743" h="19401" extrusionOk="0">
                    <a:moveTo>
                      <a:pt x="645" y="12681"/>
                    </a:moveTo>
                    <a:cubicBezTo>
                      <a:pt x="-1131" y="10203"/>
                      <a:pt x="887" y="5711"/>
                      <a:pt x="5158" y="2648"/>
                    </a:cubicBezTo>
                    <a:cubicBezTo>
                      <a:pt x="9428" y="-415"/>
                      <a:pt x="14329" y="-891"/>
                      <a:pt x="16107" y="1587"/>
                    </a:cubicBezTo>
                    <a:cubicBezTo>
                      <a:pt x="17883" y="4065"/>
                      <a:pt x="15810" y="15534"/>
                      <a:pt x="11540" y="18598"/>
                    </a:cubicBezTo>
                    <a:cubicBezTo>
                      <a:pt x="7270" y="21661"/>
                      <a:pt x="2421" y="15159"/>
                      <a:pt x="645" y="1268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2" name="Google Shape;52;p2"/>
              <p:cNvSpPr/>
              <p:nvPr/>
            </p:nvSpPr>
            <p:spPr>
              <a:xfrm>
                <a:off x="7725506" y="2683553"/>
                <a:ext cx="16746" cy="19401"/>
              </a:xfrm>
              <a:custGeom>
                <a:avLst/>
                <a:gdLst/>
                <a:ahLst/>
                <a:cxnLst/>
                <a:rect l="l" t="t" r="r" b="b"/>
                <a:pathLst>
                  <a:path w="16746" h="19401" extrusionOk="0">
                    <a:moveTo>
                      <a:pt x="646" y="12681"/>
                    </a:moveTo>
                    <a:cubicBezTo>
                      <a:pt x="-1133" y="10203"/>
                      <a:pt x="888" y="5711"/>
                      <a:pt x="5158" y="2648"/>
                    </a:cubicBezTo>
                    <a:cubicBezTo>
                      <a:pt x="9429" y="-415"/>
                      <a:pt x="14330" y="-891"/>
                      <a:pt x="16108" y="1588"/>
                    </a:cubicBezTo>
                    <a:cubicBezTo>
                      <a:pt x="17887" y="4066"/>
                      <a:pt x="15811" y="15534"/>
                      <a:pt x="11543" y="18598"/>
                    </a:cubicBezTo>
                    <a:cubicBezTo>
                      <a:pt x="7275" y="21661"/>
                      <a:pt x="2424" y="15160"/>
                      <a:pt x="646" y="1268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 name="Google Shape;53;p2"/>
              <p:cNvSpPr/>
              <p:nvPr/>
            </p:nvSpPr>
            <p:spPr>
              <a:xfrm>
                <a:off x="7868015" y="2524358"/>
                <a:ext cx="16745" cy="19401"/>
              </a:xfrm>
              <a:custGeom>
                <a:avLst/>
                <a:gdLst/>
                <a:ahLst/>
                <a:cxnLst/>
                <a:rect l="l" t="t" r="r" b="b"/>
                <a:pathLst>
                  <a:path w="16745" h="19401" extrusionOk="0">
                    <a:moveTo>
                      <a:pt x="646" y="12681"/>
                    </a:moveTo>
                    <a:cubicBezTo>
                      <a:pt x="-1133" y="10203"/>
                      <a:pt x="888" y="5711"/>
                      <a:pt x="5159" y="2648"/>
                    </a:cubicBezTo>
                    <a:cubicBezTo>
                      <a:pt x="9429" y="-415"/>
                      <a:pt x="14330" y="-891"/>
                      <a:pt x="16108" y="1587"/>
                    </a:cubicBezTo>
                    <a:cubicBezTo>
                      <a:pt x="17887" y="4065"/>
                      <a:pt x="15811" y="15534"/>
                      <a:pt x="11541" y="18598"/>
                    </a:cubicBezTo>
                    <a:cubicBezTo>
                      <a:pt x="7271" y="21661"/>
                      <a:pt x="2422" y="15159"/>
                      <a:pt x="646" y="1268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 name="Google Shape;54;p2"/>
              <p:cNvSpPr/>
              <p:nvPr/>
            </p:nvSpPr>
            <p:spPr>
              <a:xfrm>
                <a:off x="7441803" y="3055707"/>
                <a:ext cx="16153" cy="17303"/>
              </a:xfrm>
              <a:custGeom>
                <a:avLst/>
                <a:gdLst/>
                <a:ahLst/>
                <a:cxnLst/>
                <a:rect l="l" t="t" r="r" b="b"/>
                <a:pathLst>
                  <a:path w="16153" h="17303" extrusionOk="0">
                    <a:moveTo>
                      <a:pt x="1091" y="14739"/>
                    </a:moveTo>
                    <a:cubicBezTo>
                      <a:pt x="-1255" y="11470"/>
                      <a:pt x="307" y="6338"/>
                      <a:pt x="4577" y="3274"/>
                    </a:cubicBezTo>
                    <a:cubicBezTo>
                      <a:pt x="8847" y="211"/>
                      <a:pt x="11924" y="-1501"/>
                      <a:pt x="14270" y="1768"/>
                    </a:cubicBezTo>
                    <a:cubicBezTo>
                      <a:pt x="16615" y="5037"/>
                      <a:pt x="17340" y="12046"/>
                      <a:pt x="13070" y="15109"/>
                    </a:cubicBezTo>
                    <a:cubicBezTo>
                      <a:pt x="8797" y="18175"/>
                      <a:pt x="3434" y="18008"/>
                      <a:pt x="1091" y="14739"/>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 name="Google Shape;55;p2"/>
              <p:cNvSpPr/>
              <p:nvPr/>
            </p:nvSpPr>
            <p:spPr>
              <a:xfrm>
                <a:off x="7684498" y="2787891"/>
                <a:ext cx="16153" cy="17302"/>
              </a:xfrm>
              <a:custGeom>
                <a:avLst/>
                <a:gdLst/>
                <a:ahLst/>
                <a:cxnLst/>
                <a:rect l="l" t="t" r="r" b="b"/>
                <a:pathLst>
                  <a:path w="16153" h="17302" extrusionOk="0">
                    <a:moveTo>
                      <a:pt x="1091" y="14738"/>
                    </a:moveTo>
                    <a:cubicBezTo>
                      <a:pt x="-1254" y="11469"/>
                      <a:pt x="307" y="6337"/>
                      <a:pt x="4577" y="3274"/>
                    </a:cubicBezTo>
                    <a:cubicBezTo>
                      <a:pt x="8847" y="210"/>
                      <a:pt x="11924" y="-1500"/>
                      <a:pt x="14269" y="1767"/>
                    </a:cubicBezTo>
                    <a:cubicBezTo>
                      <a:pt x="16615" y="5036"/>
                      <a:pt x="17340" y="12045"/>
                      <a:pt x="13070" y="15108"/>
                    </a:cubicBezTo>
                    <a:cubicBezTo>
                      <a:pt x="8797" y="18174"/>
                      <a:pt x="3434" y="18007"/>
                      <a:pt x="1091" y="14738"/>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6" name="Google Shape;56;p2"/>
              <p:cNvSpPr/>
              <p:nvPr/>
            </p:nvSpPr>
            <p:spPr>
              <a:xfrm>
                <a:off x="7526200" y="2960539"/>
                <a:ext cx="18718" cy="15066"/>
              </a:xfrm>
              <a:custGeom>
                <a:avLst/>
                <a:gdLst/>
                <a:ahLst/>
                <a:cxnLst/>
                <a:rect l="l" t="t" r="r" b="b"/>
                <a:pathLst>
                  <a:path w="18718" h="15066" extrusionOk="0">
                    <a:moveTo>
                      <a:pt x="18026" y="11751"/>
                    </a:moveTo>
                    <a:cubicBezTo>
                      <a:pt x="16112" y="15287"/>
                      <a:pt x="10813" y="16128"/>
                      <a:pt x="6191" y="13627"/>
                    </a:cubicBezTo>
                    <a:cubicBezTo>
                      <a:pt x="1569" y="11127"/>
                      <a:pt x="-1314" y="9106"/>
                      <a:pt x="599" y="5569"/>
                    </a:cubicBezTo>
                    <a:cubicBezTo>
                      <a:pt x="2513" y="2033"/>
                      <a:pt x="8502" y="-1684"/>
                      <a:pt x="13122" y="817"/>
                    </a:cubicBezTo>
                    <a:cubicBezTo>
                      <a:pt x="17747" y="3318"/>
                      <a:pt x="19941" y="8214"/>
                      <a:pt x="18026" y="1175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 name="Google Shape;57;p2"/>
              <p:cNvSpPr/>
              <p:nvPr/>
            </p:nvSpPr>
            <p:spPr>
              <a:xfrm>
                <a:off x="7391092" y="2961029"/>
                <a:ext cx="16356" cy="16771"/>
              </a:xfrm>
              <a:custGeom>
                <a:avLst/>
                <a:gdLst/>
                <a:ahLst/>
                <a:cxnLst/>
                <a:rect l="l" t="t" r="r" b="b"/>
                <a:pathLst>
                  <a:path w="16356" h="16771" extrusionOk="0">
                    <a:moveTo>
                      <a:pt x="3748" y="521"/>
                    </a:moveTo>
                    <a:cubicBezTo>
                      <a:pt x="7404" y="-1157"/>
                      <a:pt x="12145" y="1353"/>
                      <a:pt x="14339" y="6128"/>
                    </a:cubicBezTo>
                    <a:cubicBezTo>
                      <a:pt x="16531" y="10904"/>
                      <a:pt x="17626" y="14251"/>
                      <a:pt x="13971" y="15928"/>
                    </a:cubicBezTo>
                    <a:cubicBezTo>
                      <a:pt x="10316" y="17606"/>
                      <a:pt x="3298" y="16982"/>
                      <a:pt x="1103" y="12207"/>
                    </a:cubicBezTo>
                    <a:cubicBezTo>
                      <a:pt x="-1094" y="7432"/>
                      <a:pt x="93" y="2201"/>
                      <a:pt x="3748" y="52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58" name="Google Shape;58;p2"/>
            <p:cNvGrpSpPr/>
            <p:nvPr/>
          </p:nvGrpSpPr>
          <p:grpSpPr>
            <a:xfrm>
              <a:off x="6265592" y="2467294"/>
              <a:ext cx="758380" cy="748720"/>
              <a:chOff x="6265592" y="2467294"/>
              <a:chExt cx="758380" cy="748720"/>
            </a:xfrm>
          </p:grpSpPr>
          <p:sp>
            <p:nvSpPr>
              <p:cNvPr id="59" name="Google Shape;59;p2"/>
              <p:cNvSpPr/>
              <p:nvPr/>
            </p:nvSpPr>
            <p:spPr>
              <a:xfrm>
                <a:off x="6265592" y="2467294"/>
                <a:ext cx="750992" cy="728729"/>
              </a:xfrm>
              <a:custGeom>
                <a:avLst/>
                <a:gdLst/>
                <a:ahLst/>
                <a:cxnLst/>
                <a:rect l="l" t="t" r="r" b="b"/>
                <a:pathLst>
                  <a:path w="750992" h="728729" extrusionOk="0">
                    <a:moveTo>
                      <a:pt x="204525" y="86906"/>
                    </a:moveTo>
                    <a:cubicBezTo>
                      <a:pt x="155104" y="-183489"/>
                      <a:pt x="994438" y="249402"/>
                      <a:pt x="680504" y="404013"/>
                    </a:cubicBezTo>
                    <a:cubicBezTo>
                      <a:pt x="638382" y="542158"/>
                      <a:pt x="536546" y="726703"/>
                      <a:pt x="432773" y="728719"/>
                    </a:cubicBezTo>
                    <a:cubicBezTo>
                      <a:pt x="343760" y="730447"/>
                      <a:pt x="8946" y="524654"/>
                      <a:pt x="60" y="400612"/>
                    </a:cubicBezTo>
                    <a:cubicBezTo>
                      <a:pt x="-4061" y="343038"/>
                      <a:pt x="204525" y="86906"/>
                      <a:pt x="204525" y="86906"/>
                    </a:cubicBezTo>
                    <a:close/>
                  </a:path>
                </a:pathLst>
              </a:custGeom>
              <a:solidFill>
                <a:srgbClr val="F0AB5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 name="Google Shape;60;p2"/>
              <p:cNvSpPr/>
              <p:nvPr/>
            </p:nvSpPr>
            <p:spPr>
              <a:xfrm>
                <a:off x="6272980" y="2487285"/>
                <a:ext cx="750992" cy="728729"/>
              </a:xfrm>
              <a:custGeom>
                <a:avLst/>
                <a:gdLst/>
                <a:ahLst/>
                <a:cxnLst/>
                <a:rect l="l" t="t" r="r" b="b"/>
                <a:pathLst>
                  <a:path w="750992" h="728729" extrusionOk="0">
                    <a:moveTo>
                      <a:pt x="204525" y="86906"/>
                    </a:moveTo>
                    <a:cubicBezTo>
                      <a:pt x="155104" y="-183489"/>
                      <a:pt x="994438" y="249402"/>
                      <a:pt x="680504" y="404013"/>
                    </a:cubicBezTo>
                    <a:cubicBezTo>
                      <a:pt x="638382" y="542158"/>
                      <a:pt x="536546" y="726703"/>
                      <a:pt x="432773" y="728719"/>
                    </a:cubicBezTo>
                    <a:cubicBezTo>
                      <a:pt x="343760" y="730449"/>
                      <a:pt x="8946" y="524654"/>
                      <a:pt x="60" y="400612"/>
                    </a:cubicBezTo>
                    <a:cubicBezTo>
                      <a:pt x="-4061" y="343039"/>
                      <a:pt x="204525" y="86906"/>
                      <a:pt x="204525" y="86906"/>
                    </a:cubicBezTo>
                    <a:close/>
                  </a:path>
                </a:pathLst>
              </a:custGeom>
              <a:solidFill>
                <a:srgbClr val="FFB65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 name="Google Shape;61;p2"/>
              <p:cNvSpPr/>
              <p:nvPr/>
            </p:nvSpPr>
            <p:spPr>
              <a:xfrm>
                <a:off x="6282146" y="2495146"/>
                <a:ext cx="736794" cy="711585"/>
              </a:xfrm>
              <a:custGeom>
                <a:avLst/>
                <a:gdLst/>
                <a:ahLst/>
                <a:cxnLst/>
                <a:rect l="l" t="t" r="r" b="b"/>
                <a:pathLst>
                  <a:path w="736794" h="711585" extrusionOk="0">
                    <a:moveTo>
                      <a:pt x="199505" y="85510"/>
                    </a:moveTo>
                    <a:cubicBezTo>
                      <a:pt x="151298" y="-178249"/>
                      <a:pt x="974569" y="238524"/>
                      <a:pt x="668339" y="389340"/>
                    </a:cubicBezTo>
                    <a:cubicBezTo>
                      <a:pt x="627250" y="524095"/>
                      <a:pt x="523379" y="709607"/>
                      <a:pt x="422153" y="711575"/>
                    </a:cubicBezTo>
                    <a:cubicBezTo>
                      <a:pt x="335326" y="713262"/>
                      <a:pt x="8725" y="512519"/>
                      <a:pt x="59" y="391519"/>
                    </a:cubicBezTo>
                    <a:cubicBezTo>
                      <a:pt x="-3962" y="335361"/>
                      <a:pt x="199505" y="85510"/>
                      <a:pt x="199505" y="85510"/>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 name="Google Shape;62;p2"/>
              <p:cNvSpPr/>
              <p:nvPr/>
            </p:nvSpPr>
            <p:spPr>
              <a:xfrm>
                <a:off x="6313492" y="2801769"/>
                <a:ext cx="50165" cy="116117"/>
              </a:xfrm>
              <a:custGeom>
                <a:avLst/>
                <a:gdLst/>
                <a:ahLst/>
                <a:cxnLst/>
                <a:rect l="l" t="t" r="r" b="b"/>
                <a:pathLst>
                  <a:path w="50165" h="116117" extrusionOk="0">
                    <a:moveTo>
                      <a:pt x="6290" y="55152"/>
                    </a:moveTo>
                    <a:cubicBezTo>
                      <a:pt x="21657" y="19699"/>
                      <a:pt x="45351" y="-8282"/>
                      <a:pt x="49811" y="2245"/>
                    </a:cubicBezTo>
                    <a:cubicBezTo>
                      <a:pt x="54271" y="12772"/>
                      <a:pt x="14975" y="64532"/>
                      <a:pt x="25239" y="73349"/>
                    </a:cubicBezTo>
                    <a:cubicBezTo>
                      <a:pt x="35503" y="82166"/>
                      <a:pt x="43488" y="135622"/>
                      <a:pt x="18520" y="108523"/>
                    </a:cubicBezTo>
                    <a:cubicBezTo>
                      <a:pt x="-6447" y="81423"/>
                      <a:pt x="-1414" y="72930"/>
                      <a:pt x="6290" y="5515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 name="Google Shape;63;p2"/>
              <p:cNvSpPr/>
              <p:nvPr/>
            </p:nvSpPr>
            <p:spPr>
              <a:xfrm>
                <a:off x="6397754" y="2831753"/>
                <a:ext cx="27154" cy="33768"/>
              </a:xfrm>
              <a:custGeom>
                <a:avLst/>
                <a:gdLst/>
                <a:ahLst/>
                <a:cxnLst/>
                <a:rect l="l" t="t" r="r" b="b"/>
                <a:pathLst>
                  <a:path w="27154" h="33768" extrusionOk="0">
                    <a:moveTo>
                      <a:pt x="315" y="30369"/>
                    </a:moveTo>
                    <a:cubicBezTo>
                      <a:pt x="7598" y="7635"/>
                      <a:pt x="24997" y="-9063"/>
                      <a:pt x="27061" y="5408"/>
                    </a:cubicBezTo>
                    <a:cubicBezTo>
                      <a:pt x="29123" y="19876"/>
                      <a:pt x="-3528" y="42366"/>
                      <a:pt x="315" y="3036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 name="Google Shape;64;p2"/>
              <p:cNvSpPr/>
              <p:nvPr/>
            </p:nvSpPr>
            <p:spPr>
              <a:xfrm>
                <a:off x="6488531" y="2848373"/>
                <a:ext cx="27154" cy="33768"/>
              </a:xfrm>
              <a:custGeom>
                <a:avLst/>
                <a:gdLst/>
                <a:ahLst/>
                <a:cxnLst/>
                <a:rect l="l" t="t" r="r" b="b"/>
                <a:pathLst>
                  <a:path w="27154" h="33768" extrusionOk="0">
                    <a:moveTo>
                      <a:pt x="315" y="30369"/>
                    </a:moveTo>
                    <a:cubicBezTo>
                      <a:pt x="7598" y="7635"/>
                      <a:pt x="24997" y="-9063"/>
                      <a:pt x="27061" y="5408"/>
                    </a:cubicBezTo>
                    <a:cubicBezTo>
                      <a:pt x="29123" y="19876"/>
                      <a:pt x="-3528" y="42366"/>
                      <a:pt x="315" y="3036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 name="Google Shape;65;p2"/>
              <p:cNvSpPr/>
              <p:nvPr/>
            </p:nvSpPr>
            <p:spPr>
              <a:xfrm>
                <a:off x="6364238" y="2867420"/>
                <a:ext cx="18949" cy="24373"/>
              </a:xfrm>
              <a:custGeom>
                <a:avLst/>
                <a:gdLst/>
                <a:ahLst/>
                <a:cxnLst/>
                <a:rect l="l" t="t" r="r" b="b"/>
                <a:pathLst>
                  <a:path w="18949" h="24373" extrusionOk="0">
                    <a:moveTo>
                      <a:pt x="4737" y="648"/>
                    </a:moveTo>
                    <a:cubicBezTo>
                      <a:pt x="19610" y="10405"/>
                      <a:pt x="24358" y="25860"/>
                      <a:pt x="11462" y="24258"/>
                    </a:cubicBezTo>
                    <a:cubicBezTo>
                      <a:pt x="-1433" y="22653"/>
                      <a:pt x="-3111" y="-4500"/>
                      <a:pt x="4737" y="64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 name="Google Shape;66;p2"/>
              <p:cNvSpPr/>
              <p:nvPr/>
            </p:nvSpPr>
            <p:spPr>
              <a:xfrm>
                <a:off x="6526075" y="2791318"/>
                <a:ext cx="18949" cy="24374"/>
              </a:xfrm>
              <a:custGeom>
                <a:avLst/>
                <a:gdLst/>
                <a:ahLst/>
                <a:cxnLst/>
                <a:rect l="l" t="t" r="r" b="b"/>
                <a:pathLst>
                  <a:path w="18949" h="24374" extrusionOk="0">
                    <a:moveTo>
                      <a:pt x="4737" y="649"/>
                    </a:moveTo>
                    <a:cubicBezTo>
                      <a:pt x="19610" y="10405"/>
                      <a:pt x="24358" y="25861"/>
                      <a:pt x="11462" y="24259"/>
                    </a:cubicBezTo>
                    <a:cubicBezTo>
                      <a:pt x="-1433" y="22654"/>
                      <a:pt x="-3111" y="-4502"/>
                      <a:pt x="4737" y="649"/>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7" name="Google Shape;67;p2"/>
              <p:cNvSpPr/>
              <p:nvPr/>
            </p:nvSpPr>
            <p:spPr>
              <a:xfrm>
                <a:off x="6552400" y="3037683"/>
                <a:ext cx="18949" cy="24373"/>
              </a:xfrm>
              <a:custGeom>
                <a:avLst/>
                <a:gdLst/>
                <a:ahLst/>
                <a:cxnLst/>
                <a:rect l="l" t="t" r="r" b="b"/>
                <a:pathLst>
                  <a:path w="18949" h="24373" extrusionOk="0">
                    <a:moveTo>
                      <a:pt x="4738" y="648"/>
                    </a:moveTo>
                    <a:cubicBezTo>
                      <a:pt x="19610" y="10405"/>
                      <a:pt x="24358" y="25861"/>
                      <a:pt x="11463" y="24258"/>
                    </a:cubicBezTo>
                    <a:cubicBezTo>
                      <a:pt x="-1435" y="22655"/>
                      <a:pt x="-3110" y="-4500"/>
                      <a:pt x="4738" y="64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8" name="Google Shape;68;p2"/>
              <p:cNvSpPr/>
              <p:nvPr/>
            </p:nvSpPr>
            <p:spPr>
              <a:xfrm>
                <a:off x="6381403" y="2781378"/>
                <a:ext cx="25531" cy="40671"/>
              </a:xfrm>
              <a:custGeom>
                <a:avLst/>
                <a:gdLst/>
                <a:ahLst/>
                <a:cxnLst/>
                <a:rect l="l" t="t" r="r" b="b"/>
                <a:pathLst>
                  <a:path w="25531" h="40671" extrusionOk="0">
                    <a:moveTo>
                      <a:pt x="4327" y="3820"/>
                    </a:moveTo>
                    <a:cubicBezTo>
                      <a:pt x="-7992" y="14807"/>
                      <a:pt x="24801" y="19930"/>
                      <a:pt x="1719" y="34736"/>
                    </a:cubicBezTo>
                    <a:cubicBezTo>
                      <a:pt x="-6673" y="40120"/>
                      <a:pt x="18103" y="42909"/>
                      <a:pt x="23500" y="38463"/>
                    </a:cubicBezTo>
                    <a:cubicBezTo>
                      <a:pt x="28900" y="34016"/>
                      <a:pt x="23877" y="-13613"/>
                      <a:pt x="4327" y="3820"/>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 name="Google Shape;69;p2"/>
              <p:cNvSpPr/>
              <p:nvPr/>
            </p:nvSpPr>
            <p:spPr>
              <a:xfrm>
                <a:off x="6440305" y="2894112"/>
                <a:ext cx="25530" cy="40671"/>
              </a:xfrm>
              <a:custGeom>
                <a:avLst/>
                <a:gdLst/>
                <a:ahLst/>
                <a:cxnLst/>
                <a:rect l="l" t="t" r="r" b="b"/>
                <a:pathLst>
                  <a:path w="25530" h="40671" extrusionOk="0">
                    <a:moveTo>
                      <a:pt x="4327" y="3820"/>
                    </a:moveTo>
                    <a:cubicBezTo>
                      <a:pt x="-7992" y="14807"/>
                      <a:pt x="24801" y="19930"/>
                      <a:pt x="1719" y="34736"/>
                    </a:cubicBezTo>
                    <a:cubicBezTo>
                      <a:pt x="-6673" y="40120"/>
                      <a:pt x="18103" y="42909"/>
                      <a:pt x="23500" y="38462"/>
                    </a:cubicBezTo>
                    <a:cubicBezTo>
                      <a:pt x="28897" y="34016"/>
                      <a:pt x="23877" y="-13613"/>
                      <a:pt x="4327" y="3820"/>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0" name="Google Shape;70;p2"/>
              <p:cNvSpPr/>
              <p:nvPr/>
            </p:nvSpPr>
            <p:spPr>
              <a:xfrm>
                <a:off x="6493299" y="3050767"/>
                <a:ext cx="25530" cy="40671"/>
              </a:xfrm>
              <a:custGeom>
                <a:avLst/>
                <a:gdLst/>
                <a:ahLst/>
                <a:cxnLst/>
                <a:rect l="l" t="t" r="r" b="b"/>
                <a:pathLst>
                  <a:path w="25530" h="40671" extrusionOk="0">
                    <a:moveTo>
                      <a:pt x="4327" y="3820"/>
                    </a:moveTo>
                    <a:cubicBezTo>
                      <a:pt x="-7992" y="14807"/>
                      <a:pt x="24801" y="19930"/>
                      <a:pt x="1719" y="34736"/>
                    </a:cubicBezTo>
                    <a:cubicBezTo>
                      <a:pt x="-6673" y="40120"/>
                      <a:pt x="18103" y="42909"/>
                      <a:pt x="23500" y="38463"/>
                    </a:cubicBezTo>
                    <a:cubicBezTo>
                      <a:pt x="28897" y="34016"/>
                      <a:pt x="23877" y="-13613"/>
                      <a:pt x="4327" y="3820"/>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 name="Google Shape;71;p2"/>
              <p:cNvSpPr/>
              <p:nvPr/>
            </p:nvSpPr>
            <p:spPr>
              <a:xfrm>
                <a:off x="6939176" y="2719917"/>
                <a:ext cx="49499" cy="113280"/>
              </a:xfrm>
              <a:custGeom>
                <a:avLst/>
                <a:gdLst/>
                <a:ahLst/>
                <a:cxnLst/>
                <a:rect l="l" t="t" r="r" b="b"/>
                <a:pathLst>
                  <a:path w="49499" h="113280" extrusionOk="0">
                    <a:moveTo>
                      <a:pt x="49419" y="45883"/>
                    </a:moveTo>
                    <a:cubicBezTo>
                      <a:pt x="50484" y="84507"/>
                      <a:pt x="40842" y="119883"/>
                      <a:pt x="32349" y="112229"/>
                    </a:cubicBezTo>
                    <a:cubicBezTo>
                      <a:pt x="23857" y="104576"/>
                      <a:pt x="37584" y="41055"/>
                      <a:pt x="24554" y="37404"/>
                    </a:cubicBezTo>
                    <a:cubicBezTo>
                      <a:pt x="11524" y="33755"/>
                      <a:pt x="-18313" y="-11313"/>
                      <a:pt x="15771" y="2688"/>
                    </a:cubicBezTo>
                    <a:cubicBezTo>
                      <a:pt x="49858" y="16690"/>
                      <a:pt x="48886" y="26516"/>
                      <a:pt x="49419" y="4588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 name="Google Shape;72;p2"/>
              <p:cNvSpPr/>
              <p:nvPr/>
            </p:nvSpPr>
            <p:spPr>
              <a:xfrm>
                <a:off x="6936185" y="2776992"/>
                <a:ext cx="16164" cy="40079"/>
              </a:xfrm>
              <a:custGeom>
                <a:avLst/>
                <a:gdLst/>
                <a:ahLst/>
                <a:cxnLst/>
                <a:rect l="l" t="t" r="r" b="b"/>
                <a:pathLst>
                  <a:path w="16164" h="40079" extrusionOk="0">
                    <a:moveTo>
                      <a:pt x="15554" y="2703"/>
                    </a:moveTo>
                    <a:cubicBezTo>
                      <a:pt x="18567" y="26386"/>
                      <a:pt x="9858" y="48872"/>
                      <a:pt x="1870" y="36632"/>
                    </a:cubicBezTo>
                    <a:cubicBezTo>
                      <a:pt x="-6117" y="24395"/>
                      <a:pt x="13963" y="-9792"/>
                      <a:pt x="15554" y="270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3" name="Google Shape;73;p2"/>
              <p:cNvSpPr/>
              <p:nvPr/>
            </p:nvSpPr>
            <p:spPr>
              <a:xfrm>
                <a:off x="6879600" y="2717557"/>
                <a:ext cx="26891" cy="26121"/>
              </a:xfrm>
              <a:custGeom>
                <a:avLst/>
                <a:gdLst/>
                <a:ahLst/>
                <a:cxnLst/>
                <a:rect l="l" t="t" r="r" b="b"/>
                <a:pathLst>
                  <a:path w="26891" h="26121" extrusionOk="0">
                    <a:moveTo>
                      <a:pt x="3550" y="392"/>
                    </a:moveTo>
                    <a:cubicBezTo>
                      <a:pt x="22963" y="8345"/>
                      <a:pt x="34667" y="25094"/>
                      <a:pt x="20894" y="26098"/>
                    </a:cubicBezTo>
                    <a:cubicBezTo>
                      <a:pt x="7123" y="27101"/>
                      <a:pt x="-6691" y="-3803"/>
                      <a:pt x="3550" y="39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4" name="Google Shape;74;p2"/>
              <p:cNvSpPr/>
              <p:nvPr/>
            </p:nvSpPr>
            <p:spPr>
              <a:xfrm>
                <a:off x="6888207" y="2788438"/>
                <a:ext cx="24536" cy="19058"/>
              </a:xfrm>
              <a:custGeom>
                <a:avLst/>
                <a:gdLst/>
                <a:ahLst/>
                <a:cxnLst/>
                <a:rect l="l" t="t" r="r" b="b"/>
                <a:pathLst>
                  <a:path w="24536" h="19058" extrusionOk="0">
                    <a:moveTo>
                      <a:pt x="21384" y="19003"/>
                    </a:moveTo>
                    <a:cubicBezTo>
                      <a:pt x="3782" y="16449"/>
                      <a:pt x="-7056" y="4453"/>
                      <a:pt x="5306" y="452"/>
                    </a:cubicBezTo>
                    <a:cubicBezTo>
                      <a:pt x="17671" y="-3548"/>
                      <a:pt x="30672" y="20352"/>
                      <a:pt x="21384" y="19003"/>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5" name="Google Shape;75;p2"/>
              <p:cNvSpPr/>
              <p:nvPr/>
            </p:nvSpPr>
            <p:spPr>
              <a:xfrm>
                <a:off x="6426426" y="2746442"/>
                <a:ext cx="24536" cy="19058"/>
              </a:xfrm>
              <a:custGeom>
                <a:avLst/>
                <a:gdLst/>
                <a:ahLst/>
                <a:cxnLst/>
                <a:rect l="l" t="t" r="r" b="b"/>
                <a:pathLst>
                  <a:path w="24536" h="19058" extrusionOk="0">
                    <a:moveTo>
                      <a:pt x="21384" y="19003"/>
                    </a:moveTo>
                    <a:cubicBezTo>
                      <a:pt x="3781" y="16450"/>
                      <a:pt x="-7056" y="4453"/>
                      <a:pt x="5306" y="452"/>
                    </a:cubicBezTo>
                    <a:cubicBezTo>
                      <a:pt x="17671" y="-3548"/>
                      <a:pt x="30672" y="20352"/>
                      <a:pt x="21384" y="19003"/>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6" name="Google Shape;76;p2"/>
              <p:cNvSpPr/>
              <p:nvPr/>
            </p:nvSpPr>
            <p:spPr>
              <a:xfrm>
                <a:off x="6893167" y="2849408"/>
                <a:ext cx="33166" cy="40264"/>
              </a:xfrm>
              <a:custGeom>
                <a:avLst/>
                <a:gdLst/>
                <a:ahLst/>
                <a:cxnLst/>
                <a:rect l="l" t="t" r="r" b="b"/>
                <a:pathLst>
                  <a:path w="33166" h="40264" extrusionOk="0">
                    <a:moveTo>
                      <a:pt x="32275" y="32771"/>
                    </a:moveTo>
                    <a:cubicBezTo>
                      <a:pt x="38795" y="17608"/>
                      <a:pt x="6910" y="26828"/>
                      <a:pt x="21567" y="3652"/>
                    </a:cubicBezTo>
                    <a:cubicBezTo>
                      <a:pt x="26896" y="-4774"/>
                      <a:pt x="3263" y="3174"/>
                      <a:pt x="253" y="9486"/>
                    </a:cubicBezTo>
                    <a:cubicBezTo>
                      <a:pt x="-2758" y="15795"/>
                      <a:pt x="21928" y="56836"/>
                      <a:pt x="32275" y="3277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7" name="Google Shape;77;p2"/>
              <p:cNvSpPr/>
              <p:nvPr/>
            </p:nvSpPr>
            <p:spPr>
              <a:xfrm>
                <a:off x="6583384" y="2680971"/>
                <a:ext cx="33166" cy="40264"/>
              </a:xfrm>
              <a:custGeom>
                <a:avLst/>
                <a:gdLst/>
                <a:ahLst/>
                <a:cxnLst/>
                <a:rect l="l" t="t" r="r" b="b"/>
                <a:pathLst>
                  <a:path w="33166" h="40264" extrusionOk="0">
                    <a:moveTo>
                      <a:pt x="32275" y="32771"/>
                    </a:moveTo>
                    <a:cubicBezTo>
                      <a:pt x="38795" y="17608"/>
                      <a:pt x="6910" y="26828"/>
                      <a:pt x="21567" y="3652"/>
                    </a:cubicBezTo>
                    <a:cubicBezTo>
                      <a:pt x="26898" y="-4774"/>
                      <a:pt x="3263" y="3174"/>
                      <a:pt x="253" y="9486"/>
                    </a:cubicBezTo>
                    <a:cubicBezTo>
                      <a:pt x="-2758" y="15795"/>
                      <a:pt x="21928" y="56836"/>
                      <a:pt x="32275" y="3277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8" name="Google Shape;78;p2"/>
              <p:cNvSpPr/>
              <p:nvPr/>
            </p:nvSpPr>
            <p:spPr>
              <a:xfrm>
                <a:off x="6531051" y="2904855"/>
                <a:ext cx="33166" cy="40263"/>
              </a:xfrm>
              <a:custGeom>
                <a:avLst/>
                <a:gdLst/>
                <a:ahLst/>
                <a:cxnLst/>
                <a:rect l="l" t="t" r="r" b="b"/>
                <a:pathLst>
                  <a:path w="33166" h="40263" extrusionOk="0">
                    <a:moveTo>
                      <a:pt x="32275" y="32771"/>
                    </a:moveTo>
                    <a:cubicBezTo>
                      <a:pt x="38795" y="17608"/>
                      <a:pt x="6910" y="26828"/>
                      <a:pt x="21567" y="3652"/>
                    </a:cubicBezTo>
                    <a:cubicBezTo>
                      <a:pt x="26896" y="-4774"/>
                      <a:pt x="3263" y="3174"/>
                      <a:pt x="253" y="9486"/>
                    </a:cubicBezTo>
                    <a:cubicBezTo>
                      <a:pt x="-2758" y="15795"/>
                      <a:pt x="21928" y="56834"/>
                      <a:pt x="32275" y="3277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9" name="Google Shape;79;p2"/>
              <p:cNvSpPr/>
              <p:nvPr/>
            </p:nvSpPr>
            <p:spPr>
              <a:xfrm>
                <a:off x="6475103" y="2680674"/>
                <a:ext cx="33166" cy="40264"/>
              </a:xfrm>
              <a:custGeom>
                <a:avLst/>
                <a:gdLst/>
                <a:ahLst/>
                <a:cxnLst/>
                <a:rect l="l" t="t" r="r" b="b"/>
                <a:pathLst>
                  <a:path w="33166" h="40264" extrusionOk="0">
                    <a:moveTo>
                      <a:pt x="32275" y="32771"/>
                    </a:moveTo>
                    <a:cubicBezTo>
                      <a:pt x="38795" y="17608"/>
                      <a:pt x="6910" y="26828"/>
                      <a:pt x="21567" y="3652"/>
                    </a:cubicBezTo>
                    <a:cubicBezTo>
                      <a:pt x="26896" y="-4774"/>
                      <a:pt x="3263" y="3174"/>
                      <a:pt x="253" y="9486"/>
                    </a:cubicBezTo>
                    <a:cubicBezTo>
                      <a:pt x="-2758" y="15795"/>
                      <a:pt x="21928" y="56836"/>
                      <a:pt x="32275" y="3277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 name="Google Shape;80;p2"/>
              <p:cNvSpPr/>
              <p:nvPr/>
            </p:nvSpPr>
            <p:spPr>
              <a:xfrm>
                <a:off x="6518372" y="2519226"/>
                <a:ext cx="117110" cy="42479"/>
              </a:xfrm>
              <a:custGeom>
                <a:avLst/>
                <a:gdLst/>
                <a:ahLst/>
                <a:cxnLst/>
                <a:rect l="l" t="t" r="r" b="b"/>
                <a:pathLst>
                  <a:path w="117110" h="42479" extrusionOk="0">
                    <a:moveTo>
                      <a:pt x="53924" y="1990"/>
                    </a:moveTo>
                    <a:cubicBezTo>
                      <a:pt x="91988" y="8630"/>
                      <a:pt x="124740" y="25119"/>
                      <a:pt x="115548" y="31918"/>
                    </a:cubicBezTo>
                    <a:cubicBezTo>
                      <a:pt x="106358" y="38719"/>
                      <a:pt x="46837" y="12627"/>
                      <a:pt x="40667" y="24672"/>
                    </a:cubicBezTo>
                    <a:cubicBezTo>
                      <a:pt x="34497" y="36716"/>
                      <a:pt x="-15605" y="56989"/>
                      <a:pt x="4898" y="26372"/>
                    </a:cubicBezTo>
                    <a:cubicBezTo>
                      <a:pt x="25401" y="-4246"/>
                      <a:pt x="34838" y="-1341"/>
                      <a:pt x="53924" y="1990"/>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1" name="Google Shape;81;p2"/>
              <p:cNvSpPr/>
              <p:nvPr/>
            </p:nvSpPr>
            <p:spPr>
              <a:xfrm>
                <a:off x="6582520" y="2598518"/>
                <a:ext cx="37942" cy="20909"/>
              </a:xfrm>
              <a:custGeom>
                <a:avLst/>
                <a:gdLst/>
                <a:ahLst/>
                <a:cxnLst/>
                <a:rect l="l" t="t" r="r" b="b"/>
                <a:pathLst>
                  <a:path w="37942" h="20909" extrusionOk="0">
                    <a:moveTo>
                      <a:pt x="3044" y="24"/>
                    </a:moveTo>
                    <a:cubicBezTo>
                      <a:pt x="26853" y="1784"/>
                      <a:pt x="47157" y="14792"/>
                      <a:pt x="33574" y="20184"/>
                    </a:cubicBezTo>
                    <a:cubicBezTo>
                      <a:pt x="19988" y="25577"/>
                      <a:pt x="-9517" y="-904"/>
                      <a:pt x="3044" y="24"/>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 name="Google Shape;82;p2"/>
              <p:cNvSpPr/>
              <p:nvPr/>
            </p:nvSpPr>
            <p:spPr>
              <a:xfrm>
                <a:off x="6578027" y="2768487"/>
                <a:ext cx="37943" cy="20909"/>
              </a:xfrm>
              <a:custGeom>
                <a:avLst/>
                <a:gdLst/>
                <a:ahLst/>
                <a:cxnLst/>
                <a:rect l="l" t="t" r="r" b="b"/>
                <a:pathLst>
                  <a:path w="37943" h="20909" extrusionOk="0">
                    <a:moveTo>
                      <a:pt x="3045" y="24"/>
                    </a:moveTo>
                    <a:cubicBezTo>
                      <a:pt x="26854" y="1784"/>
                      <a:pt x="47158" y="14791"/>
                      <a:pt x="33574" y="20184"/>
                    </a:cubicBezTo>
                    <a:cubicBezTo>
                      <a:pt x="19991" y="25577"/>
                      <a:pt x="-9519" y="-904"/>
                      <a:pt x="3045" y="24"/>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3" name="Google Shape;83;p2"/>
              <p:cNvSpPr/>
              <p:nvPr/>
            </p:nvSpPr>
            <p:spPr>
              <a:xfrm>
                <a:off x="6643003" y="3139596"/>
                <a:ext cx="37942" cy="20909"/>
              </a:xfrm>
              <a:custGeom>
                <a:avLst/>
                <a:gdLst/>
                <a:ahLst/>
                <a:cxnLst/>
                <a:rect l="l" t="t" r="r" b="b"/>
                <a:pathLst>
                  <a:path w="37942" h="20909" extrusionOk="0">
                    <a:moveTo>
                      <a:pt x="3044" y="24"/>
                    </a:moveTo>
                    <a:cubicBezTo>
                      <a:pt x="26853" y="1784"/>
                      <a:pt x="47157" y="14791"/>
                      <a:pt x="33574" y="20184"/>
                    </a:cubicBezTo>
                    <a:cubicBezTo>
                      <a:pt x="19990" y="25577"/>
                      <a:pt x="-9518" y="-904"/>
                      <a:pt x="3044" y="24"/>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4" name="Google Shape;84;p2"/>
              <p:cNvSpPr/>
              <p:nvPr/>
            </p:nvSpPr>
            <p:spPr>
              <a:xfrm>
                <a:off x="6551537" y="2567918"/>
                <a:ext cx="21705" cy="22130"/>
              </a:xfrm>
              <a:custGeom>
                <a:avLst/>
                <a:gdLst/>
                <a:ahLst/>
                <a:cxnLst/>
                <a:rect l="l" t="t" r="r" b="b"/>
                <a:pathLst>
                  <a:path w="21705" h="22130" extrusionOk="0">
                    <a:moveTo>
                      <a:pt x="21438" y="3732"/>
                    </a:moveTo>
                    <a:cubicBezTo>
                      <a:pt x="15433" y="20475"/>
                      <a:pt x="1520" y="28709"/>
                      <a:pt x="59" y="15797"/>
                    </a:cubicBezTo>
                    <a:cubicBezTo>
                      <a:pt x="-1401" y="2884"/>
                      <a:pt x="24607" y="-5101"/>
                      <a:pt x="21438" y="3732"/>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5" name="Google Shape;85;p2"/>
              <p:cNvSpPr/>
              <p:nvPr/>
            </p:nvSpPr>
            <p:spPr>
              <a:xfrm>
                <a:off x="6663402" y="2707447"/>
                <a:ext cx="21705" cy="22130"/>
              </a:xfrm>
              <a:custGeom>
                <a:avLst/>
                <a:gdLst/>
                <a:ahLst/>
                <a:cxnLst/>
                <a:rect l="l" t="t" r="r" b="b"/>
                <a:pathLst>
                  <a:path w="21705" h="22130" extrusionOk="0">
                    <a:moveTo>
                      <a:pt x="21438" y="3733"/>
                    </a:moveTo>
                    <a:cubicBezTo>
                      <a:pt x="15433" y="20476"/>
                      <a:pt x="1518" y="28710"/>
                      <a:pt x="59" y="15796"/>
                    </a:cubicBezTo>
                    <a:cubicBezTo>
                      <a:pt x="-1401" y="2885"/>
                      <a:pt x="24607" y="-5102"/>
                      <a:pt x="21438" y="3733"/>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6" name="Google Shape;86;p2"/>
              <p:cNvSpPr/>
              <p:nvPr/>
            </p:nvSpPr>
            <p:spPr>
              <a:xfrm>
                <a:off x="6641980" y="2836535"/>
                <a:ext cx="21705" cy="22131"/>
              </a:xfrm>
              <a:custGeom>
                <a:avLst/>
                <a:gdLst/>
                <a:ahLst/>
                <a:cxnLst/>
                <a:rect l="l" t="t" r="r" b="b"/>
                <a:pathLst>
                  <a:path w="21705" h="22131" extrusionOk="0">
                    <a:moveTo>
                      <a:pt x="21438" y="3733"/>
                    </a:moveTo>
                    <a:cubicBezTo>
                      <a:pt x="15432" y="20476"/>
                      <a:pt x="1518" y="28710"/>
                      <a:pt x="59" y="15797"/>
                    </a:cubicBezTo>
                    <a:cubicBezTo>
                      <a:pt x="-1399" y="2883"/>
                      <a:pt x="24606" y="-5102"/>
                      <a:pt x="21438" y="3733"/>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7" name="Google Shape;87;p2"/>
              <p:cNvSpPr/>
              <p:nvPr/>
            </p:nvSpPr>
            <p:spPr>
              <a:xfrm>
                <a:off x="6622593" y="2566823"/>
                <a:ext cx="40648" cy="29152"/>
              </a:xfrm>
              <a:custGeom>
                <a:avLst/>
                <a:gdLst/>
                <a:ahLst/>
                <a:cxnLst/>
                <a:rect l="l" t="t" r="r" b="b"/>
                <a:pathLst>
                  <a:path w="40648" h="29152" extrusionOk="0">
                    <a:moveTo>
                      <a:pt x="34870" y="1722"/>
                    </a:moveTo>
                    <a:cubicBezTo>
                      <a:pt x="21307" y="-7685"/>
                      <a:pt x="24000" y="25398"/>
                      <a:pt x="4203" y="6422"/>
                    </a:cubicBezTo>
                    <a:cubicBezTo>
                      <a:pt x="-2993" y="-477"/>
                      <a:pt x="93" y="24264"/>
                      <a:pt x="5680" y="28471"/>
                    </a:cubicBezTo>
                    <a:cubicBezTo>
                      <a:pt x="11264" y="32677"/>
                      <a:pt x="56395" y="16650"/>
                      <a:pt x="34870" y="172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8" name="Google Shape;88;p2"/>
              <p:cNvSpPr/>
              <p:nvPr/>
            </p:nvSpPr>
            <p:spPr>
              <a:xfrm>
                <a:off x="6526776" y="2650472"/>
                <a:ext cx="40648" cy="29152"/>
              </a:xfrm>
              <a:custGeom>
                <a:avLst/>
                <a:gdLst/>
                <a:ahLst/>
                <a:cxnLst/>
                <a:rect l="l" t="t" r="r" b="b"/>
                <a:pathLst>
                  <a:path w="40648" h="29152" extrusionOk="0">
                    <a:moveTo>
                      <a:pt x="34870" y="1722"/>
                    </a:moveTo>
                    <a:cubicBezTo>
                      <a:pt x="21307" y="-7685"/>
                      <a:pt x="24000" y="25398"/>
                      <a:pt x="4203" y="6422"/>
                    </a:cubicBezTo>
                    <a:cubicBezTo>
                      <a:pt x="-2993" y="-477"/>
                      <a:pt x="93" y="24264"/>
                      <a:pt x="5680" y="28471"/>
                    </a:cubicBezTo>
                    <a:cubicBezTo>
                      <a:pt x="11264" y="32677"/>
                      <a:pt x="56395" y="16650"/>
                      <a:pt x="34870" y="172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 name="Google Shape;89;p2"/>
              <p:cNvSpPr/>
              <p:nvPr/>
            </p:nvSpPr>
            <p:spPr>
              <a:xfrm>
                <a:off x="6766813" y="2792895"/>
                <a:ext cx="40644" cy="25233"/>
              </a:xfrm>
              <a:custGeom>
                <a:avLst/>
                <a:gdLst/>
                <a:ahLst/>
                <a:cxnLst/>
                <a:rect l="l" t="t" r="r" b="b"/>
                <a:pathLst>
                  <a:path w="40644" h="25233" extrusionOk="0">
                    <a:moveTo>
                      <a:pt x="36506" y="3023"/>
                    </a:moveTo>
                    <a:cubicBezTo>
                      <a:pt x="25044" y="-8853"/>
                      <a:pt x="21215" y="24115"/>
                      <a:pt x="5512" y="1635"/>
                    </a:cubicBezTo>
                    <a:cubicBezTo>
                      <a:pt x="-196" y="-6540"/>
                      <a:pt x="-2006" y="18330"/>
                      <a:pt x="2648" y="23547"/>
                    </a:cubicBezTo>
                    <a:cubicBezTo>
                      <a:pt x="7302" y="28763"/>
                      <a:pt x="54698" y="21871"/>
                      <a:pt x="36506" y="302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0" name="Google Shape;90;p2"/>
              <p:cNvSpPr/>
              <p:nvPr/>
            </p:nvSpPr>
            <p:spPr>
              <a:xfrm>
                <a:off x="6814034" y="3033572"/>
                <a:ext cx="40644" cy="25234"/>
              </a:xfrm>
              <a:custGeom>
                <a:avLst/>
                <a:gdLst/>
                <a:ahLst/>
                <a:cxnLst/>
                <a:rect l="l" t="t" r="r" b="b"/>
                <a:pathLst>
                  <a:path w="40644" h="25234" extrusionOk="0">
                    <a:moveTo>
                      <a:pt x="36507" y="3023"/>
                    </a:moveTo>
                    <a:cubicBezTo>
                      <a:pt x="25044" y="-8853"/>
                      <a:pt x="21215" y="24116"/>
                      <a:pt x="5513" y="1635"/>
                    </a:cubicBezTo>
                    <a:cubicBezTo>
                      <a:pt x="-197" y="-6540"/>
                      <a:pt x="-2006" y="18330"/>
                      <a:pt x="2649" y="23546"/>
                    </a:cubicBezTo>
                    <a:cubicBezTo>
                      <a:pt x="7303" y="28765"/>
                      <a:pt x="54696" y="21871"/>
                      <a:pt x="36507" y="302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1" name="Google Shape;91;p2"/>
              <p:cNvSpPr/>
              <p:nvPr/>
            </p:nvSpPr>
            <p:spPr>
              <a:xfrm>
                <a:off x="6813923" y="2683890"/>
                <a:ext cx="31019" cy="30076"/>
              </a:xfrm>
              <a:custGeom>
                <a:avLst/>
                <a:gdLst/>
                <a:ahLst/>
                <a:cxnLst/>
                <a:rect l="l" t="t" r="r" b="b"/>
                <a:pathLst>
                  <a:path w="31019" h="30076" extrusionOk="0">
                    <a:moveTo>
                      <a:pt x="617" y="26433"/>
                    </a:moveTo>
                    <a:cubicBezTo>
                      <a:pt x="11449" y="5157"/>
                      <a:pt x="31298" y="-8536"/>
                      <a:pt x="31017" y="6078"/>
                    </a:cubicBezTo>
                    <a:cubicBezTo>
                      <a:pt x="30733" y="20690"/>
                      <a:pt x="-5098" y="37659"/>
                      <a:pt x="617" y="2643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2" name="Google Shape;92;p2"/>
              <p:cNvSpPr/>
              <p:nvPr/>
            </p:nvSpPr>
            <p:spPr>
              <a:xfrm>
                <a:off x="6864021" y="2630432"/>
                <a:ext cx="16962" cy="25866"/>
              </a:xfrm>
              <a:custGeom>
                <a:avLst/>
                <a:gdLst/>
                <a:ahLst/>
                <a:cxnLst/>
                <a:rect l="l" t="t" r="r" b="b"/>
                <a:pathLst>
                  <a:path w="16962" h="25866" extrusionOk="0">
                    <a:moveTo>
                      <a:pt x="5844" y="958"/>
                    </a:moveTo>
                    <a:cubicBezTo>
                      <a:pt x="18961" y="12970"/>
                      <a:pt x="21173" y="28986"/>
                      <a:pt x="8701" y="25338"/>
                    </a:cubicBezTo>
                    <a:cubicBezTo>
                      <a:pt x="-3772" y="21692"/>
                      <a:pt x="-1076" y="-5381"/>
                      <a:pt x="5844" y="95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3" name="Google Shape;93;p2"/>
              <p:cNvSpPr/>
              <p:nvPr/>
            </p:nvSpPr>
            <p:spPr>
              <a:xfrm>
                <a:off x="6758243" y="2719599"/>
                <a:ext cx="27221" cy="40839"/>
              </a:xfrm>
              <a:custGeom>
                <a:avLst/>
                <a:gdLst/>
                <a:ahLst/>
                <a:cxnLst/>
                <a:rect l="l" t="t" r="r" b="b"/>
                <a:pathLst>
                  <a:path w="27221" h="40839" extrusionOk="0">
                    <a:moveTo>
                      <a:pt x="9582" y="2586"/>
                    </a:moveTo>
                    <a:cubicBezTo>
                      <a:pt x="-4338" y="11456"/>
                      <a:pt x="27211" y="21768"/>
                      <a:pt x="2054" y="32684"/>
                    </a:cubicBezTo>
                    <a:cubicBezTo>
                      <a:pt x="-7092" y="36652"/>
                      <a:pt x="16918" y="43375"/>
                      <a:pt x="22957" y="39850"/>
                    </a:cubicBezTo>
                    <a:cubicBezTo>
                      <a:pt x="28999" y="36327"/>
                      <a:pt x="31671" y="-11491"/>
                      <a:pt x="9582" y="2586"/>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4" name="Google Shape;94;p2"/>
              <p:cNvSpPr/>
              <p:nvPr/>
            </p:nvSpPr>
            <p:spPr>
              <a:xfrm>
                <a:off x="6739091" y="3084860"/>
                <a:ext cx="40643" cy="25233"/>
              </a:xfrm>
              <a:custGeom>
                <a:avLst/>
                <a:gdLst/>
                <a:ahLst/>
                <a:cxnLst/>
                <a:rect l="l" t="t" r="r" b="b"/>
                <a:pathLst>
                  <a:path w="40643" h="25233" extrusionOk="0">
                    <a:moveTo>
                      <a:pt x="36506" y="3023"/>
                    </a:moveTo>
                    <a:cubicBezTo>
                      <a:pt x="25044" y="-8853"/>
                      <a:pt x="21215" y="24115"/>
                      <a:pt x="5512" y="1635"/>
                    </a:cubicBezTo>
                    <a:cubicBezTo>
                      <a:pt x="-196" y="-6540"/>
                      <a:pt x="-2006" y="18330"/>
                      <a:pt x="2648" y="23547"/>
                    </a:cubicBezTo>
                    <a:cubicBezTo>
                      <a:pt x="7302" y="28763"/>
                      <a:pt x="54696" y="21869"/>
                      <a:pt x="36506" y="302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5" name="Google Shape;95;p2"/>
              <p:cNvSpPr/>
              <p:nvPr/>
            </p:nvSpPr>
            <p:spPr>
              <a:xfrm>
                <a:off x="6786199" y="2975853"/>
                <a:ext cx="31019" cy="30077"/>
              </a:xfrm>
              <a:custGeom>
                <a:avLst/>
                <a:gdLst/>
                <a:ahLst/>
                <a:cxnLst/>
                <a:rect l="l" t="t" r="r" b="b"/>
                <a:pathLst>
                  <a:path w="31019" h="30077" extrusionOk="0">
                    <a:moveTo>
                      <a:pt x="617" y="26434"/>
                    </a:moveTo>
                    <a:cubicBezTo>
                      <a:pt x="11449" y="5158"/>
                      <a:pt x="31298" y="-8535"/>
                      <a:pt x="31017" y="6077"/>
                    </a:cubicBezTo>
                    <a:cubicBezTo>
                      <a:pt x="30735" y="20691"/>
                      <a:pt x="-5098" y="37660"/>
                      <a:pt x="617" y="26434"/>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6" name="Google Shape;96;p2"/>
              <p:cNvSpPr/>
              <p:nvPr/>
            </p:nvSpPr>
            <p:spPr>
              <a:xfrm>
                <a:off x="6836298" y="2922395"/>
                <a:ext cx="16962" cy="25867"/>
              </a:xfrm>
              <a:custGeom>
                <a:avLst/>
                <a:gdLst/>
                <a:ahLst/>
                <a:cxnLst/>
                <a:rect l="l" t="t" r="r" b="b"/>
                <a:pathLst>
                  <a:path w="16962" h="25867" extrusionOk="0">
                    <a:moveTo>
                      <a:pt x="5844" y="958"/>
                    </a:moveTo>
                    <a:cubicBezTo>
                      <a:pt x="18961" y="12970"/>
                      <a:pt x="21174" y="28986"/>
                      <a:pt x="8702" y="25340"/>
                    </a:cubicBezTo>
                    <a:cubicBezTo>
                      <a:pt x="-3771" y="21691"/>
                      <a:pt x="-1078" y="-5381"/>
                      <a:pt x="5844" y="95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7" name="Google Shape;97;p2"/>
              <p:cNvSpPr/>
              <p:nvPr/>
            </p:nvSpPr>
            <p:spPr>
              <a:xfrm>
                <a:off x="6730520" y="3011562"/>
                <a:ext cx="27220" cy="40839"/>
              </a:xfrm>
              <a:custGeom>
                <a:avLst/>
                <a:gdLst/>
                <a:ahLst/>
                <a:cxnLst/>
                <a:rect l="l" t="t" r="r" b="b"/>
                <a:pathLst>
                  <a:path w="27220" h="40839" extrusionOk="0">
                    <a:moveTo>
                      <a:pt x="9582" y="2586"/>
                    </a:moveTo>
                    <a:cubicBezTo>
                      <a:pt x="-4338" y="11456"/>
                      <a:pt x="27211" y="21768"/>
                      <a:pt x="2054" y="32684"/>
                    </a:cubicBezTo>
                    <a:cubicBezTo>
                      <a:pt x="-7092" y="36652"/>
                      <a:pt x="16917" y="43375"/>
                      <a:pt x="22957" y="39850"/>
                    </a:cubicBezTo>
                    <a:cubicBezTo>
                      <a:pt x="28997" y="36327"/>
                      <a:pt x="31671" y="-11491"/>
                      <a:pt x="9582" y="2586"/>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8" name="Google Shape;98;p2"/>
              <p:cNvSpPr/>
              <p:nvPr/>
            </p:nvSpPr>
            <p:spPr>
              <a:xfrm>
                <a:off x="6385198" y="2944042"/>
                <a:ext cx="27515" cy="22329"/>
              </a:xfrm>
              <a:custGeom>
                <a:avLst/>
                <a:gdLst/>
                <a:ahLst/>
                <a:cxnLst/>
                <a:rect l="l" t="t" r="r" b="b"/>
                <a:pathLst>
                  <a:path w="27515" h="22329" extrusionOk="0">
                    <a:moveTo>
                      <a:pt x="21502" y="2957"/>
                    </a:moveTo>
                    <a:cubicBezTo>
                      <a:pt x="12813" y="-3059"/>
                      <a:pt x="3953" y="1211"/>
                      <a:pt x="1868" y="5966"/>
                    </a:cubicBezTo>
                    <a:cubicBezTo>
                      <a:pt x="-697" y="11811"/>
                      <a:pt x="-837" y="17490"/>
                      <a:pt x="2812" y="20084"/>
                    </a:cubicBezTo>
                    <a:cubicBezTo>
                      <a:pt x="13238" y="27495"/>
                      <a:pt x="39191" y="15206"/>
                      <a:pt x="21502" y="2957"/>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9" name="Google Shape;99;p2"/>
              <p:cNvSpPr/>
              <p:nvPr/>
            </p:nvSpPr>
            <p:spPr>
              <a:xfrm>
                <a:off x="6427901" y="3007942"/>
                <a:ext cx="27516" cy="22330"/>
              </a:xfrm>
              <a:custGeom>
                <a:avLst/>
                <a:gdLst/>
                <a:ahLst/>
                <a:cxnLst/>
                <a:rect l="l" t="t" r="r" b="b"/>
                <a:pathLst>
                  <a:path w="27516" h="22330" extrusionOk="0">
                    <a:moveTo>
                      <a:pt x="21504" y="2957"/>
                    </a:moveTo>
                    <a:cubicBezTo>
                      <a:pt x="12815" y="-3059"/>
                      <a:pt x="3955" y="1211"/>
                      <a:pt x="1868" y="5966"/>
                    </a:cubicBezTo>
                    <a:cubicBezTo>
                      <a:pt x="-697" y="11811"/>
                      <a:pt x="-837" y="17490"/>
                      <a:pt x="2812" y="20084"/>
                    </a:cubicBezTo>
                    <a:cubicBezTo>
                      <a:pt x="13241" y="27498"/>
                      <a:pt x="39191" y="15206"/>
                      <a:pt x="21504" y="2957"/>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0" name="Google Shape;100;p2"/>
              <p:cNvSpPr/>
              <p:nvPr/>
            </p:nvSpPr>
            <p:spPr>
              <a:xfrm>
                <a:off x="6691005" y="2600257"/>
                <a:ext cx="15856" cy="26597"/>
              </a:xfrm>
              <a:custGeom>
                <a:avLst/>
                <a:gdLst/>
                <a:ahLst/>
                <a:cxnLst/>
                <a:rect l="l" t="t" r="r" b="b"/>
                <a:pathLst>
                  <a:path w="15856" h="26597" extrusionOk="0">
                    <a:moveTo>
                      <a:pt x="193" y="24019"/>
                    </a:moveTo>
                    <a:cubicBezTo>
                      <a:pt x="-1444" y="6307"/>
                      <a:pt x="7684" y="-7037"/>
                      <a:pt x="14467" y="4046"/>
                    </a:cubicBezTo>
                    <a:cubicBezTo>
                      <a:pt x="21249" y="15131"/>
                      <a:pt x="1057" y="33364"/>
                      <a:pt x="193" y="24019"/>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1" name="Google Shape;101;p2"/>
              <p:cNvSpPr/>
              <p:nvPr/>
            </p:nvSpPr>
            <p:spPr>
              <a:xfrm>
                <a:off x="6639420" y="2995024"/>
                <a:ext cx="38605" cy="36819"/>
              </a:xfrm>
              <a:custGeom>
                <a:avLst/>
                <a:gdLst/>
                <a:ahLst/>
                <a:cxnLst/>
                <a:rect l="l" t="t" r="r" b="b"/>
                <a:pathLst>
                  <a:path w="38605" h="36819" extrusionOk="0">
                    <a:moveTo>
                      <a:pt x="9521" y="36628"/>
                    </a:moveTo>
                    <a:cubicBezTo>
                      <a:pt x="25791" y="39417"/>
                      <a:pt x="9361" y="10577"/>
                      <a:pt x="35326" y="19403"/>
                    </a:cubicBezTo>
                    <a:cubicBezTo>
                      <a:pt x="44767" y="22613"/>
                      <a:pt x="31506" y="1497"/>
                      <a:pt x="24666" y="46"/>
                    </a:cubicBezTo>
                    <a:cubicBezTo>
                      <a:pt x="17826" y="-1404"/>
                      <a:pt x="-16297" y="32203"/>
                      <a:pt x="9521" y="36628"/>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2" name="Google Shape;102;p2"/>
              <p:cNvSpPr/>
              <p:nvPr/>
            </p:nvSpPr>
            <p:spPr>
              <a:xfrm>
                <a:off x="6746175" y="2633390"/>
                <a:ext cx="38603" cy="36819"/>
              </a:xfrm>
              <a:custGeom>
                <a:avLst/>
                <a:gdLst/>
                <a:ahLst/>
                <a:cxnLst/>
                <a:rect l="l" t="t" r="r" b="b"/>
                <a:pathLst>
                  <a:path w="38603" h="36819" extrusionOk="0">
                    <a:moveTo>
                      <a:pt x="9520" y="36629"/>
                    </a:moveTo>
                    <a:cubicBezTo>
                      <a:pt x="25790" y="39417"/>
                      <a:pt x="9360" y="10577"/>
                      <a:pt x="35324" y="19404"/>
                    </a:cubicBezTo>
                    <a:cubicBezTo>
                      <a:pt x="44763" y="22613"/>
                      <a:pt x="31505" y="1497"/>
                      <a:pt x="24665" y="46"/>
                    </a:cubicBezTo>
                    <a:cubicBezTo>
                      <a:pt x="17825" y="-1406"/>
                      <a:pt x="-16296" y="32203"/>
                      <a:pt x="9520" y="3662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03" name="Google Shape;103;p2"/>
            <p:cNvGrpSpPr/>
            <p:nvPr/>
          </p:nvGrpSpPr>
          <p:grpSpPr>
            <a:xfrm>
              <a:off x="7698890" y="2325424"/>
              <a:ext cx="814155" cy="1247679"/>
              <a:chOff x="7698890" y="2325424"/>
              <a:chExt cx="814155" cy="1247679"/>
            </a:xfrm>
          </p:grpSpPr>
          <p:sp>
            <p:nvSpPr>
              <p:cNvPr id="104" name="Google Shape;104;p2"/>
              <p:cNvSpPr/>
              <p:nvPr/>
            </p:nvSpPr>
            <p:spPr>
              <a:xfrm>
                <a:off x="7737212" y="3464668"/>
                <a:ext cx="89674" cy="89142"/>
              </a:xfrm>
              <a:custGeom>
                <a:avLst/>
                <a:gdLst/>
                <a:ahLst/>
                <a:cxnLst/>
                <a:rect l="l" t="t" r="r" b="b"/>
                <a:pathLst>
                  <a:path w="89674" h="89142" extrusionOk="0">
                    <a:moveTo>
                      <a:pt x="2816" y="2917"/>
                    </a:moveTo>
                    <a:cubicBezTo>
                      <a:pt x="-2501" y="26310"/>
                      <a:pt x="-131" y="37074"/>
                      <a:pt x="8593" y="40249"/>
                    </a:cubicBezTo>
                    <a:cubicBezTo>
                      <a:pt x="17314" y="43425"/>
                      <a:pt x="19790" y="58249"/>
                      <a:pt x="27222" y="61496"/>
                    </a:cubicBezTo>
                    <a:cubicBezTo>
                      <a:pt x="34653" y="64742"/>
                      <a:pt x="38105" y="52733"/>
                      <a:pt x="46438" y="65117"/>
                    </a:cubicBezTo>
                    <a:cubicBezTo>
                      <a:pt x="54768" y="77502"/>
                      <a:pt x="51391" y="82081"/>
                      <a:pt x="61973" y="87186"/>
                    </a:cubicBezTo>
                    <a:cubicBezTo>
                      <a:pt x="72555" y="92290"/>
                      <a:pt x="89675" y="85794"/>
                      <a:pt x="89675" y="85794"/>
                    </a:cubicBezTo>
                    <a:lnTo>
                      <a:pt x="30207" y="0"/>
                    </a:lnTo>
                    <a:lnTo>
                      <a:pt x="2816" y="2917"/>
                    </a:lnTo>
                    <a:close/>
                  </a:path>
                </a:pathLst>
              </a:custGeom>
              <a:solidFill>
                <a:srgbClr val="B16E6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5" name="Google Shape;105;p2"/>
              <p:cNvSpPr/>
              <p:nvPr/>
            </p:nvSpPr>
            <p:spPr>
              <a:xfrm>
                <a:off x="7698890" y="2434289"/>
                <a:ext cx="814155" cy="1138812"/>
              </a:xfrm>
              <a:custGeom>
                <a:avLst/>
                <a:gdLst/>
                <a:ahLst/>
                <a:cxnLst/>
                <a:rect l="l" t="t" r="r" b="b"/>
                <a:pathLst>
                  <a:path w="814155" h="1138812" extrusionOk="0">
                    <a:moveTo>
                      <a:pt x="675284" y="6034"/>
                    </a:moveTo>
                    <a:cubicBezTo>
                      <a:pt x="585711" y="30894"/>
                      <a:pt x="601855" y="171821"/>
                      <a:pt x="521715" y="290195"/>
                    </a:cubicBezTo>
                    <a:cubicBezTo>
                      <a:pt x="441574" y="408569"/>
                      <a:pt x="93737" y="671950"/>
                      <a:pt x="36356" y="758834"/>
                    </a:cubicBezTo>
                    <a:cubicBezTo>
                      <a:pt x="-21027" y="845716"/>
                      <a:pt x="-9179" y="973382"/>
                      <a:pt x="62695" y="1064769"/>
                    </a:cubicBezTo>
                    <a:cubicBezTo>
                      <a:pt x="134569" y="1156159"/>
                      <a:pt x="323455" y="1188092"/>
                      <a:pt x="463234" y="1011718"/>
                    </a:cubicBezTo>
                    <a:cubicBezTo>
                      <a:pt x="603014" y="835347"/>
                      <a:pt x="700930" y="641697"/>
                      <a:pt x="744940" y="525356"/>
                    </a:cubicBezTo>
                    <a:cubicBezTo>
                      <a:pt x="788950" y="409017"/>
                      <a:pt x="906709" y="-58200"/>
                      <a:pt x="675284" y="6034"/>
                    </a:cubicBezTo>
                    <a:close/>
                  </a:path>
                </a:pathLst>
              </a:custGeom>
              <a:solidFill>
                <a:srgbClr val="AFD66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6" name="Google Shape;106;p2"/>
              <p:cNvSpPr/>
              <p:nvPr/>
            </p:nvSpPr>
            <p:spPr>
              <a:xfrm>
                <a:off x="7795196" y="2436746"/>
                <a:ext cx="717820" cy="1136357"/>
              </a:xfrm>
              <a:custGeom>
                <a:avLst/>
                <a:gdLst/>
                <a:ahLst/>
                <a:cxnLst/>
                <a:rect l="l" t="t" r="r" b="b"/>
                <a:pathLst>
                  <a:path w="717820" h="1136357" extrusionOk="0">
                    <a:moveTo>
                      <a:pt x="523823" y="500524"/>
                    </a:moveTo>
                    <a:cubicBezTo>
                      <a:pt x="637876" y="233003"/>
                      <a:pt x="550796" y="73200"/>
                      <a:pt x="613958" y="20901"/>
                    </a:cubicBezTo>
                    <a:cubicBezTo>
                      <a:pt x="622368" y="13938"/>
                      <a:pt x="631455" y="6808"/>
                      <a:pt x="640931" y="0"/>
                    </a:cubicBezTo>
                    <a:cubicBezTo>
                      <a:pt x="786373" y="33933"/>
                      <a:pt x="688008" y="418814"/>
                      <a:pt x="648632" y="522902"/>
                    </a:cubicBezTo>
                    <a:cubicBezTo>
                      <a:pt x="604622" y="639243"/>
                      <a:pt x="506706" y="832890"/>
                      <a:pt x="366926" y="1009265"/>
                    </a:cubicBezTo>
                    <a:cubicBezTo>
                      <a:pt x="255545" y="1149803"/>
                      <a:pt x="112986" y="1158081"/>
                      <a:pt x="23292" y="1109407"/>
                    </a:cubicBezTo>
                    <a:cubicBezTo>
                      <a:pt x="9334" y="1100714"/>
                      <a:pt x="0" y="1094603"/>
                      <a:pt x="0" y="1094603"/>
                    </a:cubicBezTo>
                    <a:cubicBezTo>
                      <a:pt x="83425" y="1131289"/>
                      <a:pt x="409770" y="768046"/>
                      <a:pt x="523823" y="500524"/>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7" name="Google Shape;107;p2"/>
              <p:cNvSpPr/>
              <p:nvPr/>
            </p:nvSpPr>
            <p:spPr>
              <a:xfrm>
                <a:off x="8339255" y="2327560"/>
                <a:ext cx="125377" cy="148332"/>
              </a:xfrm>
              <a:custGeom>
                <a:avLst/>
                <a:gdLst/>
                <a:ahLst/>
                <a:cxnLst/>
                <a:rect l="l" t="t" r="r" b="b"/>
                <a:pathLst>
                  <a:path w="125377" h="148332" extrusionOk="0">
                    <a:moveTo>
                      <a:pt x="125378" y="132077"/>
                    </a:moveTo>
                    <a:cubicBezTo>
                      <a:pt x="125378" y="132077"/>
                      <a:pt x="86134" y="45808"/>
                      <a:pt x="100991" y="16449"/>
                    </a:cubicBezTo>
                    <a:cubicBezTo>
                      <a:pt x="86552" y="7637"/>
                      <a:pt x="7987" y="-13459"/>
                      <a:pt x="0" y="12540"/>
                    </a:cubicBezTo>
                    <a:cubicBezTo>
                      <a:pt x="14310" y="25326"/>
                      <a:pt x="46419" y="69119"/>
                      <a:pt x="7724" y="135111"/>
                    </a:cubicBezTo>
                    <a:cubicBezTo>
                      <a:pt x="82701" y="166536"/>
                      <a:pt x="125378" y="132077"/>
                      <a:pt x="125378" y="132077"/>
                    </a:cubicBezTo>
                    <a:close/>
                  </a:path>
                </a:pathLst>
              </a:custGeom>
              <a:solidFill>
                <a:srgbClr val="47913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8" name="Google Shape;108;p2"/>
              <p:cNvSpPr/>
              <p:nvPr/>
            </p:nvSpPr>
            <p:spPr>
              <a:xfrm>
                <a:off x="8337937" y="2325424"/>
                <a:ext cx="104377" cy="38490"/>
              </a:xfrm>
              <a:custGeom>
                <a:avLst/>
                <a:gdLst/>
                <a:ahLst/>
                <a:cxnLst/>
                <a:rect l="l" t="t" r="r" b="b"/>
                <a:pathLst>
                  <a:path w="104377" h="38490" extrusionOk="0">
                    <a:moveTo>
                      <a:pt x="102309" y="18585"/>
                    </a:moveTo>
                    <a:cubicBezTo>
                      <a:pt x="110603" y="22000"/>
                      <a:pt x="91725" y="19824"/>
                      <a:pt x="84970" y="28979"/>
                    </a:cubicBezTo>
                    <a:cubicBezTo>
                      <a:pt x="78215" y="38137"/>
                      <a:pt x="50442" y="41248"/>
                      <a:pt x="38132" y="35808"/>
                    </a:cubicBezTo>
                    <a:cubicBezTo>
                      <a:pt x="25822" y="30365"/>
                      <a:pt x="8700" y="25941"/>
                      <a:pt x="3095" y="16349"/>
                    </a:cubicBezTo>
                    <a:cubicBezTo>
                      <a:pt x="-2511" y="6757"/>
                      <a:pt x="-1048" y="7734"/>
                      <a:pt x="12015" y="2293"/>
                    </a:cubicBezTo>
                    <a:cubicBezTo>
                      <a:pt x="25074" y="-3148"/>
                      <a:pt x="64931" y="2446"/>
                      <a:pt x="76114" y="5187"/>
                    </a:cubicBezTo>
                    <a:cubicBezTo>
                      <a:pt x="87297" y="7925"/>
                      <a:pt x="102309" y="18585"/>
                      <a:pt x="102309" y="18585"/>
                    </a:cubicBezTo>
                    <a:close/>
                  </a:path>
                </a:pathLst>
              </a:custGeom>
              <a:solidFill>
                <a:srgbClr val="4EA43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9" name="Google Shape;109;p2"/>
              <p:cNvSpPr/>
              <p:nvPr/>
            </p:nvSpPr>
            <p:spPr>
              <a:xfrm>
                <a:off x="8342539" y="2447746"/>
                <a:ext cx="127217" cy="35713"/>
              </a:xfrm>
              <a:custGeom>
                <a:avLst/>
                <a:gdLst/>
                <a:ahLst/>
                <a:cxnLst/>
                <a:rect l="l" t="t" r="r" b="b"/>
                <a:pathLst>
                  <a:path w="127217" h="35713" extrusionOk="0">
                    <a:moveTo>
                      <a:pt x="117028" y="0"/>
                    </a:moveTo>
                    <a:cubicBezTo>
                      <a:pt x="121500" y="10557"/>
                      <a:pt x="128625" y="15513"/>
                      <a:pt x="126975" y="17259"/>
                    </a:cubicBezTo>
                    <a:cubicBezTo>
                      <a:pt x="125324" y="19003"/>
                      <a:pt x="113933" y="14500"/>
                      <a:pt x="107329" y="21479"/>
                    </a:cubicBezTo>
                    <a:cubicBezTo>
                      <a:pt x="100722" y="28458"/>
                      <a:pt x="89571" y="33243"/>
                      <a:pt x="82279" y="30493"/>
                    </a:cubicBezTo>
                    <a:cubicBezTo>
                      <a:pt x="74986" y="27741"/>
                      <a:pt x="65109" y="24799"/>
                      <a:pt x="57357" y="30934"/>
                    </a:cubicBezTo>
                    <a:cubicBezTo>
                      <a:pt x="49607" y="37070"/>
                      <a:pt x="33939" y="37520"/>
                      <a:pt x="28046" y="30989"/>
                    </a:cubicBezTo>
                    <a:cubicBezTo>
                      <a:pt x="22154" y="24458"/>
                      <a:pt x="20166" y="21587"/>
                      <a:pt x="14441" y="23708"/>
                    </a:cubicBezTo>
                    <a:cubicBezTo>
                      <a:pt x="8718" y="25827"/>
                      <a:pt x="-7870" y="22167"/>
                      <a:pt x="4440" y="14925"/>
                    </a:cubicBezTo>
                    <a:cubicBezTo>
                      <a:pt x="16750" y="7683"/>
                      <a:pt x="58911" y="9674"/>
                      <a:pt x="66615" y="9901"/>
                    </a:cubicBezTo>
                    <a:cubicBezTo>
                      <a:pt x="74321" y="10127"/>
                      <a:pt x="117028" y="0"/>
                      <a:pt x="117028" y="0"/>
                    </a:cubicBezTo>
                    <a:close/>
                  </a:path>
                </a:pathLst>
              </a:custGeom>
              <a:solidFill>
                <a:srgbClr val="47913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0" name="Google Shape;110;p2"/>
              <p:cNvSpPr/>
              <p:nvPr/>
            </p:nvSpPr>
            <p:spPr>
              <a:xfrm>
                <a:off x="8424132" y="2370148"/>
                <a:ext cx="27362" cy="86083"/>
              </a:xfrm>
              <a:custGeom>
                <a:avLst/>
                <a:gdLst/>
                <a:ahLst/>
                <a:cxnLst/>
                <a:rect l="l" t="t" r="r" b="b"/>
                <a:pathLst>
                  <a:path w="27362" h="86083" extrusionOk="0">
                    <a:moveTo>
                      <a:pt x="3484" y="0"/>
                    </a:moveTo>
                    <a:cubicBezTo>
                      <a:pt x="-2428" y="23868"/>
                      <a:pt x="26954" y="73465"/>
                      <a:pt x="27347" y="82022"/>
                    </a:cubicBezTo>
                    <a:cubicBezTo>
                      <a:pt x="27740" y="90578"/>
                      <a:pt x="20311" y="84161"/>
                      <a:pt x="15394" y="76167"/>
                    </a:cubicBezTo>
                    <a:cubicBezTo>
                      <a:pt x="10476" y="68173"/>
                      <a:pt x="-7473" y="21875"/>
                      <a:pt x="3484"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1" name="Google Shape;111;p2"/>
              <p:cNvSpPr/>
              <p:nvPr/>
            </p:nvSpPr>
            <p:spPr>
              <a:xfrm>
                <a:off x="8356028" y="2367537"/>
                <a:ext cx="25848" cy="102829"/>
              </a:xfrm>
              <a:custGeom>
                <a:avLst/>
                <a:gdLst/>
                <a:ahLst/>
                <a:cxnLst/>
                <a:rect l="l" t="t" r="r" b="b"/>
                <a:pathLst>
                  <a:path w="25848" h="102829" extrusionOk="0">
                    <a:moveTo>
                      <a:pt x="16326" y="0"/>
                    </a:moveTo>
                    <a:cubicBezTo>
                      <a:pt x="32574" y="21241"/>
                      <a:pt x="24765" y="102719"/>
                      <a:pt x="16883" y="102829"/>
                    </a:cubicBezTo>
                    <a:cubicBezTo>
                      <a:pt x="9001" y="102941"/>
                      <a:pt x="5927" y="90482"/>
                      <a:pt x="559" y="95361"/>
                    </a:cubicBezTo>
                    <a:cubicBezTo>
                      <a:pt x="-4808" y="100239"/>
                      <a:pt x="30602" y="73596"/>
                      <a:pt x="16326"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2" name="Google Shape;112;p2"/>
              <p:cNvSpPr/>
              <p:nvPr/>
            </p:nvSpPr>
            <p:spPr>
              <a:xfrm>
                <a:off x="8399794" y="2388991"/>
                <a:ext cx="28339" cy="79393"/>
              </a:xfrm>
              <a:custGeom>
                <a:avLst/>
                <a:gdLst/>
                <a:ahLst/>
                <a:cxnLst/>
                <a:rect l="l" t="t" r="r" b="b"/>
                <a:pathLst>
                  <a:path w="28339" h="79393" extrusionOk="0">
                    <a:moveTo>
                      <a:pt x="2301" y="2359"/>
                    </a:moveTo>
                    <a:cubicBezTo>
                      <a:pt x="8302" y="17817"/>
                      <a:pt x="35117" y="79860"/>
                      <a:pt x="26729" y="79391"/>
                    </a:cubicBezTo>
                    <a:cubicBezTo>
                      <a:pt x="18342" y="78920"/>
                      <a:pt x="24478" y="64472"/>
                      <a:pt x="15452" y="73253"/>
                    </a:cubicBezTo>
                    <a:cubicBezTo>
                      <a:pt x="6425" y="82033"/>
                      <a:pt x="-4941" y="-16292"/>
                      <a:pt x="2301" y="2359"/>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 name="Google Shape;113;p2"/>
              <p:cNvSpPr/>
              <p:nvPr/>
            </p:nvSpPr>
            <p:spPr>
              <a:xfrm>
                <a:off x="7916862" y="2446685"/>
                <a:ext cx="596158" cy="1126404"/>
              </a:xfrm>
              <a:custGeom>
                <a:avLst/>
                <a:gdLst/>
                <a:ahLst/>
                <a:cxnLst/>
                <a:rect l="l" t="t" r="r" b="b"/>
                <a:pathLst>
                  <a:path w="596158" h="1126404" extrusionOk="0">
                    <a:moveTo>
                      <a:pt x="530288" y="76261"/>
                    </a:moveTo>
                    <a:cubicBezTo>
                      <a:pt x="516488" y="44300"/>
                      <a:pt x="523110" y="15243"/>
                      <a:pt x="543188" y="0"/>
                    </a:cubicBezTo>
                    <a:cubicBezTo>
                      <a:pt x="652955" y="69794"/>
                      <a:pt x="563947" y="415208"/>
                      <a:pt x="526969" y="512960"/>
                    </a:cubicBezTo>
                    <a:cubicBezTo>
                      <a:pt x="482959" y="629302"/>
                      <a:pt x="385043" y="822949"/>
                      <a:pt x="245263" y="999323"/>
                    </a:cubicBezTo>
                    <a:cubicBezTo>
                      <a:pt x="169127" y="1095389"/>
                      <a:pt x="78428" y="1129645"/>
                      <a:pt x="0" y="1126166"/>
                    </a:cubicBezTo>
                    <a:cubicBezTo>
                      <a:pt x="471616" y="882026"/>
                      <a:pt x="555048" y="133598"/>
                      <a:pt x="530288" y="76261"/>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4" name="Google Shape;114;p2"/>
              <p:cNvSpPr/>
              <p:nvPr/>
            </p:nvSpPr>
            <p:spPr>
              <a:xfrm>
                <a:off x="8043084" y="2930100"/>
                <a:ext cx="79401" cy="58399"/>
              </a:xfrm>
              <a:custGeom>
                <a:avLst/>
                <a:gdLst/>
                <a:ahLst/>
                <a:cxnLst/>
                <a:rect l="l" t="t" r="r" b="b"/>
                <a:pathLst>
                  <a:path w="79401" h="58399" extrusionOk="0">
                    <a:moveTo>
                      <a:pt x="45831" y="58237"/>
                    </a:moveTo>
                    <a:cubicBezTo>
                      <a:pt x="9022" y="60521"/>
                      <a:pt x="-8370" y="38274"/>
                      <a:pt x="3906" y="16138"/>
                    </a:cubicBezTo>
                    <a:cubicBezTo>
                      <a:pt x="16181" y="-5999"/>
                      <a:pt x="50538" y="-4173"/>
                      <a:pt x="69048" y="14378"/>
                    </a:cubicBezTo>
                    <a:cubicBezTo>
                      <a:pt x="87557" y="32927"/>
                      <a:pt x="82091" y="55988"/>
                      <a:pt x="45831" y="58237"/>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5" name="Google Shape;115;p2"/>
              <p:cNvSpPr/>
              <p:nvPr/>
            </p:nvSpPr>
            <p:spPr>
              <a:xfrm>
                <a:off x="7765947" y="3040698"/>
                <a:ext cx="297032" cy="337943"/>
              </a:xfrm>
              <a:custGeom>
                <a:avLst/>
                <a:gdLst/>
                <a:ahLst/>
                <a:cxnLst/>
                <a:rect l="l" t="t" r="r" b="b"/>
                <a:pathLst>
                  <a:path w="297032" h="337943" extrusionOk="0">
                    <a:moveTo>
                      <a:pt x="197684" y="11697"/>
                    </a:moveTo>
                    <a:cubicBezTo>
                      <a:pt x="107885" y="52498"/>
                      <a:pt x="-26877" y="178415"/>
                      <a:pt x="4693" y="289373"/>
                    </a:cubicBezTo>
                    <a:cubicBezTo>
                      <a:pt x="36263" y="400331"/>
                      <a:pt x="132515" y="296787"/>
                      <a:pt x="148809" y="220834"/>
                    </a:cubicBezTo>
                    <a:cubicBezTo>
                      <a:pt x="165104" y="144882"/>
                      <a:pt x="230587" y="51211"/>
                      <a:pt x="279889" y="33627"/>
                    </a:cubicBezTo>
                    <a:cubicBezTo>
                      <a:pt x="329189" y="16043"/>
                      <a:pt x="262950" y="-17957"/>
                      <a:pt x="197684" y="11697"/>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16" name="Google Shape;116;p2"/>
            <p:cNvGrpSpPr/>
            <p:nvPr/>
          </p:nvGrpSpPr>
          <p:grpSpPr>
            <a:xfrm>
              <a:off x="8362401" y="2386237"/>
              <a:ext cx="1532303" cy="1818087"/>
              <a:chOff x="8362401" y="2386237"/>
              <a:chExt cx="1532303" cy="1818087"/>
            </a:xfrm>
          </p:grpSpPr>
          <p:sp>
            <p:nvSpPr>
              <p:cNvPr id="117" name="Google Shape;117;p2"/>
              <p:cNvSpPr/>
              <p:nvPr/>
            </p:nvSpPr>
            <p:spPr>
              <a:xfrm>
                <a:off x="8742264" y="2386237"/>
                <a:ext cx="247030" cy="354227"/>
              </a:xfrm>
              <a:custGeom>
                <a:avLst/>
                <a:gdLst/>
                <a:ahLst/>
                <a:cxnLst/>
                <a:rect l="l" t="t" r="r" b="b"/>
                <a:pathLst>
                  <a:path w="247030" h="354227" extrusionOk="0">
                    <a:moveTo>
                      <a:pt x="133049" y="354227"/>
                    </a:moveTo>
                    <a:cubicBezTo>
                      <a:pt x="28259" y="295733"/>
                      <a:pt x="59408" y="247608"/>
                      <a:pt x="153708" y="147511"/>
                    </a:cubicBezTo>
                    <a:cubicBezTo>
                      <a:pt x="248005" y="47414"/>
                      <a:pt x="-13008" y="105318"/>
                      <a:pt x="509" y="5747"/>
                    </a:cubicBezTo>
                    <a:cubicBezTo>
                      <a:pt x="5444" y="-1394"/>
                      <a:pt x="18927" y="2716"/>
                      <a:pt x="29249" y="0"/>
                    </a:cubicBezTo>
                    <a:cubicBezTo>
                      <a:pt x="22379" y="17063"/>
                      <a:pt x="41947" y="58588"/>
                      <a:pt x="196641" y="74604"/>
                    </a:cubicBezTo>
                    <a:cubicBezTo>
                      <a:pt x="351337" y="90617"/>
                      <a:pt x="96599" y="198381"/>
                      <a:pt x="138035" y="251222"/>
                    </a:cubicBezTo>
                    <a:cubicBezTo>
                      <a:pt x="179471" y="304063"/>
                      <a:pt x="248784" y="299059"/>
                      <a:pt x="232885" y="322267"/>
                    </a:cubicBezTo>
                    <a:cubicBezTo>
                      <a:pt x="216989" y="345470"/>
                      <a:pt x="133049" y="354227"/>
                      <a:pt x="133049" y="354227"/>
                    </a:cubicBezTo>
                    <a:close/>
                  </a:path>
                </a:pathLst>
              </a:custGeom>
              <a:solidFill>
                <a:srgbClr val="62381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8" name="Google Shape;118;p2"/>
              <p:cNvSpPr/>
              <p:nvPr/>
            </p:nvSpPr>
            <p:spPr>
              <a:xfrm>
                <a:off x="8362401" y="2672023"/>
                <a:ext cx="1532301" cy="1532301"/>
              </a:xfrm>
              <a:custGeom>
                <a:avLst/>
                <a:gdLst/>
                <a:ahLst/>
                <a:cxnLst/>
                <a:rect l="l" t="t" r="r" b="b"/>
                <a:pathLst>
                  <a:path w="1532301" h="1532301" extrusionOk="0">
                    <a:moveTo>
                      <a:pt x="1532301" y="766151"/>
                    </a:moveTo>
                    <a:cubicBezTo>
                      <a:pt x="1532301" y="1189284"/>
                      <a:pt x="1189284" y="1532302"/>
                      <a:pt x="766151" y="1532302"/>
                    </a:cubicBezTo>
                    <a:cubicBezTo>
                      <a:pt x="343017" y="1532302"/>
                      <a:pt x="0" y="1189284"/>
                      <a:pt x="0" y="766151"/>
                    </a:cubicBezTo>
                    <a:cubicBezTo>
                      <a:pt x="0" y="343018"/>
                      <a:pt x="343017" y="0"/>
                      <a:pt x="766151" y="0"/>
                    </a:cubicBezTo>
                    <a:cubicBezTo>
                      <a:pt x="1189284" y="0"/>
                      <a:pt x="1532301" y="343017"/>
                      <a:pt x="1532301" y="766151"/>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9" name="Google Shape;119;p2"/>
              <p:cNvSpPr/>
              <p:nvPr/>
            </p:nvSpPr>
            <p:spPr>
              <a:xfrm>
                <a:off x="8444244" y="2825782"/>
                <a:ext cx="409409" cy="1322677"/>
              </a:xfrm>
              <a:custGeom>
                <a:avLst/>
                <a:gdLst/>
                <a:ahLst/>
                <a:cxnLst/>
                <a:rect l="l" t="t" r="r" b="b"/>
                <a:pathLst>
                  <a:path w="409409" h="1322677" extrusionOk="0">
                    <a:moveTo>
                      <a:pt x="167320" y="47217"/>
                    </a:moveTo>
                    <a:cubicBezTo>
                      <a:pt x="167313" y="138822"/>
                      <a:pt x="6774" y="266374"/>
                      <a:pt x="6113" y="341691"/>
                    </a:cubicBezTo>
                    <a:cubicBezTo>
                      <a:pt x="5338" y="430189"/>
                      <a:pt x="79905" y="441200"/>
                      <a:pt x="67819" y="488006"/>
                    </a:cubicBezTo>
                    <a:cubicBezTo>
                      <a:pt x="55731" y="534814"/>
                      <a:pt x="-13546" y="510855"/>
                      <a:pt x="2360" y="592488"/>
                    </a:cubicBezTo>
                    <a:cubicBezTo>
                      <a:pt x="18268" y="674121"/>
                      <a:pt x="110789" y="759736"/>
                      <a:pt x="60001" y="824261"/>
                    </a:cubicBezTo>
                    <a:cubicBezTo>
                      <a:pt x="9213" y="888786"/>
                      <a:pt x="4696" y="951518"/>
                      <a:pt x="44742" y="968501"/>
                    </a:cubicBezTo>
                    <a:cubicBezTo>
                      <a:pt x="84788" y="985483"/>
                      <a:pt x="134534" y="1013674"/>
                      <a:pt x="126592" y="1077698"/>
                    </a:cubicBezTo>
                    <a:cubicBezTo>
                      <a:pt x="118648" y="1141722"/>
                      <a:pt x="313482" y="1200573"/>
                      <a:pt x="299133" y="1255204"/>
                    </a:cubicBezTo>
                    <a:cubicBezTo>
                      <a:pt x="297731" y="1260546"/>
                      <a:pt x="295365" y="1265738"/>
                      <a:pt x="292432" y="1270788"/>
                    </a:cubicBezTo>
                    <a:cubicBezTo>
                      <a:pt x="326220" y="1290943"/>
                      <a:pt x="361191" y="1308200"/>
                      <a:pt x="397003" y="1322677"/>
                    </a:cubicBezTo>
                    <a:cubicBezTo>
                      <a:pt x="393634" y="1313750"/>
                      <a:pt x="393112" y="1303605"/>
                      <a:pt x="396708" y="1291967"/>
                    </a:cubicBezTo>
                    <a:cubicBezTo>
                      <a:pt x="422444" y="1208720"/>
                      <a:pt x="409745" y="1150130"/>
                      <a:pt x="352431" y="1106015"/>
                    </a:cubicBezTo>
                    <a:cubicBezTo>
                      <a:pt x="295114" y="1061897"/>
                      <a:pt x="235897" y="1058402"/>
                      <a:pt x="274094" y="997841"/>
                    </a:cubicBezTo>
                    <a:cubicBezTo>
                      <a:pt x="312293" y="937278"/>
                      <a:pt x="229709" y="898775"/>
                      <a:pt x="210395" y="878674"/>
                    </a:cubicBezTo>
                    <a:cubicBezTo>
                      <a:pt x="191080" y="858571"/>
                      <a:pt x="192927" y="786674"/>
                      <a:pt x="227304" y="747113"/>
                    </a:cubicBezTo>
                    <a:cubicBezTo>
                      <a:pt x="261683" y="707551"/>
                      <a:pt x="137403" y="639385"/>
                      <a:pt x="153489" y="576207"/>
                    </a:cubicBezTo>
                    <a:cubicBezTo>
                      <a:pt x="169574" y="513026"/>
                      <a:pt x="290160" y="426101"/>
                      <a:pt x="210427" y="401390"/>
                    </a:cubicBezTo>
                    <a:cubicBezTo>
                      <a:pt x="130693" y="376678"/>
                      <a:pt x="100797" y="328939"/>
                      <a:pt x="145310" y="278679"/>
                    </a:cubicBezTo>
                    <a:cubicBezTo>
                      <a:pt x="189821" y="228419"/>
                      <a:pt x="313237" y="95047"/>
                      <a:pt x="281997" y="66139"/>
                    </a:cubicBezTo>
                    <a:cubicBezTo>
                      <a:pt x="270715" y="55698"/>
                      <a:pt x="248216" y="29366"/>
                      <a:pt x="224090" y="0"/>
                    </a:cubicBezTo>
                    <a:cubicBezTo>
                      <a:pt x="204579" y="14694"/>
                      <a:pt x="185635" y="30429"/>
                      <a:pt x="167320" y="47217"/>
                    </a:cubicBezTo>
                    <a:close/>
                  </a:path>
                </a:pathLst>
              </a:custGeom>
              <a:solidFill>
                <a:srgbClr val="62C24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0" name="Google Shape;120;p2"/>
              <p:cNvSpPr/>
              <p:nvPr/>
            </p:nvSpPr>
            <p:spPr>
              <a:xfrm>
                <a:off x="9182642" y="2675918"/>
                <a:ext cx="636323" cy="1383324"/>
              </a:xfrm>
              <a:custGeom>
                <a:avLst/>
                <a:gdLst/>
                <a:ahLst/>
                <a:cxnLst/>
                <a:rect l="l" t="t" r="r" b="b"/>
                <a:pathLst>
                  <a:path w="636323" h="1383324" extrusionOk="0">
                    <a:moveTo>
                      <a:pt x="491255" y="427967"/>
                    </a:moveTo>
                    <a:cubicBezTo>
                      <a:pt x="467833" y="348162"/>
                      <a:pt x="417337" y="401303"/>
                      <a:pt x="385077" y="365298"/>
                    </a:cubicBezTo>
                    <a:cubicBezTo>
                      <a:pt x="352815" y="329296"/>
                      <a:pt x="413963" y="285222"/>
                      <a:pt x="372572" y="206995"/>
                    </a:cubicBezTo>
                    <a:cubicBezTo>
                      <a:pt x="335953" y="137791"/>
                      <a:pt x="119988" y="97918"/>
                      <a:pt x="89792" y="9807"/>
                    </a:cubicBezTo>
                    <a:cubicBezTo>
                      <a:pt x="67538" y="5573"/>
                      <a:pt x="45156" y="2245"/>
                      <a:pt x="22684" y="0"/>
                    </a:cubicBezTo>
                    <a:cubicBezTo>
                      <a:pt x="14489" y="38679"/>
                      <a:pt x="6259" y="74245"/>
                      <a:pt x="862" y="89206"/>
                    </a:cubicBezTo>
                    <a:cubicBezTo>
                      <a:pt x="-13581" y="129246"/>
                      <a:pt x="157350" y="190911"/>
                      <a:pt x="219991" y="215065"/>
                    </a:cubicBezTo>
                    <a:cubicBezTo>
                      <a:pt x="282630" y="239221"/>
                      <a:pt x="278042" y="295360"/>
                      <a:pt x="218608" y="353976"/>
                    </a:cubicBezTo>
                    <a:cubicBezTo>
                      <a:pt x="159175" y="412591"/>
                      <a:pt x="306228" y="434313"/>
                      <a:pt x="349571" y="483016"/>
                    </a:cubicBezTo>
                    <a:cubicBezTo>
                      <a:pt x="392913" y="531717"/>
                      <a:pt x="313909" y="649407"/>
                      <a:pt x="362631" y="668724"/>
                    </a:cubicBezTo>
                    <a:cubicBezTo>
                      <a:pt x="411355" y="688042"/>
                      <a:pt x="446060" y="751031"/>
                      <a:pt x="438155" y="777766"/>
                    </a:cubicBezTo>
                    <a:cubicBezTo>
                      <a:pt x="430250" y="804501"/>
                      <a:pt x="374628" y="876672"/>
                      <a:pt x="436402" y="912880"/>
                    </a:cubicBezTo>
                    <a:cubicBezTo>
                      <a:pt x="498175" y="949088"/>
                      <a:pt x="447201" y="979428"/>
                      <a:pt x="416599" y="1044965"/>
                    </a:cubicBezTo>
                    <a:cubicBezTo>
                      <a:pt x="385996" y="1110500"/>
                      <a:pt x="401666" y="1168363"/>
                      <a:pt x="462808" y="1230449"/>
                    </a:cubicBezTo>
                    <a:cubicBezTo>
                      <a:pt x="523947" y="1292532"/>
                      <a:pt x="368972" y="1383325"/>
                      <a:pt x="368972" y="1383325"/>
                    </a:cubicBezTo>
                    <a:cubicBezTo>
                      <a:pt x="368972" y="1383325"/>
                      <a:pt x="388357" y="1378049"/>
                      <a:pt x="440720" y="1346987"/>
                    </a:cubicBezTo>
                    <a:cubicBezTo>
                      <a:pt x="464179" y="1327085"/>
                      <a:pt x="486816" y="1305761"/>
                      <a:pt x="508235" y="1282613"/>
                    </a:cubicBezTo>
                    <a:cubicBezTo>
                      <a:pt x="537583" y="1250897"/>
                      <a:pt x="563566" y="1217286"/>
                      <a:pt x="586542" y="1182333"/>
                    </a:cubicBezTo>
                    <a:cubicBezTo>
                      <a:pt x="568144" y="1174812"/>
                      <a:pt x="545572" y="1167346"/>
                      <a:pt x="532540" y="1152926"/>
                    </a:cubicBezTo>
                    <a:cubicBezTo>
                      <a:pt x="494673" y="1111017"/>
                      <a:pt x="640606" y="969145"/>
                      <a:pt x="604105" y="915950"/>
                    </a:cubicBezTo>
                    <a:cubicBezTo>
                      <a:pt x="567605" y="862757"/>
                      <a:pt x="598813" y="814842"/>
                      <a:pt x="626561" y="781346"/>
                    </a:cubicBezTo>
                    <a:cubicBezTo>
                      <a:pt x="654306" y="747847"/>
                      <a:pt x="621442" y="694222"/>
                      <a:pt x="546667" y="660284"/>
                    </a:cubicBezTo>
                    <a:cubicBezTo>
                      <a:pt x="471899" y="626346"/>
                      <a:pt x="514675" y="507769"/>
                      <a:pt x="491255" y="427967"/>
                    </a:cubicBezTo>
                    <a:close/>
                  </a:path>
                </a:pathLst>
              </a:custGeom>
              <a:solidFill>
                <a:srgbClr val="62C24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1" name="Google Shape;121;p2"/>
              <p:cNvSpPr/>
              <p:nvPr/>
            </p:nvSpPr>
            <p:spPr>
              <a:xfrm>
                <a:off x="8811347" y="2672409"/>
                <a:ext cx="688652" cy="1496961"/>
              </a:xfrm>
              <a:custGeom>
                <a:avLst/>
                <a:gdLst/>
                <a:ahLst/>
                <a:cxnLst/>
                <a:rect l="l" t="t" r="r" b="b"/>
                <a:pathLst>
                  <a:path w="688652" h="1496961" extrusionOk="0">
                    <a:moveTo>
                      <a:pt x="163230" y="265482"/>
                    </a:moveTo>
                    <a:cubicBezTo>
                      <a:pt x="199528" y="206351"/>
                      <a:pt x="287461" y="69042"/>
                      <a:pt x="300091" y="0"/>
                    </a:cubicBezTo>
                    <a:cubicBezTo>
                      <a:pt x="246740" y="1198"/>
                      <a:pt x="193531" y="7747"/>
                      <a:pt x="141399" y="19987"/>
                    </a:cubicBezTo>
                    <a:cubicBezTo>
                      <a:pt x="116733" y="137183"/>
                      <a:pt x="-11543" y="297224"/>
                      <a:pt x="840" y="379487"/>
                    </a:cubicBezTo>
                    <a:cubicBezTo>
                      <a:pt x="17772" y="491993"/>
                      <a:pt x="113830" y="487736"/>
                      <a:pt x="108094" y="550096"/>
                    </a:cubicBezTo>
                    <a:cubicBezTo>
                      <a:pt x="102359" y="612456"/>
                      <a:pt x="10340" y="598987"/>
                      <a:pt x="46878" y="698700"/>
                    </a:cubicBezTo>
                    <a:cubicBezTo>
                      <a:pt x="83415" y="798413"/>
                      <a:pt x="217157" y="884449"/>
                      <a:pt x="166312" y="978758"/>
                    </a:cubicBezTo>
                    <a:cubicBezTo>
                      <a:pt x="115467" y="1073067"/>
                      <a:pt x="122478" y="1153785"/>
                      <a:pt x="176302" y="1165549"/>
                    </a:cubicBezTo>
                    <a:cubicBezTo>
                      <a:pt x="230126" y="1177311"/>
                      <a:pt x="298429" y="1200928"/>
                      <a:pt x="301389" y="1284122"/>
                    </a:cubicBezTo>
                    <a:cubicBezTo>
                      <a:pt x="304350" y="1367316"/>
                      <a:pt x="561413" y="1394371"/>
                      <a:pt x="554415" y="1467214"/>
                    </a:cubicBezTo>
                    <a:cubicBezTo>
                      <a:pt x="553462" y="1477122"/>
                      <a:pt x="550120" y="1487114"/>
                      <a:pt x="545662" y="1496962"/>
                    </a:cubicBezTo>
                    <a:cubicBezTo>
                      <a:pt x="594893" y="1481630"/>
                      <a:pt x="642817" y="1461269"/>
                      <a:pt x="688651" y="1435853"/>
                    </a:cubicBezTo>
                    <a:cubicBezTo>
                      <a:pt x="688910" y="1354494"/>
                      <a:pt x="658380" y="1299594"/>
                      <a:pt x="591284" y="1264842"/>
                    </a:cubicBezTo>
                    <a:cubicBezTo>
                      <a:pt x="510236" y="1222866"/>
                      <a:pt x="435017" y="1232904"/>
                      <a:pt x="470823" y="1146706"/>
                    </a:cubicBezTo>
                    <a:cubicBezTo>
                      <a:pt x="506631" y="1060508"/>
                      <a:pt x="394926" y="1031834"/>
                      <a:pt x="366554" y="1011041"/>
                    </a:cubicBezTo>
                    <a:cubicBezTo>
                      <a:pt x="338182" y="990250"/>
                      <a:pt x="325955" y="898553"/>
                      <a:pt x="361205" y="839938"/>
                    </a:cubicBezTo>
                    <a:cubicBezTo>
                      <a:pt x="396455" y="781323"/>
                      <a:pt x="226283" y="725199"/>
                      <a:pt x="233737" y="641084"/>
                    </a:cubicBezTo>
                    <a:cubicBezTo>
                      <a:pt x="241192" y="556968"/>
                      <a:pt x="375325" y="417165"/>
                      <a:pt x="270000" y="405299"/>
                    </a:cubicBezTo>
                    <a:cubicBezTo>
                      <a:pt x="164675" y="393425"/>
                      <a:pt x="117396" y="340150"/>
                      <a:pt x="163230" y="265482"/>
                    </a:cubicBezTo>
                    <a:close/>
                  </a:path>
                </a:pathLst>
              </a:custGeom>
              <a:solidFill>
                <a:srgbClr val="62C24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2" name="Google Shape;122;p2"/>
              <p:cNvSpPr/>
              <p:nvPr/>
            </p:nvSpPr>
            <p:spPr>
              <a:xfrm>
                <a:off x="9111438" y="2672060"/>
                <a:ext cx="783265" cy="1526634"/>
              </a:xfrm>
              <a:custGeom>
                <a:avLst/>
                <a:gdLst/>
                <a:ahLst/>
                <a:cxnLst/>
                <a:rect l="l" t="t" r="r" b="b"/>
                <a:pathLst>
                  <a:path w="783265" h="1526634" extrusionOk="0">
                    <a:moveTo>
                      <a:pt x="109506" y="1526634"/>
                    </a:moveTo>
                    <a:lnTo>
                      <a:pt x="109506" y="1526634"/>
                    </a:lnTo>
                    <a:cubicBezTo>
                      <a:pt x="283446" y="1505589"/>
                      <a:pt x="451119" y="1425143"/>
                      <a:pt x="579441" y="1286469"/>
                    </a:cubicBezTo>
                    <a:cubicBezTo>
                      <a:pt x="866826" y="975903"/>
                      <a:pt x="848035" y="491168"/>
                      <a:pt x="537468" y="203781"/>
                    </a:cubicBezTo>
                    <a:cubicBezTo>
                      <a:pt x="385751" y="63388"/>
                      <a:pt x="192468" y="-3893"/>
                      <a:pt x="933" y="174"/>
                    </a:cubicBezTo>
                    <a:lnTo>
                      <a:pt x="0" y="350"/>
                    </a:lnTo>
                    <a:cubicBezTo>
                      <a:pt x="0" y="350"/>
                      <a:pt x="1135020" y="527490"/>
                      <a:pt x="109506" y="1526634"/>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3" name="Google Shape;123;p2"/>
              <p:cNvSpPr/>
              <p:nvPr/>
            </p:nvSpPr>
            <p:spPr>
              <a:xfrm>
                <a:off x="9022733" y="2672047"/>
                <a:ext cx="871971" cy="1457868"/>
              </a:xfrm>
              <a:custGeom>
                <a:avLst/>
                <a:gdLst/>
                <a:ahLst/>
                <a:cxnLst/>
                <a:rect l="l" t="t" r="r" b="b"/>
                <a:pathLst>
                  <a:path w="871971" h="1457868" extrusionOk="0">
                    <a:moveTo>
                      <a:pt x="626174" y="203796"/>
                    </a:moveTo>
                    <a:cubicBezTo>
                      <a:pt x="450710" y="41428"/>
                      <a:pt x="219652" y="-23176"/>
                      <a:pt x="0" y="7326"/>
                    </a:cubicBezTo>
                    <a:lnTo>
                      <a:pt x="0" y="7326"/>
                    </a:lnTo>
                    <a:cubicBezTo>
                      <a:pt x="0" y="7326"/>
                      <a:pt x="1252881" y="94459"/>
                      <a:pt x="435583" y="1457869"/>
                    </a:cubicBezTo>
                    <a:lnTo>
                      <a:pt x="435583" y="1457869"/>
                    </a:lnTo>
                    <a:cubicBezTo>
                      <a:pt x="520885" y="1417237"/>
                      <a:pt x="600059" y="1360064"/>
                      <a:pt x="668147" y="1286485"/>
                    </a:cubicBezTo>
                    <a:cubicBezTo>
                      <a:pt x="955534" y="975916"/>
                      <a:pt x="936741" y="491181"/>
                      <a:pt x="626174" y="203796"/>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24" name="Google Shape;124;p2"/>
            <p:cNvGrpSpPr/>
            <p:nvPr/>
          </p:nvGrpSpPr>
          <p:grpSpPr>
            <a:xfrm>
              <a:off x="8957949" y="770903"/>
              <a:ext cx="948375" cy="862420"/>
              <a:chOff x="8957949" y="770903"/>
              <a:chExt cx="948375" cy="862420"/>
            </a:xfrm>
          </p:grpSpPr>
          <p:grpSp>
            <p:nvGrpSpPr>
              <p:cNvPr id="125" name="Google Shape;125;p2"/>
              <p:cNvGrpSpPr/>
              <p:nvPr/>
            </p:nvGrpSpPr>
            <p:grpSpPr>
              <a:xfrm>
                <a:off x="9390242" y="1073867"/>
                <a:ext cx="430405" cy="559456"/>
                <a:chOff x="9390242" y="1073867"/>
                <a:chExt cx="430405" cy="559456"/>
              </a:xfrm>
            </p:grpSpPr>
            <p:sp>
              <p:nvSpPr>
                <p:cNvPr id="126" name="Google Shape;126;p2"/>
                <p:cNvSpPr/>
                <p:nvPr/>
              </p:nvSpPr>
              <p:spPr>
                <a:xfrm>
                  <a:off x="9390242" y="1077718"/>
                  <a:ext cx="430405" cy="538949"/>
                </a:xfrm>
                <a:custGeom>
                  <a:avLst/>
                  <a:gdLst/>
                  <a:ahLst/>
                  <a:cxnLst/>
                  <a:rect l="l" t="t" r="r" b="b"/>
                  <a:pathLst>
                    <a:path w="430405" h="538949" extrusionOk="0">
                      <a:moveTo>
                        <a:pt x="271789" y="524364"/>
                      </a:moveTo>
                      <a:cubicBezTo>
                        <a:pt x="283806" y="531571"/>
                        <a:pt x="298912" y="533800"/>
                        <a:pt x="313572" y="529228"/>
                      </a:cubicBezTo>
                      <a:cubicBezTo>
                        <a:pt x="336741" y="522005"/>
                        <a:pt x="351188" y="500194"/>
                        <a:pt x="349458" y="477585"/>
                      </a:cubicBezTo>
                      <a:cubicBezTo>
                        <a:pt x="352370" y="477700"/>
                        <a:pt x="355363" y="477325"/>
                        <a:pt x="358316" y="476403"/>
                      </a:cubicBezTo>
                      <a:cubicBezTo>
                        <a:pt x="371847" y="472186"/>
                        <a:pt x="379491" y="458104"/>
                        <a:pt x="375390" y="444955"/>
                      </a:cubicBezTo>
                      <a:cubicBezTo>
                        <a:pt x="374821" y="443131"/>
                        <a:pt x="374050" y="441423"/>
                        <a:pt x="373118" y="439841"/>
                      </a:cubicBezTo>
                      <a:cubicBezTo>
                        <a:pt x="380038" y="440614"/>
                        <a:pt x="387252" y="440008"/>
                        <a:pt x="394364" y="437791"/>
                      </a:cubicBezTo>
                      <a:cubicBezTo>
                        <a:pt x="421186" y="429428"/>
                        <a:pt x="436339" y="401519"/>
                        <a:pt x="428211" y="375449"/>
                      </a:cubicBezTo>
                      <a:cubicBezTo>
                        <a:pt x="424441" y="363358"/>
                        <a:pt x="416321" y="353796"/>
                        <a:pt x="406027" y="347843"/>
                      </a:cubicBezTo>
                      <a:cubicBezTo>
                        <a:pt x="420241" y="336854"/>
                        <a:pt x="426946" y="318169"/>
                        <a:pt x="421419" y="300441"/>
                      </a:cubicBezTo>
                      <a:cubicBezTo>
                        <a:pt x="416648" y="285143"/>
                        <a:pt x="403974" y="274438"/>
                        <a:pt x="389063" y="271169"/>
                      </a:cubicBezTo>
                      <a:cubicBezTo>
                        <a:pt x="393856" y="266169"/>
                        <a:pt x="395879" y="258909"/>
                        <a:pt x="393719" y="251975"/>
                      </a:cubicBezTo>
                      <a:cubicBezTo>
                        <a:pt x="391710" y="245529"/>
                        <a:pt x="386562" y="240904"/>
                        <a:pt x="380394" y="239169"/>
                      </a:cubicBezTo>
                      <a:cubicBezTo>
                        <a:pt x="394265" y="228132"/>
                        <a:pt x="400751" y="209677"/>
                        <a:pt x="395290" y="192160"/>
                      </a:cubicBezTo>
                      <a:cubicBezTo>
                        <a:pt x="389323" y="173026"/>
                        <a:pt x="370996" y="161070"/>
                        <a:pt x="351380" y="161879"/>
                      </a:cubicBezTo>
                      <a:cubicBezTo>
                        <a:pt x="353458" y="155977"/>
                        <a:pt x="353737" y="149437"/>
                        <a:pt x="351753" y="143070"/>
                      </a:cubicBezTo>
                      <a:cubicBezTo>
                        <a:pt x="347693" y="130052"/>
                        <a:pt x="335449" y="121778"/>
                        <a:pt x="322154" y="121865"/>
                      </a:cubicBezTo>
                      <a:cubicBezTo>
                        <a:pt x="326907" y="110968"/>
                        <a:pt x="327937" y="98502"/>
                        <a:pt x="324168" y="86412"/>
                      </a:cubicBezTo>
                      <a:cubicBezTo>
                        <a:pt x="315671" y="59163"/>
                        <a:pt x="286055" y="44157"/>
                        <a:pt x="258018" y="52899"/>
                      </a:cubicBezTo>
                      <a:cubicBezTo>
                        <a:pt x="256978" y="53224"/>
                        <a:pt x="255960" y="53585"/>
                        <a:pt x="254954" y="53964"/>
                      </a:cubicBezTo>
                      <a:cubicBezTo>
                        <a:pt x="255302" y="48041"/>
                        <a:pt x="254612" y="41977"/>
                        <a:pt x="252748" y="36003"/>
                      </a:cubicBezTo>
                      <a:cubicBezTo>
                        <a:pt x="244254" y="8754"/>
                        <a:pt x="214636" y="-6251"/>
                        <a:pt x="186601" y="2490"/>
                      </a:cubicBezTo>
                      <a:cubicBezTo>
                        <a:pt x="175125" y="6068"/>
                        <a:pt x="165696" y="13072"/>
                        <a:pt x="159139" y="21965"/>
                      </a:cubicBezTo>
                      <a:cubicBezTo>
                        <a:pt x="139422" y="15365"/>
                        <a:pt x="120448" y="19576"/>
                        <a:pt x="108342" y="42729"/>
                      </a:cubicBezTo>
                      <a:cubicBezTo>
                        <a:pt x="94791" y="34620"/>
                        <a:pt x="77767" y="32119"/>
                        <a:pt x="61243" y="37270"/>
                      </a:cubicBezTo>
                      <a:cubicBezTo>
                        <a:pt x="30977" y="46706"/>
                        <a:pt x="13877" y="78203"/>
                        <a:pt x="23049" y="107617"/>
                      </a:cubicBezTo>
                      <a:cubicBezTo>
                        <a:pt x="24743" y="113053"/>
                        <a:pt x="27221" y="118034"/>
                        <a:pt x="30318" y="122489"/>
                      </a:cubicBezTo>
                      <a:cubicBezTo>
                        <a:pt x="29352" y="122647"/>
                        <a:pt x="28382" y="122871"/>
                        <a:pt x="27418" y="123171"/>
                      </a:cubicBezTo>
                      <a:cubicBezTo>
                        <a:pt x="16666" y="126522"/>
                        <a:pt x="10590" y="137712"/>
                        <a:pt x="13848" y="148163"/>
                      </a:cubicBezTo>
                      <a:cubicBezTo>
                        <a:pt x="15517" y="153517"/>
                        <a:pt x="19316" y="157634"/>
                        <a:pt x="24066" y="159930"/>
                      </a:cubicBezTo>
                      <a:cubicBezTo>
                        <a:pt x="4955" y="171757"/>
                        <a:pt x="-4628" y="194928"/>
                        <a:pt x="2194" y="216808"/>
                      </a:cubicBezTo>
                      <a:cubicBezTo>
                        <a:pt x="10231" y="242584"/>
                        <a:pt x="38024" y="256893"/>
                        <a:pt x="64579" y="249120"/>
                      </a:cubicBezTo>
                      <a:cubicBezTo>
                        <a:pt x="64590" y="249132"/>
                        <a:pt x="64601" y="249145"/>
                        <a:pt x="64613" y="249157"/>
                      </a:cubicBezTo>
                      <a:cubicBezTo>
                        <a:pt x="50714" y="253978"/>
                        <a:pt x="42965" y="268675"/>
                        <a:pt x="47251" y="282425"/>
                      </a:cubicBezTo>
                      <a:cubicBezTo>
                        <a:pt x="49006" y="288053"/>
                        <a:pt x="52513" y="292664"/>
                        <a:pt x="57012" y="295880"/>
                      </a:cubicBezTo>
                      <a:cubicBezTo>
                        <a:pt x="45248" y="307077"/>
                        <a:pt x="40087" y="324069"/>
                        <a:pt x="45136" y="340261"/>
                      </a:cubicBezTo>
                      <a:cubicBezTo>
                        <a:pt x="49155" y="353149"/>
                        <a:pt x="58782" y="362782"/>
                        <a:pt x="70630" y="367455"/>
                      </a:cubicBezTo>
                      <a:cubicBezTo>
                        <a:pt x="65829" y="378035"/>
                        <a:pt x="64718" y="390221"/>
                        <a:pt x="68401" y="402038"/>
                      </a:cubicBezTo>
                      <a:cubicBezTo>
                        <a:pt x="76011" y="426445"/>
                        <a:pt x="101335" y="440582"/>
                        <a:pt x="126548" y="435418"/>
                      </a:cubicBezTo>
                      <a:cubicBezTo>
                        <a:pt x="122081" y="440394"/>
                        <a:pt x="120254" y="447415"/>
                        <a:pt x="122348" y="454124"/>
                      </a:cubicBezTo>
                      <a:cubicBezTo>
                        <a:pt x="125124" y="463028"/>
                        <a:pt x="133888" y="468457"/>
                        <a:pt x="143057" y="467591"/>
                      </a:cubicBezTo>
                      <a:cubicBezTo>
                        <a:pt x="139111" y="477610"/>
                        <a:pt x="138400" y="488885"/>
                        <a:pt x="141818" y="499842"/>
                      </a:cubicBezTo>
                      <a:cubicBezTo>
                        <a:pt x="149945" y="525909"/>
                        <a:pt x="178275" y="540263"/>
                        <a:pt x="205097" y="531901"/>
                      </a:cubicBezTo>
                      <a:cubicBezTo>
                        <a:pt x="212367" y="529635"/>
                        <a:pt x="218769" y="525923"/>
                        <a:pt x="224093" y="521211"/>
                      </a:cubicBezTo>
                      <a:cubicBezTo>
                        <a:pt x="224130" y="521332"/>
                        <a:pt x="224160" y="521454"/>
                        <a:pt x="224196" y="521575"/>
                      </a:cubicBezTo>
                      <a:cubicBezTo>
                        <a:pt x="228295" y="534726"/>
                        <a:pt x="242590" y="541966"/>
                        <a:pt x="256118" y="537748"/>
                      </a:cubicBezTo>
                      <a:cubicBezTo>
                        <a:pt x="263285" y="535515"/>
                        <a:pt x="268794" y="530520"/>
                        <a:pt x="271789" y="524364"/>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7" name="Google Shape;127;p2"/>
                <p:cNvSpPr/>
                <p:nvPr/>
              </p:nvSpPr>
              <p:spPr>
                <a:xfrm rot="-1038166">
                  <a:off x="9489945" y="1301472"/>
                  <a:ext cx="95982" cy="93290"/>
                </a:xfrm>
                <a:custGeom>
                  <a:avLst/>
                  <a:gdLst/>
                  <a:ahLst/>
                  <a:cxnLst/>
                  <a:rect l="l" t="t" r="r" b="b"/>
                  <a:pathLst>
                    <a:path w="95957" h="93265" extrusionOk="0">
                      <a:moveTo>
                        <a:pt x="95958" y="46633"/>
                      </a:moveTo>
                      <a:cubicBezTo>
                        <a:pt x="95958" y="72387"/>
                        <a:pt x="74477" y="93265"/>
                        <a:pt x="47979" y="93265"/>
                      </a:cubicBezTo>
                      <a:cubicBezTo>
                        <a:pt x="21481" y="93265"/>
                        <a:pt x="0" y="72387"/>
                        <a:pt x="0" y="46633"/>
                      </a:cubicBezTo>
                      <a:cubicBezTo>
                        <a:pt x="0" y="20878"/>
                        <a:pt x="21481" y="0"/>
                        <a:pt x="47979" y="0"/>
                      </a:cubicBezTo>
                      <a:cubicBezTo>
                        <a:pt x="74477" y="0"/>
                        <a:pt x="95958" y="20878"/>
                        <a:pt x="95958" y="46633"/>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8" name="Google Shape;128;p2"/>
                <p:cNvSpPr/>
                <p:nvPr/>
              </p:nvSpPr>
              <p:spPr>
                <a:xfrm>
                  <a:off x="9529734" y="1373830"/>
                  <a:ext cx="58531" cy="57172"/>
                </a:xfrm>
                <a:custGeom>
                  <a:avLst/>
                  <a:gdLst/>
                  <a:ahLst/>
                  <a:cxnLst/>
                  <a:rect l="l" t="t" r="r" b="b"/>
                  <a:pathLst>
                    <a:path w="58531" h="57172" extrusionOk="0">
                      <a:moveTo>
                        <a:pt x="19862" y="1677"/>
                      </a:moveTo>
                      <a:cubicBezTo>
                        <a:pt x="4562" y="6992"/>
                        <a:pt x="-3633" y="23348"/>
                        <a:pt x="1560" y="38209"/>
                      </a:cubicBezTo>
                      <a:cubicBezTo>
                        <a:pt x="6754" y="53070"/>
                        <a:pt x="23369" y="60811"/>
                        <a:pt x="38669" y="55496"/>
                      </a:cubicBezTo>
                      <a:cubicBezTo>
                        <a:pt x="53969" y="50181"/>
                        <a:pt x="62164" y="33825"/>
                        <a:pt x="56971" y="18963"/>
                      </a:cubicBezTo>
                      <a:cubicBezTo>
                        <a:pt x="51777" y="4102"/>
                        <a:pt x="35162" y="-3638"/>
                        <a:pt x="19862" y="1677"/>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9" name="Google Shape;129;p2"/>
                <p:cNvSpPr/>
                <p:nvPr/>
              </p:nvSpPr>
              <p:spPr>
                <a:xfrm>
                  <a:off x="9587100" y="1511447"/>
                  <a:ext cx="59993" cy="51527"/>
                </a:xfrm>
                <a:custGeom>
                  <a:avLst/>
                  <a:gdLst/>
                  <a:ahLst/>
                  <a:cxnLst/>
                  <a:rect l="l" t="t" r="r" b="b"/>
                  <a:pathLst>
                    <a:path w="59993" h="51527" extrusionOk="0">
                      <a:moveTo>
                        <a:pt x="14790" y="10199"/>
                      </a:moveTo>
                      <a:cubicBezTo>
                        <a:pt x="3397" y="14156"/>
                        <a:pt x="-2704" y="26338"/>
                        <a:pt x="1161" y="37405"/>
                      </a:cubicBezTo>
                      <a:cubicBezTo>
                        <a:pt x="5029" y="48471"/>
                        <a:pt x="17401" y="54237"/>
                        <a:pt x="28794" y="50280"/>
                      </a:cubicBezTo>
                      <a:cubicBezTo>
                        <a:pt x="40188" y="46323"/>
                        <a:pt x="63432" y="15448"/>
                        <a:pt x="59564" y="4379"/>
                      </a:cubicBezTo>
                      <a:cubicBezTo>
                        <a:pt x="55698" y="-6690"/>
                        <a:pt x="26184" y="6242"/>
                        <a:pt x="14790" y="10199"/>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0" name="Google Shape;130;p2"/>
                <p:cNvSpPr/>
                <p:nvPr/>
              </p:nvSpPr>
              <p:spPr>
                <a:xfrm rot="-1038166">
                  <a:off x="9470161" y="1224859"/>
                  <a:ext cx="108989" cy="105930"/>
                </a:xfrm>
                <a:custGeom>
                  <a:avLst/>
                  <a:gdLst/>
                  <a:ahLst/>
                  <a:cxnLst/>
                  <a:rect l="l" t="t" r="r" b="b"/>
                  <a:pathLst>
                    <a:path w="108960" h="105902" extrusionOk="0">
                      <a:moveTo>
                        <a:pt x="108961" y="52951"/>
                      </a:moveTo>
                      <a:cubicBezTo>
                        <a:pt x="108961" y="82195"/>
                        <a:pt x="84569" y="105902"/>
                        <a:pt x="54480" y="105902"/>
                      </a:cubicBezTo>
                      <a:cubicBezTo>
                        <a:pt x="24391" y="105902"/>
                        <a:pt x="0" y="82195"/>
                        <a:pt x="0" y="52951"/>
                      </a:cubicBezTo>
                      <a:cubicBezTo>
                        <a:pt x="0" y="23707"/>
                        <a:pt x="24391" y="0"/>
                        <a:pt x="54480" y="0"/>
                      </a:cubicBezTo>
                      <a:cubicBezTo>
                        <a:pt x="84569" y="0"/>
                        <a:pt x="108961" y="23707"/>
                        <a:pt x="108961" y="52951"/>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1" name="Google Shape;131;p2"/>
                <p:cNvSpPr/>
                <p:nvPr/>
              </p:nvSpPr>
              <p:spPr>
                <a:xfrm rot="-1038166">
                  <a:off x="9531581" y="1426260"/>
                  <a:ext cx="108993" cy="105933"/>
                </a:xfrm>
                <a:custGeom>
                  <a:avLst/>
                  <a:gdLst/>
                  <a:ahLst/>
                  <a:cxnLst/>
                  <a:rect l="l" t="t" r="r" b="b"/>
                  <a:pathLst>
                    <a:path w="108964" h="105905" extrusionOk="0">
                      <a:moveTo>
                        <a:pt x="108964" y="52953"/>
                      </a:moveTo>
                      <a:cubicBezTo>
                        <a:pt x="108964" y="82197"/>
                        <a:pt x="84572" y="105905"/>
                        <a:pt x="54482" y="105905"/>
                      </a:cubicBezTo>
                      <a:cubicBezTo>
                        <a:pt x="24392" y="105905"/>
                        <a:pt x="0" y="82198"/>
                        <a:pt x="0" y="52953"/>
                      </a:cubicBezTo>
                      <a:cubicBezTo>
                        <a:pt x="0" y="23708"/>
                        <a:pt x="24392" y="0"/>
                        <a:pt x="54482" y="0"/>
                      </a:cubicBezTo>
                      <a:cubicBezTo>
                        <a:pt x="84572" y="0"/>
                        <a:pt x="108964" y="23708"/>
                        <a:pt x="108964" y="52953"/>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2" name="Google Shape;132;p2"/>
                <p:cNvSpPr/>
                <p:nvPr/>
              </p:nvSpPr>
              <p:spPr>
                <a:xfrm rot="-1038166">
                  <a:off x="9618706" y="1498202"/>
                  <a:ext cx="122988" cy="119536"/>
                </a:xfrm>
                <a:custGeom>
                  <a:avLst/>
                  <a:gdLst/>
                  <a:ahLst/>
                  <a:cxnLst/>
                  <a:rect l="l" t="t" r="r" b="b"/>
                  <a:pathLst>
                    <a:path w="122955" h="119504" extrusionOk="0">
                      <a:moveTo>
                        <a:pt x="122956" y="59752"/>
                      </a:moveTo>
                      <a:cubicBezTo>
                        <a:pt x="122956" y="92752"/>
                        <a:pt x="95431" y="119504"/>
                        <a:pt x="61478" y="119504"/>
                      </a:cubicBezTo>
                      <a:cubicBezTo>
                        <a:pt x="27525" y="119504"/>
                        <a:pt x="0" y="92752"/>
                        <a:pt x="0" y="59752"/>
                      </a:cubicBezTo>
                      <a:cubicBezTo>
                        <a:pt x="0" y="26752"/>
                        <a:pt x="27525" y="0"/>
                        <a:pt x="61478" y="0"/>
                      </a:cubicBezTo>
                      <a:cubicBezTo>
                        <a:pt x="95431" y="0"/>
                        <a:pt x="122956" y="26752"/>
                        <a:pt x="122956" y="59752"/>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3" name="Google Shape;133;p2"/>
                <p:cNvSpPr/>
                <p:nvPr/>
              </p:nvSpPr>
              <p:spPr>
                <a:xfrm>
                  <a:off x="9647352" y="1138827"/>
                  <a:ext cx="55125" cy="61051"/>
                </a:xfrm>
                <a:custGeom>
                  <a:avLst/>
                  <a:gdLst/>
                  <a:ahLst/>
                  <a:cxnLst/>
                  <a:rect l="l" t="t" r="r" b="b"/>
                  <a:pathLst>
                    <a:path w="55125" h="61051" extrusionOk="0">
                      <a:moveTo>
                        <a:pt x="16516" y="45"/>
                      </a:moveTo>
                      <a:cubicBezTo>
                        <a:pt x="8886" y="564"/>
                        <a:pt x="2564" y="5467"/>
                        <a:pt x="0" y="12056"/>
                      </a:cubicBezTo>
                      <a:cubicBezTo>
                        <a:pt x="3118" y="9125"/>
                        <a:pt x="7258" y="7200"/>
                        <a:pt x="11883" y="6885"/>
                      </a:cubicBezTo>
                      <a:cubicBezTo>
                        <a:pt x="22224" y="6180"/>
                        <a:pt x="31055" y="13791"/>
                        <a:pt x="31608" y="23881"/>
                      </a:cubicBezTo>
                      <a:cubicBezTo>
                        <a:pt x="31711" y="25765"/>
                        <a:pt x="31519" y="27600"/>
                        <a:pt x="31071" y="29347"/>
                      </a:cubicBezTo>
                      <a:cubicBezTo>
                        <a:pt x="31427" y="29244"/>
                        <a:pt x="31757" y="29180"/>
                        <a:pt x="32047" y="29159"/>
                      </a:cubicBezTo>
                      <a:cubicBezTo>
                        <a:pt x="35721" y="28910"/>
                        <a:pt x="38859" y="31612"/>
                        <a:pt x="39056" y="35199"/>
                      </a:cubicBezTo>
                      <a:cubicBezTo>
                        <a:pt x="39157" y="37037"/>
                        <a:pt x="38464" y="38747"/>
                        <a:pt x="37273" y="40013"/>
                      </a:cubicBezTo>
                      <a:cubicBezTo>
                        <a:pt x="44474" y="41364"/>
                        <a:pt x="50054" y="47319"/>
                        <a:pt x="50466" y="54824"/>
                      </a:cubicBezTo>
                      <a:cubicBezTo>
                        <a:pt x="50584" y="56998"/>
                        <a:pt x="50255" y="59104"/>
                        <a:pt x="49563" y="61051"/>
                      </a:cubicBezTo>
                      <a:cubicBezTo>
                        <a:pt x="53197" y="57826"/>
                        <a:pt x="55382" y="53101"/>
                        <a:pt x="55102" y="47985"/>
                      </a:cubicBezTo>
                      <a:cubicBezTo>
                        <a:pt x="54690" y="40480"/>
                        <a:pt x="49110" y="34525"/>
                        <a:pt x="41909" y="33171"/>
                      </a:cubicBezTo>
                      <a:cubicBezTo>
                        <a:pt x="43100" y="31905"/>
                        <a:pt x="43793" y="30195"/>
                        <a:pt x="43692" y="28357"/>
                      </a:cubicBezTo>
                      <a:cubicBezTo>
                        <a:pt x="43495" y="24773"/>
                        <a:pt x="40359" y="22068"/>
                        <a:pt x="36685" y="22317"/>
                      </a:cubicBezTo>
                      <a:cubicBezTo>
                        <a:pt x="36393" y="22338"/>
                        <a:pt x="36066" y="22402"/>
                        <a:pt x="35709" y="22505"/>
                      </a:cubicBezTo>
                      <a:cubicBezTo>
                        <a:pt x="36157" y="20758"/>
                        <a:pt x="36352" y="18923"/>
                        <a:pt x="36247" y="17039"/>
                      </a:cubicBezTo>
                      <a:cubicBezTo>
                        <a:pt x="35689" y="6953"/>
                        <a:pt x="26855" y="-657"/>
                        <a:pt x="16516" y="45"/>
                      </a:cubicBezTo>
                      <a:close/>
                    </a:path>
                  </a:pathLst>
                </a:custGeom>
                <a:solidFill>
                  <a:srgbClr val="68AD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4" name="Google Shape;134;p2"/>
                <p:cNvSpPr/>
                <p:nvPr/>
              </p:nvSpPr>
              <p:spPr>
                <a:xfrm>
                  <a:off x="9710256" y="1331019"/>
                  <a:ext cx="49219" cy="112845"/>
                </a:xfrm>
                <a:custGeom>
                  <a:avLst/>
                  <a:gdLst/>
                  <a:ahLst/>
                  <a:cxnLst/>
                  <a:rect l="l" t="t" r="r" b="b"/>
                  <a:pathLst>
                    <a:path w="49219" h="112845" extrusionOk="0">
                      <a:moveTo>
                        <a:pt x="32141" y="2846"/>
                      </a:moveTo>
                      <a:cubicBezTo>
                        <a:pt x="21312" y="-2254"/>
                        <a:pt x="8772" y="-263"/>
                        <a:pt x="0" y="6933"/>
                      </a:cubicBezTo>
                      <a:cubicBezTo>
                        <a:pt x="6597" y="5237"/>
                        <a:pt x="13787" y="5724"/>
                        <a:pt x="20346" y="8814"/>
                      </a:cubicBezTo>
                      <a:cubicBezTo>
                        <a:pt x="35019" y="15727"/>
                        <a:pt x="40983" y="33042"/>
                        <a:pt x="33671" y="47489"/>
                      </a:cubicBezTo>
                      <a:cubicBezTo>
                        <a:pt x="32306" y="50187"/>
                        <a:pt x="30573" y="52591"/>
                        <a:pt x="28566" y="54676"/>
                      </a:cubicBezTo>
                      <a:cubicBezTo>
                        <a:pt x="29135" y="54807"/>
                        <a:pt x="29636" y="54967"/>
                        <a:pt x="30050" y="55161"/>
                      </a:cubicBezTo>
                      <a:cubicBezTo>
                        <a:pt x="35264" y="57616"/>
                        <a:pt x="37383" y="63768"/>
                        <a:pt x="34784" y="68900"/>
                      </a:cubicBezTo>
                      <a:cubicBezTo>
                        <a:pt x="33451" y="71531"/>
                        <a:pt x="31140" y="73378"/>
                        <a:pt x="28500" y="74228"/>
                      </a:cubicBezTo>
                      <a:cubicBezTo>
                        <a:pt x="37243" y="81601"/>
                        <a:pt x="40097" y="94135"/>
                        <a:pt x="34656" y="104879"/>
                      </a:cubicBezTo>
                      <a:cubicBezTo>
                        <a:pt x="33078" y="107993"/>
                        <a:pt x="30948" y="110665"/>
                        <a:pt x="28445" y="112846"/>
                      </a:cubicBezTo>
                      <a:cubicBezTo>
                        <a:pt x="35984" y="111136"/>
                        <a:pt x="42744" y="106237"/>
                        <a:pt x="46452" y="98910"/>
                      </a:cubicBezTo>
                      <a:cubicBezTo>
                        <a:pt x="51892" y="88164"/>
                        <a:pt x="49040" y="75632"/>
                        <a:pt x="40295" y="68260"/>
                      </a:cubicBezTo>
                      <a:cubicBezTo>
                        <a:pt x="42936" y="67409"/>
                        <a:pt x="45247" y="65560"/>
                        <a:pt x="46579" y="62929"/>
                      </a:cubicBezTo>
                      <a:cubicBezTo>
                        <a:pt x="49179" y="57797"/>
                        <a:pt x="47059" y="51645"/>
                        <a:pt x="41845" y="49190"/>
                      </a:cubicBezTo>
                      <a:cubicBezTo>
                        <a:pt x="41432" y="48996"/>
                        <a:pt x="40931" y="48833"/>
                        <a:pt x="40362" y="48705"/>
                      </a:cubicBezTo>
                      <a:cubicBezTo>
                        <a:pt x="42371" y="46620"/>
                        <a:pt x="44101" y="44215"/>
                        <a:pt x="45467" y="41518"/>
                      </a:cubicBezTo>
                      <a:cubicBezTo>
                        <a:pt x="52779" y="27073"/>
                        <a:pt x="46815" y="9756"/>
                        <a:pt x="32141" y="2846"/>
                      </a:cubicBezTo>
                      <a:close/>
                    </a:path>
                  </a:pathLst>
                </a:custGeom>
                <a:solidFill>
                  <a:srgbClr val="68AD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5" name="Google Shape;135;p2"/>
                <p:cNvSpPr/>
                <p:nvPr/>
              </p:nvSpPr>
              <p:spPr>
                <a:xfrm rot="-1038166">
                  <a:off x="9471035" y="1093768"/>
                  <a:ext cx="108993" cy="105933"/>
                </a:xfrm>
                <a:custGeom>
                  <a:avLst/>
                  <a:gdLst/>
                  <a:ahLst/>
                  <a:cxnLst/>
                  <a:rect l="l" t="t" r="r" b="b"/>
                  <a:pathLst>
                    <a:path w="108964" h="105905" extrusionOk="0">
                      <a:moveTo>
                        <a:pt x="108964" y="52953"/>
                      </a:moveTo>
                      <a:cubicBezTo>
                        <a:pt x="108964" y="82198"/>
                        <a:pt x="84572" y="105905"/>
                        <a:pt x="54482" y="105905"/>
                      </a:cubicBezTo>
                      <a:cubicBezTo>
                        <a:pt x="24393" y="105905"/>
                        <a:pt x="0" y="82198"/>
                        <a:pt x="0" y="52953"/>
                      </a:cubicBezTo>
                      <a:cubicBezTo>
                        <a:pt x="0" y="23708"/>
                        <a:pt x="24393" y="0"/>
                        <a:pt x="54482" y="0"/>
                      </a:cubicBezTo>
                      <a:cubicBezTo>
                        <a:pt x="84572" y="0"/>
                        <a:pt x="108964" y="23708"/>
                        <a:pt x="108964" y="52953"/>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6" name="Google Shape;136;p2"/>
                <p:cNvSpPr/>
                <p:nvPr/>
              </p:nvSpPr>
              <p:spPr>
                <a:xfrm rot="-1038166">
                  <a:off x="9425771" y="1087678"/>
                  <a:ext cx="108989" cy="105930"/>
                </a:xfrm>
                <a:custGeom>
                  <a:avLst/>
                  <a:gdLst/>
                  <a:ahLst/>
                  <a:cxnLst/>
                  <a:rect l="l" t="t" r="r" b="b"/>
                  <a:pathLst>
                    <a:path w="108960" h="105902" extrusionOk="0">
                      <a:moveTo>
                        <a:pt x="108961" y="52951"/>
                      </a:moveTo>
                      <a:cubicBezTo>
                        <a:pt x="108961" y="82195"/>
                        <a:pt x="84569" y="105902"/>
                        <a:pt x="54480" y="105902"/>
                      </a:cubicBezTo>
                      <a:cubicBezTo>
                        <a:pt x="24391" y="105902"/>
                        <a:pt x="0" y="82195"/>
                        <a:pt x="0" y="52951"/>
                      </a:cubicBezTo>
                      <a:cubicBezTo>
                        <a:pt x="0" y="23707"/>
                        <a:pt x="24391" y="0"/>
                        <a:pt x="54480" y="0"/>
                      </a:cubicBezTo>
                      <a:cubicBezTo>
                        <a:pt x="84569" y="0"/>
                        <a:pt x="108961" y="23707"/>
                        <a:pt x="108961" y="52951"/>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7" name="Google Shape;137;p2"/>
                <p:cNvSpPr/>
                <p:nvPr/>
              </p:nvSpPr>
              <p:spPr>
                <a:xfrm>
                  <a:off x="9485167" y="1188524"/>
                  <a:ext cx="42813" cy="41822"/>
                </a:xfrm>
                <a:custGeom>
                  <a:avLst/>
                  <a:gdLst/>
                  <a:ahLst/>
                  <a:cxnLst/>
                  <a:rect l="l" t="t" r="r" b="b"/>
                  <a:pathLst>
                    <a:path w="42813" h="41822" extrusionOk="0">
                      <a:moveTo>
                        <a:pt x="14528" y="1227"/>
                      </a:moveTo>
                      <a:cubicBezTo>
                        <a:pt x="3336" y="5115"/>
                        <a:pt x="-2658" y="17080"/>
                        <a:pt x="1142" y="27950"/>
                      </a:cubicBezTo>
                      <a:cubicBezTo>
                        <a:pt x="4941" y="38822"/>
                        <a:pt x="17093" y="44482"/>
                        <a:pt x="28285" y="40596"/>
                      </a:cubicBezTo>
                      <a:cubicBezTo>
                        <a:pt x="39477" y="36708"/>
                        <a:pt x="45471" y="24743"/>
                        <a:pt x="41672" y="13873"/>
                      </a:cubicBezTo>
                      <a:cubicBezTo>
                        <a:pt x="37875" y="3001"/>
                        <a:pt x="25721" y="-2662"/>
                        <a:pt x="14528" y="1227"/>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8" name="Google Shape;138;p2"/>
                <p:cNvSpPr/>
                <p:nvPr/>
              </p:nvSpPr>
              <p:spPr>
                <a:xfrm>
                  <a:off x="9591750" y="1370759"/>
                  <a:ext cx="112761" cy="174774"/>
                </a:xfrm>
                <a:custGeom>
                  <a:avLst/>
                  <a:gdLst/>
                  <a:ahLst/>
                  <a:cxnLst/>
                  <a:rect l="l" t="t" r="r" b="b"/>
                  <a:pathLst>
                    <a:path w="112761" h="174774" extrusionOk="0">
                      <a:moveTo>
                        <a:pt x="112762" y="170698"/>
                      </a:moveTo>
                      <a:cubicBezTo>
                        <a:pt x="100168" y="171644"/>
                        <a:pt x="88116" y="164352"/>
                        <a:pt x="83864" y="152188"/>
                      </a:cubicBezTo>
                      <a:cubicBezTo>
                        <a:pt x="82913" y="149466"/>
                        <a:pt x="82420" y="146693"/>
                        <a:pt x="82344" y="143947"/>
                      </a:cubicBezTo>
                      <a:cubicBezTo>
                        <a:pt x="81862" y="144242"/>
                        <a:pt x="81400" y="144475"/>
                        <a:pt x="80977" y="144624"/>
                      </a:cubicBezTo>
                      <a:cubicBezTo>
                        <a:pt x="75646" y="146475"/>
                        <a:pt x="69856" y="143778"/>
                        <a:pt x="68047" y="138600"/>
                      </a:cubicBezTo>
                      <a:cubicBezTo>
                        <a:pt x="67119" y="135946"/>
                        <a:pt x="67421" y="133157"/>
                        <a:pt x="68648" y="130819"/>
                      </a:cubicBezTo>
                      <a:cubicBezTo>
                        <a:pt x="57420" y="131747"/>
                        <a:pt x="46639" y="125271"/>
                        <a:pt x="42851" y="114428"/>
                      </a:cubicBezTo>
                      <a:cubicBezTo>
                        <a:pt x="39937" y="106084"/>
                        <a:pt x="41880" y="97203"/>
                        <a:pt x="47202" y="90713"/>
                      </a:cubicBezTo>
                      <a:cubicBezTo>
                        <a:pt x="44536" y="89181"/>
                        <a:pt x="42403" y="86754"/>
                        <a:pt x="41324" y="83668"/>
                      </a:cubicBezTo>
                      <a:cubicBezTo>
                        <a:pt x="40350" y="80879"/>
                        <a:pt x="40384" y="77978"/>
                        <a:pt x="41235" y="75342"/>
                      </a:cubicBezTo>
                      <a:cubicBezTo>
                        <a:pt x="33154" y="74336"/>
                        <a:pt x="25999" y="69030"/>
                        <a:pt x="23196" y="61007"/>
                      </a:cubicBezTo>
                      <a:cubicBezTo>
                        <a:pt x="20965" y="54619"/>
                        <a:pt x="21962" y="47873"/>
                        <a:pt x="25341" y="42465"/>
                      </a:cubicBezTo>
                      <a:cubicBezTo>
                        <a:pt x="20247" y="39635"/>
                        <a:pt x="16160" y="35058"/>
                        <a:pt x="14114" y="29204"/>
                      </a:cubicBezTo>
                      <a:cubicBezTo>
                        <a:pt x="10246" y="18135"/>
                        <a:pt x="14925" y="6120"/>
                        <a:pt x="24709" y="0"/>
                      </a:cubicBezTo>
                      <a:cubicBezTo>
                        <a:pt x="22234" y="110"/>
                        <a:pt x="19728" y="574"/>
                        <a:pt x="17261" y="1431"/>
                      </a:cubicBezTo>
                      <a:cubicBezTo>
                        <a:pt x="3964" y="6051"/>
                        <a:pt x="-3157" y="20265"/>
                        <a:pt x="1355" y="33184"/>
                      </a:cubicBezTo>
                      <a:cubicBezTo>
                        <a:pt x="3401" y="39038"/>
                        <a:pt x="7489" y="43615"/>
                        <a:pt x="12582" y="46447"/>
                      </a:cubicBezTo>
                      <a:cubicBezTo>
                        <a:pt x="9206" y="51856"/>
                        <a:pt x="8207" y="58602"/>
                        <a:pt x="10438" y="64989"/>
                      </a:cubicBezTo>
                      <a:cubicBezTo>
                        <a:pt x="13243" y="73012"/>
                        <a:pt x="20396" y="78318"/>
                        <a:pt x="28477" y="79324"/>
                      </a:cubicBezTo>
                      <a:cubicBezTo>
                        <a:pt x="27627" y="81960"/>
                        <a:pt x="27592" y="84861"/>
                        <a:pt x="28566" y="87650"/>
                      </a:cubicBezTo>
                      <a:cubicBezTo>
                        <a:pt x="29645" y="90738"/>
                        <a:pt x="31778" y="93166"/>
                        <a:pt x="34443" y="94698"/>
                      </a:cubicBezTo>
                      <a:cubicBezTo>
                        <a:pt x="29121" y="101187"/>
                        <a:pt x="27178" y="110069"/>
                        <a:pt x="30093" y="118413"/>
                      </a:cubicBezTo>
                      <a:cubicBezTo>
                        <a:pt x="33881" y="129253"/>
                        <a:pt x="44662" y="135731"/>
                        <a:pt x="55891" y="134803"/>
                      </a:cubicBezTo>
                      <a:cubicBezTo>
                        <a:pt x="54663" y="137142"/>
                        <a:pt x="54364" y="139931"/>
                        <a:pt x="55289" y="142585"/>
                      </a:cubicBezTo>
                      <a:cubicBezTo>
                        <a:pt x="57100" y="147762"/>
                        <a:pt x="62888" y="150460"/>
                        <a:pt x="68219" y="148608"/>
                      </a:cubicBezTo>
                      <a:cubicBezTo>
                        <a:pt x="68642" y="148462"/>
                        <a:pt x="69101" y="148227"/>
                        <a:pt x="69586" y="147934"/>
                      </a:cubicBezTo>
                      <a:cubicBezTo>
                        <a:pt x="69661" y="150679"/>
                        <a:pt x="70155" y="153452"/>
                        <a:pt x="71106" y="156175"/>
                      </a:cubicBezTo>
                      <a:cubicBezTo>
                        <a:pt x="76200" y="170750"/>
                        <a:pt x="92494" y="178342"/>
                        <a:pt x="107499" y="173130"/>
                      </a:cubicBezTo>
                      <a:cubicBezTo>
                        <a:pt x="109365" y="172472"/>
                        <a:pt x="111123" y="171656"/>
                        <a:pt x="112762" y="170698"/>
                      </a:cubicBez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9" name="Google Shape;139;p2"/>
                <p:cNvSpPr/>
                <p:nvPr/>
              </p:nvSpPr>
              <p:spPr>
                <a:xfrm>
                  <a:off x="9593924" y="1143629"/>
                  <a:ext cx="47153" cy="157331"/>
                </a:xfrm>
                <a:custGeom>
                  <a:avLst/>
                  <a:gdLst/>
                  <a:ahLst/>
                  <a:cxnLst/>
                  <a:rect l="l" t="t" r="r" b="b"/>
                  <a:pathLst>
                    <a:path w="47153" h="157331" extrusionOk="0">
                      <a:moveTo>
                        <a:pt x="47154" y="156958"/>
                      </a:moveTo>
                      <a:cubicBezTo>
                        <a:pt x="37326" y="154117"/>
                        <a:pt x="30356" y="145108"/>
                        <a:pt x="30745" y="134570"/>
                      </a:cubicBezTo>
                      <a:cubicBezTo>
                        <a:pt x="30832" y="132210"/>
                        <a:pt x="31282" y="129943"/>
                        <a:pt x="32038" y="127814"/>
                      </a:cubicBezTo>
                      <a:cubicBezTo>
                        <a:pt x="31586" y="127903"/>
                        <a:pt x="31166" y="127951"/>
                        <a:pt x="30802" y="127945"/>
                      </a:cubicBezTo>
                      <a:cubicBezTo>
                        <a:pt x="26212" y="127855"/>
                        <a:pt x="22625" y="124145"/>
                        <a:pt x="22790" y="119660"/>
                      </a:cubicBezTo>
                      <a:cubicBezTo>
                        <a:pt x="22874" y="117363"/>
                        <a:pt x="23930" y="115305"/>
                        <a:pt x="25555" y="113858"/>
                      </a:cubicBezTo>
                      <a:cubicBezTo>
                        <a:pt x="16768" y="111389"/>
                        <a:pt x="10521" y="103366"/>
                        <a:pt x="10866" y="93972"/>
                      </a:cubicBezTo>
                      <a:cubicBezTo>
                        <a:pt x="11133" y="86744"/>
                        <a:pt x="15243" y="80478"/>
                        <a:pt x="21203" y="77006"/>
                      </a:cubicBezTo>
                      <a:cubicBezTo>
                        <a:pt x="19637" y="75076"/>
                        <a:pt x="18741" y="72607"/>
                        <a:pt x="18841" y="69933"/>
                      </a:cubicBezTo>
                      <a:cubicBezTo>
                        <a:pt x="18931" y="67516"/>
                        <a:pt x="19818" y="65301"/>
                        <a:pt x="21246" y="63518"/>
                      </a:cubicBezTo>
                      <a:cubicBezTo>
                        <a:pt x="15419" y="60457"/>
                        <a:pt x="11572" y="54358"/>
                        <a:pt x="11828" y="47407"/>
                      </a:cubicBezTo>
                      <a:cubicBezTo>
                        <a:pt x="12031" y="41874"/>
                        <a:pt x="14793" y="36980"/>
                        <a:pt x="18958" y="33784"/>
                      </a:cubicBezTo>
                      <a:cubicBezTo>
                        <a:pt x="15938" y="30168"/>
                        <a:pt x="14196" y="25498"/>
                        <a:pt x="14386" y="20427"/>
                      </a:cubicBezTo>
                      <a:cubicBezTo>
                        <a:pt x="14741" y="10837"/>
                        <a:pt x="21855" y="2944"/>
                        <a:pt x="31087" y="1017"/>
                      </a:cubicBezTo>
                      <a:cubicBezTo>
                        <a:pt x="29179" y="400"/>
                        <a:pt x="27142" y="45"/>
                        <a:pt x="25016" y="4"/>
                      </a:cubicBezTo>
                      <a:cubicBezTo>
                        <a:pt x="13565" y="-218"/>
                        <a:pt x="3946" y="8673"/>
                        <a:pt x="3534" y="19865"/>
                      </a:cubicBezTo>
                      <a:cubicBezTo>
                        <a:pt x="3347" y="24937"/>
                        <a:pt x="5086" y="29608"/>
                        <a:pt x="8106" y="33222"/>
                      </a:cubicBezTo>
                      <a:cubicBezTo>
                        <a:pt x="3941" y="36418"/>
                        <a:pt x="1182" y="41310"/>
                        <a:pt x="977" y="46844"/>
                      </a:cubicBezTo>
                      <a:cubicBezTo>
                        <a:pt x="720" y="53796"/>
                        <a:pt x="4568" y="59895"/>
                        <a:pt x="10395" y="62956"/>
                      </a:cubicBezTo>
                      <a:cubicBezTo>
                        <a:pt x="8968" y="64737"/>
                        <a:pt x="8079" y="66954"/>
                        <a:pt x="7990" y="69371"/>
                      </a:cubicBezTo>
                      <a:cubicBezTo>
                        <a:pt x="7891" y="72045"/>
                        <a:pt x="8788" y="74514"/>
                        <a:pt x="10352" y="76443"/>
                      </a:cubicBezTo>
                      <a:cubicBezTo>
                        <a:pt x="4392" y="79918"/>
                        <a:pt x="282" y="86182"/>
                        <a:pt x="14" y="93410"/>
                      </a:cubicBezTo>
                      <a:cubicBezTo>
                        <a:pt x="-333" y="102803"/>
                        <a:pt x="5916" y="110827"/>
                        <a:pt x="14704" y="113296"/>
                      </a:cubicBezTo>
                      <a:cubicBezTo>
                        <a:pt x="13078" y="114743"/>
                        <a:pt x="12025" y="116798"/>
                        <a:pt x="11940" y="119098"/>
                      </a:cubicBezTo>
                      <a:cubicBezTo>
                        <a:pt x="11773" y="123585"/>
                        <a:pt x="15362" y="127293"/>
                        <a:pt x="19953" y="127382"/>
                      </a:cubicBezTo>
                      <a:cubicBezTo>
                        <a:pt x="20316" y="127389"/>
                        <a:pt x="20737" y="127341"/>
                        <a:pt x="21189" y="127252"/>
                      </a:cubicBezTo>
                      <a:cubicBezTo>
                        <a:pt x="20433" y="129380"/>
                        <a:pt x="19982" y="131648"/>
                        <a:pt x="19895" y="134005"/>
                      </a:cubicBezTo>
                      <a:cubicBezTo>
                        <a:pt x="19429" y="146633"/>
                        <a:pt x="29526" y="157075"/>
                        <a:pt x="42449" y="157327"/>
                      </a:cubicBezTo>
                      <a:cubicBezTo>
                        <a:pt x="44052" y="157359"/>
                        <a:pt x="45627" y="157231"/>
                        <a:pt x="47154" y="156958"/>
                      </a:cubicBez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40" name="Google Shape;140;p2"/>
              <p:cNvGrpSpPr/>
              <p:nvPr/>
            </p:nvGrpSpPr>
            <p:grpSpPr>
              <a:xfrm>
                <a:off x="8957949" y="937862"/>
                <a:ext cx="575310" cy="409417"/>
                <a:chOff x="8957949" y="937862"/>
                <a:chExt cx="575310" cy="409417"/>
              </a:xfrm>
            </p:grpSpPr>
            <p:sp>
              <p:nvSpPr>
                <p:cNvPr id="141" name="Google Shape;141;p2"/>
                <p:cNvSpPr/>
                <p:nvPr/>
              </p:nvSpPr>
              <p:spPr>
                <a:xfrm>
                  <a:off x="8969078" y="937862"/>
                  <a:ext cx="552152" cy="409417"/>
                </a:xfrm>
                <a:custGeom>
                  <a:avLst/>
                  <a:gdLst/>
                  <a:ahLst/>
                  <a:cxnLst/>
                  <a:rect l="l" t="t" r="r" b="b"/>
                  <a:pathLst>
                    <a:path w="552152" h="409417" extrusionOk="0">
                      <a:moveTo>
                        <a:pt x="517880" y="323754"/>
                      </a:moveTo>
                      <a:cubicBezTo>
                        <a:pt x="531157" y="319351"/>
                        <a:pt x="542525" y="309443"/>
                        <a:pt x="548313" y="295515"/>
                      </a:cubicBezTo>
                      <a:cubicBezTo>
                        <a:pt x="557464" y="273505"/>
                        <a:pt x="549694" y="248697"/>
                        <a:pt x="530987" y="235516"/>
                      </a:cubicBezTo>
                      <a:cubicBezTo>
                        <a:pt x="532935" y="233404"/>
                        <a:pt x="534549" y="230919"/>
                        <a:pt x="535717" y="228112"/>
                      </a:cubicBezTo>
                      <a:cubicBezTo>
                        <a:pt x="541062" y="215258"/>
                        <a:pt x="534972" y="200504"/>
                        <a:pt x="522118" y="195162"/>
                      </a:cubicBezTo>
                      <a:cubicBezTo>
                        <a:pt x="520333" y="194421"/>
                        <a:pt x="518513" y="193906"/>
                        <a:pt x="516687" y="193593"/>
                      </a:cubicBezTo>
                      <a:cubicBezTo>
                        <a:pt x="521699" y="188896"/>
                        <a:pt x="525831" y="183094"/>
                        <a:pt x="528638" y="176336"/>
                      </a:cubicBezTo>
                      <a:cubicBezTo>
                        <a:pt x="539231" y="150857"/>
                        <a:pt x="527161" y="121612"/>
                        <a:pt x="501681" y="111018"/>
                      </a:cubicBezTo>
                      <a:cubicBezTo>
                        <a:pt x="489862" y="106106"/>
                        <a:pt x="477239" y="106074"/>
                        <a:pt x="466038" y="109987"/>
                      </a:cubicBezTo>
                      <a:cubicBezTo>
                        <a:pt x="466545" y="92285"/>
                        <a:pt x="456272" y="75288"/>
                        <a:pt x="438944" y="68085"/>
                      </a:cubicBezTo>
                      <a:cubicBezTo>
                        <a:pt x="423989" y="61869"/>
                        <a:pt x="407571" y="64523"/>
                        <a:pt x="395517" y="73622"/>
                      </a:cubicBezTo>
                      <a:cubicBezTo>
                        <a:pt x="394680" y="66823"/>
                        <a:pt x="390319" y="60656"/>
                        <a:pt x="383540" y="57839"/>
                      </a:cubicBezTo>
                      <a:cubicBezTo>
                        <a:pt x="377238" y="55219"/>
                        <a:pt x="370355" y="56120"/>
                        <a:pt x="365070" y="59638"/>
                      </a:cubicBezTo>
                      <a:cubicBezTo>
                        <a:pt x="365321" y="42162"/>
                        <a:pt x="355089" y="25479"/>
                        <a:pt x="337964" y="18360"/>
                      </a:cubicBezTo>
                      <a:cubicBezTo>
                        <a:pt x="319261" y="10585"/>
                        <a:pt x="298264" y="16682"/>
                        <a:pt x="286386" y="31920"/>
                      </a:cubicBezTo>
                      <a:cubicBezTo>
                        <a:pt x="283117" y="26583"/>
                        <a:pt x="278199" y="22184"/>
                        <a:pt x="271977" y="19597"/>
                      </a:cubicBezTo>
                      <a:cubicBezTo>
                        <a:pt x="259251" y="14307"/>
                        <a:pt x="245000" y="18198"/>
                        <a:pt x="236590" y="28229"/>
                      </a:cubicBezTo>
                      <a:cubicBezTo>
                        <a:pt x="231135" y="17686"/>
                        <a:pt x="222085" y="8928"/>
                        <a:pt x="210266" y="4015"/>
                      </a:cubicBezTo>
                      <a:cubicBezTo>
                        <a:pt x="183630" y="-7058"/>
                        <a:pt x="153062" y="5558"/>
                        <a:pt x="141988" y="32195"/>
                      </a:cubicBezTo>
                      <a:cubicBezTo>
                        <a:pt x="141577" y="33182"/>
                        <a:pt x="141211" y="34177"/>
                        <a:pt x="140863" y="35173"/>
                      </a:cubicBezTo>
                      <a:cubicBezTo>
                        <a:pt x="136474" y="31120"/>
                        <a:pt x="131310" y="27755"/>
                        <a:pt x="125472" y="25328"/>
                      </a:cubicBezTo>
                      <a:cubicBezTo>
                        <a:pt x="98835" y="14254"/>
                        <a:pt x="68267" y="26871"/>
                        <a:pt x="57194" y="53507"/>
                      </a:cubicBezTo>
                      <a:cubicBezTo>
                        <a:pt x="52660" y="64409"/>
                        <a:pt x="52103" y="75969"/>
                        <a:pt x="54846" y="86583"/>
                      </a:cubicBezTo>
                      <a:cubicBezTo>
                        <a:pt x="37134" y="97154"/>
                        <a:pt x="28312" y="114086"/>
                        <a:pt x="38620" y="137995"/>
                      </a:cubicBezTo>
                      <a:cubicBezTo>
                        <a:pt x="23665" y="142972"/>
                        <a:pt x="10861" y="154144"/>
                        <a:pt x="4334" y="169842"/>
                      </a:cubicBezTo>
                      <a:cubicBezTo>
                        <a:pt x="-7619" y="198595"/>
                        <a:pt x="6001" y="231596"/>
                        <a:pt x="34754" y="243549"/>
                      </a:cubicBezTo>
                      <a:cubicBezTo>
                        <a:pt x="40067" y="245758"/>
                        <a:pt x="45526" y="247088"/>
                        <a:pt x="50971" y="247616"/>
                      </a:cubicBezTo>
                      <a:cubicBezTo>
                        <a:pt x="50477" y="248444"/>
                        <a:pt x="50034" y="249312"/>
                        <a:pt x="49652" y="250229"/>
                      </a:cubicBezTo>
                      <a:cubicBezTo>
                        <a:pt x="45405" y="260445"/>
                        <a:pt x="50244" y="272168"/>
                        <a:pt x="60458" y="276415"/>
                      </a:cubicBezTo>
                      <a:cubicBezTo>
                        <a:pt x="65693" y="278591"/>
                        <a:pt x="71321" y="278377"/>
                        <a:pt x="76138" y="276280"/>
                      </a:cubicBezTo>
                      <a:cubicBezTo>
                        <a:pt x="73159" y="298196"/>
                        <a:pt x="85092" y="320224"/>
                        <a:pt x="106477" y="329114"/>
                      </a:cubicBezTo>
                      <a:cubicBezTo>
                        <a:pt x="131676" y="339589"/>
                        <a:pt x="160541" y="327893"/>
                        <a:pt x="171423" y="302992"/>
                      </a:cubicBezTo>
                      <a:cubicBezTo>
                        <a:pt x="171439" y="302992"/>
                        <a:pt x="171457" y="302990"/>
                        <a:pt x="171473" y="302988"/>
                      </a:cubicBezTo>
                      <a:cubicBezTo>
                        <a:pt x="166364" y="316505"/>
                        <a:pt x="172865" y="331732"/>
                        <a:pt x="186307" y="337319"/>
                      </a:cubicBezTo>
                      <a:cubicBezTo>
                        <a:pt x="191809" y="339605"/>
                        <a:pt x="197634" y="339927"/>
                        <a:pt x="203008" y="338610"/>
                      </a:cubicBezTo>
                      <a:cubicBezTo>
                        <a:pt x="204225" y="354608"/>
                        <a:pt x="214164" y="369362"/>
                        <a:pt x="229992" y="375941"/>
                      </a:cubicBezTo>
                      <a:cubicBezTo>
                        <a:pt x="242590" y="381178"/>
                        <a:pt x="256231" y="380124"/>
                        <a:pt x="267426" y="374222"/>
                      </a:cubicBezTo>
                      <a:cubicBezTo>
                        <a:pt x="272603" y="384598"/>
                        <a:pt x="281384" y="393237"/>
                        <a:pt x="292933" y="398037"/>
                      </a:cubicBezTo>
                      <a:cubicBezTo>
                        <a:pt x="316792" y="407956"/>
                        <a:pt x="343947" y="398003"/>
                        <a:pt x="356006" y="375778"/>
                      </a:cubicBezTo>
                      <a:cubicBezTo>
                        <a:pt x="357034" y="382316"/>
                        <a:pt x="361335" y="388182"/>
                        <a:pt x="367893" y="390909"/>
                      </a:cubicBezTo>
                      <a:cubicBezTo>
                        <a:pt x="376598" y="394528"/>
                        <a:pt x="386414" y="391428"/>
                        <a:pt x="391587" y="383994"/>
                      </a:cubicBezTo>
                      <a:cubicBezTo>
                        <a:pt x="396872" y="393371"/>
                        <a:pt x="405198" y="401123"/>
                        <a:pt x="415908" y="405576"/>
                      </a:cubicBezTo>
                      <a:cubicBezTo>
                        <a:pt x="441388" y="416170"/>
                        <a:pt x="470633" y="404100"/>
                        <a:pt x="481226" y="378620"/>
                      </a:cubicBezTo>
                      <a:cubicBezTo>
                        <a:pt x="484097" y="371714"/>
                        <a:pt x="485290" y="364533"/>
                        <a:pt x="485016" y="357520"/>
                      </a:cubicBezTo>
                      <a:cubicBezTo>
                        <a:pt x="485133" y="357570"/>
                        <a:pt x="485245" y="357625"/>
                        <a:pt x="485363" y="357675"/>
                      </a:cubicBezTo>
                      <a:cubicBezTo>
                        <a:pt x="498218" y="363020"/>
                        <a:pt x="512970" y="356930"/>
                        <a:pt x="518314" y="344076"/>
                      </a:cubicBezTo>
                      <a:cubicBezTo>
                        <a:pt x="521137" y="337278"/>
                        <a:pt x="520762" y="329944"/>
                        <a:pt x="517880" y="323754"/>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2" name="Google Shape;142;p2"/>
                <p:cNvSpPr/>
                <p:nvPr/>
              </p:nvSpPr>
              <p:spPr>
                <a:xfrm rot="-5011987">
                  <a:off x="9162864" y="1145111"/>
                  <a:ext cx="94143" cy="94143"/>
                </a:xfrm>
                <a:custGeom>
                  <a:avLst/>
                  <a:gdLst/>
                  <a:ahLst/>
                  <a:cxnLst/>
                  <a:rect l="l" t="t" r="r" b="b"/>
                  <a:pathLst>
                    <a:path w="94251" h="94251" extrusionOk="0">
                      <a:moveTo>
                        <a:pt x="94251" y="47126"/>
                      </a:moveTo>
                      <a:cubicBezTo>
                        <a:pt x="94251" y="73152"/>
                        <a:pt x="73152" y="94251"/>
                        <a:pt x="47126" y="94251"/>
                      </a:cubicBezTo>
                      <a:cubicBezTo>
                        <a:pt x="21099" y="94251"/>
                        <a:pt x="0" y="73152"/>
                        <a:pt x="0" y="47126"/>
                      </a:cubicBezTo>
                      <a:cubicBezTo>
                        <a:pt x="0" y="21099"/>
                        <a:pt x="21099" y="0"/>
                        <a:pt x="47126" y="0"/>
                      </a:cubicBezTo>
                      <a:cubicBezTo>
                        <a:pt x="73152" y="0"/>
                        <a:pt x="94251" y="21099"/>
                        <a:pt x="94251" y="47126"/>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3" name="Google Shape;143;p2"/>
                <p:cNvSpPr/>
                <p:nvPr/>
              </p:nvSpPr>
              <p:spPr>
                <a:xfrm>
                  <a:off x="9236964" y="1182268"/>
                  <a:ext cx="57630" cy="57632"/>
                </a:xfrm>
                <a:custGeom>
                  <a:avLst/>
                  <a:gdLst/>
                  <a:ahLst/>
                  <a:cxnLst/>
                  <a:rect l="l" t="t" r="r" b="b"/>
                  <a:pathLst>
                    <a:path w="57630" h="57632" extrusionOk="0">
                      <a:moveTo>
                        <a:pt x="1864" y="18641"/>
                      </a:moveTo>
                      <a:cubicBezTo>
                        <a:pt x="-3755" y="33525"/>
                        <a:pt x="3757" y="50147"/>
                        <a:pt x="18641" y="55768"/>
                      </a:cubicBezTo>
                      <a:cubicBezTo>
                        <a:pt x="33526" y="61387"/>
                        <a:pt x="50147" y="53875"/>
                        <a:pt x="55766" y="38991"/>
                      </a:cubicBezTo>
                      <a:cubicBezTo>
                        <a:pt x="61385" y="24107"/>
                        <a:pt x="53875" y="7485"/>
                        <a:pt x="38989" y="1864"/>
                      </a:cubicBezTo>
                      <a:cubicBezTo>
                        <a:pt x="24105" y="-3755"/>
                        <a:pt x="7483" y="3757"/>
                        <a:pt x="1864" y="18641"/>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4" name="Google Shape;144;p2"/>
                <p:cNvSpPr/>
                <p:nvPr/>
              </p:nvSpPr>
              <p:spPr>
                <a:xfrm>
                  <a:off x="9384582" y="1217524"/>
                  <a:ext cx="42558" cy="66754"/>
                </a:xfrm>
                <a:custGeom>
                  <a:avLst/>
                  <a:gdLst/>
                  <a:ahLst/>
                  <a:cxnLst/>
                  <a:rect l="l" t="t" r="r" b="b"/>
                  <a:pathLst>
                    <a:path w="42558" h="66754" extrusionOk="0">
                      <a:moveTo>
                        <a:pt x="1389" y="37718"/>
                      </a:moveTo>
                      <a:cubicBezTo>
                        <a:pt x="-2797" y="48803"/>
                        <a:pt x="2797" y="61182"/>
                        <a:pt x="13882" y="65365"/>
                      </a:cubicBezTo>
                      <a:cubicBezTo>
                        <a:pt x="24967" y="69551"/>
                        <a:pt x="37343" y="63957"/>
                        <a:pt x="41529" y="52872"/>
                      </a:cubicBezTo>
                      <a:cubicBezTo>
                        <a:pt x="45714" y="41787"/>
                        <a:pt x="36495" y="4576"/>
                        <a:pt x="25410" y="392"/>
                      </a:cubicBezTo>
                      <a:cubicBezTo>
                        <a:pt x="14325" y="-3793"/>
                        <a:pt x="5575" y="26633"/>
                        <a:pt x="1389" y="37718"/>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5" name="Google Shape;145;p2"/>
                <p:cNvSpPr/>
                <p:nvPr/>
              </p:nvSpPr>
              <p:spPr>
                <a:xfrm>
                  <a:off x="9093260" y="1103564"/>
                  <a:ext cx="107025" cy="107025"/>
                </a:xfrm>
                <a:custGeom>
                  <a:avLst/>
                  <a:gdLst/>
                  <a:ahLst/>
                  <a:cxnLst/>
                  <a:rect l="l" t="t" r="r" b="b"/>
                  <a:pathLst>
                    <a:path w="107025" h="107025" extrusionOk="0">
                      <a:moveTo>
                        <a:pt x="107026" y="53513"/>
                      </a:moveTo>
                      <a:cubicBezTo>
                        <a:pt x="107026" y="83067"/>
                        <a:pt x="83067" y="107026"/>
                        <a:pt x="53513" y="107026"/>
                      </a:cubicBezTo>
                      <a:cubicBezTo>
                        <a:pt x="23958" y="107026"/>
                        <a:pt x="0" y="83067"/>
                        <a:pt x="0" y="53513"/>
                      </a:cubicBezTo>
                      <a:cubicBezTo>
                        <a:pt x="0" y="23959"/>
                        <a:pt x="23958" y="0"/>
                        <a:pt x="53513" y="0"/>
                      </a:cubicBezTo>
                      <a:cubicBezTo>
                        <a:pt x="83067" y="0"/>
                        <a:pt x="107026" y="23959"/>
                        <a:pt x="107026" y="53513"/>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6" name="Google Shape;146;p2"/>
                <p:cNvSpPr/>
                <p:nvPr/>
              </p:nvSpPr>
              <p:spPr>
                <a:xfrm>
                  <a:off x="9289280" y="1186644"/>
                  <a:ext cx="107025" cy="107025"/>
                </a:xfrm>
                <a:custGeom>
                  <a:avLst/>
                  <a:gdLst/>
                  <a:ahLst/>
                  <a:cxnLst/>
                  <a:rect l="l" t="t" r="r" b="b"/>
                  <a:pathLst>
                    <a:path w="107025" h="107025" extrusionOk="0">
                      <a:moveTo>
                        <a:pt x="107026" y="53513"/>
                      </a:moveTo>
                      <a:cubicBezTo>
                        <a:pt x="107026" y="83067"/>
                        <a:pt x="83068" y="107026"/>
                        <a:pt x="53513" y="107026"/>
                      </a:cubicBezTo>
                      <a:cubicBezTo>
                        <a:pt x="23959" y="107026"/>
                        <a:pt x="0" y="83067"/>
                        <a:pt x="0" y="53513"/>
                      </a:cubicBezTo>
                      <a:cubicBezTo>
                        <a:pt x="0" y="23959"/>
                        <a:pt x="23959" y="0"/>
                        <a:pt x="53513" y="0"/>
                      </a:cubicBezTo>
                      <a:cubicBezTo>
                        <a:pt x="83068" y="0"/>
                        <a:pt x="107026" y="23959"/>
                        <a:pt x="107026" y="53513"/>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7" name="Google Shape;147;p2"/>
                <p:cNvSpPr/>
                <p:nvPr/>
              </p:nvSpPr>
              <p:spPr>
                <a:xfrm rot="-552203">
                  <a:off x="9403560" y="1159362"/>
                  <a:ext cx="120815" cy="120815"/>
                </a:xfrm>
                <a:custGeom>
                  <a:avLst/>
                  <a:gdLst/>
                  <a:ahLst/>
                  <a:cxnLst/>
                  <a:rect l="l" t="t" r="r" b="b"/>
                  <a:pathLst>
                    <a:path w="120769" h="120769" extrusionOk="0">
                      <a:moveTo>
                        <a:pt x="120769" y="60385"/>
                      </a:moveTo>
                      <a:cubicBezTo>
                        <a:pt x="120769" y="93734"/>
                        <a:pt x="93734" y="120769"/>
                        <a:pt x="60385" y="120769"/>
                      </a:cubicBezTo>
                      <a:cubicBezTo>
                        <a:pt x="27035" y="120769"/>
                        <a:pt x="0" y="93734"/>
                        <a:pt x="0" y="60385"/>
                      </a:cubicBezTo>
                      <a:cubicBezTo>
                        <a:pt x="0" y="27035"/>
                        <a:pt x="27035" y="0"/>
                        <a:pt x="60385" y="0"/>
                      </a:cubicBezTo>
                      <a:cubicBezTo>
                        <a:pt x="93734" y="0"/>
                        <a:pt x="120769" y="27035"/>
                        <a:pt x="120769" y="60385"/>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8" name="Google Shape;148;p2"/>
                <p:cNvSpPr/>
                <p:nvPr/>
              </p:nvSpPr>
              <p:spPr>
                <a:xfrm>
                  <a:off x="9123846" y="956120"/>
                  <a:ext cx="72174" cy="27600"/>
                </a:xfrm>
                <a:custGeom>
                  <a:avLst/>
                  <a:gdLst/>
                  <a:ahLst/>
                  <a:cxnLst/>
                  <a:rect l="l" t="t" r="r" b="b"/>
                  <a:pathLst>
                    <a:path w="72174" h="27600" extrusionOk="0">
                      <a:moveTo>
                        <a:pt x="3597" y="7516"/>
                      </a:moveTo>
                      <a:cubicBezTo>
                        <a:pt x="-865" y="13576"/>
                        <a:pt x="-1078" y="21456"/>
                        <a:pt x="2415" y="27601"/>
                      </a:cubicBezTo>
                      <a:cubicBezTo>
                        <a:pt x="2120" y="23383"/>
                        <a:pt x="3263" y="19044"/>
                        <a:pt x="5965" y="15375"/>
                      </a:cubicBezTo>
                      <a:cubicBezTo>
                        <a:pt x="12012" y="7164"/>
                        <a:pt x="23570" y="5411"/>
                        <a:pt x="31781" y="11457"/>
                      </a:cubicBezTo>
                      <a:cubicBezTo>
                        <a:pt x="33313" y="12586"/>
                        <a:pt x="34620" y="13905"/>
                        <a:pt x="35695" y="15362"/>
                      </a:cubicBezTo>
                      <a:cubicBezTo>
                        <a:pt x="35841" y="15028"/>
                        <a:pt x="36001" y="14740"/>
                        <a:pt x="36173" y="14509"/>
                      </a:cubicBezTo>
                      <a:cubicBezTo>
                        <a:pt x="38322" y="11592"/>
                        <a:pt x="42427" y="10968"/>
                        <a:pt x="45344" y="13117"/>
                      </a:cubicBezTo>
                      <a:cubicBezTo>
                        <a:pt x="46839" y="14216"/>
                        <a:pt x="47728" y="15832"/>
                        <a:pt x="47955" y="17538"/>
                      </a:cubicBezTo>
                      <a:cubicBezTo>
                        <a:pt x="53599" y="13000"/>
                        <a:pt x="61794" y="12625"/>
                        <a:pt x="67900" y="17122"/>
                      </a:cubicBezTo>
                      <a:cubicBezTo>
                        <a:pt x="69669" y="18425"/>
                        <a:pt x="71098" y="20018"/>
                        <a:pt x="72175" y="21787"/>
                      </a:cubicBezTo>
                      <a:cubicBezTo>
                        <a:pt x="71981" y="16994"/>
                        <a:pt x="69695" y="12330"/>
                        <a:pt x="65532" y="9262"/>
                      </a:cubicBezTo>
                      <a:cubicBezTo>
                        <a:pt x="59426" y="4766"/>
                        <a:pt x="51231" y="5141"/>
                        <a:pt x="45586" y="9679"/>
                      </a:cubicBezTo>
                      <a:cubicBezTo>
                        <a:pt x="45360" y="7973"/>
                        <a:pt x="44469" y="6357"/>
                        <a:pt x="42976" y="5257"/>
                      </a:cubicBezTo>
                      <a:cubicBezTo>
                        <a:pt x="40059" y="3109"/>
                        <a:pt x="35953" y="3733"/>
                        <a:pt x="33804" y="6650"/>
                      </a:cubicBezTo>
                      <a:cubicBezTo>
                        <a:pt x="33633" y="6880"/>
                        <a:pt x="33475" y="7169"/>
                        <a:pt x="33327" y="7502"/>
                      </a:cubicBezTo>
                      <a:cubicBezTo>
                        <a:pt x="32252" y="6048"/>
                        <a:pt x="30945" y="4727"/>
                        <a:pt x="29413" y="3598"/>
                      </a:cubicBezTo>
                      <a:cubicBezTo>
                        <a:pt x="21204" y="-2449"/>
                        <a:pt x="9644" y="-695"/>
                        <a:pt x="3597" y="7516"/>
                      </a:cubicBezTo>
                      <a:close/>
                    </a:path>
                  </a:pathLst>
                </a:custGeom>
                <a:solidFill>
                  <a:srgbClr val="68AD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9" name="Google Shape;149;p2"/>
                <p:cNvSpPr/>
                <p:nvPr/>
              </p:nvSpPr>
              <p:spPr>
                <a:xfrm>
                  <a:off x="9312042" y="1027016"/>
                  <a:ext cx="103500" cy="75763"/>
                </a:xfrm>
                <a:custGeom>
                  <a:avLst/>
                  <a:gdLst/>
                  <a:ahLst/>
                  <a:cxnLst/>
                  <a:rect l="l" t="t" r="r" b="b"/>
                  <a:pathLst>
                    <a:path w="103500" h="75763" extrusionOk="0">
                      <a:moveTo>
                        <a:pt x="17314" y="2550"/>
                      </a:moveTo>
                      <a:cubicBezTo>
                        <a:pt x="6438" y="7410"/>
                        <a:pt x="-11" y="18097"/>
                        <a:pt x="0" y="29287"/>
                      </a:cubicBezTo>
                      <a:cubicBezTo>
                        <a:pt x="2888" y="23250"/>
                        <a:pt x="7850" y="18168"/>
                        <a:pt x="14439" y="15224"/>
                      </a:cubicBezTo>
                      <a:cubicBezTo>
                        <a:pt x="29179" y="8638"/>
                        <a:pt x="46466" y="15249"/>
                        <a:pt x="53051" y="29989"/>
                      </a:cubicBezTo>
                      <a:cubicBezTo>
                        <a:pt x="54281" y="32739"/>
                        <a:pt x="55049" y="35580"/>
                        <a:pt x="55392" y="38422"/>
                      </a:cubicBezTo>
                      <a:cubicBezTo>
                        <a:pt x="55856" y="38077"/>
                        <a:pt x="56300" y="37805"/>
                        <a:pt x="56716" y="37620"/>
                      </a:cubicBezTo>
                      <a:cubicBezTo>
                        <a:pt x="61953" y="35281"/>
                        <a:pt x="68093" y="37629"/>
                        <a:pt x="70432" y="42866"/>
                      </a:cubicBezTo>
                      <a:cubicBezTo>
                        <a:pt x="71630" y="45550"/>
                        <a:pt x="71595" y="48469"/>
                        <a:pt x="70576" y="50995"/>
                      </a:cubicBezTo>
                      <a:cubicBezTo>
                        <a:pt x="81894" y="49155"/>
                        <a:pt x="93470" y="55039"/>
                        <a:pt x="98369" y="66003"/>
                      </a:cubicBezTo>
                      <a:cubicBezTo>
                        <a:pt x="99789" y="69180"/>
                        <a:pt x="100511" y="72490"/>
                        <a:pt x="100611" y="75764"/>
                      </a:cubicBezTo>
                      <a:cubicBezTo>
                        <a:pt x="104088" y="69011"/>
                        <a:pt x="104582" y="60802"/>
                        <a:pt x="101245" y="53329"/>
                      </a:cubicBezTo>
                      <a:cubicBezTo>
                        <a:pt x="96348" y="42365"/>
                        <a:pt x="84770" y="36481"/>
                        <a:pt x="73452" y="38321"/>
                      </a:cubicBezTo>
                      <a:cubicBezTo>
                        <a:pt x="74471" y="35798"/>
                        <a:pt x="74508" y="32876"/>
                        <a:pt x="73308" y="30195"/>
                      </a:cubicBezTo>
                      <a:cubicBezTo>
                        <a:pt x="70969" y="24957"/>
                        <a:pt x="64827" y="22610"/>
                        <a:pt x="59592" y="24948"/>
                      </a:cubicBezTo>
                      <a:cubicBezTo>
                        <a:pt x="59175" y="25133"/>
                        <a:pt x="58732" y="25405"/>
                        <a:pt x="58268" y="25751"/>
                      </a:cubicBezTo>
                      <a:cubicBezTo>
                        <a:pt x="57925" y="22909"/>
                        <a:pt x="57157" y="20068"/>
                        <a:pt x="55927" y="17318"/>
                      </a:cubicBezTo>
                      <a:cubicBezTo>
                        <a:pt x="49341" y="2575"/>
                        <a:pt x="32054" y="-4036"/>
                        <a:pt x="17314" y="2550"/>
                      </a:cubicBezTo>
                      <a:close/>
                    </a:path>
                  </a:pathLst>
                </a:custGeom>
                <a:solidFill>
                  <a:srgbClr val="68AD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 name="Google Shape;150;p2"/>
                <p:cNvSpPr/>
                <p:nvPr/>
              </p:nvSpPr>
              <p:spPr>
                <a:xfrm rot="-3046867">
                  <a:off x="8991699" y="1019249"/>
                  <a:ext cx="107058" cy="107058"/>
                </a:xfrm>
                <a:custGeom>
                  <a:avLst/>
                  <a:gdLst/>
                  <a:ahLst/>
                  <a:cxnLst/>
                  <a:rect l="l" t="t" r="r" b="b"/>
                  <a:pathLst>
                    <a:path w="107022" h="107022" extrusionOk="0">
                      <a:moveTo>
                        <a:pt x="107022" y="53511"/>
                      </a:moveTo>
                      <a:cubicBezTo>
                        <a:pt x="107022" y="83065"/>
                        <a:pt x="83064" y="107022"/>
                        <a:pt x="53511" y="107022"/>
                      </a:cubicBezTo>
                      <a:cubicBezTo>
                        <a:pt x="23957" y="107022"/>
                        <a:pt x="0" y="83065"/>
                        <a:pt x="0" y="53511"/>
                      </a:cubicBezTo>
                      <a:cubicBezTo>
                        <a:pt x="0" y="23958"/>
                        <a:pt x="23957" y="0"/>
                        <a:pt x="53511" y="0"/>
                      </a:cubicBezTo>
                      <a:cubicBezTo>
                        <a:pt x="83064" y="0"/>
                        <a:pt x="107022" y="23958"/>
                        <a:pt x="107022" y="53511"/>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1" name="Google Shape;151;p2"/>
                <p:cNvSpPr/>
                <p:nvPr/>
              </p:nvSpPr>
              <p:spPr>
                <a:xfrm>
                  <a:off x="8957949" y="1048906"/>
                  <a:ext cx="107025" cy="107025"/>
                </a:xfrm>
                <a:custGeom>
                  <a:avLst/>
                  <a:gdLst/>
                  <a:ahLst/>
                  <a:cxnLst/>
                  <a:rect l="l" t="t" r="r" b="b"/>
                  <a:pathLst>
                    <a:path w="107025" h="107025" extrusionOk="0">
                      <a:moveTo>
                        <a:pt x="107026" y="53513"/>
                      </a:moveTo>
                      <a:cubicBezTo>
                        <a:pt x="107026" y="83067"/>
                        <a:pt x="83067" y="107026"/>
                        <a:pt x="53513" y="107026"/>
                      </a:cubicBezTo>
                      <a:cubicBezTo>
                        <a:pt x="23958" y="107026"/>
                        <a:pt x="0" y="83067"/>
                        <a:pt x="0" y="53513"/>
                      </a:cubicBezTo>
                      <a:cubicBezTo>
                        <a:pt x="0" y="23959"/>
                        <a:pt x="23958" y="0"/>
                        <a:pt x="53513" y="0"/>
                      </a:cubicBezTo>
                      <a:cubicBezTo>
                        <a:pt x="83067" y="0"/>
                        <a:pt x="107026" y="23959"/>
                        <a:pt x="107026" y="53513"/>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2" name="Google Shape;152;p2"/>
                <p:cNvSpPr/>
                <p:nvPr/>
              </p:nvSpPr>
              <p:spPr>
                <a:xfrm>
                  <a:off x="9061001" y="1105775"/>
                  <a:ext cx="42156" cy="42157"/>
                </a:xfrm>
                <a:custGeom>
                  <a:avLst/>
                  <a:gdLst/>
                  <a:ahLst/>
                  <a:cxnLst/>
                  <a:rect l="l" t="t" r="r" b="b"/>
                  <a:pathLst>
                    <a:path w="42156" h="42157" extrusionOk="0">
                      <a:moveTo>
                        <a:pt x="1364" y="13636"/>
                      </a:moveTo>
                      <a:cubicBezTo>
                        <a:pt x="-2746" y="24524"/>
                        <a:pt x="2747" y="36683"/>
                        <a:pt x="13635" y="40794"/>
                      </a:cubicBezTo>
                      <a:cubicBezTo>
                        <a:pt x="24523" y="44904"/>
                        <a:pt x="36683" y="39411"/>
                        <a:pt x="40793" y="28522"/>
                      </a:cubicBezTo>
                      <a:cubicBezTo>
                        <a:pt x="44903" y="17634"/>
                        <a:pt x="39410" y="5475"/>
                        <a:pt x="28521" y="1365"/>
                      </a:cubicBezTo>
                      <a:cubicBezTo>
                        <a:pt x="17633" y="-2748"/>
                        <a:pt x="5474" y="2748"/>
                        <a:pt x="1364" y="13636"/>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3" name="Google Shape;153;p2"/>
                <p:cNvSpPr/>
                <p:nvPr/>
              </p:nvSpPr>
              <p:spPr>
                <a:xfrm>
                  <a:off x="9272513" y="1147693"/>
                  <a:ext cx="194327" cy="73400"/>
                </a:xfrm>
                <a:custGeom>
                  <a:avLst/>
                  <a:gdLst/>
                  <a:ahLst/>
                  <a:cxnLst/>
                  <a:rect l="l" t="t" r="r" b="b"/>
                  <a:pathLst>
                    <a:path w="194327" h="73400" extrusionOk="0">
                      <a:moveTo>
                        <a:pt x="194328" y="43228"/>
                      </a:moveTo>
                      <a:cubicBezTo>
                        <a:pt x="187033" y="53284"/>
                        <a:pt x="173669" y="57660"/>
                        <a:pt x="161487" y="53060"/>
                      </a:cubicBezTo>
                      <a:cubicBezTo>
                        <a:pt x="158760" y="52032"/>
                        <a:pt x="156286" y="50626"/>
                        <a:pt x="154101" y="48925"/>
                      </a:cubicBezTo>
                      <a:cubicBezTo>
                        <a:pt x="154023" y="49476"/>
                        <a:pt x="153911" y="49972"/>
                        <a:pt x="153756" y="50383"/>
                      </a:cubicBezTo>
                      <a:cubicBezTo>
                        <a:pt x="151799" y="55570"/>
                        <a:pt x="146006" y="58185"/>
                        <a:pt x="140821" y="56229"/>
                      </a:cubicBezTo>
                      <a:cubicBezTo>
                        <a:pt x="138165" y="55225"/>
                        <a:pt x="136183" y="53216"/>
                        <a:pt x="135146" y="50795"/>
                      </a:cubicBezTo>
                      <a:cubicBezTo>
                        <a:pt x="128708" y="59815"/>
                        <a:pt x="116789" y="63757"/>
                        <a:pt x="105930" y="59658"/>
                      </a:cubicBezTo>
                      <a:cubicBezTo>
                        <a:pt x="97575" y="56503"/>
                        <a:pt x="91899" y="49357"/>
                        <a:pt x="90237" y="41207"/>
                      </a:cubicBezTo>
                      <a:cubicBezTo>
                        <a:pt x="87345" y="42227"/>
                        <a:pt x="84095" y="42273"/>
                        <a:pt x="81001" y="41105"/>
                      </a:cubicBezTo>
                      <a:cubicBezTo>
                        <a:pt x="78208" y="40051"/>
                        <a:pt x="75972" y="38167"/>
                        <a:pt x="74463" y="35840"/>
                      </a:cubicBezTo>
                      <a:cubicBezTo>
                        <a:pt x="68527" y="41260"/>
                        <a:pt x="59833" y="43231"/>
                        <a:pt x="51798" y="40197"/>
                      </a:cubicBezTo>
                      <a:cubicBezTo>
                        <a:pt x="45402" y="37783"/>
                        <a:pt x="40786" y="32713"/>
                        <a:pt x="38727" y="26716"/>
                      </a:cubicBezTo>
                      <a:cubicBezTo>
                        <a:pt x="33275" y="28726"/>
                        <a:pt x="27105" y="28863"/>
                        <a:pt x="21241" y="26650"/>
                      </a:cubicBezTo>
                      <a:cubicBezTo>
                        <a:pt x="10156" y="22465"/>
                        <a:pt x="3785" y="11261"/>
                        <a:pt x="5257" y="0"/>
                      </a:cubicBezTo>
                      <a:cubicBezTo>
                        <a:pt x="3764" y="1927"/>
                        <a:pt x="2528" y="4106"/>
                        <a:pt x="1620" y="6506"/>
                      </a:cubicBezTo>
                      <a:cubicBezTo>
                        <a:pt x="-3263" y="19442"/>
                        <a:pt x="3264" y="33890"/>
                        <a:pt x="16200" y="38773"/>
                      </a:cubicBezTo>
                      <a:cubicBezTo>
                        <a:pt x="22064" y="40986"/>
                        <a:pt x="28234" y="40849"/>
                        <a:pt x="33686" y="38839"/>
                      </a:cubicBezTo>
                      <a:cubicBezTo>
                        <a:pt x="35745" y="44838"/>
                        <a:pt x="40361" y="49906"/>
                        <a:pt x="46757" y="52320"/>
                      </a:cubicBezTo>
                      <a:cubicBezTo>
                        <a:pt x="54792" y="55353"/>
                        <a:pt x="63486" y="53383"/>
                        <a:pt x="69423" y="47963"/>
                      </a:cubicBezTo>
                      <a:cubicBezTo>
                        <a:pt x="70932" y="50290"/>
                        <a:pt x="73170" y="52173"/>
                        <a:pt x="75963" y="53227"/>
                      </a:cubicBezTo>
                      <a:cubicBezTo>
                        <a:pt x="79056" y="54395"/>
                        <a:pt x="82307" y="54350"/>
                        <a:pt x="85198" y="53330"/>
                      </a:cubicBezTo>
                      <a:cubicBezTo>
                        <a:pt x="86858" y="61480"/>
                        <a:pt x="92534" y="68626"/>
                        <a:pt x="100892" y="71780"/>
                      </a:cubicBezTo>
                      <a:cubicBezTo>
                        <a:pt x="111750" y="75879"/>
                        <a:pt x="123668" y="71938"/>
                        <a:pt x="130107" y="62918"/>
                      </a:cubicBezTo>
                      <a:cubicBezTo>
                        <a:pt x="131145" y="65336"/>
                        <a:pt x="133127" y="67348"/>
                        <a:pt x="135783" y="68351"/>
                      </a:cubicBezTo>
                      <a:cubicBezTo>
                        <a:pt x="140970" y="70310"/>
                        <a:pt x="146760" y="67693"/>
                        <a:pt x="148720" y="62506"/>
                      </a:cubicBezTo>
                      <a:cubicBezTo>
                        <a:pt x="148875" y="62095"/>
                        <a:pt x="148987" y="61599"/>
                        <a:pt x="149065" y="61048"/>
                      </a:cubicBezTo>
                      <a:cubicBezTo>
                        <a:pt x="151250" y="62748"/>
                        <a:pt x="153724" y="64154"/>
                        <a:pt x="156448" y="65183"/>
                      </a:cubicBezTo>
                      <a:cubicBezTo>
                        <a:pt x="171047" y="70695"/>
                        <a:pt x="187348" y="63327"/>
                        <a:pt x="192860" y="48728"/>
                      </a:cubicBezTo>
                      <a:cubicBezTo>
                        <a:pt x="193543" y="46913"/>
                        <a:pt x="194028" y="45071"/>
                        <a:pt x="194328" y="43228"/>
                      </a:cubicBez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4" name="Google Shape;154;p2"/>
                <p:cNvSpPr/>
                <p:nvPr/>
              </p:nvSpPr>
              <p:spPr>
                <a:xfrm>
                  <a:off x="9097375" y="996499"/>
                  <a:ext cx="141454" cy="99336"/>
                </a:xfrm>
                <a:custGeom>
                  <a:avLst/>
                  <a:gdLst/>
                  <a:ahLst/>
                  <a:cxnLst/>
                  <a:rect l="l" t="t" r="r" b="b"/>
                  <a:pathLst>
                    <a:path w="141454" h="99336" extrusionOk="0">
                      <a:moveTo>
                        <a:pt x="141455" y="87789"/>
                      </a:moveTo>
                      <a:cubicBezTo>
                        <a:pt x="132976" y="93344"/>
                        <a:pt x="121514" y="92805"/>
                        <a:pt x="113556" y="85766"/>
                      </a:cubicBezTo>
                      <a:cubicBezTo>
                        <a:pt x="111776" y="84191"/>
                        <a:pt x="110297" y="82401"/>
                        <a:pt x="109124" y="80469"/>
                      </a:cubicBezTo>
                      <a:cubicBezTo>
                        <a:pt x="108905" y="80867"/>
                        <a:pt x="108676" y="81212"/>
                        <a:pt x="108438" y="81482"/>
                      </a:cubicBezTo>
                      <a:cubicBezTo>
                        <a:pt x="105441" y="84870"/>
                        <a:pt x="100266" y="85188"/>
                        <a:pt x="96878" y="82191"/>
                      </a:cubicBezTo>
                      <a:cubicBezTo>
                        <a:pt x="95143" y="80655"/>
                        <a:pt x="94215" y="78547"/>
                        <a:pt x="94123" y="76400"/>
                      </a:cubicBezTo>
                      <a:cubicBezTo>
                        <a:pt x="86598" y="81414"/>
                        <a:pt x="76363" y="80963"/>
                        <a:pt x="69272" y="74690"/>
                      </a:cubicBezTo>
                      <a:cubicBezTo>
                        <a:pt x="63813" y="69862"/>
                        <a:pt x="61557" y="62767"/>
                        <a:pt x="62654" y="56069"/>
                      </a:cubicBezTo>
                      <a:cubicBezTo>
                        <a:pt x="60153" y="56007"/>
                        <a:pt x="57659" y="55099"/>
                        <a:pt x="55641" y="53314"/>
                      </a:cubicBezTo>
                      <a:cubicBezTo>
                        <a:pt x="53817" y="51700"/>
                        <a:pt x="52657" y="49615"/>
                        <a:pt x="52180" y="47402"/>
                      </a:cubicBezTo>
                      <a:cubicBezTo>
                        <a:pt x="46081" y="49814"/>
                        <a:pt x="38877" y="48797"/>
                        <a:pt x="33629" y="44154"/>
                      </a:cubicBezTo>
                      <a:cubicBezTo>
                        <a:pt x="29450" y="40458"/>
                        <a:pt x="27399" y="35252"/>
                        <a:pt x="27569" y="30081"/>
                      </a:cubicBezTo>
                      <a:cubicBezTo>
                        <a:pt x="22827" y="30033"/>
                        <a:pt x="18082" y="28349"/>
                        <a:pt x="14250" y="24961"/>
                      </a:cubicBezTo>
                      <a:cubicBezTo>
                        <a:pt x="7011" y="18555"/>
                        <a:pt x="5399" y="8161"/>
                        <a:pt x="9788" y="0"/>
                      </a:cubicBezTo>
                      <a:cubicBezTo>
                        <a:pt x="8090" y="1036"/>
                        <a:pt x="6515" y="2339"/>
                        <a:pt x="5129" y="3907"/>
                      </a:cubicBezTo>
                      <a:cubicBezTo>
                        <a:pt x="-2348" y="12358"/>
                        <a:pt x="-1557" y="25269"/>
                        <a:pt x="6894" y="32745"/>
                      </a:cubicBezTo>
                      <a:cubicBezTo>
                        <a:pt x="10723" y="36133"/>
                        <a:pt x="15471" y="37817"/>
                        <a:pt x="20212" y="37865"/>
                      </a:cubicBezTo>
                      <a:cubicBezTo>
                        <a:pt x="20043" y="43036"/>
                        <a:pt x="22094" y="48241"/>
                        <a:pt x="26272" y="51938"/>
                      </a:cubicBezTo>
                      <a:cubicBezTo>
                        <a:pt x="31521" y="56581"/>
                        <a:pt x="38724" y="57600"/>
                        <a:pt x="44824" y="55186"/>
                      </a:cubicBezTo>
                      <a:cubicBezTo>
                        <a:pt x="45301" y="57397"/>
                        <a:pt x="46460" y="59484"/>
                        <a:pt x="48284" y="61098"/>
                      </a:cubicBezTo>
                      <a:cubicBezTo>
                        <a:pt x="50305" y="62886"/>
                        <a:pt x="52797" y="63793"/>
                        <a:pt x="55298" y="63853"/>
                      </a:cubicBezTo>
                      <a:cubicBezTo>
                        <a:pt x="54201" y="70551"/>
                        <a:pt x="56459" y="77646"/>
                        <a:pt x="61916" y="82474"/>
                      </a:cubicBezTo>
                      <a:cubicBezTo>
                        <a:pt x="69009" y="88749"/>
                        <a:pt x="79241" y="89197"/>
                        <a:pt x="86767" y="84184"/>
                      </a:cubicBezTo>
                      <a:cubicBezTo>
                        <a:pt x="86858" y="86331"/>
                        <a:pt x="87784" y="88439"/>
                        <a:pt x="89522" y="89975"/>
                      </a:cubicBezTo>
                      <a:cubicBezTo>
                        <a:pt x="92909" y="92972"/>
                        <a:pt x="98085" y="92654"/>
                        <a:pt x="101082" y="89266"/>
                      </a:cubicBezTo>
                      <a:cubicBezTo>
                        <a:pt x="101320" y="88996"/>
                        <a:pt x="101548" y="88651"/>
                        <a:pt x="101768" y="88253"/>
                      </a:cubicBezTo>
                      <a:cubicBezTo>
                        <a:pt x="102940" y="90183"/>
                        <a:pt x="104419" y="91975"/>
                        <a:pt x="106200" y="93550"/>
                      </a:cubicBezTo>
                      <a:cubicBezTo>
                        <a:pt x="115738" y="101985"/>
                        <a:pt x="130306" y="101094"/>
                        <a:pt x="138741" y="91559"/>
                      </a:cubicBezTo>
                      <a:cubicBezTo>
                        <a:pt x="139789" y="90372"/>
                        <a:pt x="140694" y="89108"/>
                        <a:pt x="141455" y="87789"/>
                      </a:cubicBez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55" name="Google Shape;155;p2"/>
              <p:cNvSpPr/>
              <p:nvPr/>
            </p:nvSpPr>
            <p:spPr>
              <a:xfrm>
                <a:off x="9147424" y="770903"/>
                <a:ext cx="758900" cy="690988"/>
              </a:xfrm>
              <a:custGeom>
                <a:avLst/>
                <a:gdLst/>
                <a:ahLst/>
                <a:cxnLst/>
                <a:rect l="l" t="t" r="r" b="b"/>
                <a:pathLst>
                  <a:path w="758900" h="690988" extrusionOk="0">
                    <a:moveTo>
                      <a:pt x="660778" y="606058"/>
                    </a:moveTo>
                    <a:cubicBezTo>
                      <a:pt x="681098" y="605902"/>
                      <a:pt x="701240" y="597286"/>
                      <a:pt x="715470" y="580617"/>
                    </a:cubicBezTo>
                    <a:cubicBezTo>
                      <a:pt x="737953" y="554277"/>
                      <a:pt x="738299" y="516513"/>
                      <a:pt x="718326" y="489933"/>
                    </a:cubicBezTo>
                    <a:cubicBezTo>
                      <a:pt x="721961" y="487883"/>
                      <a:pt x="725305" y="485169"/>
                      <a:pt x="728172" y="481811"/>
                    </a:cubicBezTo>
                    <a:cubicBezTo>
                      <a:pt x="741302" y="466429"/>
                      <a:pt x="739478" y="443315"/>
                      <a:pt x="724095" y="430184"/>
                    </a:cubicBezTo>
                    <a:cubicBezTo>
                      <a:pt x="721961" y="428362"/>
                      <a:pt x="719672" y="426837"/>
                      <a:pt x="717288" y="425587"/>
                    </a:cubicBezTo>
                    <a:cubicBezTo>
                      <a:pt x="726318" y="421333"/>
                      <a:pt x="734618" y="415156"/>
                      <a:pt x="741519" y="407073"/>
                    </a:cubicBezTo>
                    <a:cubicBezTo>
                      <a:pt x="767548" y="376580"/>
                      <a:pt x="763929" y="330761"/>
                      <a:pt x="733439" y="304733"/>
                    </a:cubicBezTo>
                    <a:cubicBezTo>
                      <a:pt x="719297" y="292661"/>
                      <a:pt x="701860" y="286978"/>
                      <a:pt x="684626" y="287382"/>
                    </a:cubicBezTo>
                    <a:cubicBezTo>
                      <a:pt x="693237" y="263137"/>
                      <a:pt x="686628" y="235049"/>
                      <a:pt x="665894" y="217348"/>
                    </a:cubicBezTo>
                    <a:cubicBezTo>
                      <a:pt x="647999" y="202073"/>
                      <a:pt x="624115" y="198406"/>
                      <a:pt x="603386" y="205598"/>
                    </a:cubicBezTo>
                    <a:cubicBezTo>
                      <a:pt x="605267" y="195826"/>
                      <a:pt x="601991" y="185351"/>
                      <a:pt x="593883" y="178427"/>
                    </a:cubicBezTo>
                    <a:cubicBezTo>
                      <a:pt x="586341" y="171989"/>
                      <a:pt x="576422" y="170161"/>
                      <a:pt x="567546" y="172662"/>
                    </a:cubicBezTo>
                    <a:cubicBezTo>
                      <a:pt x="575702" y="148615"/>
                      <a:pt x="569011" y="120977"/>
                      <a:pt x="548519" y="103485"/>
                    </a:cubicBezTo>
                    <a:cubicBezTo>
                      <a:pt x="526137" y="84379"/>
                      <a:pt x="494385" y="83428"/>
                      <a:pt x="471156" y="99183"/>
                    </a:cubicBezTo>
                    <a:cubicBezTo>
                      <a:pt x="469022" y="90340"/>
                      <a:pt x="464189" y="82065"/>
                      <a:pt x="456743" y="75708"/>
                    </a:cubicBezTo>
                    <a:cubicBezTo>
                      <a:pt x="441514" y="62707"/>
                      <a:pt x="420074" y="61720"/>
                      <a:pt x="403967" y="71831"/>
                    </a:cubicBezTo>
                    <a:cubicBezTo>
                      <a:pt x="401139" y="54818"/>
                      <a:pt x="392539" y="38670"/>
                      <a:pt x="378395" y="26595"/>
                    </a:cubicBezTo>
                    <a:cubicBezTo>
                      <a:pt x="346521" y="-615"/>
                      <a:pt x="298623" y="3168"/>
                      <a:pt x="271415" y="35042"/>
                    </a:cubicBezTo>
                    <a:cubicBezTo>
                      <a:pt x="270407" y="36224"/>
                      <a:pt x="269454" y="37435"/>
                      <a:pt x="268530" y="38659"/>
                    </a:cubicBezTo>
                    <a:cubicBezTo>
                      <a:pt x="264273" y="31092"/>
                      <a:pt x="258639" y="24133"/>
                      <a:pt x="251650" y="18169"/>
                    </a:cubicBezTo>
                    <a:cubicBezTo>
                      <a:pt x="219775" y="-9039"/>
                      <a:pt x="171878" y="-5258"/>
                      <a:pt x="144670" y="26616"/>
                    </a:cubicBezTo>
                    <a:cubicBezTo>
                      <a:pt x="133533" y="39662"/>
                      <a:pt x="127596" y="55394"/>
                      <a:pt x="126645" y="71293"/>
                    </a:cubicBezTo>
                    <a:cubicBezTo>
                      <a:pt x="97434" y="77991"/>
                      <a:pt x="77676" y="97459"/>
                      <a:pt x="81240" y="135119"/>
                    </a:cubicBezTo>
                    <a:cubicBezTo>
                      <a:pt x="58341" y="135317"/>
                      <a:pt x="35651" y="145040"/>
                      <a:pt x="19614" y="163826"/>
                    </a:cubicBezTo>
                    <a:cubicBezTo>
                      <a:pt x="-9758" y="198235"/>
                      <a:pt x="-5676" y="249940"/>
                      <a:pt x="28733" y="279313"/>
                    </a:cubicBezTo>
                    <a:cubicBezTo>
                      <a:pt x="35091" y="284742"/>
                      <a:pt x="42045" y="289019"/>
                      <a:pt x="49335" y="292181"/>
                    </a:cubicBezTo>
                    <a:cubicBezTo>
                      <a:pt x="48281" y="293102"/>
                      <a:pt x="47279" y="294108"/>
                      <a:pt x="46345" y="295205"/>
                    </a:cubicBezTo>
                    <a:cubicBezTo>
                      <a:pt x="35909" y="307428"/>
                      <a:pt x="37361" y="325798"/>
                      <a:pt x="49584" y="336232"/>
                    </a:cubicBezTo>
                    <a:cubicBezTo>
                      <a:pt x="55847" y="341579"/>
                      <a:pt x="63723" y="343796"/>
                      <a:pt x="71319" y="343053"/>
                    </a:cubicBezTo>
                    <a:cubicBezTo>
                      <a:pt x="57411" y="372019"/>
                      <a:pt x="64061" y="407802"/>
                      <a:pt x="89653" y="429647"/>
                    </a:cubicBezTo>
                    <a:cubicBezTo>
                      <a:pt x="119805" y="455387"/>
                      <a:pt x="164936" y="452116"/>
                      <a:pt x="191106" y="422553"/>
                    </a:cubicBezTo>
                    <a:cubicBezTo>
                      <a:pt x="191129" y="422560"/>
                      <a:pt x="191154" y="422565"/>
                      <a:pt x="191177" y="422572"/>
                    </a:cubicBezTo>
                    <a:cubicBezTo>
                      <a:pt x="178075" y="438974"/>
                      <a:pt x="180258" y="462929"/>
                      <a:pt x="196343" y="476658"/>
                    </a:cubicBezTo>
                    <a:cubicBezTo>
                      <a:pt x="202926" y="482277"/>
                      <a:pt x="210838" y="485325"/>
                      <a:pt x="218855" y="485908"/>
                    </a:cubicBezTo>
                    <a:cubicBezTo>
                      <a:pt x="213389" y="508566"/>
                      <a:pt x="220538" y="533402"/>
                      <a:pt x="239477" y="549570"/>
                    </a:cubicBezTo>
                    <a:cubicBezTo>
                      <a:pt x="254553" y="562438"/>
                      <a:pt x="273882" y="567077"/>
                      <a:pt x="291993" y="563920"/>
                    </a:cubicBezTo>
                    <a:cubicBezTo>
                      <a:pt x="294515" y="580578"/>
                      <a:pt x="302793" y="596442"/>
                      <a:pt x="316614" y="608241"/>
                    </a:cubicBezTo>
                    <a:cubicBezTo>
                      <a:pt x="345166" y="632614"/>
                      <a:pt x="387153" y="630989"/>
                      <a:pt x="413751" y="605651"/>
                    </a:cubicBezTo>
                    <a:cubicBezTo>
                      <a:pt x="412251" y="615149"/>
                      <a:pt x="415575" y="625178"/>
                      <a:pt x="423425" y="631878"/>
                    </a:cubicBezTo>
                    <a:cubicBezTo>
                      <a:pt x="433842" y="640770"/>
                      <a:pt x="448797" y="640871"/>
                      <a:pt x="459269" y="632904"/>
                    </a:cubicBezTo>
                    <a:cubicBezTo>
                      <a:pt x="462385" y="648227"/>
                      <a:pt x="470432" y="662666"/>
                      <a:pt x="483247" y="673606"/>
                    </a:cubicBezTo>
                    <a:cubicBezTo>
                      <a:pt x="513740" y="699635"/>
                      <a:pt x="559559" y="696018"/>
                      <a:pt x="585587" y="665525"/>
                    </a:cubicBezTo>
                    <a:cubicBezTo>
                      <a:pt x="592641" y="657262"/>
                      <a:pt x="597499" y="647868"/>
                      <a:pt x="600254" y="638050"/>
                    </a:cubicBezTo>
                    <a:cubicBezTo>
                      <a:pt x="600394" y="638171"/>
                      <a:pt x="600524" y="638299"/>
                      <a:pt x="600665" y="638418"/>
                    </a:cubicBezTo>
                    <a:cubicBezTo>
                      <a:pt x="616048" y="651549"/>
                      <a:pt x="639162" y="649725"/>
                      <a:pt x="652292" y="634342"/>
                    </a:cubicBezTo>
                    <a:cubicBezTo>
                      <a:pt x="659242" y="626206"/>
                      <a:pt x="661999" y="615901"/>
                      <a:pt x="660778" y="606058"/>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6" name="Google Shape;156;p2"/>
              <p:cNvSpPr/>
              <p:nvPr/>
            </p:nvSpPr>
            <p:spPr>
              <a:xfrm>
                <a:off x="9147419" y="894048"/>
                <a:ext cx="731015" cy="567848"/>
              </a:xfrm>
              <a:custGeom>
                <a:avLst/>
                <a:gdLst/>
                <a:ahLst/>
                <a:cxnLst/>
                <a:rect l="l" t="t" r="r" b="b"/>
                <a:pathLst>
                  <a:path w="731015" h="567848" extrusionOk="0">
                    <a:moveTo>
                      <a:pt x="455404" y="388023"/>
                    </a:moveTo>
                    <a:cubicBezTo>
                      <a:pt x="455404" y="388023"/>
                      <a:pt x="260035" y="248648"/>
                      <a:pt x="245298" y="221084"/>
                    </a:cubicBezTo>
                    <a:cubicBezTo>
                      <a:pt x="230560" y="193519"/>
                      <a:pt x="126060" y="34514"/>
                      <a:pt x="126060" y="34514"/>
                    </a:cubicBezTo>
                    <a:lnTo>
                      <a:pt x="80916" y="0"/>
                    </a:lnTo>
                    <a:cubicBezTo>
                      <a:pt x="80749" y="3774"/>
                      <a:pt x="80841" y="7754"/>
                      <a:pt x="81240" y="11979"/>
                    </a:cubicBezTo>
                    <a:cubicBezTo>
                      <a:pt x="58342" y="12178"/>
                      <a:pt x="35651" y="21900"/>
                      <a:pt x="19614" y="40686"/>
                    </a:cubicBezTo>
                    <a:cubicBezTo>
                      <a:pt x="-9758" y="75095"/>
                      <a:pt x="-5676" y="126800"/>
                      <a:pt x="28733" y="156173"/>
                    </a:cubicBezTo>
                    <a:cubicBezTo>
                      <a:pt x="35091" y="161602"/>
                      <a:pt x="42045" y="165879"/>
                      <a:pt x="49335" y="169041"/>
                    </a:cubicBezTo>
                    <a:cubicBezTo>
                      <a:pt x="48281" y="169962"/>
                      <a:pt x="47280" y="170968"/>
                      <a:pt x="46345" y="172065"/>
                    </a:cubicBezTo>
                    <a:cubicBezTo>
                      <a:pt x="35909" y="184288"/>
                      <a:pt x="37361" y="202658"/>
                      <a:pt x="49584" y="213092"/>
                    </a:cubicBezTo>
                    <a:cubicBezTo>
                      <a:pt x="55848" y="218439"/>
                      <a:pt x="63723" y="220656"/>
                      <a:pt x="71319" y="219913"/>
                    </a:cubicBezTo>
                    <a:cubicBezTo>
                      <a:pt x="57411" y="248879"/>
                      <a:pt x="64061" y="284662"/>
                      <a:pt x="89653" y="306507"/>
                    </a:cubicBezTo>
                    <a:cubicBezTo>
                      <a:pt x="119805" y="332247"/>
                      <a:pt x="164935" y="328976"/>
                      <a:pt x="191105" y="299413"/>
                    </a:cubicBezTo>
                    <a:cubicBezTo>
                      <a:pt x="191128" y="299420"/>
                      <a:pt x="191153" y="299425"/>
                      <a:pt x="191176" y="299432"/>
                    </a:cubicBezTo>
                    <a:cubicBezTo>
                      <a:pt x="178075" y="315834"/>
                      <a:pt x="180259" y="339789"/>
                      <a:pt x="196343" y="353518"/>
                    </a:cubicBezTo>
                    <a:cubicBezTo>
                      <a:pt x="202927" y="359137"/>
                      <a:pt x="210838" y="362185"/>
                      <a:pt x="218856" y="362768"/>
                    </a:cubicBezTo>
                    <a:cubicBezTo>
                      <a:pt x="213389" y="385426"/>
                      <a:pt x="220538" y="410262"/>
                      <a:pt x="239478" y="426430"/>
                    </a:cubicBezTo>
                    <a:cubicBezTo>
                      <a:pt x="254554" y="439298"/>
                      <a:pt x="273882" y="443937"/>
                      <a:pt x="291994" y="440780"/>
                    </a:cubicBezTo>
                    <a:cubicBezTo>
                      <a:pt x="294515" y="457438"/>
                      <a:pt x="302793" y="473303"/>
                      <a:pt x="316614" y="485101"/>
                    </a:cubicBezTo>
                    <a:cubicBezTo>
                      <a:pt x="345166" y="509474"/>
                      <a:pt x="387153" y="507849"/>
                      <a:pt x="413750" y="482511"/>
                    </a:cubicBezTo>
                    <a:cubicBezTo>
                      <a:pt x="412251" y="492009"/>
                      <a:pt x="415575" y="502038"/>
                      <a:pt x="423425" y="508738"/>
                    </a:cubicBezTo>
                    <a:cubicBezTo>
                      <a:pt x="433842" y="517630"/>
                      <a:pt x="448797" y="517731"/>
                      <a:pt x="459270" y="509764"/>
                    </a:cubicBezTo>
                    <a:cubicBezTo>
                      <a:pt x="462385" y="525087"/>
                      <a:pt x="470432" y="539526"/>
                      <a:pt x="483247" y="550467"/>
                    </a:cubicBezTo>
                    <a:cubicBezTo>
                      <a:pt x="513740" y="576495"/>
                      <a:pt x="559559" y="572878"/>
                      <a:pt x="585587" y="542386"/>
                    </a:cubicBezTo>
                    <a:cubicBezTo>
                      <a:pt x="592642" y="534122"/>
                      <a:pt x="597499" y="524728"/>
                      <a:pt x="600254" y="514910"/>
                    </a:cubicBezTo>
                    <a:cubicBezTo>
                      <a:pt x="600393" y="515031"/>
                      <a:pt x="600524" y="515159"/>
                      <a:pt x="600666" y="515278"/>
                    </a:cubicBezTo>
                    <a:cubicBezTo>
                      <a:pt x="616048" y="528409"/>
                      <a:pt x="639161" y="526585"/>
                      <a:pt x="652293" y="511202"/>
                    </a:cubicBezTo>
                    <a:cubicBezTo>
                      <a:pt x="659240" y="503062"/>
                      <a:pt x="661999" y="492759"/>
                      <a:pt x="660778" y="482915"/>
                    </a:cubicBezTo>
                    <a:cubicBezTo>
                      <a:pt x="681099" y="482760"/>
                      <a:pt x="701240" y="474144"/>
                      <a:pt x="715471" y="457474"/>
                    </a:cubicBezTo>
                    <a:cubicBezTo>
                      <a:pt x="723344" y="448250"/>
                      <a:pt x="728494" y="437623"/>
                      <a:pt x="731016" y="426568"/>
                    </a:cubicBezTo>
                    <a:lnTo>
                      <a:pt x="602526" y="423808"/>
                    </a:lnTo>
                    <a:lnTo>
                      <a:pt x="455404" y="388023"/>
                    </a:ln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7" name="Google Shape;157;p2"/>
              <p:cNvSpPr/>
              <p:nvPr/>
            </p:nvSpPr>
            <p:spPr>
              <a:xfrm>
                <a:off x="9186269" y="992537"/>
                <a:ext cx="158144" cy="319951"/>
              </a:xfrm>
              <a:custGeom>
                <a:avLst/>
                <a:gdLst/>
                <a:ahLst/>
                <a:cxnLst/>
                <a:rect l="l" t="t" r="r" b="b"/>
                <a:pathLst>
                  <a:path w="158144" h="319951" extrusionOk="0">
                    <a:moveTo>
                      <a:pt x="33164" y="9909"/>
                    </a:moveTo>
                    <a:cubicBezTo>
                      <a:pt x="-1572" y="46491"/>
                      <a:pt x="-12784" y="81815"/>
                      <a:pt x="17839" y="114971"/>
                    </a:cubicBezTo>
                    <a:cubicBezTo>
                      <a:pt x="48462" y="148127"/>
                      <a:pt x="99131" y="262656"/>
                      <a:pt x="84734" y="319952"/>
                    </a:cubicBezTo>
                    <a:cubicBezTo>
                      <a:pt x="100069" y="312836"/>
                      <a:pt x="103264" y="262251"/>
                      <a:pt x="103264" y="262251"/>
                    </a:cubicBezTo>
                    <a:cubicBezTo>
                      <a:pt x="103264" y="262251"/>
                      <a:pt x="84780" y="180533"/>
                      <a:pt x="66924" y="156169"/>
                    </a:cubicBezTo>
                    <a:cubicBezTo>
                      <a:pt x="49066" y="131805"/>
                      <a:pt x="148950" y="128198"/>
                      <a:pt x="158145" y="68945"/>
                    </a:cubicBezTo>
                    <a:cubicBezTo>
                      <a:pt x="149405" y="41382"/>
                      <a:pt x="140041" y="63019"/>
                      <a:pt x="140041" y="63019"/>
                    </a:cubicBezTo>
                    <a:cubicBezTo>
                      <a:pt x="140041" y="63019"/>
                      <a:pt x="84905" y="142417"/>
                      <a:pt x="57302" y="127089"/>
                    </a:cubicBezTo>
                    <a:cubicBezTo>
                      <a:pt x="29699" y="111764"/>
                      <a:pt x="7047" y="52012"/>
                      <a:pt x="56966" y="7504"/>
                    </a:cubicBezTo>
                    <a:cubicBezTo>
                      <a:pt x="56356" y="-10684"/>
                      <a:pt x="33164" y="9909"/>
                      <a:pt x="33164" y="9909"/>
                    </a:cubicBezTo>
                    <a:close/>
                  </a:path>
                </a:pathLst>
              </a:custGeom>
              <a:solidFill>
                <a:srgbClr val="416B2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8" name="Google Shape;158;p2"/>
              <p:cNvSpPr/>
              <p:nvPr/>
            </p:nvSpPr>
            <p:spPr>
              <a:xfrm>
                <a:off x="9363716" y="1136745"/>
                <a:ext cx="165564" cy="188859"/>
              </a:xfrm>
              <a:custGeom>
                <a:avLst/>
                <a:gdLst/>
                <a:ahLst/>
                <a:cxnLst/>
                <a:rect l="l" t="t" r="r" b="b"/>
                <a:pathLst>
                  <a:path w="165564" h="188859" extrusionOk="0">
                    <a:moveTo>
                      <a:pt x="165565" y="180196"/>
                    </a:moveTo>
                    <a:cubicBezTo>
                      <a:pt x="151362" y="184087"/>
                      <a:pt x="135757" y="178221"/>
                      <a:pt x="127900" y="164933"/>
                    </a:cubicBezTo>
                    <a:cubicBezTo>
                      <a:pt x="126143" y="161959"/>
                      <a:pt x="124899" y="158824"/>
                      <a:pt x="124138" y="155631"/>
                    </a:cubicBezTo>
                    <a:cubicBezTo>
                      <a:pt x="123655" y="156081"/>
                      <a:pt x="123184" y="156458"/>
                      <a:pt x="122737" y="156724"/>
                    </a:cubicBezTo>
                    <a:cubicBezTo>
                      <a:pt x="117079" y="160068"/>
                      <a:pt x="109782" y="158194"/>
                      <a:pt x="106439" y="152536"/>
                    </a:cubicBezTo>
                    <a:cubicBezTo>
                      <a:pt x="104725" y="149637"/>
                      <a:pt x="104387" y="146309"/>
                      <a:pt x="105219" y="143302"/>
                    </a:cubicBezTo>
                    <a:cubicBezTo>
                      <a:pt x="92575" y="146869"/>
                      <a:pt x="78628" y="141677"/>
                      <a:pt x="71628" y="129833"/>
                    </a:cubicBezTo>
                    <a:cubicBezTo>
                      <a:pt x="66240" y="120719"/>
                      <a:pt x="66291" y="109902"/>
                      <a:pt x="70798" y="101133"/>
                    </a:cubicBezTo>
                    <a:cubicBezTo>
                      <a:pt x="67369" y="99930"/>
                      <a:pt x="64327" y="97562"/>
                      <a:pt x="62334" y="94190"/>
                    </a:cubicBezTo>
                    <a:cubicBezTo>
                      <a:pt x="60532" y="91143"/>
                      <a:pt x="59860" y="87743"/>
                      <a:pt x="60189" y="84472"/>
                    </a:cubicBezTo>
                    <a:cubicBezTo>
                      <a:pt x="50680" y="85083"/>
                      <a:pt x="41176" y="80458"/>
                      <a:pt x="35994" y="71691"/>
                    </a:cubicBezTo>
                    <a:cubicBezTo>
                      <a:pt x="31870" y="64714"/>
                      <a:pt x="31360" y="56604"/>
                      <a:pt x="33905" y="49531"/>
                    </a:cubicBezTo>
                    <a:cubicBezTo>
                      <a:pt x="27372" y="47345"/>
                      <a:pt x="21563" y="42895"/>
                      <a:pt x="17784" y="36501"/>
                    </a:cubicBezTo>
                    <a:cubicBezTo>
                      <a:pt x="10636" y="24410"/>
                      <a:pt x="13054" y="9322"/>
                      <a:pt x="22767" y="0"/>
                    </a:cubicBezTo>
                    <a:cubicBezTo>
                      <a:pt x="19958" y="674"/>
                      <a:pt x="17199" y="1772"/>
                      <a:pt x="14581" y="3319"/>
                    </a:cubicBezTo>
                    <a:cubicBezTo>
                      <a:pt x="470" y="11661"/>
                      <a:pt x="-4207" y="29862"/>
                      <a:pt x="4137" y="43973"/>
                    </a:cubicBezTo>
                    <a:cubicBezTo>
                      <a:pt x="7918" y="50370"/>
                      <a:pt x="13726" y="54818"/>
                      <a:pt x="20257" y="57004"/>
                    </a:cubicBezTo>
                    <a:cubicBezTo>
                      <a:pt x="17713" y="64077"/>
                      <a:pt x="18223" y="72190"/>
                      <a:pt x="22347" y="79164"/>
                    </a:cubicBezTo>
                    <a:cubicBezTo>
                      <a:pt x="27529" y="87929"/>
                      <a:pt x="37030" y="92553"/>
                      <a:pt x="46542" y="91945"/>
                    </a:cubicBezTo>
                    <a:cubicBezTo>
                      <a:pt x="46213" y="95216"/>
                      <a:pt x="46885" y="98616"/>
                      <a:pt x="48686" y="101663"/>
                    </a:cubicBezTo>
                    <a:cubicBezTo>
                      <a:pt x="50680" y="105037"/>
                      <a:pt x="53722" y="107405"/>
                      <a:pt x="57151" y="108606"/>
                    </a:cubicBezTo>
                    <a:cubicBezTo>
                      <a:pt x="52643" y="117375"/>
                      <a:pt x="52593" y="128192"/>
                      <a:pt x="57981" y="137306"/>
                    </a:cubicBezTo>
                    <a:cubicBezTo>
                      <a:pt x="64983" y="149150"/>
                      <a:pt x="78928" y="154342"/>
                      <a:pt x="91572" y="150775"/>
                    </a:cubicBezTo>
                    <a:cubicBezTo>
                      <a:pt x="90737" y="153781"/>
                      <a:pt x="91078" y="157110"/>
                      <a:pt x="92792" y="160009"/>
                    </a:cubicBezTo>
                    <a:cubicBezTo>
                      <a:pt x="96137" y="165666"/>
                      <a:pt x="103434" y="167541"/>
                      <a:pt x="109092" y="164197"/>
                    </a:cubicBezTo>
                    <a:cubicBezTo>
                      <a:pt x="109539" y="163931"/>
                      <a:pt x="110010" y="163556"/>
                      <a:pt x="110492" y="163104"/>
                    </a:cubicBezTo>
                    <a:cubicBezTo>
                      <a:pt x="111251" y="166297"/>
                      <a:pt x="112498" y="169431"/>
                      <a:pt x="114255" y="172406"/>
                    </a:cubicBezTo>
                    <a:cubicBezTo>
                      <a:pt x="123669" y="188330"/>
                      <a:pt x="144209" y="193606"/>
                      <a:pt x="160131" y="184192"/>
                    </a:cubicBezTo>
                    <a:cubicBezTo>
                      <a:pt x="162108" y="183024"/>
                      <a:pt x="163921" y="181680"/>
                      <a:pt x="165565" y="180196"/>
                    </a:cubicBezTo>
                    <a:close/>
                  </a:path>
                </a:pathLst>
              </a:custGeom>
              <a:solidFill>
                <a:srgbClr val="497A2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9" name="Google Shape;159;p2"/>
              <p:cNvSpPr/>
              <p:nvPr/>
            </p:nvSpPr>
            <p:spPr>
              <a:xfrm>
                <a:off x="9318359" y="1144328"/>
                <a:ext cx="122021" cy="114144"/>
              </a:xfrm>
              <a:custGeom>
                <a:avLst/>
                <a:gdLst/>
                <a:ahLst/>
                <a:cxnLst/>
                <a:rect l="l" t="t" r="r" b="b"/>
                <a:pathLst>
                  <a:path w="122021" h="114144" extrusionOk="0">
                    <a:moveTo>
                      <a:pt x="8800" y="114145"/>
                    </a:moveTo>
                    <a:cubicBezTo>
                      <a:pt x="129" y="87595"/>
                      <a:pt x="34678" y="116254"/>
                      <a:pt x="83673" y="87586"/>
                    </a:cubicBezTo>
                    <a:cubicBezTo>
                      <a:pt x="132669" y="58917"/>
                      <a:pt x="120743" y="0"/>
                      <a:pt x="120743" y="0"/>
                    </a:cubicBezTo>
                    <a:cubicBezTo>
                      <a:pt x="120743" y="0"/>
                      <a:pt x="113627" y="57392"/>
                      <a:pt x="91720" y="69908"/>
                    </a:cubicBezTo>
                    <a:cubicBezTo>
                      <a:pt x="69813" y="82424"/>
                      <a:pt x="63547" y="20254"/>
                      <a:pt x="82027" y="7270"/>
                    </a:cubicBezTo>
                    <a:cubicBezTo>
                      <a:pt x="68104" y="-3914"/>
                      <a:pt x="67546" y="5779"/>
                      <a:pt x="67546" y="5779"/>
                    </a:cubicBezTo>
                    <a:cubicBezTo>
                      <a:pt x="67546" y="5779"/>
                      <a:pt x="51685" y="61338"/>
                      <a:pt x="69022" y="77187"/>
                    </a:cubicBezTo>
                    <a:cubicBezTo>
                      <a:pt x="42285" y="90841"/>
                      <a:pt x="194" y="92841"/>
                      <a:pt x="194" y="92841"/>
                    </a:cubicBezTo>
                    <a:cubicBezTo>
                      <a:pt x="194" y="92841"/>
                      <a:pt x="-2058" y="107655"/>
                      <a:pt x="8800" y="114145"/>
                    </a:cubicBezTo>
                    <a:close/>
                  </a:path>
                </a:pathLst>
              </a:custGeom>
              <a:solidFill>
                <a:srgbClr val="416B2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0" name="Google Shape;160;p2"/>
              <p:cNvSpPr/>
              <p:nvPr/>
            </p:nvSpPr>
            <p:spPr>
              <a:xfrm>
                <a:off x="9318359" y="1144328"/>
                <a:ext cx="122021" cy="114144"/>
              </a:xfrm>
              <a:custGeom>
                <a:avLst/>
                <a:gdLst/>
                <a:ahLst/>
                <a:cxnLst/>
                <a:rect l="l" t="t" r="r" b="b"/>
                <a:pathLst>
                  <a:path w="122021" h="114144" extrusionOk="0">
                    <a:moveTo>
                      <a:pt x="8800" y="114145"/>
                    </a:moveTo>
                    <a:cubicBezTo>
                      <a:pt x="129" y="87595"/>
                      <a:pt x="34678" y="116254"/>
                      <a:pt x="83673" y="87586"/>
                    </a:cubicBezTo>
                    <a:cubicBezTo>
                      <a:pt x="132669" y="58917"/>
                      <a:pt x="120743" y="0"/>
                      <a:pt x="120743" y="0"/>
                    </a:cubicBezTo>
                    <a:cubicBezTo>
                      <a:pt x="120743" y="0"/>
                      <a:pt x="113627" y="57392"/>
                      <a:pt x="91720" y="69908"/>
                    </a:cubicBezTo>
                    <a:cubicBezTo>
                      <a:pt x="69813" y="82424"/>
                      <a:pt x="63547" y="20254"/>
                      <a:pt x="82027" y="7270"/>
                    </a:cubicBezTo>
                    <a:cubicBezTo>
                      <a:pt x="68104" y="-3914"/>
                      <a:pt x="67546" y="5779"/>
                      <a:pt x="67546" y="5779"/>
                    </a:cubicBezTo>
                    <a:cubicBezTo>
                      <a:pt x="67546" y="5779"/>
                      <a:pt x="51685" y="61338"/>
                      <a:pt x="69022" y="77187"/>
                    </a:cubicBezTo>
                    <a:cubicBezTo>
                      <a:pt x="42285" y="90841"/>
                      <a:pt x="194" y="92841"/>
                      <a:pt x="194" y="92841"/>
                    </a:cubicBezTo>
                    <a:cubicBezTo>
                      <a:pt x="194" y="92841"/>
                      <a:pt x="-2058" y="107655"/>
                      <a:pt x="8800" y="114145"/>
                    </a:cubicBezTo>
                    <a:close/>
                  </a:path>
                </a:pathLst>
              </a:custGeom>
              <a:solidFill>
                <a:srgbClr val="E0E0E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1" name="Google Shape;161;p2"/>
              <p:cNvSpPr/>
              <p:nvPr/>
            </p:nvSpPr>
            <p:spPr>
              <a:xfrm>
                <a:off x="9105351" y="1028887"/>
                <a:ext cx="497832" cy="555815"/>
              </a:xfrm>
              <a:custGeom>
                <a:avLst/>
                <a:gdLst/>
                <a:ahLst/>
                <a:cxnLst/>
                <a:rect l="l" t="t" r="r" b="b"/>
                <a:pathLst>
                  <a:path w="497832" h="555815" extrusionOk="0">
                    <a:moveTo>
                      <a:pt x="201611" y="48276"/>
                    </a:moveTo>
                    <a:cubicBezTo>
                      <a:pt x="207203" y="123933"/>
                      <a:pt x="174351" y="157423"/>
                      <a:pt x="175898" y="231583"/>
                    </a:cubicBezTo>
                    <a:cubicBezTo>
                      <a:pt x="178130" y="338584"/>
                      <a:pt x="19529" y="453446"/>
                      <a:pt x="0" y="469576"/>
                    </a:cubicBezTo>
                    <a:cubicBezTo>
                      <a:pt x="35483" y="510116"/>
                      <a:pt x="101027" y="555816"/>
                      <a:pt x="101027" y="555816"/>
                    </a:cubicBezTo>
                    <a:cubicBezTo>
                      <a:pt x="101027" y="555816"/>
                      <a:pt x="136739" y="443806"/>
                      <a:pt x="269451" y="409521"/>
                    </a:cubicBezTo>
                    <a:cubicBezTo>
                      <a:pt x="310736" y="398854"/>
                      <a:pt x="416045" y="360367"/>
                      <a:pt x="493495" y="285343"/>
                    </a:cubicBezTo>
                    <a:cubicBezTo>
                      <a:pt x="506619" y="247384"/>
                      <a:pt x="485775" y="262197"/>
                      <a:pt x="485775" y="262197"/>
                    </a:cubicBezTo>
                    <a:cubicBezTo>
                      <a:pt x="485775" y="262197"/>
                      <a:pt x="446182" y="312183"/>
                      <a:pt x="372238" y="308745"/>
                    </a:cubicBezTo>
                    <a:cubicBezTo>
                      <a:pt x="298295" y="305309"/>
                      <a:pt x="471554" y="150734"/>
                      <a:pt x="471554" y="150734"/>
                    </a:cubicBezTo>
                    <a:cubicBezTo>
                      <a:pt x="471554" y="150734"/>
                      <a:pt x="355100" y="212347"/>
                      <a:pt x="309865" y="297761"/>
                    </a:cubicBezTo>
                    <a:cubicBezTo>
                      <a:pt x="267231" y="332094"/>
                      <a:pt x="202571" y="346601"/>
                      <a:pt x="202571" y="346601"/>
                    </a:cubicBezTo>
                    <a:cubicBezTo>
                      <a:pt x="202571" y="346601"/>
                      <a:pt x="238027" y="257964"/>
                      <a:pt x="228716" y="240789"/>
                    </a:cubicBezTo>
                    <a:cubicBezTo>
                      <a:pt x="219405" y="223614"/>
                      <a:pt x="199924" y="208010"/>
                      <a:pt x="226490" y="173286"/>
                    </a:cubicBezTo>
                    <a:cubicBezTo>
                      <a:pt x="253055" y="138561"/>
                      <a:pt x="272932" y="0"/>
                      <a:pt x="272932" y="0"/>
                    </a:cubicBezTo>
                    <a:lnTo>
                      <a:pt x="235947" y="21596"/>
                    </a:lnTo>
                    <a:cubicBezTo>
                      <a:pt x="235947" y="21596"/>
                      <a:pt x="232314" y="113626"/>
                      <a:pt x="221324" y="121697"/>
                    </a:cubicBezTo>
                    <a:cubicBezTo>
                      <a:pt x="210335" y="129769"/>
                      <a:pt x="212228" y="49382"/>
                      <a:pt x="212228" y="49382"/>
                    </a:cubicBezTo>
                    <a:lnTo>
                      <a:pt x="201611" y="48276"/>
                    </a:lnTo>
                    <a:close/>
                  </a:path>
                </a:pathLst>
              </a:custGeom>
              <a:solidFill>
                <a:srgbClr val="416B2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2" name="Google Shape;162;p2"/>
              <p:cNvSpPr/>
              <p:nvPr/>
            </p:nvSpPr>
            <p:spPr>
              <a:xfrm>
                <a:off x="9240692" y="1126923"/>
                <a:ext cx="117622" cy="299264"/>
              </a:xfrm>
              <a:custGeom>
                <a:avLst/>
                <a:gdLst/>
                <a:ahLst/>
                <a:cxnLst/>
                <a:rect l="l" t="t" r="r" b="b"/>
                <a:pathLst>
                  <a:path w="117622" h="299264" extrusionOk="0">
                    <a:moveTo>
                      <a:pt x="54920" y="258334"/>
                    </a:moveTo>
                    <a:cubicBezTo>
                      <a:pt x="66785" y="252973"/>
                      <a:pt x="67226" y="248566"/>
                      <a:pt x="67226" y="248566"/>
                    </a:cubicBezTo>
                    <a:cubicBezTo>
                      <a:pt x="67226" y="248566"/>
                      <a:pt x="102682" y="159929"/>
                      <a:pt x="93371" y="142754"/>
                    </a:cubicBezTo>
                    <a:cubicBezTo>
                      <a:pt x="84060" y="125579"/>
                      <a:pt x="64579" y="109975"/>
                      <a:pt x="91145" y="75251"/>
                    </a:cubicBezTo>
                    <a:cubicBezTo>
                      <a:pt x="101155" y="62165"/>
                      <a:pt x="110216" y="34331"/>
                      <a:pt x="117623" y="4725"/>
                    </a:cubicBezTo>
                    <a:lnTo>
                      <a:pt x="105059" y="0"/>
                    </a:lnTo>
                    <a:lnTo>
                      <a:pt x="105130" y="20892"/>
                    </a:lnTo>
                    <a:cubicBezTo>
                      <a:pt x="94660" y="42602"/>
                      <a:pt x="102497" y="44627"/>
                      <a:pt x="85800" y="52980"/>
                    </a:cubicBezTo>
                    <a:cubicBezTo>
                      <a:pt x="69103" y="61333"/>
                      <a:pt x="62652" y="85437"/>
                      <a:pt x="60240" y="120280"/>
                    </a:cubicBezTo>
                    <a:cubicBezTo>
                      <a:pt x="57831" y="155123"/>
                      <a:pt x="64547" y="112567"/>
                      <a:pt x="72015" y="144912"/>
                    </a:cubicBezTo>
                    <a:cubicBezTo>
                      <a:pt x="79484" y="177256"/>
                      <a:pt x="62823" y="209046"/>
                      <a:pt x="52452" y="245750"/>
                    </a:cubicBezTo>
                    <a:cubicBezTo>
                      <a:pt x="42080" y="282454"/>
                      <a:pt x="-20476" y="300764"/>
                      <a:pt x="6850" y="299169"/>
                    </a:cubicBezTo>
                    <a:cubicBezTo>
                      <a:pt x="34180" y="297576"/>
                      <a:pt x="43056" y="263695"/>
                      <a:pt x="54920" y="258334"/>
                    </a:cubicBezTo>
                    <a:close/>
                  </a:path>
                </a:pathLst>
              </a:custGeom>
              <a:solidFill>
                <a:srgbClr val="E0E0E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3" name="Google Shape;163;p2"/>
              <p:cNvSpPr/>
              <p:nvPr/>
            </p:nvSpPr>
            <p:spPr>
              <a:xfrm rot="-189358">
                <a:off x="9387589" y="1088339"/>
                <a:ext cx="136793" cy="136798"/>
              </a:xfrm>
              <a:custGeom>
                <a:avLst/>
                <a:gdLst/>
                <a:ahLst/>
                <a:cxnLst/>
                <a:rect l="l" t="t" r="r" b="b"/>
                <a:pathLst>
                  <a:path w="136928" h="136933" extrusionOk="0">
                    <a:moveTo>
                      <a:pt x="136929" y="68467"/>
                    </a:moveTo>
                    <a:cubicBezTo>
                      <a:pt x="136929" y="106280"/>
                      <a:pt x="106276" y="136933"/>
                      <a:pt x="68464" y="136933"/>
                    </a:cubicBezTo>
                    <a:cubicBezTo>
                      <a:pt x="30652" y="136933"/>
                      <a:pt x="0" y="106280"/>
                      <a:pt x="0" y="68467"/>
                    </a:cubicBezTo>
                    <a:cubicBezTo>
                      <a:pt x="0" y="30654"/>
                      <a:pt x="30653" y="0"/>
                      <a:pt x="68464" y="0"/>
                    </a:cubicBezTo>
                    <a:cubicBezTo>
                      <a:pt x="106276" y="0"/>
                      <a:pt x="136929" y="30654"/>
                      <a:pt x="136929" y="68467"/>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4" name="Google Shape;164;p2"/>
              <p:cNvSpPr/>
              <p:nvPr/>
            </p:nvSpPr>
            <p:spPr>
              <a:xfrm>
                <a:off x="9347548" y="1251746"/>
                <a:ext cx="136497" cy="122037"/>
              </a:xfrm>
              <a:custGeom>
                <a:avLst/>
                <a:gdLst/>
                <a:ahLst/>
                <a:cxnLst/>
                <a:rect l="l" t="t" r="r" b="b"/>
                <a:pathLst>
                  <a:path w="136497" h="122037" extrusionOk="0">
                    <a:moveTo>
                      <a:pt x="133278" y="2784"/>
                    </a:moveTo>
                    <a:cubicBezTo>
                      <a:pt x="108263" y="29203"/>
                      <a:pt x="102429" y="23600"/>
                      <a:pt x="100573" y="46618"/>
                    </a:cubicBezTo>
                    <a:cubicBezTo>
                      <a:pt x="98717" y="69633"/>
                      <a:pt x="91043" y="65816"/>
                      <a:pt x="77486" y="80896"/>
                    </a:cubicBezTo>
                    <a:cubicBezTo>
                      <a:pt x="63930" y="95975"/>
                      <a:pt x="0" y="122038"/>
                      <a:pt x="0" y="122038"/>
                    </a:cubicBezTo>
                    <a:cubicBezTo>
                      <a:pt x="0" y="122038"/>
                      <a:pt x="58881" y="106696"/>
                      <a:pt x="71771" y="97200"/>
                    </a:cubicBezTo>
                    <a:cubicBezTo>
                      <a:pt x="84662" y="87704"/>
                      <a:pt x="82175" y="84213"/>
                      <a:pt x="92935" y="80414"/>
                    </a:cubicBezTo>
                    <a:cubicBezTo>
                      <a:pt x="103695" y="76615"/>
                      <a:pt x="101976" y="66264"/>
                      <a:pt x="106094" y="52013"/>
                    </a:cubicBezTo>
                    <a:cubicBezTo>
                      <a:pt x="110211" y="37760"/>
                      <a:pt x="147504" y="-12238"/>
                      <a:pt x="133278" y="2784"/>
                    </a:cubicBezTo>
                    <a:close/>
                  </a:path>
                </a:pathLst>
              </a:custGeom>
              <a:solidFill>
                <a:srgbClr val="12100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5" name="Google Shape;165;p2"/>
              <p:cNvSpPr/>
              <p:nvPr/>
            </p:nvSpPr>
            <p:spPr>
              <a:xfrm rot="-387046">
                <a:off x="9483452" y="1166271"/>
                <a:ext cx="83820" cy="83820"/>
              </a:xfrm>
              <a:custGeom>
                <a:avLst/>
                <a:gdLst/>
                <a:ahLst/>
                <a:cxnLst/>
                <a:rect l="l" t="t" r="r" b="b"/>
                <a:pathLst>
                  <a:path w="83708" h="83708" extrusionOk="0">
                    <a:moveTo>
                      <a:pt x="83708" y="41854"/>
                    </a:moveTo>
                    <a:cubicBezTo>
                      <a:pt x="83708" y="64969"/>
                      <a:pt x="64970" y="83708"/>
                      <a:pt x="41854" y="83708"/>
                    </a:cubicBezTo>
                    <a:cubicBezTo>
                      <a:pt x="18738" y="83708"/>
                      <a:pt x="0" y="64969"/>
                      <a:pt x="0" y="41854"/>
                    </a:cubicBezTo>
                    <a:cubicBezTo>
                      <a:pt x="0" y="18739"/>
                      <a:pt x="18738" y="0"/>
                      <a:pt x="41854" y="0"/>
                    </a:cubicBezTo>
                    <a:cubicBezTo>
                      <a:pt x="64970" y="0"/>
                      <a:pt x="83708" y="18739"/>
                      <a:pt x="83708" y="41854"/>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6" name="Google Shape;166;p2"/>
              <p:cNvSpPr/>
              <p:nvPr/>
            </p:nvSpPr>
            <p:spPr>
              <a:xfrm>
                <a:off x="9664638" y="1280279"/>
                <a:ext cx="65279" cy="93358"/>
              </a:xfrm>
              <a:custGeom>
                <a:avLst/>
                <a:gdLst/>
                <a:ahLst/>
                <a:cxnLst/>
                <a:rect l="l" t="t" r="r" b="b"/>
                <a:pathLst>
                  <a:path w="65279" h="93358" extrusionOk="0">
                    <a:moveTo>
                      <a:pt x="6808" y="42748"/>
                    </a:moveTo>
                    <a:cubicBezTo>
                      <a:pt x="-3929" y="56201"/>
                      <a:pt x="-1727" y="75813"/>
                      <a:pt x="11726" y="86550"/>
                    </a:cubicBezTo>
                    <a:cubicBezTo>
                      <a:pt x="25179" y="97288"/>
                      <a:pt x="44790" y="95086"/>
                      <a:pt x="55528" y="81633"/>
                    </a:cubicBezTo>
                    <a:cubicBezTo>
                      <a:pt x="66265" y="68180"/>
                      <a:pt x="70147" y="12619"/>
                      <a:pt x="56694" y="1881"/>
                    </a:cubicBezTo>
                    <a:cubicBezTo>
                      <a:pt x="43240" y="-8858"/>
                      <a:pt x="17546" y="29295"/>
                      <a:pt x="6808" y="42748"/>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7" name="Google Shape;167;p2"/>
              <p:cNvSpPr/>
              <p:nvPr/>
            </p:nvSpPr>
            <p:spPr>
              <a:xfrm rot="-4495252">
                <a:off x="9307082" y="1002839"/>
                <a:ext cx="155401" cy="155401"/>
              </a:xfrm>
              <a:custGeom>
                <a:avLst/>
                <a:gdLst/>
                <a:ahLst/>
                <a:cxnLst/>
                <a:rect l="l" t="t" r="r" b="b"/>
                <a:pathLst>
                  <a:path w="155492" h="155492" extrusionOk="0">
                    <a:moveTo>
                      <a:pt x="155493" y="77746"/>
                    </a:moveTo>
                    <a:cubicBezTo>
                      <a:pt x="155493" y="120684"/>
                      <a:pt x="120685" y="155493"/>
                      <a:pt x="77746" y="155493"/>
                    </a:cubicBezTo>
                    <a:cubicBezTo>
                      <a:pt x="34808" y="155493"/>
                      <a:pt x="0" y="120684"/>
                      <a:pt x="0" y="77746"/>
                    </a:cubicBezTo>
                    <a:cubicBezTo>
                      <a:pt x="0" y="34808"/>
                      <a:pt x="34808" y="0"/>
                      <a:pt x="77746" y="0"/>
                    </a:cubicBezTo>
                    <a:cubicBezTo>
                      <a:pt x="120685" y="0"/>
                      <a:pt x="155493" y="34808"/>
                      <a:pt x="155493" y="77746"/>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8" name="Google Shape;168;p2"/>
              <p:cNvSpPr/>
              <p:nvPr/>
            </p:nvSpPr>
            <p:spPr>
              <a:xfrm rot="-612915">
                <a:off x="9540972" y="1205178"/>
                <a:ext cx="155629" cy="155629"/>
              </a:xfrm>
              <a:custGeom>
                <a:avLst/>
                <a:gdLst/>
                <a:ahLst/>
                <a:cxnLst/>
                <a:rect l="l" t="t" r="r" b="b"/>
                <a:pathLst>
                  <a:path w="155494" h="155494" extrusionOk="0">
                    <a:moveTo>
                      <a:pt x="155495" y="77747"/>
                    </a:moveTo>
                    <a:cubicBezTo>
                      <a:pt x="155495" y="120686"/>
                      <a:pt x="120686" y="155495"/>
                      <a:pt x="77747" y="155495"/>
                    </a:cubicBezTo>
                    <a:cubicBezTo>
                      <a:pt x="34809" y="155495"/>
                      <a:pt x="0" y="120686"/>
                      <a:pt x="0" y="77747"/>
                    </a:cubicBezTo>
                    <a:cubicBezTo>
                      <a:pt x="0" y="34809"/>
                      <a:pt x="34809" y="0"/>
                      <a:pt x="77747" y="0"/>
                    </a:cubicBezTo>
                    <a:cubicBezTo>
                      <a:pt x="120686" y="0"/>
                      <a:pt x="155495" y="34809"/>
                      <a:pt x="155495" y="77747"/>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9" name="Google Shape;169;p2"/>
              <p:cNvSpPr/>
              <p:nvPr/>
            </p:nvSpPr>
            <p:spPr>
              <a:xfrm>
                <a:off x="9707447" y="1220907"/>
                <a:ext cx="175459" cy="175459"/>
              </a:xfrm>
              <a:custGeom>
                <a:avLst/>
                <a:gdLst/>
                <a:ahLst/>
                <a:cxnLst/>
                <a:rect l="l" t="t" r="r" b="b"/>
                <a:pathLst>
                  <a:path w="175459" h="175459" extrusionOk="0">
                    <a:moveTo>
                      <a:pt x="175460" y="87730"/>
                    </a:moveTo>
                    <a:cubicBezTo>
                      <a:pt x="175460" y="136182"/>
                      <a:pt x="136182" y="175460"/>
                      <a:pt x="87730" y="175460"/>
                    </a:cubicBezTo>
                    <a:cubicBezTo>
                      <a:pt x="39278" y="175460"/>
                      <a:pt x="0" y="136182"/>
                      <a:pt x="0" y="87730"/>
                    </a:cubicBezTo>
                    <a:cubicBezTo>
                      <a:pt x="0" y="39278"/>
                      <a:pt x="39278" y="0"/>
                      <a:pt x="87730" y="0"/>
                    </a:cubicBezTo>
                    <a:cubicBezTo>
                      <a:pt x="136182" y="0"/>
                      <a:pt x="175460" y="39278"/>
                      <a:pt x="175460" y="87730"/>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0" name="Google Shape;170;p2"/>
              <p:cNvSpPr/>
              <p:nvPr/>
            </p:nvSpPr>
            <p:spPr>
              <a:xfrm>
                <a:off x="9433184" y="799341"/>
                <a:ext cx="100473" cy="55417"/>
              </a:xfrm>
              <a:custGeom>
                <a:avLst/>
                <a:gdLst/>
                <a:ahLst/>
                <a:cxnLst/>
                <a:rect l="l" t="t" r="r" b="b"/>
                <a:pathLst>
                  <a:path w="100473" h="55417" extrusionOk="0">
                    <a:moveTo>
                      <a:pt x="11164" y="5047"/>
                    </a:moveTo>
                    <a:cubicBezTo>
                      <a:pt x="2288" y="11430"/>
                      <a:pt x="-1528" y="22229"/>
                      <a:pt x="557" y="32285"/>
                    </a:cubicBezTo>
                    <a:cubicBezTo>
                      <a:pt x="2034" y="26323"/>
                      <a:pt x="5552" y="20837"/>
                      <a:pt x="10929" y="16971"/>
                    </a:cubicBezTo>
                    <a:cubicBezTo>
                      <a:pt x="22956" y="8323"/>
                      <a:pt x="39719" y="11062"/>
                      <a:pt x="48367" y="23088"/>
                    </a:cubicBezTo>
                    <a:cubicBezTo>
                      <a:pt x="49981" y="25333"/>
                      <a:pt x="51199" y="27743"/>
                      <a:pt x="52034" y="30235"/>
                    </a:cubicBezTo>
                    <a:cubicBezTo>
                      <a:pt x="52386" y="29839"/>
                      <a:pt x="52735" y="29512"/>
                      <a:pt x="53073" y="29268"/>
                    </a:cubicBezTo>
                    <a:cubicBezTo>
                      <a:pt x="57346" y="26195"/>
                      <a:pt x="63301" y="27169"/>
                      <a:pt x="66374" y="31442"/>
                    </a:cubicBezTo>
                    <a:cubicBezTo>
                      <a:pt x="67949" y="33632"/>
                      <a:pt x="68459" y="36260"/>
                      <a:pt x="68008" y="38720"/>
                    </a:cubicBezTo>
                    <a:cubicBezTo>
                      <a:pt x="77840" y="34969"/>
                      <a:pt x="89334" y="38114"/>
                      <a:pt x="95767" y="47059"/>
                    </a:cubicBezTo>
                    <a:cubicBezTo>
                      <a:pt x="97630" y="49652"/>
                      <a:pt x="98894" y="52493"/>
                      <a:pt x="99591" y="55417"/>
                    </a:cubicBezTo>
                    <a:cubicBezTo>
                      <a:pt x="101466" y="48705"/>
                      <a:pt x="100389" y="41235"/>
                      <a:pt x="96005" y="35136"/>
                    </a:cubicBezTo>
                    <a:cubicBezTo>
                      <a:pt x="89572" y="26191"/>
                      <a:pt x="78075" y="23045"/>
                      <a:pt x="68246" y="26796"/>
                    </a:cubicBezTo>
                    <a:cubicBezTo>
                      <a:pt x="68696" y="24339"/>
                      <a:pt x="68186" y="21708"/>
                      <a:pt x="66611" y="19518"/>
                    </a:cubicBezTo>
                    <a:cubicBezTo>
                      <a:pt x="63539" y="15245"/>
                      <a:pt x="57584" y="14271"/>
                      <a:pt x="53311" y="17344"/>
                    </a:cubicBezTo>
                    <a:cubicBezTo>
                      <a:pt x="52971" y="17588"/>
                      <a:pt x="52624" y="17915"/>
                      <a:pt x="52269" y="18311"/>
                    </a:cubicBezTo>
                    <a:cubicBezTo>
                      <a:pt x="51435" y="15819"/>
                      <a:pt x="50219" y="13410"/>
                      <a:pt x="48602" y="11165"/>
                    </a:cubicBezTo>
                    <a:cubicBezTo>
                      <a:pt x="39954" y="-862"/>
                      <a:pt x="23194" y="-3601"/>
                      <a:pt x="11164" y="5047"/>
                    </a:cubicBezTo>
                    <a:close/>
                  </a:path>
                </a:pathLst>
              </a:custGeom>
              <a:solidFill>
                <a:srgbClr val="68AD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1" name="Google Shape;171;p2"/>
              <p:cNvSpPr/>
              <p:nvPr/>
            </p:nvSpPr>
            <p:spPr>
              <a:xfrm>
                <a:off x="9658135" y="985502"/>
                <a:ext cx="129443" cy="138675"/>
              </a:xfrm>
              <a:custGeom>
                <a:avLst/>
                <a:gdLst/>
                <a:ahLst/>
                <a:cxnLst/>
                <a:rect l="l" t="t" r="r" b="b"/>
                <a:pathLst>
                  <a:path w="129443" h="138675" extrusionOk="0">
                    <a:moveTo>
                      <a:pt x="35881" y="249"/>
                    </a:moveTo>
                    <a:cubicBezTo>
                      <a:pt x="18675" y="2107"/>
                      <a:pt x="4984" y="13999"/>
                      <a:pt x="0" y="29473"/>
                    </a:cubicBezTo>
                    <a:cubicBezTo>
                      <a:pt x="6691" y="22418"/>
                      <a:pt x="15822" y="17609"/>
                      <a:pt x="26246" y="16484"/>
                    </a:cubicBezTo>
                    <a:cubicBezTo>
                      <a:pt x="49565" y="13967"/>
                      <a:pt x="70509" y="30831"/>
                      <a:pt x="73026" y="54148"/>
                    </a:cubicBezTo>
                    <a:cubicBezTo>
                      <a:pt x="73497" y="58501"/>
                      <a:pt x="73289" y="62769"/>
                      <a:pt x="72494" y="66851"/>
                    </a:cubicBezTo>
                    <a:cubicBezTo>
                      <a:pt x="73289" y="66582"/>
                      <a:pt x="74025" y="66406"/>
                      <a:pt x="74684" y="66335"/>
                    </a:cubicBezTo>
                    <a:cubicBezTo>
                      <a:pt x="82969" y="65441"/>
                      <a:pt x="90409" y="71433"/>
                      <a:pt x="91303" y="79715"/>
                    </a:cubicBezTo>
                    <a:cubicBezTo>
                      <a:pt x="91760" y="83960"/>
                      <a:pt x="90409" y="87981"/>
                      <a:pt x="87869" y="91014"/>
                    </a:cubicBezTo>
                    <a:cubicBezTo>
                      <a:pt x="104338" y="93527"/>
                      <a:pt x="117713" y="106836"/>
                      <a:pt x="119585" y="124180"/>
                    </a:cubicBezTo>
                    <a:cubicBezTo>
                      <a:pt x="120127" y="129207"/>
                      <a:pt x="119647" y="134103"/>
                      <a:pt x="118323" y="138675"/>
                    </a:cubicBezTo>
                    <a:cubicBezTo>
                      <a:pt x="126146" y="130894"/>
                      <a:pt x="130499" y="119765"/>
                      <a:pt x="129223" y="107942"/>
                    </a:cubicBezTo>
                    <a:cubicBezTo>
                      <a:pt x="127351" y="90598"/>
                      <a:pt x="113976" y="77289"/>
                      <a:pt x="97507" y="74777"/>
                    </a:cubicBezTo>
                    <a:cubicBezTo>
                      <a:pt x="100047" y="71741"/>
                      <a:pt x="101398" y="67722"/>
                      <a:pt x="100941" y="63477"/>
                    </a:cubicBezTo>
                    <a:cubicBezTo>
                      <a:pt x="100047" y="55193"/>
                      <a:pt x="92606" y="49201"/>
                      <a:pt x="84321" y="50097"/>
                    </a:cubicBezTo>
                    <a:cubicBezTo>
                      <a:pt x="83663" y="50168"/>
                      <a:pt x="82927" y="50347"/>
                      <a:pt x="82131" y="50614"/>
                    </a:cubicBezTo>
                    <a:cubicBezTo>
                      <a:pt x="82927" y="46531"/>
                      <a:pt x="83133" y="42263"/>
                      <a:pt x="82664" y="37911"/>
                    </a:cubicBezTo>
                    <a:cubicBezTo>
                      <a:pt x="80145" y="14593"/>
                      <a:pt x="59200" y="-2268"/>
                      <a:pt x="35881" y="249"/>
                    </a:cubicBezTo>
                    <a:close/>
                  </a:path>
                </a:pathLst>
              </a:custGeom>
              <a:solidFill>
                <a:srgbClr val="68AD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2" name="Google Shape;172;p2"/>
              <p:cNvSpPr/>
              <p:nvPr/>
            </p:nvSpPr>
            <p:spPr>
              <a:xfrm rot="-3397668">
                <a:off x="9204563" y="840809"/>
                <a:ext cx="155473" cy="155473"/>
              </a:xfrm>
              <a:custGeom>
                <a:avLst/>
                <a:gdLst/>
                <a:ahLst/>
                <a:cxnLst/>
                <a:rect l="l" t="t" r="r" b="b"/>
                <a:pathLst>
                  <a:path w="155494" h="155494" extrusionOk="0">
                    <a:moveTo>
                      <a:pt x="155494" y="77747"/>
                    </a:moveTo>
                    <a:cubicBezTo>
                      <a:pt x="155494" y="120686"/>
                      <a:pt x="120686" y="155494"/>
                      <a:pt x="77747" y="155494"/>
                    </a:cubicBezTo>
                    <a:cubicBezTo>
                      <a:pt x="34809" y="155494"/>
                      <a:pt x="0" y="120686"/>
                      <a:pt x="0" y="77747"/>
                    </a:cubicBezTo>
                    <a:cubicBezTo>
                      <a:pt x="0" y="34809"/>
                      <a:pt x="34808" y="0"/>
                      <a:pt x="77747" y="0"/>
                    </a:cubicBezTo>
                    <a:cubicBezTo>
                      <a:pt x="120686" y="0"/>
                      <a:pt x="155494" y="34809"/>
                      <a:pt x="155494" y="77747"/>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3" name="Google Shape;173;p2"/>
              <p:cNvSpPr/>
              <p:nvPr/>
            </p:nvSpPr>
            <p:spPr>
              <a:xfrm rot="-2700000">
                <a:off x="9144242" y="866662"/>
                <a:ext cx="155573" cy="155573"/>
              </a:xfrm>
              <a:custGeom>
                <a:avLst/>
                <a:gdLst/>
                <a:ahLst/>
                <a:cxnLst/>
                <a:rect l="l" t="t" r="r" b="b"/>
                <a:pathLst>
                  <a:path w="155487" h="155487" extrusionOk="0">
                    <a:moveTo>
                      <a:pt x="155488" y="77744"/>
                    </a:moveTo>
                    <a:cubicBezTo>
                      <a:pt x="155488" y="120681"/>
                      <a:pt x="120681" y="155488"/>
                      <a:pt x="77744" y="155488"/>
                    </a:cubicBezTo>
                    <a:cubicBezTo>
                      <a:pt x="34807" y="155488"/>
                      <a:pt x="0" y="120681"/>
                      <a:pt x="0" y="77744"/>
                    </a:cubicBezTo>
                    <a:cubicBezTo>
                      <a:pt x="0" y="34807"/>
                      <a:pt x="34807" y="0"/>
                      <a:pt x="77744" y="0"/>
                    </a:cubicBezTo>
                    <a:cubicBezTo>
                      <a:pt x="120680" y="0"/>
                      <a:pt x="155488" y="34807"/>
                      <a:pt x="155488" y="77744"/>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4" name="Google Shape;174;p2"/>
              <p:cNvSpPr/>
              <p:nvPr/>
            </p:nvSpPr>
            <p:spPr>
              <a:xfrm>
                <a:off x="9278091" y="979138"/>
                <a:ext cx="61233" cy="61233"/>
              </a:xfrm>
              <a:custGeom>
                <a:avLst/>
                <a:gdLst/>
                <a:ahLst/>
                <a:cxnLst/>
                <a:rect l="l" t="t" r="r" b="b"/>
                <a:pathLst>
                  <a:path w="61233" h="61233" extrusionOk="0">
                    <a:moveTo>
                      <a:pt x="6688" y="11519"/>
                    </a:moveTo>
                    <a:cubicBezTo>
                      <a:pt x="-3859" y="24734"/>
                      <a:pt x="-1697" y="43998"/>
                      <a:pt x="11518" y="54546"/>
                    </a:cubicBezTo>
                    <a:cubicBezTo>
                      <a:pt x="24734" y="65093"/>
                      <a:pt x="43998" y="62931"/>
                      <a:pt x="54546" y="49715"/>
                    </a:cubicBezTo>
                    <a:cubicBezTo>
                      <a:pt x="65093" y="36500"/>
                      <a:pt x="62931" y="17236"/>
                      <a:pt x="49715" y="6688"/>
                    </a:cubicBezTo>
                    <a:cubicBezTo>
                      <a:pt x="36500" y="-3859"/>
                      <a:pt x="17236" y="-1697"/>
                      <a:pt x="6688" y="11519"/>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5" name="Google Shape;175;p2"/>
              <p:cNvSpPr/>
              <p:nvPr/>
            </p:nvSpPr>
            <p:spPr>
              <a:xfrm>
                <a:off x="9662228" y="1210584"/>
                <a:ext cx="60617" cy="60618"/>
              </a:xfrm>
              <a:custGeom>
                <a:avLst/>
                <a:gdLst/>
                <a:ahLst/>
                <a:cxnLst/>
                <a:rect l="l" t="t" r="r" b="b"/>
                <a:pathLst>
                  <a:path w="60617" h="60618" extrusionOk="0">
                    <a:moveTo>
                      <a:pt x="53361" y="49987"/>
                    </a:moveTo>
                    <a:cubicBezTo>
                      <a:pt x="42493" y="62718"/>
                      <a:pt x="23362" y="64229"/>
                      <a:pt x="10631" y="53361"/>
                    </a:cubicBezTo>
                    <a:cubicBezTo>
                      <a:pt x="-2100" y="42493"/>
                      <a:pt x="-3611" y="23364"/>
                      <a:pt x="7257" y="10631"/>
                    </a:cubicBezTo>
                    <a:cubicBezTo>
                      <a:pt x="18124" y="-2100"/>
                      <a:pt x="37256" y="-3611"/>
                      <a:pt x="49987" y="7257"/>
                    </a:cubicBezTo>
                    <a:cubicBezTo>
                      <a:pt x="62717" y="18125"/>
                      <a:pt x="64229" y="37256"/>
                      <a:pt x="53361" y="49987"/>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6" name="Google Shape;176;p2"/>
              <p:cNvSpPr/>
              <p:nvPr/>
            </p:nvSpPr>
            <p:spPr>
              <a:xfrm>
                <a:off x="9554037" y="1126006"/>
                <a:ext cx="257941" cy="166630"/>
              </a:xfrm>
              <a:custGeom>
                <a:avLst/>
                <a:gdLst/>
                <a:ahLst/>
                <a:cxnLst/>
                <a:rect l="l" t="t" r="r" b="b"/>
                <a:pathLst>
                  <a:path w="257941" h="166630" extrusionOk="0">
                    <a:moveTo>
                      <a:pt x="257941" y="144235"/>
                    </a:moveTo>
                    <a:cubicBezTo>
                      <a:pt x="243366" y="154879"/>
                      <a:pt x="222936" y="154954"/>
                      <a:pt x="208150" y="143154"/>
                    </a:cubicBezTo>
                    <a:cubicBezTo>
                      <a:pt x="204840" y="140514"/>
                      <a:pt x="202048" y="137464"/>
                      <a:pt x="199788" y="134136"/>
                    </a:cubicBezTo>
                    <a:cubicBezTo>
                      <a:pt x="199431" y="134862"/>
                      <a:pt x="199056" y="135498"/>
                      <a:pt x="198658" y="135996"/>
                    </a:cubicBezTo>
                    <a:cubicBezTo>
                      <a:pt x="193633" y="142292"/>
                      <a:pt x="184460" y="143321"/>
                      <a:pt x="178164" y="138298"/>
                    </a:cubicBezTo>
                    <a:cubicBezTo>
                      <a:pt x="174938" y="135724"/>
                      <a:pt x="173098" y="132060"/>
                      <a:pt x="172744" y="128251"/>
                    </a:cubicBezTo>
                    <a:cubicBezTo>
                      <a:pt x="159812" y="137843"/>
                      <a:pt x="141574" y="137969"/>
                      <a:pt x="128398" y="127451"/>
                    </a:cubicBezTo>
                    <a:cubicBezTo>
                      <a:pt x="118255" y="119357"/>
                      <a:pt x="113603" y="106944"/>
                      <a:pt x="114949" y="94935"/>
                    </a:cubicBezTo>
                    <a:cubicBezTo>
                      <a:pt x="110496" y="95052"/>
                      <a:pt x="105981" y="93664"/>
                      <a:pt x="102228" y="90667"/>
                    </a:cubicBezTo>
                    <a:cubicBezTo>
                      <a:pt x="98837" y="87961"/>
                      <a:pt x="96588" y="84358"/>
                      <a:pt x="95541" y="80470"/>
                    </a:cubicBezTo>
                    <a:cubicBezTo>
                      <a:pt x="84912" y="85309"/>
                      <a:pt x="72014" y="84150"/>
                      <a:pt x="62259" y="76366"/>
                    </a:cubicBezTo>
                    <a:cubicBezTo>
                      <a:pt x="54496" y="70171"/>
                      <a:pt x="50379" y="61100"/>
                      <a:pt x="50212" y="51890"/>
                    </a:cubicBezTo>
                    <a:cubicBezTo>
                      <a:pt x="41777" y="52231"/>
                      <a:pt x="33186" y="49663"/>
                      <a:pt x="26068" y="43985"/>
                    </a:cubicBezTo>
                    <a:cubicBezTo>
                      <a:pt x="12615" y="33248"/>
                      <a:pt x="8813" y="14909"/>
                      <a:pt x="15879" y="0"/>
                    </a:cubicBezTo>
                    <a:cubicBezTo>
                      <a:pt x="12953" y="1996"/>
                      <a:pt x="10271" y="4455"/>
                      <a:pt x="7947" y="7368"/>
                    </a:cubicBezTo>
                    <a:cubicBezTo>
                      <a:pt x="-4586" y="23070"/>
                      <a:pt x="-2016" y="45958"/>
                      <a:pt x="13687" y="58490"/>
                    </a:cubicBezTo>
                    <a:cubicBezTo>
                      <a:pt x="20803" y="64170"/>
                      <a:pt x="29396" y="66737"/>
                      <a:pt x="37831" y="66397"/>
                    </a:cubicBezTo>
                    <a:cubicBezTo>
                      <a:pt x="37998" y="75607"/>
                      <a:pt x="42115" y="84678"/>
                      <a:pt x="49878" y="90873"/>
                    </a:cubicBezTo>
                    <a:cubicBezTo>
                      <a:pt x="59633" y="98657"/>
                      <a:pt x="72531" y="99816"/>
                      <a:pt x="83160" y="94976"/>
                    </a:cubicBezTo>
                    <a:cubicBezTo>
                      <a:pt x="84207" y="98867"/>
                      <a:pt x="86457" y="102470"/>
                      <a:pt x="89849" y="105174"/>
                    </a:cubicBezTo>
                    <a:cubicBezTo>
                      <a:pt x="93603" y="108169"/>
                      <a:pt x="98117" y="109559"/>
                      <a:pt x="102568" y="109442"/>
                    </a:cubicBezTo>
                    <a:cubicBezTo>
                      <a:pt x="101222" y="121451"/>
                      <a:pt x="105876" y="133864"/>
                      <a:pt x="116019" y="141958"/>
                    </a:cubicBezTo>
                    <a:cubicBezTo>
                      <a:pt x="129198" y="152476"/>
                      <a:pt x="147436" y="152353"/>
                      <a:pt x="160365" y="142758"/>
                    </a:cubicBezTo>
                    <a:cubicBezTo>
                      <a:pt x="160720" y="146567"/>
                      <a:pt x="162560" y="150231"/>
                      <a:pt x="165786" y="152805"/>
                    </a:cubicBezTo>
                    <a:cubicBezTo>
                      <a:pt x="172081" y="157830"/>
                      <a:pt x="181257" y="156799"/>
                      <a:pt x="186280" y="150506"/>
                    </a:cubicBezTo>
                    <a:cubicBezTo>
                      <a:pt x="186677" y="150007"/>
                      <a:pt x="187054" y="149372"/>
                      <a:pt x="187409" y="148645"/>
                    </a:cubicBezTo>
                    <a:cubicBezTo>
                      <a:pt x="189670" y="151973"/>
                      <a:pt x="192461" y="155021"/>
                      <a:pt x="195771" y="157663"/>
                    </a:cubicBezTo>
                    <a:cubicBezTo>
                      <a:pt x="213490" y="171804"/>
                      <a:pt x="239317" y="168906"/>
                      <a:pt x="253458" y="151187"/>
                    </a:cubicBezTo>
                    <a:cubicBezTo>
                      <a:pt x="255214" y="148979"/>
                      <a:pt x="256706" y="146649"/>
                      <a:pt x="257941" y="144235"/>
                    </a:cubicBez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7" name="Google Shape;177;p2"/>
              <p:cNvSpPr/>
              <p:nvPr/>
            </p:nvSpPr>
            <p:spPr>
              <a:xfrm>
                <a:off x="9378856" y="840756"/>
                <a:ext cx="165567" cy="188856"/>
              </a:xfrm>
              <a:custGeom>
                <a:avLst/>
                <a:gdLst/>
                <a:ahLst/>
                <a:cxnLst/>
                <a:rect l="l" t="t" r="r" b="b"/>
                <a:pathLst>
                  <a:path w="165567" h="188856" extrusionOk="0">
                    <a:moveTo>
                      <a:pt x="165567" y="180196"/>
                    </a:moveTo>
                    <a:cubicBezTo>
                      <a:pt x="151364" y="184087"/>
                      <a:pt x="135760" y="178221"/>
                      <a:pt x="127905" y="164933"/>
                    </a:cubicBezTo>
                    <a:cubicBezTo>
                      <a:pt x="126148" y="161959"/>
                      <a:pt x="124901" y="158824"/>
                      <a:pt x="124142" y="155631"/>
                    </a:cubicBezTo>
                    <a:cubicBezTo>
                      <a:pt x="123660" y="156083"/>
                      <a:pt x="123189" y="156458"/>
                      <a:pt x="122741" y="156724"/>
                    </a:cubicBezTo>
                    <a:cubicBezTo>
                      <a:pt x="117083" y="160068"/>
                      <a:pt x="109787" y="158193"/>
                      <a:pt x="106442" y="152536"/>
                    </a:cubicBezTo>
                    <a:cubicBezTo>
                      <a:pt x="104727" y="149637"/>
                      <a:pt x="104389" y="146309"/>
                      <a:pt x="105221" y="143303"/>
                    </a:cubicBezTo>
                    <a:cubicBezTo>
                      <a:pt x="92578" y="146869"/>
                      <a:pt x="78630" y="141677"/>
                      <a:pt x="71631" y="129833"/>
                    </a:cubicBezTo>
                    <a:cubicBezTo>
                      <a:pt x="66243" y="120719"/>
                      <a:pt x="66293" y="109902"/>
                      <a:pt x="70801" y="101133"/>
                    </a:cubicBezTo>
                    <a:cubicBezTo>
                      <a:pt x="67372" y="99930"/>
                      <a:pt x="64330" y="97562"/>
                      <a:pt x="62336" y="94190"/>
                    </a:cubicBezTo>
                    <a:cubicBezTo>
                      <a:pt x="60534" y="91143"/>
                      <a:pt x="59863" y="87744"/>
                      <a:pt x="60192" y="84472"/>
                    </a:cubicBezTo>
                    <a:cubicBezTo>
                      <a:pt x="50682" y="85083"/>
                      <a:pt x="41179" y="80458"/>
                      <a:pt x="35997" y="71691"/>
                    </a:cubicBezTo>
                    <a:cubicBezTo>
                      <a:pt x="31873" y="64714"/>
                      <a:pt x="31363" y="56604"/>
                      <a:pt x="33905" y="49531"/>
                    </a:cubicBezTo>
                    <a:cubicBezTo>
                      <a:pt x="27374" y="47345"/>
                      <a:pt x="21565" y="42897"/>
                      <a:pt x="17784" y="36501"/>
                    </a:cubicBezTo>
                    <a:cubicBezTo>
                      <a:pt x="10636" y="24410"/>
                      <a:pt x="13054" y="9322"/>
                      <a:pt x="22767" y="0"/>
                    </a:cubicBezTo>
                    <a:cubicBezTo>
                      <a:pt x="19958" y="674"/>
                      <a:pt x="17199" y="1772"/>
                      <a:pt x="14581" y="3319"/>
                    </a:cubicBezTo>
                    <a:cubicBezTo>
                      <a:pt x="470" y="11661"/>
                      <a:pt x="-4207" y="29862"/>
                      <a:pt x="4137" y="43973"/>
                    </a:cubicBezTo>
                    <a:cubicBezTo>
                      <a:pt x="7918" y="50370"/>
                      <a:pt x="13727" y="54818"/>
                      <a:pt x="20258" y="57004"/>
                    </a:cubicBezTo>
                    <a:cubicBezTo>
                      <a:pt x="17713" y="64077"/>
                      <a:pt x="18223" y="72190"/>
                      <a:pt x="22349" y="79164"/>
                    </a:cubicBezTo>
                    <a:cubicBezTo>
                      <a:pt x="27531" y="87929"/>
                      <a:pt x="37032" y="92553"/>
                      <a:pt x="46542" y="91943"/>
                    </a:cubicBezTo>
                    <a:cubicBezTo>
                      <a:pt x="46213" y="95214"/>
                      <a:pt x="46885" y="98613"/>
                      <a:pt x="48686" y="101661"/>
                    </a:cubicBezTo>
                    <a:cubicBezTo>
                      <a:pt x="50679" y="105033"/>
                      <a:pt x="53722" y="107403"/>
                      <a:pt x="57151" y="108603"/>
                    </a:cubicBezTo>
                    <a:cubicBezTo>
                      <a:pt x="52643" y="117372"/>
                      <a:pt x="52593" y="128190"/>
                      <a:pt x="57981" y="137304"/>
                    </a:cubicBezTo>
                    <a:cubicBezTo>
                      <a:pt x="64983" y="149148"/>
                      <a:pt x="78928" y="154339"/>
                      <a:pt x="91572" y="150773"/>
                    </a:cubicBezTo>
                    <a:cubicBezTo>
                      <a:pt x="90737" y="153779"/>
                      <a:pt x="91078" y="157108"/>
                      <a:pt x="92792" y="160006"/>
                    </a:cubicBezTo>
                    <a:cubicBezTo>
                      <a:pt x="96137" y="165664"/>
                      <a:pt x="103434" y="167539"/>
                      <a:pt x="109089" y="164194"/>
                    </a:cubicBezTo>
                    <a:cubicBezTo>
                      <a:pt x="109537" y="163929"/>
                      <a:pt x="110008" y="163554"/>
                      <a:pt x="110490" y="163102"/>
                    </a:cubicBezTo>
                    <a:cubicBezTo>
                      <a:pt x="111250" y="166295"/>
                      <a:pt x="112495" y="169429"/>
                      <a:pt x="114253" y="172403"/>
                    </a:cubicBezTo>
                    <a:cubicBezTo>
                      <a:pt x="123667" y="188328"/>
                      <a:pt x="144207" y="193604"/>
                      <a:pt x="160129" y="184190"/>
                    </a:cubicBezTo>
                    <a:cubicBezTo>
                      <a:pt x="162109" y="183022"/>
                      <a:pt x="163924" y="181680"/>
                      <a:pt x="165567" y="180196"/>
                    </a:cubicBez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8" name="Google Shape;178;p2"/>
              <p:cNvSpPr/>
              <p:nvPr/>
            </p:nvSpPr>
            <p:spPr>
              <a:xfrm>
                <a:off x="9467488" y="1097320"/>
                <a:ext cx="36741" cy="36738"/>
              </a:xfrm>
              <a:custGeom>
                <a:avLst/>
                <a:gdLst/>
                <a:ahLst/>
                <a:cxnLst/>
                <a:rect l="l" t="t" r="r" b="b"/>
                <a:pathLst>
                  <a:path w="36741" h="36738" extrusionOk="0">
                    <a:moveTo>
                      <a:pt x="32342" y="30295"/>
                    </a:moveTo>
                    <a:cubicBezTo>
                      <a:pt x="25756" y="38011"/>
                      <a:pt x="14159" y="38927"/>
                      <a:pt x="6444" y="32341"/>
                    </a:cubicBezTo>
                    <a:cubicBezTo>
                      <a:pt x="-1273" y="25753"/>
                      <a:pt x="-2188" y="14159"/>
                      <a:pt x="4398" y="6443"/>
                    </a:cubicBezTo>
                    <a:cubicBezTo>
                      <a:pt x="10987" y="-1272"/>
                      <a:pt x="22581" y="-2189"/>
                      <a:pt x="30296" y="4397"/>
                    </a:cubicBezTo>
                    <a:cubicBezTo>
                      <a:pt x="38014" y="10986"/>
                      <a:pt x="38930" y="22580"/>
                      <a:pt x="32342" y="30295"/>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9" name="Google Shape;179;p2"/>
              <p:cNvSpPr/>
              <p:nvPr/>
            </p:nvSpPr>
            <p:spPr>
              <a:xfrm>
                <a:off x="9486903" y="1083611"/>
                <a:ext cx="23470" cy="23470"/>
              </a:xfrm>
              <a:custGeom>
                <a:avLst/>
                <a:gdLst/>
                <a:ahLst/>
                <a:cxnLst/>
                <a:rect l="l" t="t" r="r" b="b"/>
                <a:pathLst>
                  <a:path w="23470" h="23470" extrusionOk="0">
                    <a:moveTo>
                      <a:pt x="20660" y="19355"/>
                    </a:moveTo>
                    <a:cubicBezTo>
                      <a:pt x="16451" y="24283"/>
                      <a:pt x="9045" y="24868"/>
                      <a:pt x="4116" y="20660"/>
                    </a:cubicBezTo>
                    <a:cubicBezTo>
                      <a:pt x="-813" y="16451"/>
                      <a:pt x="-1398" y="9045"/>
                      <a:pt x="2808" y="4116"/>
                    </a:cubicBezTo>
                    <a:cubicBezTo>
                      <a:pt x="7017" y="-813"/>
                      <a:pt x="14424" y="-1398"/>
                      <a:pt x="19354" y="2808"/>
                    </a:cubicBezTo>
                    <a:cubicBezTo>
                      <a:pt x="24283" y="7017"/>
                      <a:pt x="24869" y="14426"/>
                      <a:pt x="20660" y="19355"/>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0" name="Google Shape;180;p2"/>
              <p:cNvSpPr/>
              <p:nvPr/>
            </p:nvSpPr>
            <p:spPr>
              <a:xfrm>
                <a:off x="9105351" y="1490686"/>
                <a:ext cx="101238" cy="94201"/>
              </a:xfrm>
              <a:custGeom>
                <a:avLst/>
                <a:gdLst/>
                <a:ahLst/>
                <a:cxnLst/>
                <a:rect l="l" t="t" r="r" b="b"/>
                <a:pathLst>
                  <a:path w="101238" h="94201" extrusionOk="0">
                    <a:moveTo>
                      <a:pt x="0" y="7778"/>
                    </a:moveTo>
                    <a:cubicBezTo>
                      <a:pt x="7359" y="-3736"/>
                      <a:pt x="8019" y="-4104"/>
                      <a:pt x="29192" y="17914"/>
                    </a:cubicBezTo>
                    <a:cubicBezTo>
                      <a:pt x="50365" y="39933"/>
                      <a:pt x="36427" y="-8155"/>
                      <a:pt x="65457" y="40596"/>
                    </a:cubicBezTo>
                    <a:cubicBezTo>
                      <a:pt x="94487" y="89347"/>
                      <a:pt x="102724" y="89875"/>
                      <a:pt x="101027" y="94018"/>
                    </a:cubicBezTo>
                    <a:cubicBezTo>
                      <a:pt x="43749" y="98823"/>
                      <a:pt x="0" y="7778"/>
                      <a:pt x="0" y="7778"/>
                    </a:cubicBezTo>
                    <a:close/>
                  </a:path>
                </a:pathLst>
              </a:custGeom>
              <a:solidFill>
                <a:srgbClr val="51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81" name="Google Shape;181;p2"/>
            <p:cNvGrpSpPr/>
            <p:nvPr/>
          </p:nvGrpSpPr>
          <p:grpSpPr>
            <a:xfrm>
              <a:off x="10125166" y="2631952"/>
              <a:ext cx="960443" cy="1471075"/>
              <a:chOff x="10125166" y="2631952"/>
              <a:chExt cx="960443" cy="1471075"/>
            </a:xfrm>
          </p:grpSpPr>
          <p:sp>
            <p:nvSpPr>
              <p:cNvPr id="182" name="Google Shape;182;p2"/>
              <p:cNvSpPr/>
              <p:nvPr/>
            </p:nvSpPr>
            <p:spPr>
              <a:xfrm>
                <a:off x="10262787" y="2671045"/>
                <a:ext cx="735005" cy="1431982"/>
              </a:xfrm>
              <a:custGeom>
                <a:avLst/>
                <a:gdLst/>
                <a:ahLst/>
                <a:cxnLst/>
                <a:rect l="l" t="t" r="r" b="b"/>
                <a:pathLst>
                  <a:path w="735005" h="1431982" extrusionOk="0">
                    <a:moveTo>
                      <a:pt x="735006" y="0"/>
                    </a:moveTo>
                    <a:cubicBezTo>
                      <a:pt x="675920" y="118109"/>
                      <a:pt x="616454" y="236020"/>
                      <a:pt x="556755" y="353807"/>
                    </a:cubicBezTo>
                    <a:cubicBezTo>
                      <a:pt x="497033" y="471581"/>
                      <a:pt x="437014" y="589198"/>
                      <a:pt x="376577" y="706577"/>
                    </a:cubicBezTo>
                    <a:cubicBezTo>
                      <a:pt x="316088" y="823925"/>
                      <a:pt x="255232" y="941080"/>
                      <a:pt x="193343" y="1057579"/>
                    </a:cubicBezTo>
                    <a:cubicBezTo>
                      <a:pt x="162361" y="1115799"/>
                      <a:pt x="131152" y="1173886"/>
                      <a:pt x="99304" y="1231470"/>
                    </a:cubicBezTo>
                    <a:cubicBezTo>
                      <a:pt x="91314" y="1245842"/>
                      <a:pt x="83388" y="1260269"/>
                      <a:pt x="75257" y="1274516"/>
                    </a:cubicBezTo>
                    <a:lnTo>
                      <a:pt x="63132" y="1295945"/>
                    </a:lnTo>
                    <a:lnTo>
                      <a:pt x="50829" y="1317186"/>
                    </a:lnTo>
                    <a:cubicBezTo>
                      <a:pt x="42688" y="1331428"/>
                      <a:pt x="34221" y="1345242"/>
                      <a:pt x="25856" y="1359166"/>
                    </a:cubicBezTo>
                    <a:lnTo>
                      <a:pt x="13001" y="1379416"/>
                    </a:lnTo>
                    <a:cubicBezTo>
                      <a:pt x="10876" y="1382902"/>
                      <a:pt x="8668" y="1385844"/>
                      <a:pt x="6501" y="1388992"/>
                    </a:cubicBezTo>
                    <a:lnTo>
                      <a:pt x="0" y="1398323"/>
                    </a:lnTo>
                    <a:lnTo>
                      <a:pt x="46678" y="1431982"/>
                    </a:lnTo>
                    <a:lnTo>
                      <a:pt x="53954" y="1420744"/>
                    </a:lnTo>
                    <a:cubicBezTo>
                      <a:pt x="56336" y="1417009"/>
                      <a:pt x="58910" y="1413214"/>
                      <a:pt x="60953" y="1409570"/>
                    </a:cubicBezTo>
                    <a:cubicBezTo>
                      <a:pt x="65254" y="1402221"/>
                      <a:pt x="69620" y="1394871"/>
                      <a:pt x="73849" y="1387529"/>
                    </a:cubicBezTo>
                    <a:cubicBezTo>
                      <a:pt x="81964" y="1372853"/>
                      <a:pt x="90217" y="1358199"/>
                      <a:pt x="97932" y="1343484"/>
                    </a:cubicBezTo>
                    <a:lnTo>
                      <a:pt x="109654" y="1321431"/>
                    </a:lnTo>
                    <a:lnTo>
                      <a:pt x="121126" y="1299328"/>
                    </a:lnTo>
                    <a:cubicBezTo>
                      <a:pt x="128832" y="1284611"/>
                      <a:pt x="136270" y="1269818"/>
                      <a:pt x="143791" y="1255051"/>
                    </a:cubicBezTo>
                    <a:cubicBezTo>
                      <a:pt x="173731" y="1195941"/>
                      <a:pt x="202891" y="1136590"/>
                      <a:pt x="231811" y="1077138"/>
                    </a:cubicBezTo>
                    <a:cubicBezTo>
                      <a:pt x="289559" y="958204"/>
                      <a:pt x="346164" y="838827"/>
                      <a:pt x="402388" y="719283"/>
                    </a:cubicBezTo>
                    <a:cubicBezTo>
                      <a:pt x="458558" y="599716"/>
                      <a:pt x="514284" y="479964"/>
                      <a:pt x="569698" y="360075"/>
                    </a:cubicBezTo>
                    <a:cubicBezTo>
                      <a:pt x="625095" y="240181"/>
                      <a:pt x="680245" y="120175"/>
                      <a:pt x="735006" y="0"/>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3" name="Google Shape;183;p2"/>
              <p:cNvSpPr/>
              <p:nvPr/>
            </p:nvSpPr>
            <p:spPr>
              <a:xfrm>
                <a:off x="10839874" y="2906664"/>
                <a:ext cx="245735" cy="161384"/>
              </a:xfrm>
              <a:custGeom>
                <a:avLst/>
                <a:gdLst/>
                <a:ahLst/>
                <a:cxnLst/>
                <a:rect l="l" t="t" r="r" b="b"/>
                <a:pathLst>
                  <a:path w="245735" h="161384" extrusionOk="0">
                    <a:moveTo>
                      <a:pt x="153898" y="160072"/>
                    </a:moveTo>
                    <a:cubicBezTo>
                      <a:pt x="95477" y="171211"/>
                      <a:pt x="0" y="107797"/>
                      <a:pt x="0" y="107797"/>
                    </a:cubicBezTo>
                    <a:cubicBezTo>
                      <a:pt x="0" y="107797"/>
                      <a:pt x="65443" y="13701"/>
                      <a:pt x="123865" y="2561"/>
                    </a:cubicBezTo>
                    <a:cubicBezTo>
                      <a:pt x="182286" y="-8578"/>
                      <a:pt x="236368" y="17651"/>
                      <a:pt x="244662" y="61147"/>
                    </a:cubicBezTo>
                    <a:cubicBezTo>
                      <a:pt x="252955" y="104643"/>
                      <a:pt x="212319" y="148932"/>
                      <a:pt x="153898" y="160072"/>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4" name="Google Shape;184;p2"/>
              <p:cNvSpPr/>
              <p:nvPr/>
            </p:nvSpPr>
            <p:spPr>
              <a:xfrm>
                <a:off x="10752651" y="3107511"/>
                <a:ext cx="277190" cy="179417"/>
              </a:xfrm>
              <a:custGeom>
                <a:avLst/>
                <a:gdLst/>
                <a:ahLst/>
                <a:cxnLst/>
                <a:rect l="l" t="t" r="r" b="b"/>
                <a:pathLst>
                  <a:path w="277190" h="179417" extrusionOk="0">
                    <a:moveTo>
                      <a:pt x="148327" y="178621"/>
                    </a:moveTo>
                    <a:cubicBezTo>
                      <a:pt x="82218" y="172069"/>
                      <a:pt x="0" y="73926"/>
                      <a:pt x="0" y="73926"/>
                    </a:cubicBezTo>
                    <a:cubicBezTo>
                      <a:pt x="0" y="73926"/>
                      <a:pt x="99882" y="-6171"/>
                      <a:pt x="165991" y="381"/>
                    </a:cubicBezTo>
                    <a:cubicBezTo>
                      <a:pt x="232100" y="6933"/>
                      <a:pt x="281738" y="52143"/>
                      <a:pt x="276860" y="101363"/>
                    </a:cubicBezTo>
                    <a:cubicBezTo>
                      <a:pt x="271982" y="150583"/>
                      <a:pt x="214436" y="185172"/>
                      <a:pt x="148327" y="178621"/>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5" name="Google Shape;185;p2"/>
              <p:cNvSpPr/>
              <p:nvPr/>
            </p:nvSpPr>
            <p:spPr>
              <a:xfrm>
                <a:off x="10611123" y="3379977"/>
                <a:ext cx="343614" cy="224011"/>
              </a:xfrm>
              <a:custGeom>
                <a:avLst/>
                <a:gdLst/>
                <a:ahLst/>
                <a:cxnLst/>
                <a:rect l="l" t="t" r="r" b="b"/>
                <a:pathLst>
                  <a:path w="343614" h="224011" extrusionOk="0">
                    <a:moveTo>
                      <a:pt x="177826" y="221735"/>
                    </a:moveTo>
                    <a:cubicBezTo>
                      <a:pt x="96003" y="209356"/>
                      <a:pt x="0" y="82006"/>
                      <a:pt x="0" y="82006"/>
                    </a:cubicBezTo>
                    <a:cubicBezTo>
                      <a:pt x="0" y="82006"/>
                      <a:pt x="129378" y="-11247"/>
                      <a:pt x="211199" y="1132"/>
                    </a:cubicBezTo>
                    <a:cubicBezTo>
                      <a:pt x="293022" y="13510"/>
                      <a:pt x="351879" y="72928"/>
                      <a:pt x="342664" y="133848"/>
                    </a:cubicBezTo>
                    <a:cubicBezTo>
                      <a:pt x="333450" y="194765"/>
                      <a:pt x="259649" y="234114"/>
                      <a:pt x="177826" y="221735"/>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6" name="Google Shape;186;p2"/>
              <p:cNvSpPr/>
              <p:nvPr/>
            </p:nvSpPr>
            <p:spPr>
              <a:xfrm>
                <a:off x="10501701" y="3644267"/>
                <a:ext cx="372464" cy="268857"/>
              </a:xfrm>
              <a:custGeom>
                <a:avLst/>
                <a:gdLst/>
                <a:ahLst/>
                <a:cxnLst/>
                <a:rect l="l" t="t" r="r" b="b"/>
                <a:pathLst>
                  <a:path w="372464" h="268857" extrusionOk="0">
                    <a:moveTo>
                      <a:pt x="151509" y="247705"/>
                    </a:moveTo>
                    <a:cubicBezTo>
                      <a:pt x="64787" y="207168"/>
                      <a:pt x="0" y="34429"/>
                      <a:pt x="0" y="34429"/>
                    </a:cubicBezTo>
                    <a:cubicBezTo>
                      <a:pt x="0" y="34429"/>
                      <a:pt x="174085" y="-26644"/>
                      <a:pt x="260807" y="13893"/>
                    </a:cubicBezTo>
                    <a:cubicBezTo>
                      <a:pt x="347529" y="54431"/>
                      <a:pt x="393363" y="139635"/>
                      <a:pt x="363181" y="204201"/>
                    </a:cubicBezTo>
                    <a:cubicBezTo>
                      <a:pt x="332997" y="268769"/>
                      <a:pt x="238228" y="288245"/>
                      <a:pt x="151509" y="247705"/>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7" name="Google Shape;187;p2"/>
              <p:cNvSpPr/>
              <p:nvPr/>
            </p:nvSpPr>
            <p:spPr>
              <a:xfrm>
                <a:off x="10892394" y="2631952"/>
                <a:ext cx="138632" cy="200111"/>
              </a:xfrm>
              <a:custGeom>
                <a:avLst/>
                <a:gdLst/>
                <a:ahLst/>
                <a:cxnLst/>
                <a:rect l="l" t="t" r="r" b="b"/>
                <a:pathLst>
                  <a:path w="138632" h="200111" extrusionOk="0">
                    <a:moveTo>
                      <a:pt x="4440" y="64862"/>
                    </a:moveTo>
                    <a:cubicBezTo>
                      <a:pt x="-12970" y="111881"/>
                      <a:pt x="26436" y="200111"/>
                      <a:pt x="26436" y="200111"/>
                    </a:cubicBezTo>
                    <a:cubicBezTo>
                      <a:pt x="26436" y="200111"/>
                      <a:pt x="113800" y="158824"/>
                      <a:pt x="131211" y="111805"/>
                    </a:cubicBezTo>
                    <a:cubicBezTo>
                      <a:pt x="148621" y="64787"/>
                      <a:pt x="134356" y="16161"/>
                      <a:pt x="99350" y="3200"/>
                    </a:cubicBezTo>
                    <a:cubicBezTo>
                      <a:pt x="64343" y="-9766"/>
                      <a:pt x="21850" y="17844"/>
                      <a:pt x="4440" y="64862"/>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8" name="Google Shape;188;p2"/>
              <p:cNvSpPr/>
              <p:nvPr/>
            </p:nvSpPr>
            <p:spPr>
              <a:xfrm>
                <a:off x="10695502" y="2741236"/>
                <a:ext cx="169347" cy="226732"/>
              </a:xfrm>
              <a:custGeom>
                <a:avLst/>
                <a:gdLst/>
                <a:ahLst/>
                <a:cxnLst/>
                <a:rect l="l" t="t" r="r" b="b"/>
                <a:pathLst>
                  <a:path w="169347" h="226732" extrusionOk="0">
                    <a:moveTo>
                      <a:pt x="16482" y="140148"/>
                    </a:moveTo>
                    <a:cubicBezTo>
                      <a:pt x="44636" y="192536"/>
                      <a:pt x="154033" y="226732"/>
                      <a:pt x="154033" y="226732"/>
                    </a:cubicBezTo>
                    <a:cubicBezTo>
                      <a:pt x="154033" y="226732"/>
                      <a:pt x="185879" y="116627"/>
                      <a:pt x="157725" y="64241"/>
                    </a:cubicBezTo>
                    <a:cubicBezTo>
                      <a:pt x="129571" y="11853"/>
                      <a:pt x="75129" y="-13622"/>
                      <a:pt x="36125" y="7338"/>
                    </a:cubicBezTo>
                    <a:cubicBezTo>
                      <a:pt x="-2876" y="28301"/>
                      <a:pt x="-11670" y="87762"/>
                      <a:pt x="16482" y="140148"/>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9" name="Google Shape;189;p2"/>
              <p:cNvSpPr/>
              <p:nvPr/>
            </p:nvSpPr>
            <p:spPr>
              <a:xfrm>
                <a:off x="10545263" y="2930538"/>
                <a:ext cx="216997" cy="218438"/>
              </a:xfrm>
              <a:custGeom>
                <a:avLst/>
                <a:gdLst/>
                <a:ahLst/>
                <a:cxnLst/>
                <a:rect l="l" t="t" r="r" b="b"/>
                <a:pathLst>
                  <a:path w="216997" h="218438" extrusionOk="0">
                    <a:moveTo>
                      <a:pt x="42246" y="169205"/>
                    </a:moveTo>
                    <a:cubicBezTo>
                      <a:pt x="88981" y="216417"/>
                      <a:pt x="216997" y="218438"/>
                      <a:pt x="216997" y="218438"/>
                    </a:cubicBezTo>
                    <a:cubicBezTo>
                      <a:pt x="216997" y="218438"/>
                      <a:pt x="216274" y="90411"/>
                      <a:pt x="169540" y="43198"/>
                    </a:cubicBezTo>
                    <a:cubicBezTo>
                      <a:pt x="122804" y="-4015"/>
                      <a:pt x="56421" y="-14080"/>
                      <a:pt x="21269" y="20715"/>
                    </a:cubicBezTo>
                    <a:cubicBezTo>
                      <a:pt x="-13882" y="55511"/>
                      <a:pt x="-4489" y="121990"/>
                      <a:pt x="42246" y="169205"/>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0" name="Google Shape;190;p2"/>
              <p:cNvSpPr/>
              <p:nvPr/>
            </p:nvSpPr>
            <p:spPr>
              <a:xfrm>
                <a:off x="10125166" y="3432545"/>
                <a:ext cx="370564" cy="269757"/>
              </a:xfrm>
              <a:custGeom>
                <a:avLst/>
                <a:gdLst/>
                <a:ahLst/>
                <a:cxnLst/>
                <a:rect l="l" t="t" r="r" b="b"/>
                <a:pathLst>
                  <a:path w="370564" h="269757" extrusionOk="0">
                    <a:moveTo>
                      <a:pt x="109485" y="254697"/>
                    </a:moveTo>
                    <a:cubicBezTo>
                      <a:pt x="195600" y="296506"/>
                      <a:pt x="370564" y="237998"/>
                      <a:pt x="370564" y="237998"/>
                    </a:cubicBezTo>
                    <a:cubicBezTo>
                      <a:pt x="370564" y="237998"/>
                      <a:pt x="308321" y="64326"/>
                      <a:pt x="222205" y="22517"/>
                    </a:cubicBezTo>
                    <a:cubicBezTo>
                      <a:pt x="136089" y="-19291"/>
                      <a:pt x="41044" y="-1209"/>
                      <a:pt x="9918" y="62906"/>
                    </a:cubicBezTo>
                    <a:cubicBezTo>
                      <a:pt x="-21208" y="127022"/>
                      <a:pt x="23369" y="212889"/>
                      <a:pt x="109485" y="254697"/>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1" name="Google Shape;191;p2"/>
              <p:cNvSpPr/>
              <p:nvPr/>
            </p:nvSpPr>
            <p:spPr>
              <a:xfrm>
                <a:off x="10353901" y="3151823"/>
                <a:ext cx="279238" cy="263014"/>
              </a:xfrm>
              <a:custGeom>
                <a:avLst/>
                <a:gdLst/>
                <a:ahLst/>
                <a:cxnLst/>
                <a:rect l="l" t="t" r="r" b="b"/>
                <a:pathLst>
                  <a:path w="279238" h="263014" extrusionOk="0">
                    <a:moveTo>
                      <a:pt x="58697" y="212782"/>
                    </a:moveTo>
                    <a:cubicBezTo>
                      <a:pt x="119856" y="268526"/>
                      <a:pt x="279238" y="262852"/>
                      <a:pt x="279238" y="262852"/>
                    </a:cubicBezTo>
                    <a:cubicBezTo>
                      <a:pt x="279238" y="262852"/>
                      <a:pt x="270152" y="103628"/>
                      <a:pt x="208989" y="47884"/>
                    </a:cubicBezTo>
                    <a:cubicBezTo>
                      <a:pt x="147830" y="-7860"/>
                      <a:pt x="64604" y="-16138"/>
                      <a:pt x="23101" y="29399"/>
                    </a:cubicBezTo>
                    <a:cubicBezTo>
                      <a:pt x="-18399" y="74934"/>
                      <a:pt x="-2463" y="157038"/>
                      <a:pt x="58697" y="212782"/>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92" name="Google Shape;192;p2"/>
            <p:cNvGrpSpPr/>
            <p:nvPr/>
          </p:nvGrpSpPr>
          <p:grpSpPr>
            <a:xfrm>
              <a:off x="8854505" y="3372843"/>
              <a:ext cx="1388432" cy="1095278"/>
              <a:chOff x="8854505" y="3372843"/>
              <a:chExt cx="1388432" cy="1095278"/>
            </a:xfrm>
          </p:grpSpPr>
          <p:sp>
            <p:nvSpPr>
              <p:cNvPr id="193" name="Google Shape;193;p2"/>
              <p:cNvSpPr/>
              <p:nvPr/>
            </p:nvSpPr>
            <p:spPr>
              <a:xfrm>
                <a:off x="8854505" y="3545973"/>
                <a:ext cx="1369668" cy="922148"/>
              </a:xfrm>
              <a:custGeom>
                <a:avLst/>
                <a:gdLst/>
                <a:ahLst/>
                <a:cxnLst/>
                <a:rect l="l" t="t" r="r" b="b"/>
                <a:pathLst>
                  <a:path w="1369668" h="922148" extrusionOk="0">
                    <a:moveTo>
                      <a:pt x="1220689" y="1090"/>
                    </a:moveTo>
                    <a:cubicBezTo>
                      <a:pt x="1050290" y="21360"/>
                      <a:pt x="853090" y="332164"/>
                      <a:pt x="429006" y="326611"/>
                    </a:cubicBezTo>
                    <a:cubicBezTo>
                      <a:pt x="65353" y="321850"/>
                      <a:pt x="-17750" y="582536"/>
                      <a:pt x="2936" y="720773"/>
                    </a:cubicBezTo>
                    <a:cubicBezTo>
                      <a:pt x="23622" y="859009"/>
                      <a:pt x="189767" y="966673"/>
                      <a:pt x="452896" y="903739"/>
                    </a:cubicBezTo>
                    <a:cubicBezTo>
                      <a:pt x="958667" y="782769"/>
                      <a:pt x="1351471" y="258059"/>
                      <a:pt x="1369233" y="105002"/>
                    </a:cubicBezTo>
                    <a:cubicBezTo>
                      <a:pt x="1376102" y="45831"/>
                      <a:pt x="1300630" y="-8420"/>
                      <a:pt x="1220689" y="1090"/>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4" name="Google Shape;194;p2"/>
              <p:cNvSpPr/>
              <p:nvPr/>
            </p:nvSpPr>
            <p:spPr>
              <a:xfrm>
                <a:off x="9966935" y="3558358"/>
                <a:ext cx="255400" cy="143450"/>
              </a:xfrm>
              <a:custGeom>
                <a:avLst/>
                <a:gdLst/>
                <a:ahLst/>
                <a:cxnLst/>
                <a:rect l="l" t="t" r="r" b="b"/>
                <a:pathLst>
                  <a:path w="255400" h="143450" extrusionOk="0">
                    <a:moveTo>
                      <a:pt x="16473" y="22124"/>
                    </a:moveTo>
                    <a:lnTo>
                      <a:pt x="0" y="31592"/>
                    </a:lnTo>
                    <a:cubicBezTo>
                      <a:pt x="0" y="31592"/>
                      <a:pt x="75708" y="18656"/>
                      <a:pt x="124724" y="28915"/>
                    </a:cubicBezTo>
                    <a:cubicBezTo>
                      <a:pt x="131532" y="33527"/>
                      <a:pt x="70958" y="143451"/>
                      <a:pt x="70958" y="143451"/>
                    </a:cubicBezTo>
                    <a:cubicBezTo>
                      <a:pt x="70958" y="143451"/>
                      <a:pt x="71810" y="131575"/>
                      <a:pt x="99775" y="133367"/>
                    </a:cubicBezTo>
                    <a:cubicBezTo>
                      <a:pt x="127738" y="135162"/>
                      <a:pt x="231508" y="124345"/>
                      <a:pt x="200169" y="71398"/>
                    </a:cubicBezTo>
                    <a:cubicBezTo>
                      <a:pt x="229083" y="96318"/>
                      <a:pt x="242867" y="143401"/>
                      <a:pt x="242867" y="143401"/>
                    </a:cubicBezTo>
                    <a:cubicBezTo>
                      <a:pt x="242867" y="143401"/>
                      <a:pt x="256561" y="117247"/>
                      <a:pt x="255321" y="105803"/>
                    </a:cubicBezTo>
                    <a:cubicBezTo>
                      <a:pt x="254082" y="94359"/>
                      <a:pt x="165804" y="24115"/>
                      <a:pt x="159750" y="20800"/>
                    </a:cubicBezTo>
                    <a:cubicBezTo>
                      <a:pt x="153697" y="17485"/>
                      <a:pt x="72185" y="0"/>
                      <a:pt x="72185" y="0"/>
                    </a:cubicBezTo>
                    <a:lnTo>
                      <a:pt x="16473" y="22124"/>
                    </a:lnTo>
                    <a:close/>
                  </a:path>
                </a:pathLst>
              </a:custGeom>
              <a:solidFill>
                <a:srgbClr val="D1D1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5" name="Google Shape;195;p2"/>
              <p:cNvSpPr/>
              <p:nvPr/>
            </p:nvSpPr>
            <p:spPr>
              <a:xfrm>
                <a:off x="8854509" y="3593018"/>
                <a:ext cx="1369665" cy="875100"/>
              </a:xfrm>
              <a:custGeom>
                <a:avLst/>
                <a:gdLst/>
                <a:ahLst/>
                <a:cxnLst/>
                <a:rect l="l" t="t" r="r" b="b"/>
                <a:pathLst>
                  <a:path w="1369665" h="875100" extrusionOk="0">
                    <a:moveTo>
                      <a:pt x="1369231" y="57957"/>
                    </a:moveTo>
                    <a:cubicBezTo>
                      <a:pt x="1371643" y="37177"/>
                      <a:pt x="1363871" y="17017"/>
                      <a:pt x="1349345" y="0"/>
                    </a:cubicBezTo>
                    <a:cubicBezTo>
                      <a:pt x="1341795" y="36183"/>
                      <a:pt x="1352191" y="127248"/>
                      <a:pt x="1184632" y="287874"/>
                    </a:cubicBezTo>
                    <a:cubicBezTo>
                      <a:pt x="923621" y="538083"/>
                      <a:pt x="345080" y="873698"/>
                      <a:pt x="25241" y="504369"/>
                    </a:cubicBezTo>
                    <a:lnTo>
                      <a:pt x="25241" y="504369"/>
                    </a:lnTo>
                    <a:cubicBezTo>
                      <a:pt x="939" y="564800"/>
                      <a:pt x="-4143" y="626430"/>
                      <a:pt x="2934" y="673725"/>
                    </a:cubicBezTo>
                    <a:cubicBezTo>
                      <a:pt x="23618" y="811962"/>
                      <a:pt x="189765" y="919626"/>
                      <a:pt x="452894" y="856690"/>
                    </a:cubicBezTo>
                    <a:cubicBezTo>
                      <a:pt x="958663" y="735724"/>
                      <a:pt x="1351469" y="211014"/>
                      <a:pt x="1369231" y="57957"/>
                    </a:cubicBezTo>
                    <a:close/>
                  </a:path>
                </a:pathLst>
              </a:custGeom>
              <a:solidFill>
                <a:srgbClr val="D1D1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 name="Google Shape;196;p2"/>
              <p:cNvSpPr/>
              <p:nvPr/>
            </p:nvSpPr>
            <p:spPr>
              <a:xfrm>
                <a:off x="9952140" y="3372843"/>
                <a:ext cx="290797" cy="343390"/>
              </a:xfrm>
              <a:custGeom>
                <a:avLst/>
                <a:gdLst/>
                <a:ahLst/>
                <a:cxnLst/>
                <a:rect l="l" t="t" r="r" b="b"/>
                <a:pathLst>
                  <a:path w="290797" h="343390" extrusionOk="0">
                    <a:moveTo>
                      <a:pt x="244904" y="212886"/>
                    </a:moveTo>
                    <a:cubicBezTo>
                      <a:pt x="247403" y="185646"/>
                      <a:pt x="261167" y="51055"/>
                      <a:pt x="290798" y="31450"/>
                    </a:cubicBezTo>
                    <a:cubicBezTo>
                      <a:pt x="280963" y="13651"/>
                      <a:pt x="248594" y="-14028"/>
                      <a:pt x="224775" y="8375"/>
                    </a:cubicBezTo>
                    <a:cubicBezTo>
                      <a:pt x="231572" y="28631"/>
                      <a:pt x="222889" y="121116"/>
                      <a:pt x="158287" y="171143"/>
                    </a:cubicBezTo>
                    <a:cubicBezTo>
                      <a:pt x="111742" y="161448"/>
                      <a:pt x="20894" y="160742"/>
                      <a:pt x="0" y="226174"/>
                    </a:cubicBezTo>
                    <a:cubicBezTo>
                      <a:pt x="11787" y="201284"/>
                      <a:pt x="68795" y="200116"/>
                      <a:pt x="139519" y="214428"/>
                    </a:cubicBezTo>
                    <a:cubicBezTo>
                      <a:pt x="107813" y="216196"/>
                      <a:pt x="110030" y="259140"/>
                      <a:pt x="85752" y="328964"/>
                    </a:cubicBezTo>
                    <a:cubicBezTo>
                      <a:pt x="115921" y="280793"/>
                      <a:pt x="211142" y="311328"/>
                      <a:pt x="214964" y="256911"/>
                    </a:cubicBezTo>
                    <a:cubicBezTo>
                      <a:pt x="217220" y="278260"/>
                      <a:pt x="277651" y="294381"/>
                      <a:pt x="275422" y="343391"/>
                    </a:cubicBezTo>
                    <a:cubicBezTo>
                      <a:pt x="306317" y="293675"/>
                      <a:pt x="284097" y="230357"/>
                      <a:pt x="244904" y="212886"/>
                    </a:cubicBezTo>
                    <a:close/>
                  </a:path>
                </a:pathLst>
              </a:custGeom>
              <a:solidFill>
                <a:srgbClr val="B0CF7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7" name="Google Shape;197;p2"/>
              <p:cNvSpPr/>
              <p:nvPr/>
            </p:nvSpPr>
            <p:spPr>
              <a:xfrm>
                <a:off x="9434414" y="3663144"/>
                <a:ext cx="529460" cy="321316"/>
              </a:xfrm>
              <a:custGeom>
                <a:avLst/>
                <a:gdLst/>
                <a:ahLst/>
                <a:cxnLst/>
                <a:rect l="l" t="t" r="r" b="b"/>
                <a:pathLst>
                  <a:path w="529460" h="321316" extrusionOk="0">
                    <a:moveTo>
                      <a:pt x="160767" y="215226"/>
                    </a:moveTo>
                    <a:cubicBezTo>
                      <a:pt x="267240" y="212591"/>
                      <a:pt x="429843" y="-7901"/>
                      <a:pt x="503472" y="219"/>
                    </a:cubicBezTo>
                    <a:cubicBezTo>
                      <a:pt x="577105" y="8339"/>
                      <a:pt x="483726" y="98615"/>
                      <a:pt x="355413" y="198934"/>
                    </a:cubicBezTo>
                    <a:cubicBezTo>
                      <a:pt x="227100" y="299253"/>
                      <a:pt x="55323" y="343281"/>
                      <a:pt x="10152" y="310742"/>
                    </a:cubicBezTo>
                    <a:cubicBezTo>
                      <a:pt x="-35017" y="278206"/>
                      <a:pt x="80501" y="217213"/>
                      <a:pt x="160767" y="215226"/>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8" name="Google Shape;198;p2"/>
              <p:cNvSpPr/>
              <p:nvPr/>
            </p:nvSpPr>
            <p:spPr>
              <a:xfrm>
                <a:off x="9123669" y="3941062"/>
                <a:ext cx="216301" cy="77451"/>
              </a:xfrm>
              <a:custGeom>
                <a:avLst/>
                <a:gdLst/>
                <a:ahLst/>
                <a:cxnLst/>
                <a:rect l="l" t="t" r="r" b="b"/>
                <a:pathLst>
                  <a:path w="216301" h="77451" extrusionOk="0">
                    <a:moveTo>
                      <a:pt x="32013" y="32582"/>
                    </a:moveTo>
                    <a:cubicBezTo>
                      <a:pt x="70420" y="-4787"/>
                      <a:pt x="197725" y="-9256"/>
                      <a:pt x="215160" y="15300"/>
                    </a:cubicBezTo>
                    <a:cubicBezTo>
                      <a:pt x="232596" y="39854"/>
                      <a:pt x="44876" y="99066"/>
                      <a:pt x="13542" y="69245"/>
                    </a:cubicBezTo>
                    <a:cubicBezTo>
                      <a:pt x="-17792" y="39424"/>
                      <a:pt x="12445" y="51625"/>
                      <a:pt x="32013" y="32582"/>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9" name="Google Shape;199;p2"/>
              <p:cNvSpPr/>
              <p:nvPr/>
            </p:nvSpPr>
            <p:spPr>
              <a:xfrm>
                <a:off x="10180208" y="3398754"/>
                <a:ext cx="62729" cy="299006"/>
              </a:xfrm>
              <a:custGeom>
                <a:avLst/>
                <a:gdLst/>
                <a:ahLst/>
                <a:cxnLst/>
                <a:rect l="l" t="t" r="r" b="b"/>
                <a:pathLst>
                  <a:path w="62729" h="299006" extrusionOk="0">
                    <a:moveTo>
                      <a:pt x="33949" y="0"/>
                    </a:moveTo>
                    <a:cubicBezTo>
                      <a:pt x="38702" y="22064"/>
                      <a:pt x="15024" y="146946"/>
                      <a:pt x="0" y="189006"/>
                    </a:cubicBezTo>
                    <a:cubicBezTo>
                      <a:pt x="19099" y="192945"/>
                      <a:pt x="70754" y="249361"/>
                      <a:pt x="56237" y="299006"/>
                    </a:cubicBezTo>
                    <a:cubicBezTo>
                      <a:pt x="72606" y="253158"/>
                      <a:pt x="51302" y="202343"/>
                      <a:pt x="16836" y="186977"/>
                    </a:cubicBezTo>
                    <a:cubicBezTo>
                      <a:pt x="19335" y="159736"/>
                      <a:pt x="33099" y="25146"/>
                      <a:pt x="62730" y="5541"/>
                    </a:cubicBezTo>
                    <a:cubicBezTo>
                      <a:pt x="50248" y="9539"/>
                      <a:pt x="44673" y="8339"/>
                      <a:pt x="33949" y="0"/>
                    </a:cubicBezTo>
                    <a:close/>
                  </a:path>
                </a:pathLst>
              </a:custGeom>
              <a:solidFill>
                <a:srgbClr val="D1D1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0" name="Google Shape;200;p2"/>
              <p:cNvSpPr/>
              <p:nvPr/>
            </p:nvSpPr>
            <p:spPr>
              <a:xfrm>
                <a:off x="10176915" y="3381220"/>
                <a:ext cx="66022" cy="30700"/>
              </a:xfrm>
              <a:custGeom>
                <a:avLst/>
                <a:gdLst/>
                <a:ahLst/>
                <a:cxnLst/>
                <a:rect l="l" t="t" r="r" b="b"/>
                <a:pathLst>
                  <a:path w="66022" h="30700" extrusionOk="0">
                    <a:moveTo>
                      <a:pt x="0" y="0"/>
                    </a:moveTo>
                    <a:cubicBezTo>
                      <a:pt x="11071" y="10913"/>
                      <a:pt x="8338" y="8687"/>
                      <a:pt x="22789" y="13110"/>
                    </a:cubicBezTo>
                    <a:cubicBezTo>
                      <a:pt x="37241" y="17534"/>
                      <a:pt x="50436" y="28566"/>
                      <a:pt x="66022" y="23075"/>
                    </a:cubicBezTo>
                    <a:cubicBezTo>
                      <a:pt x="55097" y="36380"/>
                      <a:pt x="28107" y="34393"/>
                      <a:pt x="0" y="0"/>
                    </a:cubicBezTo>
                    <a:close/>
                  </a:path>
                </a:pathLst>
              </a:custGeom>
              <a:solidFill>
                <a:srgbClr val="D1D1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1" name="Google Shape;201;p2"/>
              <p:cNvSpPr/>
              <p:nvPr/>
            </p:nvSpPr>
            <p:spPr>
              <a:xfrm>
                <a:off x="10149401" y="3527682"/>
                <a:ext cx="35613" cy="59320"/>
              </a:xfrm>
              <a:custGeom>
                <a:avLst/>
                <a:gdLst/>
                <a:ahLst/>
                <a:cxnLst/>
                <a:rect l="l" t="t" r="r" b="b"/>
                <a:pathLst>
                  <a:path w="35613" h="59320" extrusionOk="0">
                    <a:moveTo>
                      <a:pt x="35614" y="0"/>
                    </a:moveTo>
                    <a:cubicBezTo>
                      <a:pt x="24467" y="20268"/>
                      <a:pt x="16941" y="48372"/>
                      <a:pt x="0" y="59310"/>
                    </a:cubicBezTo>
                    <a:cubicBezTo>
                      <a:pt x="17612" y="60021"/>
                      <a:pt x="31218" y="23907"/>
                      <a:pt x="35614" y="0"/>
                    </a:cubicBezTo>
                    <a:close/>
                  </a:path>
                </a:pathLst>
              </a:custGeom>
              <a:solidFill>
                <a:srgbClr val="D1D1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2" name="Google Shape;202;p2"/>
              <p:cNvSpPr/>
              <p:nvPr/>
            </p:nvSpPr>
            <p:spPr>
              <a:xfrm>
                <a:off x="10090820" y="3527634"/>
                <a:ext cx="62366" cy="32512"/>
              </a:xfrm>
              <a:custGeom>
                <a:avLst/>
                <a:gdLst/>
                <a:ahLst/>
                <a:cxnLst/>
                <a:rect l="l" t="t" r="r" b="b"/>
                <a:pathLst>
                  <a:path w="62366" h="32512" extrusionOk="0">
                    <a:moveTo>
                      <a:pt x="62367" y="0"/>
                    </a:moveTo>
                    <a:cubicBezTo>
                      <a:pt x="41909" y="10795"/>
                      <a:pt x="20163" y="30123"/>
                      <a:pt x="0" y="29938"/>
                    </a:cubicBezTo>
                    <a:cubicBezTo>
                      <a:pt x="14315" y="40220"/>
                      <a:pt x="45541" y="17547"/>
                      <a:pt x="62367" y="0"/>
                    </a:cubicBezTo>
                    <a:close/>
                  </a:path>
                </a:pathLst>
              </a:custGeom>
              <a:solidFill>
                <a:srgbClr val="D1D1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3" name="Google Shape;203;p2"/>
            <p:cNvGrpSpPr/>
            <p:nvPr/>
          </p:nvGrpSpPr>
          <p:grpSpPr>
            <a:xfrm>
              <a:off x="6488000" y="2954557"/>
              <a:ext cx="492159" cy="1416204"/>
              <a:chOff x="6488000" y="2954557"/>
              <a:chExt cx="492159" cy="1416204"/>
            </a:xfrm>
          </p:grpSpPr>
          <p:sp>
            <p:nvSpPr>
              <p:cNvPr id="204" name="Google Shape;204;p2"/>
              <p:cNvSpPr/>
              <p:nvPr/>
            </p:nvSpPr>
            <p:spPr>
              <a:xfrm>
                <a:off x="6675263" y="2954557"/>
                <a:ext cx="157060" cy="303046"/>
              </a:xfrm>
              <a:custGeom>
                <a:avLst/>
                <a:gdLst/>
                <a:ahLst/>
                <a:cxnLst/>
                <a:rect l="l" t="t" r="r" b="b"/>
                <a:pathLst>
                  <a:path w="157060" h="303046" extrusionOk="0">
                    <a:moveTo>
                      <a:pt x="157061" y="0"/>
                    </a:moveTo>
                    <a:cubicBezTo>
                      <a:pt x="65296" y="147086"/>
                      <a:pt x="185457" y="196568"/>
                      <a:pt x="113940" y="270804"/>
                    </a:cubicBezTo>
                    <a:cubicBezTo>
                      <a:pt x="45700" y="341638"/>
                      <a:pt x="14101" y="278407"/>
                      <a:pt x="3108" y="245695"/>
                    </a:cubicBezTo>
                    <a:cubicBezTo>
                      <a:pt x="-19730" y="177734"/>
                      <a:pt x="88524" y="115804"/>
                      <a:pt x="157061"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5" name="Google Shape;205;p2"/>
              <p:cNvSpPr/>
              <p:nvPr/>
            </p:nvSpPr>
            <p:spPr>
              <a:xfrm>
                <a:off x="6534314" y="3068982"/>
                <a:ext cx="176392" cy="292569"/>
              </a:xfrm>
              <a:custGeom>
                <a:avLst/>
                <a:gdLst/>
                <a:ahLst/>
                <a:cxnLst/>
                <a:rect l="l" t="t" r="r" b="b"/>
                <a:pathLst>
                  <a:path w="176392" h="292569" extrusionOk="0">
                    <a:moveTo>
                      <a:pt x="0" y="0"/>
                    </a:moveTo>
                    <a:cubicBezTo>
                      <a:pt x="31741" y="211359"/>
                      <a:pt x="134037" y="105949"/>
                      <a:pt x="168069" y="203251"/>
                    </a:cubicBezTo>
                    <a:cubicBezTo>
                      <a:pt x="200542" y="296092"/>
                      <a:pt x="129856" y="295799"/>
                      <a:pt x="95699" y="290868"/>
                    </a:cubicBezTo>
                    <a:cubicBezTo>
                      <a:pt x="24741" y="280623"/>
                      <a:pt x="26319" y="187194"/>
                      <a:pt x="0"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6" name="Google Shape;206;p2"/>
              <p:cNvSpPr/>
              <p:nvPr/>
            </p:nvSpPr>
            <p:spPr>
              <a:xfrm>
                <a:off x="6719387" y="3151276"/>
                <a:ext cx="256678" cy="238756"/>
              </a:xfrm>
              <a:custGeom>
                <a:avLst/>
                <a:gdLst/>
                <a:ahLst/>
                <a:cxnLst/>
                <a:rect l="l" t="t" r="r" b="b"/>
                <a:pathLst>
                  <a:path w="256678" h="238756" extrusionOk="0">
                    <a:moveTo>
                      <a:pt x="256678" y="0"/>
                    </a:moveTo>
                    <a:cubicBezTo>
                      <a:pt x="150957" y="185751"/>
                      <a:pt x="93480" y="50578"/>
                      <a:pt x="26695" y="129095"/>
                    </a:cubicBezTo>
                    <a:cubicBezTo>
                      <a:pt x="-37032" y="204016"/>
                      <a:pt x="29020" y="229197"/>
                      <a:pt x="62661" y="236894"/>
                    </a:cubicBezTo>
                    <a:cubicBezTo>
                      <a:pt x="132548" y="252891"/>
                      <a:pt x="164717" y="165161"/>
                      <a:pt x="256678"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7" name="Google Shape;207;p2"/>
              <p:cNvSpPr/>
              <p:nvPr/>
            </p:nvSpPr>
            <p:spPr>
              <a:xfrm>
                <a:off x="6513889" y="3237906"/>
                <a:ext cx="182583" cy="289514"/>
              </a:xfrm>
              <a:custGeom>
                <a:avLst/>
                <a:gdLst/>
                <a:ahLst/>
                <a:cxnLst/>
                <a:rect l="l" t="t" r="r" b="b"/>
                <a:pathLst>
                  <a:path w="182583" h="289514" extrusionOk="0">
                    <a:moveTo>
                      <a:pt x="0" y="0"/>
                    </a:moveTo>
                    <a:cubicBezTo>
                      <a:pt x="37106" y="210484"/>
                      <a:pt x="136689" y="102507"/>
                      <a:pt x="173185" y="198909"/>
                    </a:cubicBezTo>
                    <a:cubicBezTo>
                      <a:pt x="208010" y="290896"/>
                      <a:pt x="137338" y="292400"/>
                      <a:pt x="103067" y="288340"/>
                    </a:cubicBezTo>
                    <a:cubicBezTo>
                      <a:pt x="31871" y="279905"/>
                      <a:pt x="31074" y="186467"/>
                      <a:pt x="0"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8" name="Google Shape;208;p2"/>
              <p:cNvSpPr/>
              <p:nvPr/>
            </p:nvSpPr>
            <p:spPr>
              <a:xfrm>
                <a:off x="6705671" y="3308939"/>
                <a:ext cx="251918" cy="243236"/>
              </a:xfrm>
              <a:custGeom>
                <a:avLst/>
                <a:gdLst/>
                <a:ahLst/>
                <a:cxnLst/>
                <a:rect l="l" t="t" r="r" b="b"/>
                <a:pathLst>
                  <a:path w="251918" h="243236" extrusionOk="0">
                    <a:moveTo>
                      <a:pt x="251919" y="0"/>
                    </a:moveTo>
                    <a:cubicBezTo>
                      <a:pt x="150958" y="188380"/>
                      <a:pt x="90061" y="54711"/>
                      <a:pt x="25294" y="134904"/>
                    </a:cubicBezTo>
                    <a:cubicBezTo>
                      <a:pt x="-36506" y="211421"/>
                      <a:pt x="30163" y="234914"/>
                      <a:pt x="63989" y="241754"/>
                    </a:cubicBezTo>
                    <a:cubicBezTo>
                      <a:pt x="134263" y="255966"/>
                      <a:pt x="164189" y="167447"/>
                      <a:pt x="251919"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9" name="Google Shape;209;p2"/>
              <p:cNvSpPr/>
              <p:nvPr/>
            </p:nvSpPr>
            <p:spPr>
              <a:xfrm>
                <a:off x="6498822" y="3424012"/>
                <a:ext cx="202638" cy="278686"/>
              </a:xfrm>
              <a:custGeom>
                <a:avLst/>
                <a:gdLst/>
                <a:ahLst/>
                <a:cxnLst/>
                <a:rect l="l" t="t" r="r" b="b"/>
                <a:pathLst>
                  <a:path w="202638" h="278686" extrusionOk="0">
                    <a:moveTo>
                      <a:pt x="0" y="0"/>
                    </a:moveTo>
                    <a:cubicBezTo>
                      <a:pt x="54782" y="206591"/>
                      <a:pt x="144871" y="90574"/>
                      <a:pt x="189393" y="183545"/>
                    </a:cubicBezTo>
                    <a:cubicBezTo>
                      <a:pt x="231876" y="272256"/>
                      <a:pt x="161584" y="279733"/>
                      <a:pt x="127092" y="278588"/>
                    </a:cubicBezTo>
                    <a:cubicBezTo>
                      <a:pt x="55438" y="276204"/>
                      <a:pt x="46737" y="183168"/>
                      <a:pt x="0"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0" name="Google Shape;210;p2"/>
              <p:cNvSpPr/>
              <p:nvPr/>
            </p:nvSpPr>
            <p:spPr>
              <a:xfrm>
                <a:off x="6711819" y="3457250"/>
                <a:ext cx="235122" cy="257299"/>
              </a:xfrm>
              <a:custGeom>
                <a:avLst/>
                <a:gdLst/>
                <a:ahLst/>
                <a:cxnLst/>
                <a:rect l="l" t="t" r="r" b="b"/>
                <a:pathLst>
                  <a:path w="235122" h="257299" extrusionOk="0">
                    <a:moveTo>
                      <a:pt x="235123" y="0"/>
                    </a:moveTo>
                    <a:cubicBezTo>
                      <a:pt x="150463" y="196246"/>
                      <a:pt x="78475" y="68210"/>
                      <a:pt x="20723" y="153594"/>
                    </a:cubicBezTo>
                    <a:cubicBezTo>
                      <a:pt x="-34381" y="235065"/>
                      <a:pt x="34037" y="252832"/>
                      <a:pt x="68320" y="256786"/>
                    </a:cubicBezTo>
                    <a:cubicBezTo>
                      <a:pt x="139543" y="265002"/>
                      <a:pt x="161875" y="174266"/>
                      <a:pt x="235123"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1" name="Google Shape;211;p2"/>
              <p:cNvSpPr/>
              <p:nvPr/>
            </p:nvSpPr>
            <p:spPr>
              <a:xfrm>
                <a:off x="6488000" y="3631814"/>
                <a:ext cx="236513" cy="256227"/>
              </a:xfrm>
              <a:custGeom>
                <a:avLst/>
                <a:gdLst/>
                <a:ahLst/>
                <a:cxnLst/>
                <a:rect l="l" t="t" r="r" b="b"/>
                <a:pathLst>
                  <a:path w="236513" h="256227" extrusionOk="0">
                    <a:moveTo>
                      <a:pt x="0" y="0"/>
                    </a:moveTo>
                    <a:cubicBezTo>
                      <a:pt x="85983" y="195670"/>
                      <a:pt x="157105" y="67151"/>
                      <a:pt x="215433" y="152143"/>
                    </a:cubicBezTo>
                    <a:cubicBezTo>
                      <a:pt x="271085" y="233241"/>
                      <a:pt x="202789" y="251469"/>
                      <a:pt x="168533" y="255655"/>
                    </a:cubicBezTo>
                    <a:cubicBezTo>
                      <a:pt x="97368" y="264353"/>
                      <a:pt x="74423" y="173770"/>
                      <a:pt x="0"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2" name="Google Shape;212;p2"/>
              <p:cNvSpPr/>
              <p:nvPr/>
            </p:nvSpPr>
            <p:spPr>
              <a:xfrm>
                <a:off x="6734812" y="3595551"/>
                <a:ext cx="201074" cy="279580"/>
              </a:xfrm>
              <a:custGeom>
                <a:avLst/>
                <a:gdLst/>
                <a:ahLst/>
                <a:cxnLst/>
                <a:rect l="l" t="t" r="r" b="b"/>
                <a:pathLst>
                  <a:path w="201074" h="279580" extrusionOk="0">
                    <a:moveTo>
                      <a:pt x="201075" y="0"/>
                    </a:moveTo>
                    <a:cubicBezTo>
                      <a:pt x="147690" y="206954"/>
                      <a:pt x="56819" y="91550"/>
                      <a:pt x="12925" y="184818"/>
                    </a:cubicBezTo>
                    <a:cubicBezTo>
                      <a:pt x="-28956" y="273812"/>
                      <a:pt x="41382" y="280817"/>
                      <a:pt x="75866" y="279438"/>
                    </a:cubicBezTo>
                    <a:cubicBezTo>
                      <a:pt x="147502" y="276572"/>
                      <a:pt x="155576" y="183481"/>
                      <a:pt x="201075"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3" name="Google Shape;213;p2"/>
              <p:cNvSpPr/>
              <p:nvPr/>
            </p:nvSpPr>
            <p:spPr>
              <a:xfrm>
                <a:off x="6499827" y="3815691"/>
                <a:ext cx="259443" cy="236039"/>
              </a:xfrm>
              <a:custGeom>
                <a:avLst/>
                <a:gdLst/>
                <a:ahLst/>
                <a:cxnLst/>
                <a:rect l="l" t="t" r="r" b="b"/>
                <a:pathLst>
                  <a:path w="259443" h="236039" extrusionOk="0">
                    <a:moveTo>
                      <a:pt x="0" y="0"/>
                    </a:moveTo>
                    <a:cubicBezTo>
                      <a:pt x="108519" y="184130"/>
                      <a:pt x="163943" y="48102"/>
                      <a:pt x="231910" y="125602"/>
                    </a:cubicBezTo>
                    <a:cubicBezTo>
                      <a:pt x="296764" y="199550"/>
                      <a:pt x="231101" y="225727"/>
                      <a:pt x="197581" y="233933"/>
                    </a:cubicBezTo>
                    <a:cubicBezTo>
                      <a:pt x="127943" y="250982"/>
                      <a:pt x="94448" y="163751"/>
                      <a:pt x="0"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4" name="Google Shape;214;p2"/>
              <p:cNvSpPr/>
              <p:nvPr/>
            </p:nvSpPr>
            <p:spPr>
              <a:xfrm>
                <a:off x="6767602" y="3726719"/>
                <a:ext cx="172679" cy="294335"/>
              </a:xfrm>
              <a:custGeom>
                <a:avLst/>
                <a:gdLst/>
                <a:ahLst/>
                <a:cxnLst/>
                <a:rect l="l" t="t" r="r" b="b"/>
                <a:pathLst>
                  <a:path w="172679" h="294335" extrusionOk="0">
                    <a:moveTo>
                      <a:pt x="172680" y="0"/>
                    </a:moveTo>
                    <a:cubicBezTo>
                      <a:pt x="144141" y="211816"/>
                      <a:pt x="40261" y="107966"/>
                      <a:pt x="7704" y="205770"/>
                    </a:cubicBezTo>
                    <a:cubicBezTo>
                      <a:pt x="-23361" y="299091"/>
                      <a:pt x="47313" y="297729"/>
                      <a:pt x="81391" y="292281"/>
                    </a:cubicBezTo>
                    <a:cubicBezTo>
                      <a:pt x="152188" y="280968"/>
                      <a:pt x="149196" y="187573"/>
                      <a:pt x="172680"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5" name="Google Shape;215;p2"/>
              <p:cNvSpPr/>
              <p:nvPr/>
            </p:nvSpPr>
            <p:spPr>
              <a:xfrm>
                <a:off x="6539704" y="3968034"/>
                <a:ext cx="259443" cy="236039"/>
              </a:xfrm>
              <a:custGeom>
                <a:avLst/>
                <a:gdLst/>
                <a:ahLst/>
                <a:cxnLst/>
                <a:rect l="l" t="t" r="r" b="b"/>
                <a:pathLst>
                  <a:path w="259443" h="236039" extrusionOk="0">
                    <a:moveTo>
                      <a:pt x="0" y="0"/>
                    </a:moveTo>
                    <a:cubicBezTo>
                      <a:pt x="108519" y="184130"/>
                      <a:pt x="163943" y="48102"/>
                      <a:pt x="231910" y="125602"/>
                    </a:cubicBezTo>
                    <a:cubicBezTo>
                      <a:pt x="296764" y="199550"/>
                      <a:pt x="231101" y="225727"/>
                      <a:pt x="197581" y="233933"/>
                    </a:cubicBezTo>
                    <a:cubicBezTo>
                      <a:pt x="127943" y="250985"/>
                      <a:pt x="94451" y="163751"/>
                      <a:pt x="0"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6" name="Google Shape;216;p2"/>
              <p:cNvSpPr/>
              <p:nvPr/>
            </p:nvSpPr>
            <p:spPr>
              <a:xfrm>
                <a:off x="6807479" y="3879065"/>
                <a:ext cx="172680" cy="294336"/>
              </a:xfrm>
              <a:custGeom>
                <a:avLst/>
                <a:gdLst/>
                <a:ahLst/>
                <a:cxnLst/>
                <a:rect l="l" t="t" r="r" b="b"/>
                <a:pathLst>
                  <a:path w="172680" h="294336" extrusionOk="0">
                    <a:moveTo>
                      <a:pt x="172680" y="0"/>
                    </a:moveTo>
                    <a:cubicBezTo>
                      <a:pt x="144142" y="211816"/>
                      <a:pt x="40261" y="107966"/>
                      <a:pt x="7704" y="205770"/>
                    </a:cubicBezTo>
                    <a:cubicBezTo>
                      <a:pt x="-23361" y="299091"/>
                      <a:pt x="47313" y="297731"/>
                      <a:pt x="81391" y="292281"/>
                    </a:cubicBezTo>
                    <a:cubicBezTo>
                      <a:pt x="152191" y="280965"/>
                      <a:pt x="149198" y="187573"/>
                      <a:pt x="172680" y="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7" name="Google Shape;217;p2"/>
              <p:cNvSpPr/>
              <p:nvPr/>
            </p:nvSpPr>
            <p:spPr>
              <a:xfrm>
                <a:off x="6698055" y="3251291"/>
                <a:ext cx="193526" cy="1119470"/>
              </a:xfrm>
              <a:custGeom>
                <a:avLst/>
                <a:gdLst/>
                <a:ahLst/>
                <a:cxnLst/>
                <a:rect l="l" t="t" r="r" b="b"/>
                <a:pathLst>
                  <a:path w="193526" h="1119470" extrusionOk="0">
                    <a:moveTo>
                      <a:pt x="184689" y="1119470"/>
                    </a:moveTo>
                    <a:lnTo>
                      <a:pt x="193526" y="1115842"/>
                    </a:lnTo>
                    <a:cubicBezTo>
                      <a:pt x="49300" y="764262"/>
                      <a:pt x="14121" y="480289"/>
                      <a:pt x="10004" y="303979"/>
                    </a:cubicBezTo>
                    <a:cubicBezTo>
                      <a:pt x="5544" y="112963"/>
                      <a:pt x="35573" y="3669"/>
                      <a:pt x="35877" y="2585"/>
                    </a:cubicBezTo>
                    <a:lnTo>
                      <a:pt x="26680" y="0"/>
                    </a:lnTo>
                    <a:cubicBezTo>
                      <a:pt x="26374" y="1093"/>
                      <a:pt x="-3989" y="111399"/>
                      <a:pt x="442" y="303681"/>
                    </a:cubicBezTo>
                    <a:cubicBezTo>
                      <a:pt x="4527" y="480899"/>
                      <a:pt x="39807" y="766283"/>
                      <a:pt x="184689" y="1119470"/>
                    </a:cubicBezTo>
                    <a:close/>
                  </a:path>
                </a:pathLst>
              </a:custGeom>
              <a:solidFill>
                <a:srgbClr val="FAB54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8" name="Google Shape;218;p2"/>
            <p:cNvGrpSpPr/>
            <p:nvPr/>
          </p:nvGrpSpPr>
          <p:grpSpPr>
            <a:xfrm>
              <a:off x="6887485" y="3405573"/>
              <a:ext cx="707953" cy="1092712"/>
              <a:chOff x="6887485" y="3405573"/>
              <a:chExt cx="707953" cy="1092712"/>
            </a:xfrm>
          </p:grpSpPr>
          <p:sp>
            <p:nvSpPr>
              <p:cNvPr id="219" name="Google Shape;219;p2"/>
              <p:cNvSpPr/>
              <p:nvPr/>
            </p:nvSpPr>
            <p:spPr>
              <a:xfrm>
                <a:off x="7356022" y="3465265"/>
                <a:ext cx="230295" cy="175584"/>
              </a:xfrm>
              <a:custGeom>
                <a:avLst/>
                <a:gdLst/>
                <a:ahLst/>
                <a:cxnLst/>
                <a:rect l="l" t="t" r="r" b="b"/>
                <a:pathLst>
                  <a:path w="230295" h="175584" extrusionOk="0">
                    <a:moveTo>
                      <a:pt x="230296" y="0"/>
                    </a:moveTo>
                    <a:cubicBezTo>
                      <a:pt x="95369" y="61196"/>
                      <a:pt x="157429" y="153292"/>
                      <a:pt x="71400" y="172246"/>
                    </a:cubicBezTo>
                    <a:cubicBezTo>
                      <a:pt x="-10685" y="190330"/>
                      <a:pt x="-3229" y="130384"/>
                      <a:pt x="4439" y="101905"/>
                    </a:cubicBezTo>
                    <a:cubicBezTo>
                      <a:pt x="20368" y="42744"/>
                      <a:pt x="126705" y="49938"/>
                      <a:pt x="230296" y="0"/>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0" name="Google Shape;220;p2"/>
              <p:cNvSpPr/>
              <p:nvPr/>
            </p:nvSpPr>
            <p:spPr>
              <a:xfrm>
                <a:off x="7232100" y="3405573"/>
                <a:ext cx="114011" cy="276155"/>
              </a:xfrm>
              <a:custGeom>
                <a:avLst/>
                <a:gdLst/>
                <a:ahLst/>
                <a:cxnLst/>
                <a:rect l="l" t="t" r="r" b="b"/>
                <a:pathLst>
                  <a:path w="114011" h="276155" extrusionOk="0">
                    <a:moveTo>
                      <a:pt x="88022" y="0"/>
                    </a:moveTo>
                    <a:cubicBezTo>
                      <a:pt x="10531" y="165399"/>
                      <a:pt x="133216" y="138840"/>
                      <a:pt x="111359" y="224177"/>
                    </a:cubicBezTo>
                    <a:cubicBezTo>
                      <a:pt x="90504" y="305604"/>
                      <a:pt x="40354" y="271927"/>
                      <a:pt x="18388" y="252246"/>
                    </a:cubicBezTo>
                    <a:cubicBezTo>
                      <a:pt x="-27243" y="211362"/>
                      <a:pt x="18116" y="145639"/>
                      <a:pt x="88022" y="0"/>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1" name="Google Shape;221;p2"/>
              <p:cNvSpPr/>
              <p:nvPr/>
            </p:nvSpPr>
            <p:spPr>
              <a:xfrm>
                <a:off x="7319973" y="3653014"/>
                <a:ext cx="275465" cy="114192"/>
              </a:xfrm>
              <a:custGeom>
                <a:avLst/>
                <a:gdLst/>
                <a:ahLst/>
                <a:cxnLst/>
                <a:rect l="l" t="t" r="r" b="b"/>
                <a:pathLst>
                  <a:path w="275465" h="114192" extrusionOk="0">
                    <a:moveTo>
                      <a:pt x="275466" y="20264"/>
                    </a:moveTo>
                    <a:cubicBezTo>
                      <a:pt x="112305" y="102359"/>
                      <a:pt x="135414" y="-21024"/>
                      <a:pt x="50722" y="3217"/>
                    </a:cubicBezTo>
                    <a:cubicBezTo>
                      <a:pt x="-30088" y="26347"/>
                      <a:pt x="4981" y="75532"/>
                      <a:pt x="25270" y="96939"/>
                    </a:cubicBezTo>
                    <a:cubicBezTo>
                      <a:pt x="67417" y="141408"/>
                      <a:pt x="131843" y="94225"/>
                      <a:pt x="275466" y="20264"/>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2" name="Google Shape;222;p2"/>
              <p:cNvSpPr/>
              <p:nvPr/>
            </p:nvSpPr>
            <p:spPr>
              <a:xfrm>
                <a:off x="7142959" y="3516083"/>
                <a:ext cx="113862" cy="276620"/>
              </a:xfrm>
              <a:custGeom>
                <a:avLst/>
                <a:gdLst/>
                <a:ahLst/>
                <a:cxnLst/>
                <a:rect l="l" t="t" r="r" b="b"/>
                <a:pathLst>
                  <a:path w="113862" h="276620" extrusionOk="0">
                    <a:moveTo>
                      <a:pt x="82650" y="0"/>
                    </a:moveTo>
                    <a:cubicBezTo>
                      <a:pt x="9391" y="167317"/>
                      <a:pt x="131362" y="137645"/>
                      <a:pt x="111682" y="223511"/>
                    </a:cubicBezTo>
                    <a:cubicBezTo>
                      <a:pt x="92905" y="305442"/>
                      <a:pt x="41914" y="273054"/>
                      <a:pt x="19456" y="253938"/>
                    </a:cubicBezTo>
                    <a:cubicBezTo>
                      <a:pt x="-27201" y="214223"/>
                      <a:pt x="16470" y="147369"/>
                      <a:pt x="82650" y="0"/>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3" name="Google Shape;223;p2"/>
              <p:cNvSpPr/>
              <p:nvPr/>
            </p:nvSpPr>
            <p:spPr>
              <a:xfrm>
                <a:off x="7232971" y="3761607"/>
                <a:ext cx="274676" cy="114363"/>
              </a:xfrm>
              <a:custGeom>
                <a:avLst/>
                <a:gdLst/>
                <a:ahLst/>
                <a:cxnLst/>
                <a:rect l="l" t="t" r="r" b="b"/>
                <a:pathLst>
                  <a:path w="274676" h="114363" extrusionOk="0">
                    <a:moveTo>
                      <a:pt x="274676" y="15091"/>
                    </a:moveTo>
                    <a:cubicBezTo>
                      <a:pt x="113655" y="101310"/>
                      <a:pt x="133619" y="-22618"/>
                      <a:pt x="49572" y="3767"/>
                    </a:cubicBezTo>
                    <a:cubicBezTo>
                      <a:pt x="-30623" y="28945"/>
                      <a:pt x="5685" y="77222"/>
                      <a:pt x="26511" y="98105"/>
                    </a:cubicBezTo>
                    <a:cubicBezTo>
                      <a:pt x="69778" y="141489"/>
                      <a:pt x="132981" y="92681"/>
                      <a:pt x="274676" y="15091"/>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4" name="Google Shape;224;p2"/>
              <p:cNvSpPr/>
              <p:nvPr/>
            </p:nvSpPr>
            <p:spPr>
              <a:xfrm>
                <a:off x="7062003" y="3641351"/>
                <a:ext cx="113515" cy="277051"/>
              </a:xfrm>
              <a:custGeom>
                <a:avLst/>
                <a:gdLst/>
                <a:ahLst/>
                <a:cxnLst/>
                <a:rect l="l" t="t" r="r" b="b"/>
                <a:pathLst>
                  <a:path w="113515" h="277051" extrusionOk="0">
                    <a:moveTo>
                      <a:pt x="64771" y="0"/>
                    </a:moveTo>
                    <a:cubicBezTo>
                      <a:pt x="5932" y="172913"/>
                      <a:pt x="124955" y="133032"/>
                      <a:pt x="112610" y="220254"/>
                    </a:cubicBezTo>
                    <a:cubicBezTo>
                      <a:pt x="100833" y="303480"/>
                      <a:pt x="47283" y="275520"/>
                      <a:pt x="23287" y="258373"/>
                    </a:cubicBezTo>
                    <a:cubicBezTo>
                      <a:pt x="-26561" y="222750"/>
                      <a:pt x="11297" y="152442"/>
                      <a:pt x="64771" y="0"/>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5" name="Google Shape;225;p2"/>
              <p:cNvSpPr/>
              <p:nvPr/>
            </p:nvSpPr>
            <p:spPr>
              <a:xfrm>
                <a:off x="7158918" y="3877170"/>
                <a:ext cx="270932" cy="116878"/>
              </a:xfrm>
              <a:custGeom>
                <a:avLst/>
                <a:gdLst/>
                <a:ahLst/>
                <a:cxnLst/>
                <a:rect l="l" t="t" r="r" b="b"/>
                <a:pathLst>
                  <a:path w="270932" h="116878" extrusionOk="0">
                    <a:moveTo>
                      <a:pt x="270932" y="0"/>
                    </a:moveTo>
                    <a:cubicBezTo>
                      <a:pt x="117784" y="99534"/>
                      <a:pt x="127191" y="-25640"/>
                      <a:pt x="45677" y="7761"/>
                    </a:cubicBezTo>
                    <a:cubicBezTo>
                      <a:pt x="-32102" y="39632"/>
                      <a:pt x="8161" y="84667"/>
                      <a:pt x="30680" y="103713"/>
                    </a:cubicBezTo>
                    <a:cubicBezTo>
                      <a:pt x="77461" y="143280"/>
                      <a:pt x="136309" y="89300"/>
                      <a:pt x="270932" y="0"/>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6" name="Google Shape;226;p2"/>
              <p:cNvSpPr/>
              <p:nvPr/>
            </p:nvSpPr>
            <p:spPr>
              <a:xfrm>
                <a:off x="6987771" y="3784068"/>
                <a:ext cx="114166" cy="273505"/>
              </a:xfrm>
              <a:custGeom>
                <a:avLst/>
                <a:gdLst/>
                <a:ahLst/>
                <a:cxnLst/>
                <a:rect l="l" t="t" r="r" b="b"/>
                <a:pathLst>
                  <a:path w="114166" h="273505" extrusionOk="0">
                    <a:moveTo>
                      <a:pt x="32917" y="0"/>
                    </a:moveTo>
                    <a:cubicBezTo>
                      <a:pt x="1446" y="179920"/>
                      <a:pt x="112895" y="122159"/>
                      <a:pt x="114148" y="210241"/>
                    </a:cubicBezTo>
                    <a:cubicBezTo>
                      <a:pt x="115346" y="294288"/>
                      <a:pt x="58125" y="274919"/>
                      <a:pt x="31772" y="261678"/>
                    </a:cubicBezTo>
                    <a:cubicBezTo>
                      <a:pt x="-22976" y="234169"/>
                      <a:pt x="3590" y="158863"/>
                      <a:pt x="32917" y="0"/>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7" name="Google Shape;227;p2"/>
              <p:cNvSpPr/>
              <p:nvPr/>
            </p:nvSpPr>
            <p:spPr>
              <a:xfrm>
                <a:off x="7096796" y="3970329"/>
                <a:ext cx="259705" cy="147851"/>
              </a:xfrm>
              <a:custGeom>
                <a:avLst/>
                <a:gdLst/>
                <a:ahLst/>
                <a:cxnLst/>
                <a:rect l="l" t="t" r="r" b="b"/>
                <a:pathLst>
                  <a:path w="259705" h="147851" extrusionOk="0">
                    <a:moveTo>
                      <a:pt x="259705" y="0"/>
                    </a:moveTo>
                    <a:cubicBezTo>
                      <a:pt x="123736" y="121960"/>
                      <a:pt x="113728" y="-3168"/>
                      <a:pt x="38340" y="42405"/>
                    </a:cubicBezTo>
                    <a:cubicBezTo>
                      <a:pt x="-33593" y="85890"/>
                      <a:pt x="13132" y="124175"/>
                      <a:pt x="38320" y="139521"/>
                    </a:cubicBezTo>
                    <a:cubicBezTo>
                      <a:pt x="90644" y="171400"/>
                      <a:pt x="140465" y="108992"/>
                      <a:pt x="259705" y="0"/>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8" name="Google Shape;228;p2"/>
              <p:cNvSpPr/>
              <p:nvPr/>
            </p:nvSpPr>
            <p:spPr>
              <a:xfrm>
                <a:off x="6931245" y="3920483"/>
                <a:ext cx="117697" cy="267197"/>
              </a:xfrm>
              <a:custGeom>
                <a:avLst/>
                <a:gdLst/>
                <a:ahLst/>
                <a:cxnLst/>
                <a:rect l="l" t="t" r="r" b="b"/>
                <a:pathLst>
                  <a:path w="117697" h="267197" extrusionOk="0">
                    <a:moveTo>
                      <a:pt x="10798" y="0"/>
                    </a:moveTo>
                    <a:cubicBezTo>
                      <a:pt x="822" y="182379"/>
                      <a:pt x="104659" y="111845"/>
                      <a:pt x="116320" y="199161"/>
                    </a:cubicBezTo>
                    <a:cubicBezTo>
                      <a:pt x="127446" y="282477"/>
                      <a:pt x="68339" y="270011"/>
                      <a:pt x="40605" y="259978"/>
                    </a:cubicBezTo>
                    <a:cubicBezTo>
                      <a:pt x="-17013" y="239136"/>
                      <a:pt x="461" y="161218"/>
                      <a:pt x="10798" y="0"/>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9" name="Google Shape;229;p2"/>
              <p:cNvSpPr/>
              <p:nvPr/>
            </p:nvSpPr>
            <p:spPr>
              <a:xfrm>
                <a:off x="7050116" y="4065729"/>
                <a:ext cx="247408" cy="170036"/>
              </a:xfrm>
              <a:custGeom>
                <a:avLst/>
                <a:gdLst/>
                <a:ahLst/>
                <a:cxnLst/>
                <a:rect l="l" t="t" r="r" b="b"/>
                <a:pathLst>
                  <a:path w="247408" h="170036" extrusionOk="0">
                    <a:moveTo>
                      <a:pt x="247409" y="0"/>
                    </a:moveTo>
                    <a:cubicBezTo>
                      <a:pt x="126815" y="137183"/>
                      <a:pt x="102081" y="14116"/>
                      <a:pt x="32612" y="68283"/>
                    </a:cubicBezTo>
                    <a:cubicBezTo>
                      <a:pt x="-33676" y="119967"/>
                      <a:pt x="17250" y="152460"/>
                      <a:pt x="44074" y="164720"/>
                    </a:cubicBezTo>
                    <a:cubicBezTo>
                      <a:pt x="99802" y="190191"/>
                      <a:pt x="141892" y="122328"/>
                      <a:pt x="247409" y="0"/>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0" name="Google Shape;230;p2"/>
              <p:cNvSpPr/>
              <p:nvPr/>
            </p:nvSpPr>
            <p:spPr>
              <a:xfrm>
                <a:off x="6887485" y="4047749"/>
                <a:ext cx="117695" cy="267197"/>
              </a:xfrm>
              <a:custGeom>
                <a:avLst/>
                <a:gdLst/>
                <a:ahLst/>
                <a:cxnLst/>
                <a:rect l="l" t="t" r="r" b="b"/>
                <a:pathLst>
                  <a:path w="117695" h="267197" extrusionOk="0">
                    <a:moveTo>
                      <a:pt x="10796" y="0"/>
                    </a:moveTo>
                    <a:cubicBezTo>
                      <a:pt x="820" y="182379"/>
                      <a:pt x="104657" y="111845"/>
                      <a:pt x="116318" y="199161"/>
                    </a:cubicBezTo>
                    <a:cubicBezTo>
                      <a:pt x="127444" y="282477"/>
                      <a:pt x="68337" y="270011"/>
                      <a:pt x="40604" y="259978"/>
                    </a:cubicBezTo>
                    <a:cubicBezTo>
                      <a:pt x="-17013" y="239136"/>
                      <a:pt x="461" y="161218"/>
                      <a:pt x="10796" y="0"/>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1" name="Google Shape;231;p2"/>
              <p:cNvSpPr/>
              <p:nvPr/>
            </p:nvSpPr>
            <p:spPr>
              <a:xfrm>
                <a:off x="7006357" y="4192995"/>
                <a:ext cx="247408" cy="170035"/>
              </a:xfrm>
              <a:custGeom>
                <a:avLst/>
                <a:gdLst/>
                <a:ahLst/>
                <a:cxnLst/>
                <a:rect l="l" t="t" r="r" b="b"/>
                <a:pathLst>
                  <a:path w="247408" h="170035" extrusionOk="0">
                    <a:moveTo>
                      <a:pt x="247409" y="0"/>
                    </a:moveTo>
                    <a:cubicBezTo>
                      <a:pt x="126815" y="137183"/>
                      <a:pt x="102081" y="14116"/>
                      <a:pt x="32611" y="68283"/>
                    </a:cubicBezTo>
                    <a:cubicBezTo>
                      <a:pt x="-33676" y="119967"/>
                      <a:pt x="17250" y="152460"/>
                      <a:pt x="44074" y="164720"/>
                    </a:cubicBezTo>
                    <a:cubicBezTo>
                      <a:pt x="99799" y="190188"/>
                      <a:pt x="141892" y="122328"/>
                      <a:pt x="247409" y="0"/>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2" name="Google Shape;232;p2"/>
              <p:cNvSpPr/>
              <p:nvPr/>
            </p:nvSpPr>
            <p:spPr>
              <a:xfrm>
                <a:off x="6951655" y="3625431"/>
                <a:ext cx="422942" cy="872854"/>
              </a:xfrm>
              <a:custGeom>
                <a:avLst/>
                <a:gdLst/>
                <a:ahLst/>
                <a:cxnLst/>
                <a:rect l="l" t="t" r="r" b="b"/>
                <a:pathLst>
                  <a:path w="422942" h="872854" extrusionOk="0">
                    <a:moveTo>
                      <a:pt x="0" y="871252"/>
                    </a:moveTo>
                    <a:lnTo>
                      <a:pt x="8005" y="872854"/>
                    </a:lnTo>
                    <a:cubicBezTo>
                      <a:pt x="71860" y="554440"/>
                      <a:pt x="181287" y="335752"/>
                      <a:pt x="261834" y="208367"/>
                    </a:cubicBezTo>
                    <a:cubicBezTo>
                      <a:pt x="349102" y="70359"/>
                      <a:pt x="422210" y="6819"/>
                      <a:pt x="422942" y="6193"/>
                    </a:cubicBezTo>
                    <a:lnTo>
                      <a:pt x="417623" y="0"/>
                    </a:lnTo>
                    <a:cubicBezTo>
                      <a:pt x="416886" y="633"/>
                      <a:pt x="343058" y="64733"/>
                      <a:pt x="255170" y="203630"/>
                    </a:cubicBezTo>
                    <a:cubicBezTo>
                      <a:pt x="174170" y="331644"/>
                      <a:pt x="64150" y="551383"/>
                      <a:pt x="0" y="871252"/>
                    </a:cubicBezTo>
                    <a:close/>
                  </a:path>
                </a:pathLst>
              </a:custGeom>
              <a:solidFill>
                <a:srgbClr val="FACE6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3" name="Google Shape;233;p2"/>
            <p:cNvGrpSpPr/>
            <p:nvPr/>
          </p:nvGrpSpPr>
          <p:grpSpPr>
            <a:xfrm>
              <a:off x="6872769" y="4403544"/>
              <a:ext cx="648992" cy="651545"/>
              <a:chOff x="6872769" y="4403544"/>
              <a:chExt cx="648992" cy="651545"/>
            </a:xfrm>
          </p:grpSpPr>
          <p:sp>
            <p:nvSpPr>
              <p:cNvPr id="234" name="Google Shape;234;p2"/>
              <p:cNvSpPr/>
              <p:nvPr/>
            </p:nvSpPr>
            <p:spPr>
              <a:xfrm>
                <a:off x="6872769" y="4403544"/>
                <a:ext cx="632789" cy="637700"/>
              </a:xfrm>
              <a:custGeom>
                <a:avLst/>
                <a:gdLst/>
                <a:ahLst/>
                <a:cxnLst/>
                <a:rect l="l" t="t" r="r" b="b"/>
                <a:pathLst>
                  <a:path w="632789" h="637700" extrusionOk="0">
                    <a:moveTo>
                      <a:pt x="34981" y="165272"/>
                    </a:moveTo>
                    <a:cubicBezTo>
                      <a:pt x="-140092" y="-46636"/>
                      <a:pt x="803767" y="-78313"/>
                      <a:pt x="605183" y="209821"/>
                    </a:cubicBezTo>
                    <a:cubicBezTo>
                      <a:pt x="635822" y="350959"/>
                      <a:pt x="636974" y="561733"/>
                      <a:pt x="547379" y="614126"/>
                    </a:cubicBezTo>
                    <a:cubicBezTo>
                      <a:pt x="470526" y="659067"/>
                      <a:pt x="77857" y="642804"/>
                      <a:pt x="9579" y="538862"/>
                    </a:cubicBezTo>
                    <a:cubicBezTo>
                      <a:pt x="-22112" y="490620"/>
                      <a:pt x="34981" y="165272"/>
                      <a:pt x="34981" y="165272"/>
                    </a:cubicBezTo>
                    <a:close/>
                  </a:path>
                </a:pathLst>
              </a:custGeom>
              <a:solidFill>
                <a:srgbClr val="F0AB5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5" name="Google Shape;235;p2"/>
              <p:cNvSpPr/>
              <p:nvPr/>
            </p:nvSpPr>
            <p:spPr>
              <a:xfrm>
                <a:off x="6888972" y="4417387"/>
                <a:ext cx="632789" cy="637702"/>
              </a:xfrm>
              <a:custGeom>
                <a:avLst/>
                <a:gdLst/>
                <a:ahLst/>
                <a:cxnLst/>
                <a:rect l="l" t="t" r="r" b="b"/>
                <a:pathLst>
                  <a:path w="632789" h="637702" extrusionOk="0">
                    <a:moveTo>
                      <a:pt x="34981" y="165272"/>
                    </a:moveTo>
                    <a:cubicBezTo>
                      <a:pt x="-140092" y="-46636"/>
                      <a:pt x="803768" y="-78313"/>
                      <a:pt x="605183" y="209822"/>
                    </a:cubicBezTo>
                    <a:cubicBezTo>
                      <a:pt x="635822" y="350959"/>
                      <a:pt x="636974" y="561733"/>
                      <a:pt x="547379" y="614128"/>
                    </a:cubicBezTo>
                    <a:cubicBezTo>
                      <a:pt x="470526" y="659069"/>
                      <a:pt x="77860" y="642806"/>
                      <a:pt x="9579" y="538864"/>
                    </a:cubicBezTo>
                    <a:cubicBezTo>
                      <a:pt x="-22112" y="490622"/>
                      <a:pt x="34981" y="165272"/>
                      <a:pt x="34981" y="165272"/>
                    </a:cubicBezTo>
                    <a:close/>
                  </a:path>
                </a:pathLst>
              </a:custGeom>
              <a:solidFill>
                <a:srgbClr val="FFB65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6" name="Google Shape;236;p2"/>
              <p:cNvSpPr/>
              <p:nvPr/>
            </p:nvSpPr>
            <p:spPr>
              <a:xfrm>
                <a:off x="6896604" y="4421588"/>
                <a:ext cx="618506" cy="625528"/>
              </a:xfrm>
              <a:custGeom>
                <a:avLst/>
                <a:gdLst/>
                <a:ahLst/>
                <a:cxnLst/>
                <a:rect l="l" t="t" r="r" b="b"/>
                <a:pathLst>
                  <a:path w="618506" h="625528" extrusionOk="0">
                    <a:moveTo>
                      <a:pt x="34125" y="164692"/>
                    </a:moveTo>
                    <a:cubicBezTo>
                      <a:pt x="-136653" y="-42017"/>
                      <a:pt x="785323" y="-79926"/>
                      <a:pt x="591610" y="201138"/>
                    </a:cubicBezTo>
                    <a:cubicBezTo>
                      <a:pt x="621497" y="338812"/>
                      <a:pt x="621349" y="551424"/>
                      <a:pt x="533948" y="602532"/>
                    </a:cubicBezTo>
                    <a:cubicBezTo>
                      <a:pt x="458981" y="646371"/>
                      <a:pt x="75948" y="630506"/>
                      <a:pt x="9343" y="529115"/>
                    </a:cubicBezTo>
                    <a:cubicBezTo>
                      <a:pt x="-21568" y="482058"/>
                      <a:pt x="34125" y="164692"/>
                      <a:pt x="34125" y="164692"/>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7" name="Google Shape;237;p2"/>
              <p:cNvSpPr/>
              <p:nvPr/>
            </p:nvSpPr>
            <p:spPr>
              <a:xfrm>
                <a:off x="6923143" y="4838110"/>
                <a:ext cx="53398" cy="110867"/>
              </a:xfrm>
              <a:custGeom>
                <a:avLst/>
                <a:gdLst/>
                <a:ahLst/>
                <a:cxnLst/>
                <a:rect l="l" t="t" r="r" b="b"/>
                <a:pathLst>
                  <a:path w="53398" h="110867" extrusionOk="0">
                    <a:moveTo>
                      <a:pt x="1094" y="68298"/>
                    </a:moveTo>
                    <a:cubicBezTo>
                      <a:pt x="-2792" y="29854"/>
                      <a:pt x="4238" y="-6132"/>
                      <a:pt x="13267" y="881"/>
                    </a:cubicBezTo>
                    <a:cubicBezTo>
                      <a:pt x="22297" y="7892"/>
                      <a:pt x="13251" y="72248"/>
                      <a:pt x="26513" y="74936"/>
                    </a:cubicBezTo>
                    <a:cubicBezTo>
                      <a:pt x="39776" y="77622"/>
                      <a:pt x="72827" y="120389"/>
                      <a:pt x="37810" y="108918"/>
                    </a:cubicBezTo>
                    <a:cubicBezTo>
                      <a:pt x="2793" y="97444"/>
                      <a:pt x="3042" y="87573"/>
                      <a:pt x="1094" y="68298"/>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8" name="Google Shape;238;p2"/>
              <p:cNvSpPr/>
              <p:nvPr/>
            </p:nvSpPr>
            <p:spPr>
              <a:xfrm>
                <a:off x="6993585" y="4834803"/>
                <a:ext cx="15168" cy="40513"/>
              </a:xfrm>
              <a:custGeom>
                <a:avLst/>
                <a:gdLst/>
                <a:ahLst/>
                <a:cxnLst/>
                <a:rect l="l" t="t" r="r" b="b"/>
                <a:pathLst>
                  <a:path w="15168" h="40513" extrusionOk="0">
                    <a:moveTo>
                      <a:pt x="1522" y="37945"/>
                    </a:moveTo>
                    <a:cubicBezTo>
                      <a:pt x="-3214" y="14546"/>
                      <a:pt x="3827" y="-8515"/>
                      <a:pt x="12687" y="3107"/>
                    </a:cubicBezTo>
                    <a:cubicBezTo>
                      <a:pt x="21547" y="14729"/>
                      <a:pt x="4021" y="50292"/>
                      <a:pt x="1522" y="37945"/>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9" name="Google Shape;239;p2"/>
              <p:cNvSpPr/>
              <p:nvPr/>
            </p:nvSpPr>
            <p:spPr>
              <a:xfrm>
                <a:off x="7080932" y="4805019"/>
                <a:ext cx="15167" cy="40512"/>
              </a:xfrm>
              <a:custGeom>
                <a:avLst/>
                <a:gdLst/>
                <a:ahLst/>
                <a:cxnLst/>
                <a:rect l="l" t="t" r="r" b="b"/>
                <a:pathLst>
                  <a:path w="15167" h="40512" extrusionOk="0">
                    <a:moveTo>
                      <a:pt x="1522" y="37945"/>
                    </a:moveTo>
                    <a:cubicBezTo>
                      <a:pt x="-3215" y="14546"/>
                      <a:pt x="3828" y="-8516"/>
                      <a:pt x="12687" y="3107"/>
                    </a:cubicBezTo>
                    <a:cubicBezTo>
                      <a:pt x="21547" y="14729"/>
                      <a:pt x="4020" y="50290"/>
                      <a:pt x="1522" y="37945"/>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0" name="Google Shape;240;p2"/>
              <p:cNvSpPr/>
              <p:nvPr/>
            </p:nvSpPr>
            <p:spPr>
              <a:xfrm>
                <a:off x="6969646" y="4892119"/>
                <a:ext cx="25278" cy="18027"/>
              </a:xfrm>
              <a:custGeom>
                <a:avLst/>
                <a:gdLst/>
                <a:ahLst/>
                <a:cxnLst/>
                <a:rect l="l" t="t" r="r" b="b"/>
                <a:pathLst>
                  <a:path w="25278" h="18027" extrusionOk="0">
                    <a:moveTo>
                      <a:pt x="2968" y="14"/>
                    </a:moveTo>
                    <a:cubicBezTo>
                      <a:pt x="20709" y="1274"/>
                      <a:pt x="32396" y="12448"/>
                      <a:pt x="20358" y="17340"/>
                    </a:cubicBezTo>
                    <a:cubicBezTo>
                      <a:pt x="8319" y="22235"/>
                      <a:pt x="-6393" y="-650"/>
                      <a:pt x="2968" y="14"/>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1" name="Google Shape;241;p2"/>
              <p:cNvSpPr/>
              <p:nvPr/>
            </p:nvSpPr>
            <p:spPr>
              <a:xfrm>
                <a:off x="7073776" y="4746728"/>
                <a:ext cx="25279" cy="18026"/>
              </a:xfrm>
              <a:custGeom>
                <a:avLst/>
                <a:gdLst/>
                <a:ahLst/>
                <a:cxnLst/>
                <a:rect l="l" t="t" r="r" b="b"/>
                <a:pathLst>
                  <a:path w="25279" h="18026" extrusionOk="0">
                    <a:moveTo>
                      <a:pt x="2969" y="14"/>
                    </a:moveTo>
                    <a:cubicBezTo>
                      <a:pt x="20710" y="1274"/>
                      <a:pt x="32396" y="12448"/>
                      <a:pt x="20358" y="17340"/>
                    </a:cubicBezTo>
                    <a:cubicBezTo>
                      <a:pt x="8320" y="22232"/>
                      <a:pt x="-6395" y="-651"/>
                      <a:pt x="2969" y="14"/>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2" name="Google Shape;242;p2"/>
              <p:cNvSpPr/>
              <p:nvPr/>
            </p:nvSpPr>
            <p:spPr>
              <a:xfrm>
                <a:off x="7216965" y="4948929"/>
                <a:ext cx="25278" cy="18026"/>
              </a:xfrm>
              <a:custGeom>
                <a:avLst/>
                <a:gdLst/>
                <a:ahLst/>
                <a:cxnLst/>
                <a:rect l="l" t="t" r="r" b="b"/>
                <a:pathLst>
                  <a:path w="25278" h="18026" extrusionOk="0">
                    <a:moveTo>
                      <a:pt x="2968" y="14"/>
                    </a:moveTo>
                    <a:cubicBezTo>
                      <a:pt x="20710" y="1274"/>
                      <a:pt x="32396" y="12448"/>
                      <a:pt x="20358" y="17340"/>
                    </a:cubicBezTo>
                    <a:cubicBezTo>
                      <a:pt x="8319" y="22234"/>
                      <a:pt x="-6393" y="-649"/>
                      <a:pt x="2968" y="14"/>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3" name="Google Shape;243;p2"/>
              <p:cNvSpPr/>
              <p:nvPr/>
            </p:nvSpPr>
            <p:spPr>
              <a:xfrm>
                <a:off x="6946170" y="4803500"/>
                <a:ext cx="34437" cy="39905"/>
              </a:xfrm>
              <a:custGeom>
                <a:avLst/>
                <a:gdLst/>
                <a:ahLst/>
                <a:cxnLst/>
                <a:rect l="l" t="t" r="r" b="b"/>
                <a:pathLst>
                  <a:path w="34437" h="39905" extrusionOk="0">
                    <a:moveTo>
                      <a:pt x="634" y="8122"/>
                    </a:moveTo>
                    <a:cubicBezTo>
                      <a:pt x="-4758" y="23723"/>
                      <a:pt x="26368" y="12194"/>
                      <a:pt x="13443" y="36382"/>
                    </a:cubicBezTo>
                    <a:cubicBezTo>
                      <a:pt x="8743" y="45176"/>
                      <a:pt x="31731" y="35520"/>
                      <a:pt x="34273" y="29005"/>
                    </a:cubicBezTo>
                    <a:cubicBezTo>
                      <a:pt x="36815" y="22490"/>
                      <a:pt x="9193" y="-16635"/>
                      <a:pt x="634" y="812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4" name="Google Shape;244;p2"/>
              <p:cNvSpPr/>
              <p:nvPr/>
            </p:nvSpPr>
            <p:spPr>
              <a:xfrm>
                <a:off x="7052590" y="4873166"/>
                <a:ext cx="34437" cy="39903"/>
              </a:xfrm>
              <a:custGeom>
                <a:avLst/>
                <a:gdLst/>
                <a:ahLst/>
                <a:cxnLst/>
                <a:rect l="l" t="t" r="r" b="b"/>
                <a:pathLst>
                  <a:path w="34437" h="39903" extrusionOk="0">
                    <a:moveTo>
                      <a:pt x="634" y="8123"/>
                    </a:moveTo>
                    <a:cubicBezTo>
                      <a:pt x="-4758" y="23722"/>
                      <a:pt x="26368" y="12194"/>
                      <a:pt x="13443" y="36380"/>
                    </a:cubicBezTo>
                    <a:cubicBezTo>
                      <a:pt x="8743" y="45174"/>
                      <a:pt x="31731" y="35518"/>
                      <a:pt x="34273" y="29003"/>
                    </a:cubicBezTo>
                    <a:cubicBezTo>
                      <a:pt x="36815" y="22490"/>
                      <a:pt x="9193" y="-16635"/>
                      <a:pt x="634" y="812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5" name="Google Shape;245;p2"/>
              <p:cNvSpPr/>
              <p:nvPr/>
            </p:nvSpPr>
            <p:spPr>
              <a:xfrm>
                <a:off x="7175287" y="4984048"/>
                <a:ext cx="34437" cy="39901"/>
              </a:xfrm>
              <a:custGeom>
                <a:avLst/>
                <a:gdLst/>
                <a:ahLst/>
                <a:cxnLst/>
                <a:rect l="l" t="t" r="r" b="b"/>
                <a:pathLst>
                  <a:path w="34437" h="39901" extrusionOk="0">
                    <a:moveTo>
                      <a:pt x="634" y="8121"/>
                    </a:moveTo>
                    <a:cubicBezTo>
                      <a:pt x="-4758" y="23721"/>
                      <a:pt x="26368" y="12193"/>
                      <a:pt x="13443" y="36379"/>
                    </a:cubicBezTo>
                    <a:cubicBezTo>
                      <a:pt x="8743" y="45173"/>
                      <a:pt x="31731" y="35517"/>
                      <a:pt x="34273" y="29004"/>
                    </a:cubicBezTo>
                    <a:cubicBezTo>
                      <a:pt x="36813" y="22491"/>
                      <a:pt x="9191" y="-16634"/>
                      <a:pt x="634" y="812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6" name="Google Shape;246;p2"/>
              <p:cNvSpPr/>
              <p:nvPr/>
            </p:nvSpPr>
            <p:spPr>
              <a:xfrm>
                <a:off x="7399638" y="4478136"/>
                <a:ext cx="86282" cy="88766"/>
              </a:xfrm>
              <a:custGeom>
                <a:avLst/>
                <a:gdLst/>
                <a:ahLst/>
                <a:cxnLst/>
                <a:rect l="l" t="t" r="r" b="b"/>
                <a:pathLst>
                  <a:path w="86282" h="88766" extrusionOk="0">
                    <a:moveTo>
                      <a:pt x="63931" y="22397"/>
                    </a:moveTo>
                    <a:cubicBezTo>
                      <a:pt x="83707" y="55592"/>
                      <a:pt x="92551" y="91176"/>
                      <a:pt x="81403" y="88638"/>
                    </a:cubicBezTo>
                    <a:cubicBezTo>
                      <a:pt x="70254" y="86101"/>
                      <a:pt x="51243" y="23956"/>
                      <a:pt x="38087" y="27129"/>
                    </a:cubicBezTo>
                    <a:cubicBezTo>
                      <a:pt x="24931" y="30302"/>
                      <a:pt x="-23102" y="5521"/>
                      <a:pt x="13481" y="1112"/>
                    </a:cubicBezTo>
                    <a:cubicBezTo>
                      <a:pt x="50068" y="-3300"/>
                      <a:pt x="54014" y="5750"/>
                      <a:pt x="63931" y="22397"/>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7" name="Google Shape;247;p2"/>
              <p:cNvSpPr/>
              <p:nvPr/>
            </p:nvSpPr>
            <p:spPr>
              <a:xfrm>
                <a:off x="7432757" y="4528999"/>
                <a:ext cx="18116" cy="39119"/>
              </a:xfrm>
              <a:custGeom>
                <a:avLst/>
                <a:gdLst/>
                <a:ahLst/>
                <a:cxnLst/>
                <a:rect l="l" t="t" r="r" b="b"/>
                <a:pathLst>
                  <a:path w="18116" h="39119" extrusionOk="0">
                    <a:moveTo>
                      <a:pt x="5421" y="1647"/>
                    </a:moveTo>
                    <a:cubicBezTo>
                      <a:pt x="19605" y="20850"/>
                      <a:pt x="22975" y="44727"/>
                      <a:pt x="10032" y="37940"/>
                    </a:cubicBezTo>
                    <a:cubicBezTo>
                      <a:pt x="-2912" y="31153"/>
                      <a:pt x="-2064" y="-8484"/>
                      <a:pt x="5421" y="1647"/>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8" name="Google Shape;248;p2"/>
              <p:cNvSpPr/>
              <p:nvPr/>
            </p:nvSpPr>
            <p:spPr>
              <a:xfrm>
                <a:off x="7345613" y="4509775"/>
                <a:ext cx="33811" cy="16115"/>
              </a:xfrm>
              <a:custGeom>
                <a:avLst/>
                <a:gdLst/>
                <a:ahLst/>
                <a:cxnLst/>
                <a:rect l="l" t="t" r="r" b="b"/>
                <a:pathLst>
                  <a:path w="33811" h="16115" extrusionOk="0">
                    <a:moveTo>
                      <a:pt x="2567" y="439"/>
                    </a:moveTo>
                    <a:cubicBezTo>
                      <a:pt x="23393" y="-2092"/>
                      <a:pt x="41781" y="6819"/>
                      <a:pt x="30251" y="14416"/>
                    </a:cubicBezTo>
                    <a:cubicBezTo>
                      <a:pt x="18718" y="22009"/>
                      <a:pt x="-8422" y="1774"/>
                      <a:pt x="2567" y="43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9" name="Google Shape;249;p2"/>
              <p:cNvSpPr/>
              <p:nvPr/>
            </p:nvSpPr>
            <p:spPr>
              <a:xfrm>
                <a:off x="7389252" y="4563891"/>
                <a:ext cx="27629" cy="14339"/>
              </a:xfrm>
              <a:custGeom>
                <a:avLst/>
                <a:gdLst/>
                <a:ahLst/>
                <a:cxnLst/>
                <a:rect l="l" t="t" r="r" b="b"/>
                <a:pathLst>
                  <a:path w="27629" h="14339" extrusionOk="0">
                    <a:moveTo>
                      <a:pt x="25673" y="11538"/>
                    </a:moveTo>
                    <a:cubicBezTo>
                      <a:pt x="9061" y="17898"/>
                      <a:pt x="-6251" y="12713"/>
                      <a:pt x="2589" y="3190"/>
                    </a:cubicBezTo>
                    <a:cubicBezTo>
                      <a:pt x="11429" y="-6334"/>
                      <a:pt x="34438" y="8182"/>
                      <a:pt x="25673" y="1153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0" name="Google Shape;250;p2"/>
              <p:cNvSpPr/>
              <p:nvPr/>
            </p:nvSpPr>
            <p:spPr>
              <a:xfrm>
                <a:off x="6965680" y="4752552"/>
                <a:ext cx="27630" cy="14339"/>
              </a:xfrm>
              <a:custGeom>
                <a:avLst/>
                <a:gdLst/>
                <a:ahLst/>
                <a:cxnLst/>
                <a:rect l="l" t="t" r="r" b="b"/>
                <a:pathLst>
                  <a:path w="27630" h="14339" extrusionOk="0">
                    <a:moveTo>
                      <a:pt x="25674" y="11538"/>
                    </a:moveTo>
                    <a:cubicBezTo>
                      <a:pt x="9062" y="17897"/>
                      <a:pt x="-6252" y="12713"/>
                      <a:pt x="2590" y="3190"/>
                    </a:cubicBezTo>
                    <a:cubicBezTo>
                      <a:pt x="11430" y="-6334"/>
                      <a:pt x="34438" y="8182"/>
                      <a:pt x="25674" y="1153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1" name="Google Shape;251;p2"/>
              <p:cNvSpPr/>
              <p:nvPr/>
            </p:nvSpPr>
            <p:spPr>
              <a:xfrm>
                <a:off x="7425905" y="4609858"/>
                <a:ext cx="39450" cy="34987"/>
              </a:xfrm>
              <a:custGeom>
                <a:avLst/>
                <a:gdLst/>
                <a:ahLst/>
                <a:cxnLst/>
                <a:rect l="l" t="t" r="r" b="b"/>
                <a:pathLst>
                  <a:path w="39450" h="34987" extrusionOk="0">
                    <a:moveTo>
                      <a:pt x="39324" y="23075"/>
                    </a:moveTo>
                    <a:cubicBezTo>
                      <a:pt x="37616" y="6657"/>
                      <a:pt x="14282" y="30265"/>
                      <a:pt x="15768" y="2883"/>
                    </a:cubicBezTo>
                    <a:cubicBezTo>
                      <a:pt x="16310" y="-7073"/>
                      <a:pt x="-441" y="11396"/>
                      <a:pt x="9" y="18375"/>
                    </a:cubicBezTo>
                    <a:cubicBezTo>
                      <a:pt x="459" y="25352"/>
                      <a:pt x="42035" y="49129"/>
                      <a:pt x="39324" y="23075"/>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2" name="Google Shape;252;p2"/>
              <p:cNvSpPr/>
              <p:nvPr/>
            </p:nvSpPr>
            <p:spPr>
              <a:xfrm>
                <a:off x="7073314" y="4613987"/>
                <a:ext cx="39450" cy="34988"/>
              </a:xfrm>
              <a:custGeom>
                <a:avLst/>
                <a:gdLst/>
                <a:ahLst/>
                <a:cxnLst/>
                <a:rect l="l" t="t" r="r" b="b"/>
                <a:pathLst>
                  <a:path w="39450" h="34988" extrusionOk="0">
                    <a:moveTo>
                      <a:pt x="39324" y="23075"/>
                    </a:moveTo>
                    <a:cubicBezTo>
                      <a:pt x="37616" y="6657"/>
                      <a:pt x="14283" y="30265"/>
                      <a:pt x="15768" y="2883"/>
                    </a:cubicBezTo>
                    <a:cubicBezTo>
                      <a:pt x="16308" y="-7073"/>
                      <a:pt x="-441" y="11396"/>
                      <a:pt x="9" y="18375"/>
                    </a:cubicBezTo>
                    <a:cubicBezTo>
                      <a:pt x="462" y="25352"/>
                      <a:pt x="42035" y="49129"/>
                      <a:pt x="39324" y="23075"/>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3" name="Google Shape;253;p2"/>
              <p:cNvSpPr/>
              <p:nvPr/>
            </p:nvSpPr>
            <p:spPr>
              <a:xfrm>
                <a:off x="7136874" y="4834945"/>
                <a:ext cx="39450" cy="34987"/>
              </a:xfrm>
              <a:custGeom>
                <a:avLst/>
                <a:gdLst/>
                <a:ahLst/>
                <a:cxnLst/>
                <a:rect l="l" t="t" r="r" b="b"/>
                <a:pathLst>
                  <a:path w="39450" h="34987" extrusionOk="0">
                    <a:moveTo>
                      <a:pt x="39324" y="23075"/>
                    </a:moveTo>
                    <a:cubicBezTo>
                      <a:pt x="37616" y="6659"/>
                      <a:pt x="14283" y="30265"/>
                      <a:pt x="15769" y="2883"/>
                    </a:cubicBezTo>
                    <a:cubicBezTo>
                      <a:pt x="16308" y="-7073"/>
                      <a:pt x="-441" y="11396"/>
                      <a:pt x="9" y="18375"/>
                    </a:cubicBezTo>
                    <a:cubicBezTo>
                      <a:pt x="462" y="25352"/>
                      <a:pt x="42035" y="49129"/>
                      <a:pt x="39324" y="23075"/>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4" name="Google Shape;254;p2"/>
              <p:cNvSpPr/>
              <p:nvPr/>
            </p:nvSpPr>
            <p:spPr>
              <a:xfrm>
                <a:off x="6978653" y="4666560"/>
                <a:ext cx="39450" cy="34988"/>
              </a:xfrm>
              <a:custGeom>
                <a:avLst/>
                <a:gdLst/>
                <a:ahLst/>
                <a:cxnLst/>
                <a:rect l="l" t="t" r="r" b="b"/>
                <a:pathLst>
                  <a:path w="39450" h="34988" extrusionOk="0">
                    <a:moveTo>
                      <a:pt x="39324" y="23075"/>
                    </a:moveTo>
                    <a:cubicBezTo>
                      <a:pt x="37614" y="6657"/>
                      <a:pt x="14283" y="30265"/>
                      <a:pt x="15769" y="2883"/>
                    </a:cubicBezTo>
                    <a:cubicBezTo>
                      <a:pt x="16308" y="-7073"/>
                      <a:pt x="-441" y="11396"/>
                      <a:pt x="9" y="18375"/>
                    </a:cubicBezTo>
                    <a:cubicBezTo>
                      <a:pt x="462" y="25352"/>
                      <a:pt x="42035" y="49129"/>
                      <a:pt x="39324" y="23075"/>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5" name="Google Shape;255;p2"/>
              <p:cNvSpPr/>
              <p:nvPr/>
            </p:nvSpPr>
            <p:spPr>
              <a:xfrm>
                <a:off x="6949767" y="4479372"/>
                <a:ext cx="99882" cy="70673"/>
              </a:xfrm>
              <a:custGeom>
                <a:avLst/>
                <a:gdLst/>
                <a:ahLst/>
                <a:cxnLst/>
                <a:rect l="l" t="t" r="r" b="b"/>
                <a:pathLst>
                  <a:path w="99882" h="70673" extrusionOk="0">
                    <a:moveTo>
                      <a:pt x="31081" y="10794"/>
                    </a:moveTo>
                    <a:cubicBezTo>
                      <a:pt x="67547" y="-1983"/>
                      <a:pt x="104178" y="-3569"/>
                      <a:pt x="99473" y="6850"/>
                    </a:cubicBezTo>
                    <a:cubicBezTo>
                      <a:pt x="94769" y="17270"/>
                      <a:pt x="30084" y="23538"/>
                      <a:pt x="30575" y="37060"/>
                    </a:cubicBezTo>
                    <a:cubicBezTo>
                      <a:pt x="31067" y="50584"/>
                      <a:pt x="-2775" y="92726"/>
                      <a:pt x="183" y="55997"/>
                    </a:cubicBezTo>
                    <a:cubicBezTo>
                      <a:pt x="3141" y="19265"/>
                      <a:pt x="12795" y="17199"/>
                      <a:pt x="31081" y="10794"/>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6" name="Google Shape;256;p2"/>
              <p:cNvSpPr/>
              <p:nvPr/>
            </p:nvSpPr>
            <p:spPr>
              <a:xfrm>
                <a:off x="7028069" y="4544436"/>
                <a:ext cx="40599" cy="14996"/>
              </a:xfrm>
              <a:custGeom>
                <a:avLst/>
                <a:gdLst/>
                <a:ahLst/>
                <a:cxnLst/>
                <a:rect l="l" t="t" r="r" b="b"/>
                <a:pathLst>
                  <a:path w="40599" h="14996" extrusionOk="0">
                    <a:moveTo>
                      <a:pt x="2089" y="6755"/>
                    </a:moveTo>
                    <a:cubicBezTo>
                      <a:pt x="23729" y="-3326"/>
                      <a:pt x="47801" y="-1877"/>
                      <a:pt x="38574" y="9457"/>
                    </a:cubicBezTo>
                    <a:cubicBezTo>
                      <a:pt x="29348" y="20791"/>
                      <a:pt x="-9329" y="12074"/>
                      <a:pt x="2089" y="6755"/>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7" name="Google Shape;257;p2"/>
              <p:cNvSpPr/>
              <p:nvPr/>
            </p:nvSpPr>
            <p:spPr>
              <a:xfrm>
                <a:off x="7107080" y="4694987"/>
                <a:ext cx="40599" cy="14996"/>
              </a:xfrm>
              <a:custGeom>
                <a:avLst/>
                <a:gdLst/>
                <a:ahLst/>
                <a:cxnLst/>
                <a:rect l="l" t="t" r="r" b="b"/>
                <a:pathLst>
                  <a:path w="40599" h="14996" extrusionOk="0">
                    <a:moveTo>
                      <a:pt x="2089" y="6755"/>
                    </a:moveTo>
                    <a:cubicBezTo>
                      <a:pt x="23731" y="-3326"/>
                      <a:pt x="47801" y="-1877"/>
                      <a:pt x="38574" y="9457"/>
                    </a:cubicBezTo>
                    <a:cubicBezTo>
                      <a:pt x="29348" y="20791"/>
                      <a:pt x="-9329" y="12075"/>
                      <a:pt x="2089" y="6755"/>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8" name="Google Shape;258;p2"/>
              <p:cNvSpPr/>
              <p:nvPr/>
            </p:nvSpPr>
            <p:spPr>
              <a:xfrm>
                <a:off x="7344875" y="4987219"/>
                <a:ext cx="40598" cy="14996"/>
              </a:xfrm>
              <a:custGeom>
                <a:avLst/>
                <a:gdLst/>
                <a:ahLst/>
                <a:cxnLst/>
                <a:rect l="l" t="t" r="r" b="b"/>
                <a:pathLst>
                  <a:path w="40598" h="14996" extrusionOk="0">
                    <a:moveTo>
                      <a:pt x="2089" y="6755"/>
                    </a:moveTo>
                    <a:cubicBezTo>
                      <a:pt x="23729" y="-3326"/>
                      <a:pt x="47800" y="-1878"/>
                      <a:pt x="38574" y="9458"/>
                    </a:cubicBezTo>
                    <a:cubicBezTo>
                      <a:pt x="29348" y="20792"/>
                      <a:pt x="-9329" y="12073"/>
                      <a:pt x="2089" y="6755"/>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9" name="Google Shape;259;p2"/>
              <p:cNvSpPr/>
              <p:nvPr/>
            </p:nvSpPr>
            <p:spPr>
              <a:xfrm>
                <a:off x="6991483" y="4531448"/>
                <a:ext cx="15177" cy="27025"/>
              </a:xfrm>
              <a:custGeom>
                <a:avLst/>
                <a:gdLst/>
                <a:ahLst/>
                <a:cxnLst/>
                <a:rect l="l" t="t" r="r" b="b"/>
                <a:pathLst>
                  <a:path w="15177" h="27025" extrusionOk="0">
                    <a:moveTo>
                      <a:pt x="14566" y="2410"/>
                    </a:moveTo>
                    <a:cubicBezTo>
                      <a:pt x="17494" y="19955"/>
                      <a:pt x="9365" y="33932"/>
                      <a:pt x="1792" y="23373"/>
                    </a:cubicBezTo>
                    <a:cubicBezTo>
                      <a:pt x="-5784" y="12814"/>
                      <a:pt x="13021" y="-6848"/>
                      <a:pt x="14566" y="2410"/>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0" name="Google Shape;260;p2"/>
              <p:cNvSpPr/>
              <p:nvPr/>
            </p:nvSpPr>
            <p:spPr>
              <a:xfrm>
                <a:off x="7157209" y="4598657"/>
                <a:ext cx="15177" cy="27024"/>
              </a:xfrm>
              <a:custGeom>
                <a:avLst/>
                <a:gdLst/>
                <a:ahLst/>
                <a:cxnLst/>
                <a:rect l="l" t="t" r="r" b="b"/>
                <a:pathLst>
                  <a:path w="15177" h="27024" extrusionOk="0">
                    <a:moveTo>
                      <a:pt x="14566" y="2410"/>
                    </a:moveTo>
                    <a:cubicBezTo>
                      <a:pt x="17494" y="19955"/>
                      <a:pt x="9365" y="33931"/>
                      <a:pt x="1792" y="23372"/>
                    </a:cubicBezTo>
                    <a:cubicBezTo>
                      <a:pt x="-5784" y="12813"/>
                      <a:pt x="13020" y="-6846"/>
                      <a:pt x="14566" y="2410"/>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1" name="Google Shape;261;p2"/>
              <p:cNvSpPr/>
              <p:nvPr/>
            </p:nvSpPr>
            <p:spPr>
              <a:xfrm>
                <a:off x="7201497" y="4721788"/>
                <a:ext cx="15177" cy="27024"/>
              </a:xfrm>
              <a:custGeom>
                <a:avLst/>
                <a:gdLst/>
                <a:ahLst/>
                <a:cxnLst/>
                <a:rect l="l" t="t" r="r" b="b"/>
                <a:pathLst>
                  <a:path w="15177" h="27024" extrusionOk="0">
                    <a:moveTo>
                      <a:pt x="14566" y="2410"/>
                    </a:moveTo>
                    <a:cubicBezTo>
                      <a:pt x="17494" y="19955"/>
                      <a:pt x="9365" y="33931"/>
                      <a:pt x="1792" y="23372"/>
                    </a:cubicBezTo>
                    <a:cubicBezTo>
                      <a:pt x="-5784" y="12813"/>
                      <a:pt x="13021" y="-6847"/>
                      <a:pt x="14566" y="2410"/>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2" name="Google Shape;262;p2"/>
              <p:cNvSpPr/>
              <p:nvPr/>
            </p:nvSpPr>
            <p:spPr>
              <a:xfrm>
                <a:off x="7050629" y="4489857"/>
                <a:ext cx="37802" cy="37675"/>
              </a:xfrm>
              <a:custGeom>
                <a:avLst/>
                <a:gdLst/>
                <a:ahLst/>
                <a:cxnLst/>
                <a:rect l="l" t="t" r="r" b="b"/>
                <a:pathLst>
                  <a:path w="37802" h="37675" extrusionOk="0">
                    <a:moveTo>
                      <a:pt x="27652" y="66"/>
                    </a:moveTo>
                    <a:cubicBezTo>
                      <a:pt x="11223" y="-1524"/>
                      <a:pt x="29717" y="26038"/>
                      <a:pt x="3176" y="19132"/>
                    </a:cubicBezTo>
                    <a:cubicBezTo>
                      <a:pt x="-6473" y="16622"/>
                      <a:pt x="8294" y="36711"/>
                      <a:pt x="15223" y="37658"/>
                    </a:cubicBezTo>
                    <a:cubicBezTo>
                      <a:pt x="22152" y="38604"/>
                      <a:pt x="53724" y="2593"/>
                      <a:pt x="27652" y="66"/>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3" name="Google Shape;263;p2"/>
              <p:cNvSpPr/>
              <p:nvPr/>
            </p:nvSpPr>
            <p:spPr>
              <a:xfrm>
                <a:off x="7007808" y="4609625"/>
                <a:ext cx="37802" cy="37675"/>
              </a:xfrm>
              <a:custGeom>
                <a:avLst/>
                <a:gdLst/>
                <a:ahLst/>
                <a:cxnLst/>
                <a:rect l="l" t="t" r="r" b="b"/>
                <a:pathLst>
                  <a:path w="37802" h="37675" extrusionOk="0">
                    <a:moveTo>
                      <a:pt x="27652" y="66"/>
                    </a:moveTo>
                    <a:cubicBezTo>
                      <a:pt x="11223" y="-1525"/>
                      <a:pt x="29717" y="26038"/>
                      <a:pt x="3176" y="19132"/>
                    </a:cubicBezTo>
                    <a:cubicBezTo>
                      <a:pt x="-6473" y="16622"/>
                      <a:pt x="8295" y="36711"/>
                      <a:pt x="15223" y="37657"/>
                    </a:cubicBezTo>
                    <a:cubicBezTo>
                      <a:pt x="22150" y="38606"/>
                      <a:pt x="53724" y="2595"/>
                      <a:pt x="27652" y="66"/>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4" name="Google Shape;264;p2"/>
              <p:cNvSpPr/>
              <p:nvPr/>
            </p:nvSpPr>
            <p:spPr>
              <a:xfrm>
                <a:off x="7285348" y="4616714"/>
                <a:ext cx="39652" cy="35072"/>
              </a:xfrm>
              <a:custGeom>
                <a:avLst/>
                <a:gdLst/>
                <a:ahLst/>
                <a:cxnLst/>
                <a:rect l="l" t="t" r="r" b="b"/>
                <a:pathLst>
                  <a:path w="39652" h="35072" extrusionOk="0">
                    <a:moveTo>
                      <a:pt x="31192" y="509"/>
                    </a:moveTo>
                    <a:cubicBezTo>
                      <a:pt x="15391" y="-4264"/>
                      <a:pt x="28138" y="26382"/>
                      <a:pt x="3460" y="14422"/>
                    </a:cubicBezTo>
                    <a:cubicBezTo>
                      <a:pt x="-5512" y="10074"/>
                      <a:pt x="5042" y="32662"/>
                      <a:pt x="11651" y="34946"/>
                    </a:cubicBezTo>
                    <a:cubicBezTo>
                      <a:pt x="18260" y="37227"/>
                      <a:pt x="56267" y="8085"/>
                      <a:pt x="31192" y="50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5" name="Google Shape;265;p2"/>
              <p:cNvSpPr/>
              <p:nvPr/>
            </p:nvSpPr>
            <p:spPr>
              <a:xfrm>
                <a:off x="7444001" y="4803755"/>
                <a:ext cx="39652" cy="35073"/>
              </a:xfrm>
              <a:custGeom>
                <a:avLst/>
                <a:gdLst/>
                <a:ahLst/>
                <a:cxnLst/>
                <a:rect l="l" t="t" r="r" b="b"/>
                <a:pathLst>
                  <a:path w="39652" h="35073" extrusionOk="0">
                    <a:moveTo>
                      <a:pt x="31192" y="509"/>
                    </a:moveTo>
                    <a:cubicBezTo>
                      <a:pt x="15391" y="-4264"/>
                      <a:pt x="28138" y="26383"/>
                      <a:pt x="3460" y="14422"/>
                    </a:cubicBezTo>
                    <a:cubicBezTo>
                      <a:pt x="-5512" y="10072"/>
                      <a:pt x="5042" y="32662"/>
                      <a:pt x="11651" y="34946"/>
                    </a:cubicBezTo>
                    <a:cubicBezTo>
                      <a:pt x="18260" y="37229"/>
                      <a:pt x="56267" y="8088"/>
                      <a:pt x="31192" y="50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6" name="Google Shape;266;p2"/>
              <p:cNvSpPr/>
              <p:nvPr/>
            </p:nvSpPr>
            <p:spPr>
              <a:xfrm>
                <a:off x="7284513" y="4500581"/>
                <a:ext cx="17943" cy="39313"/>
              </a:xfrm>
              <a:custGeom>
                <a:avLst/>
                <a:gdLst/>
                <a:ahLst/>
                <a:cxnLst/>
                <a:rect l="l" t="t" r="r" b="b"/>
                <a:pathLst>
                  <a:path w="17943" h="39313" extrusionOk="0">
                    <a:moveTo>
                      <a:pt x="57" y="36455"/>
                    </a:moveTo>
                    <a:cubicBezTo>
                      <a:pt x="-871" y="12601"/>
                      <a:pt x="9775" y="-9039"/>
                      <a:pt x="16658" y="3854"/>
                    </a:cubicBezTo>
                    <a:cubicBezTo>
                      <a:pt x="23543" y="16745"/>
                      <a:pt x="546" y="49042"/>
                      <a:pt x="57" y="36455"/>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7" name="Google Shape;267;p2"/>
              <p:cNvSpPr/>
              <p:nvPr/>
            </p:nvSpPr>
            <p:spPr>
              <a:xfrm>
                <a:off x="7290957" y="4441008"/>
                <a:ext cx="23543" cy="20255"/>
              </a:xfrm>
              <a:custGeom>
                <a:avLst/>
                <a:gdLst/>
                <a:ahLst/>
                <a:cxnLst/>
                <a:rect l="l" t="t" r="r" b="b"/>
                <a:pathLst>
                  <a:path w="23543" h="20255" extrusionOk="0">
                    <a:moveTo>
                      <a:pt x="3390" y="132"/>
                    </a:moveTo>
                    <a:cubicBezTo>
                      <a:pt x="20702" y="4217"/>
                      <a:pt x="30447" y="17120"/>
                      <a:pt x="17781" y="20021"/>
                    </a:cubicBezTo>
                    <a:cubicBezTo>
                      <a:pt x="5114" y="22921"/>
                      <a:pt x="-5745" y="-2023"/>
                      <a:pt x="3390" y="132"/>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8" name="Google Shape;268;p2"/>
              <p:cNvSpPr/>
              <p:nvPr/>
            </p:nvSpPr>
            <p:spPr>
              <a:xfrm>
                <a:off x="7248346" y="4563442"/>
                <a:ext cx="31491" cy="40529"/>
              </a:xfrm>
              <a:custGeom>
                <a:avLst/>
                <a:gdLst/>
                <a:ahLst/>
                <a:cxnLst/>
                <a:rect l="l" t="t" r="r" b="b"/>
                <a:pathLst>
                  <a:path w="31491" h="40529" extrusionOk="0">
                    <a:moveTo>
                      <a:pt x="1234" y="6741"/>
                    </a:moveTo>
                    <a:cubicBezTo>
                      <a:pt x="-6588" y="21275"/>
                      <a:pt x="25983" y="14881"/>
                      <a:pt x="9350" y="36685"/>
                    </a:cubicBezTo>
                    <a:cubicBezTo>
                      <a:pt x="3303" y="44613"/>
                      <a:pt x="27542" y="38763"/>
                      <a:pt x="31092" y="32742"/>
                    </a:cubicBezTo>
                    <a:cubicBezTo>
                      <a:pt x="34647" y="26718"/>
                      <a:pt x="13648" y="-16325"/>
                      <a:pt x="1234" y="674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69" name="Google Shape;269;p2"/>
              <p:cNvSpPr/>
              <p:nvPr/>
            </p:nvSpPr>
            <p:spPr>
              <a:xfrm>
                <a:off x="7403607" y="4885091"/>
                <a:ext cx="39652" cy="35072"/>
              </a:xfrm>
              <a:custGeom>
                <a:avLst/>
                <a:gdLst/>
                <a:ahLst/>
                <a:cxnLst/>
                <a:rect l="l" t="t" r="r" b="b"/>
                <a:pathLst>
                  <a:path w="39652" h="35072" extrusionOk="0">
                    <a:moveTo>
                      <a:pt x="31192" y="509"/>
                    </a:moveTo>
                    <a:cubicBezTo>
                      <a:pt x="15391" y="-4264"/>
                      <a:pt x="28138" y="26383"/>
                      <a:pt x="3460" y="14422"/>
                    </a:cubicBezTo>
                    <a:cubicBezTo>
                      <a:pt x="-5512" y="10072"/>
                      <a:pt x="5042" y="32662"/>
                      <a:pt x="11651" y="34946"/>
                    </a:cubicBezTo>
                    <a:cubicBezTo>
                      <a:pt x="18262" y="37229"/>
                      <a:pt x="56267" y="8085"/>
                      <a:pt x="31192" y="50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0" name="Google Shape;270;p2"/>
              <p:cNvSpPr/>
              <p:nvPr/>
            </p:nvSpPr>
            <p:spPr>
              <a:xfrm>
                <a:off x="7402773" y="4768957"/>
                <a:ext cx="17943" cy="39313"/>
              </a:xfrm>
              <a:custGeom>
                <a:avLst/>
                <a:gdLst/>
                <a:ahLst/>
                <a:cxnLst/>
                <a:rect l="l" t="t" r="r" b="b"/>
                <a:pathLst>
                  <a:path w="17943" h="39313" extrusionOk="0">
                    <a:moveTo>
                      <a:pt x="57" y="36455"/>
                    </a:moveTo>
                    <a:cubicBezTo>
                      <a:pt x="-871" y="12600"/>
                      <a:pt x="9775" y="-9039"/>
                      <a:pt x="16658" y="3854"/>
                    </a:cubicBezTo>
                    <a:cubicBezTo>
                      <a:pt x="23543" y="16747"/>
                      <a:pt x="546" y="49041"/>
                      <a:pt x="57" y="36455"/>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1" name="Google Shape;271;p2"/>
              <p:cNvSpPr/>
              <p:nvPr/>
            </p:nvSpPr>
            <p:spPr>
              <a:xfrm>
                <a:off x="7409216" y="4709384"/>
                <a:ext cx="23543" cy="20255"/>
              </a:xfrm>
              <a:custGeom>
                <a:avLst/>
                <a:gdLst/>
                <a:ahLst/>
                <a:cxnLst/>
                <a:rect l="l" t="t" r="r" b="b"/>
                <a:pathLst>
                  <a:path w="23543" h="20255" extrusionOk="0">
                    <a:moveTo>
                      <a:pt x="3390" y="132"/>
                    </a:moveTo>
                    <a:cubicBezTo>
                      <a:pt x="20702" y="4217"/>
                      <a:pt x="30447" y="17117"/>
                      <a:pt x="17781" y="20021"/>
                    </a:cubicBezTo>
                    <a:cubicBezTo>
                      <a:pt x="5114" y="22922"/>
                      <a:pt x="-5745" y="-2023"/>
                      <a:pt x="3390" y="132"/>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2" name="Google Shape;272;p2"/>
              <p:cNvSpPr/>
              <p:nvPr/>
            </p:nvSpPr>
            <p:spPr>
              <a:xfrm>
                <a:off x="7366605" y="4831819"/>
                <a:ext cx="31493" cy="40529"/>
              </a:xfrm>
              <a:custGeom>
                <a:avLst/>
                <a:gdLst/>
                <a:ahLst/>
                <a:cxnLst/>
                <a:rect l="l" t="t" r="r" b="b"/>
                <a:pathLst>
                  <a:path w="31493" h="40529" extrusionOk="0">
                    <a:moveTo>
                      <a:pt x="1234" y="6741"/>
                    </a:moveTo>
                    <a:cubicBezTo>
                      <a:pt x="-6588" y="21275"/>
                      <a:pt x="25983" y="14883"/>
                      <a:pt x="9350" y="36685"/>
                    </a:cubicBezTo>
                    <a:cubicBezTo>
                      <a:pt x="3303" y="44612"/>
                      <a:pt x="27542" y="38762"/>
                      <a:pt x="31094" y="32741"/>
                    </a:cubicBezTo>
                    <a:cubicBezTo>
                      <a:pt x="34647" y="26720"/>
                      <a:pt x="13648" y="-16325"/>
                      <a:pt x="1234" y="674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3" name="Google Shape;273;p2"/>
              <p:cNvSpPr/>
              <p:nvPr/>
            </p:nvSpPr>
            <p:spPr>
              <a:xfrm>
                <a:off x="7028357" y="4942535"/>
                <a:ext cx="25997" cy="24214"/>
              </a:xfrm>
              <a:custGeom>
                <a:avLst/>
                <a:gdLst/>
                <a:ahLst/>
                <a:cxnLst/>
                <a:rect l="l" t="t" r="r" b="b"/>
                <a:pathLst>
                  <a:path w="25997" h="24214" extrusionOk="0">
                    <a:moveTo>
                      <a:pt x="15701" y="87"/>
                    </a:moveTo>
                    <a:cubicBezTo>
                      <a:pt x="5181" y="-926"/>
                      <a:pt x="-470" y="7125"/>
                      <a:pt x="31" y="12294"/>
                    </a:cubicBezTo>
                    <a:cubicBezTo>
                      <a:pt x="645" y="18649"/>
                      <a:pt x="3293" y="23672"/>
                      <a:pt x="7743" y="24156"/>
                    </a:cubicBezTo>
                    <a:cubicBezTo>
                      <a:pt x="20460" y="25540"/>
                      <a:pt x="37116" y="2149"/>
                      <a:pt x="15701" y="87"/>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4" name="Google Shape;274;p2"/>
              <p:cNvSpPr/>
              <p:nvPr/>
            </p:nvSpPr>
            <p:spPr>
              <a:xfrm>
                <a:off x="7096809" y="4977477"/>
                <a:ext cx="25999" cy="24215"/>
              </a:xfrm>
              <a:custGeom>
                <a:avLst/>
                <a:gdLst/>
                <a:ahLst/>
                <a:cxnLst/>
                <a:rect l="l" t="t" r="r" b="b"/>
                <a:pathLst>
                  <a:path w="25999" h="24215" extrusionOk="0">
                    <a:moveTo>
                      <a:pt x="15701" y="87"/>
                    </a:moveTo>
                    <a:cubicBezTo>
                      <a:pt x="5181" y="-925"/>
                      <a:pt x="-470" y="7128"/>
                      <a:pt x="31" y="12294"/>
                    </a:cubicBezTo>
                    <a:cubicBezTo>
                      <a:pt x="645" y="18650"/>
                      <a:pt x="3293" y="23671"/>
                      <a:pt x="7744" y="24156"/>
                    </a:cubicBezTo>
                    <a:cubicBezTo>
                      <a:pt x="20463" y="25542"/>
                      <a:pt x="37119" y="2149"/>
                      <a:pt x="15701" y="87"/>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5" name="Google Shape;275;p2"/>
              <p:cNvSpPr/>
              <p:nvPr/>
            </p:nvSpPr>
            <p:spPr>
              <a:xfrm>
                <a:off x="7128177" y="4496283"/>
                <a:ext cx="14990" cy="27262"/>
              </a:xfrm>
              <a:custGeom>
                <a:avLst/>
                <a:gdLst/>
                <a:ahLst/>
                <a:cxnLst/>
                <a:rect l="l" t="t" r="r" b="b"/>
                <a:pathLst>
                  <a:path w="14990" h="27262" extrusionOk="0">
                    <a:moveTo>
                      <a:pt x="6745" y="25828"/>
                    </a:moveTo>
                    <a:cubicBezTo>
                      <a:pt x="-3327" y="11165"/>
                      <a:pt x="-1871" y="-4935"/>
                      <a:pt x="9458" y="1429"/>
                    </a:cubicBezTo>
                    <a:cubicBezTo>
                      <a:pt x="20788" y="7793"/>
                      <a:pt x="12058" y="33564"/>
                      <a:pt x="6745" y="2582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6" name="Google Shape;276;p2"/>
              <p:cNvSpPr/>
              <p:nvPr/>
            </p:nvSpPr>
            <p:spPr>
              <a:xfrm>
                <a:off x="7282513" y="4858758"/>
                <a:ext cx="30904" cy="40663"/>
              </a:xfrm>
              <a:custGeom>
                <a:avLst/>
                <a:gdLst/>
                <a:ahLst/>
                <a:cxnLst/>
                <a:rect l="l" t="t" r="r" b="b"/>
                <a:pathLst>
                  <a:path w="30904" h="40663" extrusionOk="0">
                    <a:moveTo>
                      <a:pt x="14296" y="39561"/>
                    </a:moveTo>
                    <a:cubicBezTo>
                      <a:pt x="29857" y="34059"/>
                      <a:pt x="1447" y="16898"/>
                      <a:pt x="28415" y="11935"/>
                    </a:cubicBezTo>
                    <a:cubicBezTo>
                      <a:pt x="38222" y="10131"/>
                      <a:pt x="16342" y="-1831"/>
                      <a:pt x="9665" y="240"/>
                    </a:cubicBezTo>
                    <a:cubicBezTo>
                      <a:pt x="2987" y="2311"/>
                      <a:pt x="-10399" y="48296"/>
                      <a:pt x="14296" y="3956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77" name="Google Shape;277;p2"/>
              <p:cNvSpPr/>
              <p:nvPr/>
            </p:nvSpPr>
            <p:spPr>
              <a:xfrm>
                <a:off x="7199243" y="4491005"/>
                <a:ext cx="30904" cy="40663"/>
              </a:xfrm>
              <a:custGeom>
                <a:avLst/>
                <a:gdLst/>
                <a:ahLst/>
                <a:cxnLst/>
                <a:rect l="l" t="t" r="r" b="b"/>
                <a:pathLst>
                  <a:path w="30904" h="40663" extrusionOk="0">
                    <a:moveTo>
                      <a:pt x="14296" y="39562"/>
                    </a:moveTo>
                    <a:cubicBezTo>
                      <a:pt x="29857" y="34059"/>
                      <a:pt x="1447" y="16898"/>
                      <a:pt x="28415" y="11935"/>
                    </a:cubicBezTo>
                    <a:cubicBezTo>
                      <a:pt x="38222" y="10132"/>
                      <a:pt x="16342" y="-1831"/>
                      <a:pt x="9665" y="240"/>
                    </a:cubicBezTo>
                    <a:cubicBezTo>
                      <a:pt x="2988" y="2311"/>
                      <a:pt x="-10399" y="48297"/>
                      <a:pt x="14296" y="3956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78" name="Google Shape;278;p2"/>
            <p:cNvGrpSpPr/>
            <p:nvPr/>
          </p:nvGrpSpPr>
          <p:grpSpPr>
            <a:xfrm>
              <a:off x="7107968" y="4797789"/>
              <a:ext cx="754131" cy="740142"/>
              <a:chOff x="7107968" y="4797789"/>
              <a:chExt cx="754131" cy="740142"/>
            </a:xfrm>
          </p:grpSpPr>
          <p:sp>
            <p:nvSpPr>
              <p:cNvPr id="279" name="Google Shape;279;p2"/>
              <p:cNvSpPr/>
              <p:nvPr/>
            </p:nvSpPr>
            <p:spPr>
              <a:xfrm>
                <a:off x="7107968" y="4797789"/>
                <a:ext cx="745719" cy="720560"/>
              </a:xfrm>
              <a:custGeom>
                <a:avLst/>
                <a:gdLst/>
                <a:ahLst/>
                <a:cxnLst/>
                <a:rect l="l" t="t" r="r" b="b"/>
                <a:pathLst>
                  <a:path w="745719" h="720560" extrusionOk="0">
                    <a:moveTo>
                      <a:pt x="188135" y="91270"/>
                    </a:moveTo>
                    <a:cubicBezTo>
                      <a:pt x="124781" y="-176203"/>
                      <a:pt x="985400" y="212652"/>
                      <a:pt x="679895" y="383309"/>
                    </a:cubicBezTo>
                    <a:cubicBezTo>
                      <a:pt x="644983" y="523450"/>
                      <a:pt x="552837" y="713019"/>
                      <a:pt x="449308" y="720405"/>
                    </a:cubicBezTo>
                    <a:cubicBezTo>
                      <a:pt x="360506" y="726739"/>
                      <a:pt x="15485" y="538558"/>
                      <a:pt x="189" y="415141"/>
                    </a:cubicBezTo>
                    <a:cubicBezTo>
                      <a:pt x="-6909" y="357859"/>
                      <a:pt x="188135" y="91270"/>
                      <a:pt x="188135" y="91270"/>
                    </a:cubicBezTo>
                    <a:close/>
                  </a:path>
                </a:pathLst>
              </a:custGeom>
              <a:solidFill>
                <a:srgbClr val="F0AB5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80" name="Google Shape;280;p2"/>
              <p:cNvSpPr/>
              <p:nvPr/>
            </p:nvSpPr>
            <p:spPr>
              <a:xfrm>
                <a:off x="7116380" y="4817371"/>
                <a:ext cx="745719" cy="720560"/>
              </a:xfrm>
              <a:custGeom>
                <a:avLst/>
                <a:gdLst/>
                <a:ahLst/>
                <a:cxnLst/>
                <a:rect l="l" t="t" r="r" b="b"/>
                <a:pathLst>
                  <a:path w="745719" h="720560" extrusionOk="0">
                    <a:moveTo>
                      <a:pt x="188135" y="91270"/>
                    </a:moveTo>
                    <a:cubicBezTo>
                      <a:pt x="124781" y="-176204"/>
                      <a:pt x="985400" y="212652"/>
                      <a:pt x="679895" y="383309"/>
                    </a:cubicBezTo>
                    <a:cubicBezTo>
                      <a:pt x="644983" y="523450"/>
                      <a:pt x="552836" y="713019"/>
                      <a:pt x="449308" y="720405"/>
                    </a:cubicBezTo>
                    <a:cubicBezTo>
                      <a:pt x="360506" y="726739"/>
                      <a:pt x="15485" y="538558"/>
                      <a:pt x="189" y="415142"/>
                    </a:cubicBezTo>
                    <a:cubicBezTo>
                      <a:pt x="-6909" y="357859"/>
                      <a:pt x="188135" y="91270"/>
                      <a:pt x="188135" y="91270"/>
                    </a:cubicBezTo>
                    <a:close/>
                  </a:path>
                </a:pathLst>
              </a:custGeom>
              <a:solidFill>
                <a:srgbClr val="FFB65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81" name="Google Shape;281;p2"/>
              <p:cNvSpPr/>
              <p:nvPr/>
            </p:nvSpPr>
            <p:spPr>
              <a:xfrm>
                <a:off x="7125474" y="4824995"/>
                <a:ext cx="731402" cy="703736"/>
              </a:xfrm>
              <a:custGeom>
                <a:avLst/>
                <a:gdLst/>
                <a:ahLst/>
                <a:cxnLst/>
                <a:rect l="l" t="t" r="r" b="b"/>
                <a:pathLst>
                  <a:path w="731402" h="703736" extrusionOk="0">
                    <a:moveTo>
                      <a:pt x="183520" y="89889"/>
                    </a:moveTo>
                    <a:cubicBezTo>
                      <a:pt x="121720" y="-171021"/>
                      <a:pt x="965464" y="202568"/>
                      <a:pt x="667454" y="369037"/>
                    </a:cubicBezTo>
                    <a:cubicBezTo>
                      <a:pt x="633400" y="505740"/>
                      <a:pt x="539271" y="696381"/>
                      <a:pt x="438283" y="703584"/>
                    </a:cubicBezTo>
                    <a:cubicBezTo>
                      <a:pt x="351660" y="709765"/>
                      <a:pt x="15103" y="526200"/>
                      <a:pt x="185" y="405810"/>
                    </a:cubicBezTo>
                    <a:cubicBezTo>
                      <a:pt x="-6740" y="349935"/>
                      <a:pt x="183520" y="89889"/>
                      <a:pt x="183520" y="89889"/>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82" name="Google Shape;282;p2"/>
              <p:cNvSpPr/>
              <p:nvPr/>
            </p:nvSpPr>
            <p:spPr>
              <a:xfrm>
                <a:off x="7156395" y="5141979"/>
                <a:ext cx="46445" cy="116852"/>
              </a:xfrm>
              <a:custGeom>
                <a:avLst/>
                <a:gdLst/>
                <a:ahLst/>
                <a:cxnLst/>
                <a:rect l="l" t="t" r="r" b="b"/>
                <a:pathLst>
                  <a:path w="46445" h="116852" extrusionOk="0">
                    <a:moveTo>
                      <a:pt x="5250" y="57178"/>
                    </a:moveTo>
                    <a:cubicBezTo>
                      <a:pt x="18760" y="20978"/>
                      <a:pt x="40974" y="-8194"/>
                      <a:pt x="45973" y="2088"/>
                    </a:cubicBezTo>
                    <a:cubicBezTo>
                      <a:pt x="50973" y="12370"/>
                      <a:pt x="14408" y="66096"/>
                      <a:pt x="25116" y="74369"/>
                    </a:cubicBezTo>
                    <a:cubicBezTo>
                      <a:pt x="35823" y="82642"/>
                      <a:pt x="46565" y="135614"/>
                      <a:pt x="20226" y="109843"/>
                    </a:cubicBezTo>
                    <a:cubicBezTo>
                      <a:pt x="-6113" y="84073"/>
                      <a:pt x="-1523" y="75331"/>
                      <a:pt x="5250" y="57178"/>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83" name="Google Shape;283;p2"/>
              <p:cNvSpPr/>
              <p:nvPr/>
            </p:nvSpPr>
            <p:spPr>
              <a:xfrm>
                <a:off x="7239862" y="5168799"/>
                <a:ext cx="25826" cy="34823"/>
              </a:xfrm>
              <a:custGeom>
                <a:avLst/>
                <a:gdLst/>
                <a:ahLst/>
                <a:cxnLst/>
                <a:rect l="l" t="t" r="r" b="b"/>
                <a:pathLst>
                  <a:path w="25826" h="34823" extrusionOk="0">
                    <a:moveTo>
                      <a:pt x="231" y="31499"/>
                    </a:moveTo>
                    <a:cubicBezTo>
                      <a:pt x="6328" y="8417"/>
                      <a:pt x="22840" y="-9158"/>
                      <a:pt x="25649" y="5185"/>
                    </a:cubicBezTo>
                    <a:cubicBezTo>
                      <a:pt x="28459" y="19527"/>
                      <a:pt x="-2985" y="43679"/>
                      <a:pt x="231" y="3149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84" name="Google Shape;284;p2"/>
              <p:cNvSpPr/>
              <p:nvPr/>
            </p:nvSpPr>
            <p:spPr>
              <a:xfrm>
                <a:off x="7331378" y="5180697"/>
                <a:ext cx="25827" cy="34822"/>
              </a:xfrm>
              <a:custGeom>
                <a:avLst/>
                <a:gdLst/>
                <a:ahLst/>
                <a:cxnLst/>
                <a:rect l="l" t="t" r="r" b="b"/>
                <a:pathLst>
                  <a:path w="25827" h="34822" extrusionOk="0">
                    <a:moveTo>
                      <a:pt x="231" y="31499"/>
                    </a:moveTo>
                    <a:cubicBezTo>
                      <a:pt x="6328" y="8417"/>
                      <a:pt x="22840" y="-9157"/>
                      <a:pt x="25649" y="5185"/>
                    </a:cubicBezTo>
                    <a:cubicBezTo>
                      <a:pt x="28459" y="19528"/>
                      <a:pt x="-2985" y="43677"/>
                      <a:pt x="231" y="3149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85" name="Google Shape;285;p2"/>
              <p:cNvSpPr/>
              <p:nvPr/>
            </p:nvSpPr>
            <p:spPr>
              <a:xfrm>
                <a:off x="7206881" y="5207185"/>
                <a:ext cx="19643" cy="23825"/>
              </a:xfrm>
              <a:custGeom>
                <a:avLst/>
                <a:gdLst/>
                <a:ahLst/>
                <a:cxnLst/>
                <a:rect l="l" t="t" r="r" b="b"/>
                <a:pathLst>
                  <a:path w="19643" h="23825" extrusionOk="0">
                    <a:moveTo>
                      <a:pt x="4467" y="556"/>
                    </a:moveTo>
                    <a:cubicBezTo>
                      <a:pt x="19824" y="9531"/>
                      <a:pt x="25368" y="24719"/>
                      <a:pt x="12406" y="23784"/>
                    </a:cubicBezTo>
                    <a:cubicBezTo>
                      <a:pt x="-556" y="22854"/>
                      <a:pt x="-3635" y="-4178"/>
                      <a:pt x="4467" y="556"/>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86" name="Google Shape;286;p2"/>
              <p:cNvSpPr/>
              <p:nvPr/>
            </p:nvSpPr>
            <p:spPr>
              <a:xfrm>
                <a:off x="7364559" y="5122807"/>
                <a:ext cx="19644" cy="23824"/>
              </a:xfrm>
              <a:custGeom>
                <a:avLst/>
                <a:gdLst/>
                <a:ahLst/>
                <a:cxnLst/>
                <a:rect l="l" t="t" r="r" b="b"/>
                <a:pathLst>
                  <a:path w="19644" h="23824" extrusionOk="0">
                    <a:moveTo>
                      <a:pt x="4468" y="556"/>
                    </a:moveTo>
                    <a:cubicBezTo>
                      <a:pt x="19825" y="9531"/>
                      <a:pt x="25368" y="24716"/>
                      <a:pt x="12407" y="23784"/>
                    </a:cubicBezTo>
                    <a:cubicBezTo>
                      <a:pt x="-555" y="22851"/>
                      <a:pt x="-3636" y="-4178"/>
                      <a:pt x="4468" y="556"/>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87" name="Google Shape;287;p2"/>
              <p:cNvSpPr/>
              <p:nvPr/>
            </p:nvSpPr>
            <p:spPr>
              <a:xfrm>
                <a:off x="7403604" y="5367480"/>
                <a:ext cx="19644" cy="23825"/>
              </a:xfrm>
              <a:custGeom>
                <a:avLst/>
                <a:gdLst/>
                <a:ahLst/>
                <a:cxnLst/>
                <a:rect l="l" t="t" r="r" b="b"/>
                <a:pathLst>
                  <a:path w="19644" h="23825" extrusionOk="0">
                    <a:moveTo>
                      <a:pt x="4468" y="556"/>
                    </a:moveTo>
                    <a:cubicBezTo>
                      <a:pt x="19825" y="9531"/>
                      <a:pt x="25368" y="24719"/>
                      <a:pt x="12407" y="23784"/>
                    </a:cubicBezTo>
                    <a:cubicBezTo>
                      <a:pt x="-555" y="22853"/>
                      <a:pt x="-3636" y="-4178"/>
                      <a:pt x="4468" y="556"/>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88" name="Google Shape;288;p2"/>
              <p:cNvSpPr/>
              <p:nvPr/>
            </p:nvSpPr>
            <p:spPr>
              <a:xfrm>
                <a:off x="7221181" y="5119878"/>
                <a:ext cx="25144" cy="40642"/>
              </a:xfrm>
              <a:custGeom>
                <a:avLst/>
                <a:gdLst/>
                <a:ahLst/>
                <a:cxnLst/>
                <a:rect l="l" t="t" r="r" b="b"/>
                <a:pathLst>
                  <a:path w="25144" h="40642" extrusionOk="0">
                    <a:moveTo>
                      <a:pt x="2611" y="4239"/>
                    </a:moveTo>
                    <a:cubicBezTo>
                      <a:pt x="-9123" y="15847"/>
                      <a:pt x="23892" y="19267"/>
                      <a:pt x="1608" y="35249"/>
                    </a:cubicBezTo>
                    <a:cubicBezTo>
                      <a:pt x="-6494" y="41060"/>
                      <a:pt x="18394" y="42562"/>
                      <a:pt x="23553" y="37843"/>
                    </a:cubicBezTo>
                    <a:cubicBezTo>
                      <a:pt x="28711" y="33120"/>
                      <a:pt x="21231" y="-14184"/>
                      <a:pt x="2611" y="423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89" name="Google Shape;289;p2"/>
              <p:cNvSpPr/>
              <p:nvPr/>
            </p:nvSpPr>
            <p:spPr>
              <a:xfrm>
                <a:off x="7285838" y="5229412"/>
                <a:ext cx="25146" cy="40641"/>
              </a:xfrm>
              <a:custGeom>
                <a:avLst/>
                <a:gdLst/>
                <a:ahLst/>
                <a:cxnLst/>
                <a:rect l="l" t="t" r="r" b="b"/>
                <a:pathLst>
                  <a:path w="25146" h="40641" extrusionOk="0">
                    <a:moveTo>
                      <a:pt x="2611" y="4239"/>
                    </a:moveTo>
                    <a:cubicBezTo>
                      <a:pt x="-9123" y="15848"/>
                      <a:pt x="23892" y="19267"/>
                      <a:pt x="1608" y="35249"/>
                    </a:cubicBezTo>
                    <a:cubicBezTo>
                      <a:pt x="-6494" y="41060"/>
                      <a:pt x="18394" y="42562"/>
                      <a:pt x="23553" y="37841"/>
                    </a:cubicBezTo>
                    <a:cubicBezTo>
                      <a:pt x="28713" y="33123"/>
                      <a:pt x="21233" y="-14184"/>
                      <a:pt x="2611" y="423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90" name="Google Shape;290;p2"/>
              <p:cNvSpPr/>
              <p:nvPr/>
            </p:nvSpPr>
            <p:spPr>
              <a:xfrm>
                <a:off x="7346871" y="5383111"/>
                <a:ext cx="25145" cy="40642"/>
              </a:xfrm>
              <a:custGeom>
                <a:avLst/>
                <a:gdLst/>
                <a:ahLst/>
                <a:cxnLst/>
                <a:rect l="l" t="t" r="r" b="b"/>
                <a:pathLst>
                  <a:path w="25145" h="40642" extrusionOk="0">
                    <a:moveTo>
                      <a:pt x="2612" y="4239"/>
                    </a:moveTo>
                    <a:cubicBezTo>
                      <a:pt x="-9122" y="15847"/>
                      <a:pt x="23893" y="19267"/>
                      <a:pt x="1609" y="35249"/>
                    </a:cubicBezTo>
                    <a:cubicBezTo>
                      <a:pt x="-6495" y="41060"/>
                      <a:pt x="18395" y="42561"/>
                      <a:pt x="23554" y="37843"/>
                    </a:cubicBezTo>
                    <a:cubicBezTo>
                      <a:pt x="28711" y="33123"/>
                      <a:pt x="21234" y="-14184"/>
                      <a:pt x="2612" y="423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91" name="Google Shape;291;p2"/>
              <p:cNvSpPr/>
              <p:nvPr/>
            </p:nvSpPr>
            <p:spPr>
              <a:xfrm>
                <a:off x="7773360" y="5029977"/>
                <a:ext cx="52161" cy="111624"/>
              </a:xfrm>
              <a:custGeom>
                <a:avLst/>
                <a:gdLst/>
                <a:ahLst/>
                <a:cxnLst/>
                <a:rect l="l" t="t" r="r" b="b"/>
                <a:pathLst>
                  <a:path w="52161" h="111624" extrusionOk="0">
                    <a:moveTo>
                      <a:pt x="51483" y="43553"/>
                    </a:moveTo>
                    <a:cubicBezTo>
                      <a:pt x="54547" y="82072"/>
                      <a:pt x="46749" y="117898"/>
                      <a:pt x="37873" y="110695"/>
                    </a:cubicBezTo>
                    <a:cubicBezTo>
                      <a:pt x="28994" y="103492"/>
                      <a:pt x="39416" y="39344"/>
                      <a:pt x="26214" y="36375"/>
                    </a:cubicBezTo>
                    <a:cubicBezTo>
                      <a:pt x="13012" y="33405"/>
                      <a:pt x="-19117" y="-10058"/>
                      <a:pt x="15646" y="2160"/>
                    </a:cubicBezTo>
                    <a:cubicBezTo>
                      <a:pt x="50407" y="14377"/>
                      <a:pt x="49947" y="24238"/>
                      <a:pt x="51483" y="4355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92" name="Google Shape;292;p2"/>
              <p:cNvSpPr/>
              <p:nvPr/>
            </p:nvSpPr>
            <p:spPr>
              <a:xfrm>
                <a:off x="7774557" y="5086709"/>
                <a:ext cx="15411" cy="40406"/>
              </a:xfrm>
              <a:custGeom>
                <a:avLst/>
                <a:gdLst/>
                <a:ahLst/>
                <a:cxnLst/>
                <a:rect l="l" t="t" r="r" b="b"/>
                <a:pathLst>
                  <a:path w="15411" h="40406" extrusionOk="0">
                    <a:moveTo>
                      <a:pt x="14197" y="2608"/>
                    </a:moveTo>
                    <a:cubicBezTo>
                      <a:pt x="18433" y="26104"/>
                      <a:pt x="10898" y="49010"/>
                      <a:pt x="2289" y="37200"/>
                    </a:cubicBezTo>
                    <a:cubicBezTo>
                      <a:pt x="-6320" y="25391"/>
                      <a:pt x="11964" y="-9788"/>
                      <a:pt x="14197" y="2608"/>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93" name="Google Shape;293;p2"/>
              <p:cNvSpPr/>
              <p:nvPr/>
            </p:nvSpPr>
            <p:spPr>
              <a:xfrm>
                <a:off x="7713621" y="5030894"/>
                <a:ext cx="27853" cy="25152"/>
              </a:xfrm>
              <a:custGeom>
                <a:avLst/>
                <a:gdLst/>
                <a:ahLst/>
                <a:cxnLst/>
                <a:rect l="l" t="t" r="r" b="b"/>
                <a:pathLst>
                  <a:path w="27853" h="25152" extrusionOk="0">
                    <a:moveTo>
                      <a:pt x="3442" y="308"/>
                    </a:moveTo>
                    <a:cubicBezTo>
                      <a:pt x="23241" y="7244"/>
                      <a:pt x="35796" y="23367"/>
                      <a:pt x="22094" y="25082"/>
                    </a:cubicBezTo>
                    <a:cubicBezTo>
                      <a:pt x="8391" y="26798"/>
                      <a:pt x="-7005" y="-3352"/>
                      <a:pt x="3442" y="308"/>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94" name="Google Shape;294;p2"/>
              <p:cNvSpPr/>
              <p:nvPr/>
            </p:nvSpPr>
            <p:spPr>
              <a:xfrm>
                <a:off x="7726050" y="5100900"/>
                <a:ext cx="25071" cy="18330"/>
              </a:xfrm>
              <a:custGeom>
                <a:avLst/>
                <a:gdLst/>
                <a:ahLst/>
                <a:cxnLst/>
                <a:rect l="l" t="t" r="r" b="b"/>
                <a:pathLst>
                  <a:path w="25071" h="18330" extrusionOk="0">
                    <a:moveTo>
                      <a:pt x="22050" y="18306"/>
                    </a:moveTo>
                    <a:cubicBezTo>
                      <a:pt x="4338" y="16667"/>
                      <a:pt x="-7105" y="5247"/>
                      <a:pt x="5033" y="613"/>
                    </a:cubicBezTo>
                    <a:cubicBezTo>
                      <a:pt x="17174" y="-4021"/>
                      <a:pt x="31396" y="19173"/>
                      <a:pt x="22050" y="18306"/>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95" name="Google Shape;295;p2"/>
              <p:cNvSpPr/>
              <p:nvPr/>
            </p:nvSpPr>
            <p:spPr>
              <a:xfrm>
                <a:off x="7262715" y="5082868"/>
                <a:ext cx="25070" cy="18330"/>
              </a:xfrm>
              <a:custGeom>
                <a:avLst/>
                <a:gdLst/>
                <a:ahLst/>
                <a:cxnLst/>
                <a:rect l="l" t="t" r="r" b="b"/>
                <a:pathLst>
                  <a:path w="25070" h="18330" extrusionOk="0">
                    <a:moveTo>
                      <a:pt x="22050" y="18307"/>
                    </a:moveTo>
                    <a:cubicBezTo>
                      <a:pt x="4338" y="16668"/>
                      <a:pt x="-7106" y="5247"/>
                      <a:pt x="5035" y="613"/>
                    </a:cubicBezTo>
                    <a:cubicBezTo>
                      <a:pt x="17173" y="-4023"/>
                      <a:pt x="31395" y="19171"/>
                      <a:pt x="22050" y="18307"/>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96" name="Google Shape;296;p2"/>
              <p:cNvSpPr/>
              <p:nvPr/>
            </p:nvSpPr>
            <p:spPr>
              <a:xfrm>
                <a:off x="7734427" y="5160940"/>
                <a:ext cx="34077" cy="40022"/>
              </a:xfrm>
              <a:custGeom>
                <a:avLst/>
                <a:gdLst/>
                <a:ahLst/>
                <a:cxnLst/>
                <a:rect l="l" t="t" r="r" b="b"/>
                <a:pathLst>
                  <a:path w="34077" h="40022" extrusionOk="0">
                    <a:moveTo>
                      <a:pt x="33371" y="32083"/>
                    </a:moveTo>
                    <a:cubicBezTo>
                      <a:pt x="39098" y="16603"/>
                      <a:pt x="7732" y="27461"/>
                      <a:pt x="21171" y="3559"/>
                    </a:cubicBezTo>
                    <a:cubicBezTo>
                      <a:pt x="26056" y="-5133"/>
                      <a:pt x="2867" y="4030"/>
                      <a:pt x="188" y="10488"/>
                    </a:cubicBezTo>
                    <a:cubicBezTo>
                      <a:pt x="-2494" y="16946"/>
                      <a:pt x="24285" y="56651"/>
                      <a:pt x="33371" y="3208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97" name="Google Shape;297;p2"/>
              <p:cNvSpPr/>
              <p:nvPr/>
            </p:nvSpPr>
            <p:spPr>
              <a:xfrm>
                <a:off x="7416339" y="5008766"/>
                <a:ext cx="34077" cy="40024"/>
              </a:xfrm>
              <a:custGeom>
                <a:avLst/>
                <a:gdLst/>
                <a:ahLst/>
                <a:cxnLst/>
                <a:rect l="l" t="t" r="r" b="b"/>
                <a:pathLst>
                  <a:path w="34077" h="40024" extrusionOk="0">
                    <a:moveTo>
                      <a:pt x="33371" y="32086"/>
                    </a:moveTo>
                    <a:cubicBezTo>
                      <a:pt x="39096" y="16605"/>
                      <a:pt x="7732" y="27463"/>
                      <a:pt x="21171" y="3559"/>
                    </a:cubicBezTo>
                    <a:cubicBezTo>
                      <a:pt x="26056" y="-5133"/>
                      <a:pt x="2867" y="4030"/>
                      <a:pt x="188" y="10488"/>
                    </a:cubicBezTo>
                    <a:cubicBezTo>
                      <a:pt x="-2494" y="16948"/>
                      <a:pt x="24285" y="56653"/>
                      <a:pt x="33371" y="32086"/>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98" name="Google Shape;298;p2"/>
              <p:cNvSpPr/>
              <p:nvPr/>
            </p:nvSpPr>
            <p:spPr>
              <a:xfrm>
                <a:off x="7375667" y="5235059"/>
                <a:ext cx="34077" cy="40022"/>
              </a:xfrm>
              <a:custGeom>
                <a:avLst/>
                <a:gdLst/>
                <a:ahLst/>
                <a:cxnLst/>
                <a:rect l="l" t="t" r="r" b="b"/>
                <a:pathLst>
                  <a:path w="34077" h="40022" extrusionOk="0">
                    <a:moveTo>
                      <a:pt x="33371" y="32086"/>
                    </a:moveTo>
                    <a:cubicBezTo>
                      <a:pt x="39096" y="16605"/>
                      <a:pt x="7732" y="27463"/>
                      <a:pt x="21171" y="3559"/>
                    </a:cubicBezTo>
                    <a:cubicBezTo>
                      <a:pt x="26056" y="-5133"/>
                      <a:pt x="2867" y="4030"/>
                      <a:pt x="188" y="10488"/>
                    </a:cubicBezTo>
                    <a:cubicBezTo>
                      <a:pt x="-2494" y="16945"/>
                      <a:pt x="24285" y="56651"/>
                      <a:pt x="33371" y="32086"/>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99" name="Google Shape;299;p2"/>
              <p:cNvSpPr/>
              <p:nvPr/>
            </p:nvSpPr>
            <p:spPr>
              <a:xfrm>
                <a:off x="7308189" y="5014077"/>
                <a:ext cx="34077" cy="40021"/>
              </a:xfrm>
              <a:custGeom>
                <a:avLst/>
                <a:gdLst/>
                <a:ahLst/>
                <a:cxnLst/>
                <a:rect l="l" t="t" r="r" b="b"/>
                <a:pathLst>
                  <a:path w="34077" h="40021" extrusionOk="0">
                    <a:moveTo>
                      <a:pt x="33371" y="32083"/>
                    </a:moveTo>
                    <a:cubicBezTo>
                      <a:pt x="39098" y="16603"/>
                      <a:pt x="7731" y="27461"/>
                      <a:pt x="21171" y="3559"/>
                    </a:cubicBezTo>
                    <a:cubicBezTo>
                      <a:pt x="26058" y="-5133"/>
                      <a:pt x="2867" y="4030"/>
                      <a:pt x="188" y="10488"/>
                    </a:cubicBezTo>
                    <a:cubicBezTo>
                      <a:pt x="-2494" y="16945"/>
                      <a:pt x="24285" y="56651"/>
                      <a:pt x="33371" y="3208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00" name="Google Shape;300;p2"/>
              <p:cNvSpPr/>
              <p:nvPr/>
            </p:nvSpPr>
            <p:spPr>
              <a:xfrm>
                <a:off x="7344433" y="4849588"/>
                <a:ext cx="116522" cy="44163"/>
              </a:xfrm>
              <a:custGeom>
                <a:avLst/>
                <a:gdLst/>
                <a:ahLst/>
                <a:cxnLst/>
                <a:rect l="l" t="t" r="r" b="b"/>
                <a:pathLst>
                  <a:path w="116522" h="44163" extrusionOk="0">
                    <a:moveTo>
                      <a:pt x="52007" y="1240"/>
                    </a:moveTo>
                    <a:cubicBezTo>
                      <a:pt x="90366" y="5901"/>
                      <a:pt x="123925" y="20671"/>
                      <a:pt x="115099" y="27938"/>
                    </a:cubicBezTo>
                    <a:cubicBezTo>
                      <a:pt x="106272" y="35205"/>
                      <a:pt x="45481" y="12231"/>
                      <a:pt x="39944" y="24578"/>
                    </a:cubicBezTo>
                    <a:cubicBezTo>
                      <a:pt x="34407" y="36924"/>
                      <a:pt x="-14579" y="59766"/>
                      <a:pt x="4310" y="28128"/>
                    </a:cubicBezTo>
                    <a:cubicBezTo>
                      <a:pt x="23199" y="-3513"/>
                      <a:pt x="32773" y="-1099"/>
                      <a:pt x="52007" y="1240"/>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01" name="Google Shape;301;p2"/>
              <p:cNvSpPr/>
              <p:nvPr/>
            </p:nvSpPr>
            <p:spPr>
              <a:xfrm>
                <a:off x="7410732" y="4927363"/>
                <a:ext cx="38624" cy="19513"/>
              </a:xfrm>
              <a:custGeom>
                <a:avLst/>
                <a:gdLst/>
                <a:ahLst/>
                <a:cxnLst/>
                <a:rect l="l" t="t" r="r" b="b"/>
                <a:pathLst>
                  <a:path w="38624" h="19513" extrusionOk="0">
                    <a:moveTo>
                      <a:pt x="2961" y="2"/>
                    </a:moveTo>
                    <a:cubicBezTo>
                      <a:pt x="26829" y="526"/>
                      <a:pt x="47778" y="12468"/>
                      <a:pt x="34491" y="18555"/>
                    </a:cubicBezTo>
                    <a:cubicBezTo>
                      <a:pt x="21205" y="24643"/>
                      <a:pt x="-9633" y="-275"/>
                      <a:pt x="2961" y="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02" name="Google Shape;302;p2"/>
              <p:cNvSpPr/>
              <p:nvPr/>
            </p:nvSpPr>
            <p:spPr>
              <a:xfrm>
                <a:off x="7415044" y="5097334"/>
                <a:ext cx="38623" cy="19513"/>
              </a:xfrm>
              <a:custGeom>
                <a:avLst/>
                <a:gdLst/>
                <a:ahLst/>
                <a:cxnLst/>
                <a:rect l="l" t="t" r="r" b="b"/>
                <a:pathLst>
                  <a:path w="38623" h="19513" extrusionOk="0">
                    <a:moveTo>
                      <a:pt x="2960" y="2"/>
                    </a:moveTo>
                    <a:cubicBezTo>
                      <a:pt x="26828" y="526"/>
                      <a:pt x="47777" y="12468"/>
                      <a:pt x="34490" y="18555"/>
                    </a:cubicBezTo>
                    <a:cubicBezTo>
                      <a:pt x="21207" y="24643"/>
                      <a:pt x="-9632" y="-275"/>
                      <a:pt x="2960" y="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03" name="Google Shape;303;p2"/>
              <p:cNvSpPr/>
              <p:nvPr/>
            </p:nvSpPr>
            <p:spPr>
              <a:xfrm>
                <a:off x="7499147" y="5464582"/>
                <a:ext cx="38624" cy="19514"/>
              </a:xfrm>
              <a:custGeom>
                <a:avLst/>
                <a:gdLst/>
                <a:ahLst/>
                <a:cxnLst/>
                <a:rect l="l" t="t" r="r" b="b"/>
                <a:pathLst>
                  <a:path w="38624" h="19514" extrusionOk="0">
                    <a:moveTo>
                      <a:pt x="2961" y="2"/>
                    </a:moveTo>
                    <a:cubicBezTo>
                      <a:pt x="26829" y="526"/>
                      <a:pt x="47778" y="12468"/>
                      <a:pt x="34491" y="18556"/>
                    </a:cubicBezTo>
                    <a:cubicBezTo>
                      <a:pt x="21205" y="24643"/>
                      <a:pt x="-9633" y="-274"/>
                      <a:pt x="2961" y="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04" name="Google Shape;304;p2"/>
              <p:cNvSpPr/>
              <p:nvPr/>
            </p:nvSpPr>
            <p:spPr>
              <a:xfrm>
                <a:off x="7378876" y="4897591"/>
                <a:ext cx="21051" cy="22796"/>
              </a:xfrm>
              <a:custGeom>
                <a:avLst/>
                <a:gdLst/>
                <a:ahLst/>
                <a:cxnLst/>
                <a:rect l="l" t="t" r="r" b="b"/>
                <a:pathLst>
                  <a:path w="21051" h="22796" extrusionOk="0">
                    <a:moveTo>
                      <a:pt x="20851" y="3568"/>
                    </a:moveTo>
                    <a:cubicBezTo>
                      <a:pt x="15721" y="20599"/>
                      <a:pt x="2252" y="29544"/>
                      <a:pt x="126" y="16724"/>
                    </a:cubicBezTo>
                    <a:cubicBezTo>
                      <a:pt x="-2002" y="3904"/>
                      <a:pt x="23558" y="-5418"/>
                      <a:pt x="20851" y="356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05" name="Google Shape;305;p2"/>
              <p:cNvSpPr/>
              <p:nvPr/>
            </p:nvSpPr>
            <p:spPr>
              <a:xfrm>
                <a:off x="7497815" y="5031141"/>
                <a:ext cx="21051" cy="22795"/>
              </a:xfrm>
              <a:custGeom>
                <a:avLst/>
                <a:gdLst/>
                <a:ahLst/>
                <a:cxnLst/>
                <a:rect l="l" t="t" r="r" b="b"/>
                <a:pathLst>
                  <a:path w="21051" h="22795" extrusionOk="0">
                    <a:moveTo>
                      <a:pt x="20851" y="3568"/>
                    </a:moveTo>
                    <a:cubicBezTo>
                      <a:pt x="15721" y="20599"/>
                      <a:pt x="2252" y="29542"/>
                      <a:pt x="126" y="16724"/>
                    </a:cubicBezTo>
                    <a:cubicBezTo>
                      <a:pt x="-2000" y="3904"/>
                      <a:pt x="23557" y="-5418"/>
                      <a:pt x="20851" y="356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06" name="Google Shape;306;p2"/>
              <p:cNvSpPr/>
              <p:nvPr/>
            </p:nvSpPr>
            <p:spPr>
              <a:xfrm>
                <a:off x="7483107" y="5161166"/>
                <a:ext cx="21051" cy="22795"/>
              </a:xfrm>
              <a:custGeom>
                <a:avLst/>
                <a:gdLst/>
                <a:ahLst/>
                <a:cxnLst/>
                <a:rect l="l" t="t" r="r" b="b"/>
                <a:pathLst>
                  <a:path w="21051" h="22795" extrusionOk="0">
                    <a:moveTo>
                      <a:pt x="20851" y="3568"/>
                    </a:moveTo>
                    <a:cubicBezTo>
                      <a:pt x="15721" y="20599"/>
                      <a:pt x="2252" y="29542"/>
                      <a:pt x="126" y="16722"/>
                    </a:cubicBezTo>
                    <a:cubicBezTo>
                      <a:pt x="-2002" y="3902"/>
                      <a:pt x="23558" y="-5418"/>
                      <a:pt x="20851" y="356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07" name="Google Shape;307;p2"/>
              <p:cNvSpPr/>
              <p:nvPr/>
            </p:nvSpPr>
            <p:spPr>
              <a:xfrm>
                <a:off x="7449541" y="4892194"/>
                <a:ext cx="40621" cy="30251"/>
              </a:xfrm>
              <a:custGeom>
                <a:avLst/>
                <a:gdLst/>
                <a:ahLst/>
                <a:cxnLst/>
                <a:rect l="l" t="t" r="r" b="b"/>
                <a:pathLst>
                  <a:path w="40621" h="30251" extrusionOk="0">
                    <a:moveTo>
                      <a:pt x="34401" y="1492"/>
                    </a:moveTo>
                    <a:cubicBezTo>
                      <a:pt x="20367" y="-7199"/>
                      <a:pt x="24770" y="25698"/>
                      <a:pt x="4017" y="7773"/>
                    </a:cubicBezTo>
                    <a:cubicBezTo>
                      <a:pt x="-3529" y="1256"/>
                      <a:pt x="837" y="25806"/>
                      <a:pt x="6633" y="29717"/>
                    </a:cubicBezTo>
                    <a:cubicBezTo>
                      <a:pt x="12430" y="33626"/>
                      <a:pt x="56671" y="15283"/>
                      <a:pt x="34401" y="149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08" name="Google Shape;308;p2"/>
              <p:cNvSpPr/>
              <p:nvPr/>
            </p:nvSpPr>
            <p:spPr>
              <a:xfrm>
                <a:off x="7358183" y="4980692"/>
                <a:ext cx="40620" cy="30251"/>
              </a:xfrm>
              <a:custGeom>
                <a:avLst/>
                <a:gdLst/>
                <a:ahLst/>
                <a:cxnLst/>
                <a:rect l="l" t="t" r="r" b="b"/>
                <a:pathLst>
                  <a:path w="40620" h="30251" extrusionOk="0">
                    <a:moveTo>
                      <a:pt x="34401" y="1492"/>
                    </a:moveTo>
                    <a:cubicBezTo>
                      <a:pt x="20369" y="-7200"/>
                      <a:pt x="24770" y="25701"/>
                      <a:pt x="4017" y="7774"/>
                    </a:cubicBezTo>
                    <a:cubicBezTo>
                      <a:pt x="-3529" y="1256"/>
                      <a:pt x="837" y="25806"/>
                      <a:pt x="6633" y="29717"/>
                    </a:cubicBezTo>
                    <a:cubicBezTo>
                      <a:pt x="12428" y="33626"/>
                      <a:pt x="56668" y="15283"/>
                      <a:pt x="34401" y="149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09" name="Google Shape;309;p2"/>
              <p:cNvSpPr/>
              <p:nvPr/>
            </p:nvSpPr>
            <p:spPr>
              <a:xfrm>
                <a:off x="7605301" y="5110792"/>
                <a:ext cx="40635" cy="25984"/>
              </a:xfrm>
              <a:custGeom>
                <a:avLst/>
                <a:gdLst/>
                <a:ahLst/>
                <a:cxnLst/>
                <a:rect l="l" t="t" r="r" b="b"/>
                <a:pathLst>
                  <a:path w="40635" h="25984" extrusionOk="0">
                    <a:moveTo>
                      <a:pt x="36073" y="2409"/>
                    </a:moveTo>
                    <a:cubicBezTo>
                      <a:pt x="24010" y="-8858"/>
                      <a:pt x="21895" y="24266"/>
                      <a:pt x="5047" y="2627"/>
                    </a:cubicBezTo>
                    <a:cubicBezTo>
                      <a:pt x="-1077" y="-5239"/>
                      <a:pt x="-1598" y="19687"/>
                      <a:pt x="3321" y="24657"/>
                    </a:cubicBezTo>
                    <a:cubicBezTo>
                      <a:pt x="8241" y="29629"/>
                      <a:pt x="55216" y="20291"/>
                      <a:pt x="36073" y="240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10" name="Google Shape;310;p2"/>
              <p:cNvSpPr/>
              <p:nvPr/>
            </p:nvSpPr>
            <p:spPr>
              <a:xfrm>
                <a:off x="7664920" y="5348700"/>
                <a:ext cx="40635" cy="25984"/>
              </a:xfrm>
              <a:custGeom>
                <a:avLst/>
                <a:gdLst/>
                <a:ahLst/>
                <a:cxnLst/>
                <a:rect l="l" t="t" r="r" b="b"/>
                <a:pathLst>
                  <a:path w="40635" h="25984" extrusionOk="0">
                    <a:moveTo>
                      <a:pt x="36073" y="2409"/>
                    </a:moveTo>
                    <a:cubicBezTo>
                      <a:pt x="24012" y="-8858"/>
                      <a:pt x="21895" y="24266"/>
                      <a:pt x="5047" y="2627"/>
                    </a:cubicBezTo>
                    <a:cubicBezTo>
                      <a:pt x="-1077" y="-5239"/>
                      <a:pt x="-1598" y="19687"/>
                      <a:pt x="3321" y="24657"/>
                    </a:cubicBezTo>
                    <a:cubicBezTo>
                      <a:pt x="8241" y="29629"/>
                      <a:pt x="55216" y="20291"/>
                      <a:pt x="36073" y="240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11" name="Google Shape;311;p2"/>
              <p:cNvSpPr/>
              <p:nvPr/>
            </p:nvSpPr>
            <p:spPr>
              <a:xfrm>
                <a:off x="7647635" y="4999374"/>
                <a:ext cx="29823" cy="31327"/>
              </a:xfrm>
              <a:custGeom>
                <a:avLst/>
                <a:gdLst/>
                <a:ahLst/>
                <a:cxnLst/>
                <a:rect l="l" t="t" r="r" b="b"/>
                <a:pathLst>
                  <a:path w="29823" h="31327" extrusionOk="0">
                    <a:moveTo>
                      <a:pt x="514" y="27767"/>
                    </a:moveTo>
                    <a:cubicBezTo>
                      <a:pt x="10228" y="5958"/>
                      <a:pt x="29343" y="-8743"/>
                      <a:pt x="29819" y="5864"/>
                    </a:cubicBezTo>
                    <a:cubicBezTo>
                      <a:pt x="30294" y="20472"/>
                      <a:pt x="-4613" y="39272"/>
                      <a:pt x="514" y="27767"/>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12" name="Google Shape;312;p2"/>
              <p:cNvSpPr/>
              <p:nvPr/>
            </p:nvSpPr>
            <p:spPr>
              <a:xfrm>
                <a:off x="7693875" y="4944593"/>
                <a:ext cx="17563" cy="25424"/>
              </a:xfrm>
              <a:custGeom>
                <a:avLst/>
                <a:gdLst/>
                <a:ahLst/>
                <a:cxnLst/>
                <a:rect l="l" t="t" r="r" b="b"/>
                <a:pathLst>
                  <a:path w="17563" h="25424" extrusionOk="0">
                    <a:moveTo>
                      <a:pt x="5437" y="855"/>
                    </a:moveTo>
                    <a:cubicBezTo>
                      <a:pt x="19160" y="12173"/>
                      <a:pt x="22198" y="28051"/>
                      <a:pt x="9552" y="25055"/>
                    </a:cubicBezTo>
                    <a:cubicBezTo>
                      <a:pt x="-3092" y="22058"/>
                      <a:pt x="-1803" y="-5118"/>
                      <a:pt x="5437" y="855"/>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13" name="Google Shape;313;p2"/>
              <p:cNvSpPr/>
              <p:nvPr/>
            </p:nvSpPr>
            <p:spPr>
              <a:xfrm>
                <a:off x="7594201" y="5038433"/>
                <a:ext cx="26578" cy="40786"/>
              </a:xfrm>
              <a:custGeom>
                <a:avLst/>
                <a:gdLst/>
                <a:ahLst/>
                <a:cxnLst/>
                <a:rect l="l" t="t" r="r" b="b"/>
                <a:pathLst>
                  <a:path w="26578" h="40786" extrusionOk="0">
                    <a:moveTo>
                      <a:pt x="7908" y="2970"/>
                    </a:moveTo>
                    <a:cubicBezTo>
                      <a:pt x="-5534" y="12548"/>
                      <a:pt x="26507" y="21212"/>
                      <a:pt x="1948" y="33418"/>
                    </a:cubicBezTo>
                    <a:cubicBezTo>
                      <a:pt x="-6981" y="37855"/>
                      <a:pt x="17347" y="43323"/>
                      <a:pt x="23194" y="39491"/>
                    </a:cubicBezTo>
                    <a:cubicBezTo>
                      <a:pt x="29044" y="35662"/>
                      <a:pt x="29241" y="-12229"/>
                      <a:pt x="7908" y="2970"/>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14" name="Google Shape;314;p2"/>
              <p:cNvSpPr/>
              <p:nvPr/>
            </p:nvSpPr>
            <p:spPr>
              <a:xfrm>
                <a:off x="7592732" y="5403800"/>
                <a:ext cx="40634" cy="25984"/>
              </a:xfrm>
              <a:custGeom>
                <a:avLst/>
                <a:gdLst/>
                <a:ahLst/>
                <a:cxnLst/>
                <a:rect l="l" t="t" r="r" b="b"/>
                <a:pathLst>
                  <a:path w="40634" h="25984" extrusionOk="0">
                    <a:moveTo>
                      <a:pt x="36073" y="2409"/>
                    </a:moveTo>
                    <a:cubicBezTo>
                      <a:pt x="24012" y="-8858"/>
                      <a:pt x="21895" y="24266"/>
                      <a:pt x="5047" y="2627"/>
                    </a:cubicBezTo>
                    <a:cubicBezTo>
                      <a:pt x="-1077" y="-5239"/>
                      <a:pt x="-1598" y="19687"/>
                      <a:pt x="3321" y="24657"/>
                    </a:cubicBezTo>
                    <a:cubicBezTo>
                      <a:pt x="8241" y="29629"/>
                      <a:pt x="55214" y="20288"/>
                      <a:pt x="36073" y="240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15" name="Google Shape;315;p2"/>
              <p:cNvSpPr/>
              <p:nvPr/>
            </p:nvSpPr>
            <p:spPr>
              <a:xfrm>
                <a:off x="7635064" y="5292382"/>
                <a:ext cx="29822" cy="31327"/>
              </a:xfrm>
              <a:custGeom>
                <a:avLst/>
                <a:gdLst/>
                <a:ahLst/>
                <a:cxnLst/>
                <a:rect l="l" t="t" r="r" b="b"/>
                <a:pathLst>
                  <a:path w="29822" h="31327" extrusionOk="0">
                    <a:moveTo>
                      <a:pt x="514" y="27767"/>
                    </a:moveTo>
                    <a:cubicBezTo>
                      <a:pt x="10229" y="5958"/>
                      <a:pt x="29343" y="-8743"/>
                      <a:pt x="29818" y="5864"/>
                    </a:cubicBezTo>
                    <a:cubicBezTo>
                      <a:pt x="30294" y="20472"/>
                      <a:pt x="-4611" y="39272"/>
                      <a:pt x="514" y="27767"/>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16" name="Google Shape;316;p2"/>
              <p:cNvSpPr/>
              <p:nvPr/>
            </p:nvSpPr>
            <p:spPr>
              <a:xfrm>
                <a:off x="7681304" y="5237599"/>
                <a:ext cx="17561" cy="25425"/>
              </a:xfrm>
              <a:custGeom>
                <a:avLst/>
                <a:gdLst/>
                <a:ahLst/>
                <a:cxnLst/>
                <a:rect l="l" t="t" r="r" b="b"/>
                <a:pathLst>
                  <a:path w="17561" h="25425" extrusionOk="0">
                    <a:moveTo>
                      <a:pt x="5437" y="854"/>
                    </a:moveTo>
                    <a:cubicBezTo>
                      <a:pt x="19158" y="12172"/>
                      <a:pt x="22196" y="28051"/>
                      <a:pt x="9552" y="25056"/>
                    </a:cubicBezTo>
                    <a:cubicBezTo>
                      <a:pt x="-3092" y="22060"/>
                      <a:pt x="-1803" y="-5117"/>
                      <a:pt x="5437" y="854"/>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17" name="Google Shape;317;p2"/>
              <p:cNvSpPr/>
              <p:nvPr/>
            </p:nvSpPr>
            <p:spPr>
              <a:xfrm>
                <a:off x="7581631" y="5331440"/>
                <a:ext cx="26579" cy="40787"/>
              </a:xfrm>
              <a:custGeom>
                <a:avLst/>
                <a:gdLst/>
                <a:ahLst/>
                <a:cxnLst/>
                <a:rect l="l" t="t" r="r" b="b"/>
                <a:pathLst>
                  <a:path w="26579" h="40787" extrusionOk="0">
                    <a:moveTo>
                      <a:pt x="7908" y="2971"/>
                    </a:moveTo>
                    <a:cubicBezTo>
                      <a:pt x="-5534" y="12549"/>
                      <a:pt x="26507" y="21215"/>
                      <a:pt x="1948" y="33418"/>
                    </a:cubicBezTo>
                    <a:cubicBezTo>
                      <a:pt x="-6981" y="37855"/>
                      <a:pt x="17347" y="43325"/>
                      <a:pt x="23194" y="39492"/>
                    </a:cubicBezTo>
                    <a:cubicBezTo>
                      <a:pt x="29047" y="35663"/>
                      <a:pt x="29241" y="-12231"/>
                      <a:pt x="7908" y="297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18" name="Google Shape;318;p2"/>
              <p:cNvSpPr/>
              <p:nvPr/>
            </p:nvSpPr>
            <p:spPr>
              <a:xfrm>
                <a:off x="7232177" y="5282102"/>
                <a:ext cx="27393" cy="22432"/>
              </a:xfrm>
              <a:custGeom>
                <a:avLst/>
                <a:gdLst/>
                <a:ahLst/>
                <a:cxnLst/>
                <a:rect l="l" t="t" r="r" b="b"/>
                <a:pathLst>
                  <a:path w="27393" h="22432" extrusionOk="0">
                    <a:moveTo>
                      <a:pt x="20933" y="2510"/>
                    </a:moveTo>
                    <a:cubicBezTo>
                      <a:pt x="11944" y="-3049"/>
                      <a:pt x="3314" y="1676"/>
                      <a:pt x="1479" y="6532"/>
                    </a:cubicBezTo>
                    <a:cubicBezTo>
                      <a:pt x="-780" y="12503"/>
                      <a:pt x="-624" y="18179"/>
                      <a:pt x="3155" y="20581"/>
                    </a:cubicBezTo>
                    <a:cubicBezTo>
                      <a:pt x="13949" y="27447"/>
                      <a:pt x="39232" y="13829"/>
                      <a:pt x="20933" y="2510"/>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19" name="Google Shape;319;p2"/>
              <p:cNvSpPr/>
              <p:nvPr/>
            </p:nvSpPr>
            <p:spPr>
              <a:xfrm>
                <a:off x="7278131" y="5343708"/>
                <a:ext cx="27393" cy="22430"/>
              </a:xfrm>
              <a:custGeom>
                <a:avLst/>
                <a:gdLst/>
                <a:ahLst/>
                <a:cxnLst/>
                <a:rect l="l" t="t" r="r" b="b"/>
                <a:pathLst>
                  <a:path w="27393" h="22430" extrusionOk="0">
                    <a:moveTo>
                      <a:pt x="20933" y="2510"/>
                    </a:moveTo>
                    <a:cubicBezTo>
                      <a:pt x="11944" y="-3048"/>
                      <a:pt x="3315" y="1675"/>
                      <a:pt x="1479" y="6530"/>
                    </a:cubicBezTo>
                    <a:cubicBezTo>
                      <a:pt x="-780" y="12501"/>
                      <a:pt x="-624" y="18178"/>
                      <a:pt x="3152" y="20580"/>
                    </a:cubicBezTo>
                    <a:cubicBezTo>
                      <a:pt x="13951" y="27443"/>
                      <a:pt x="39232" y="13825"/>
                      <a:pt x="20933" y="2510"/>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20" name="Google Shape;320;p2"/>
              <p:cNvSpPr/>
              <p:nvPr/>
            </p:nvSpPr>
            <p:spPr>
              <a:xfrm>
                <a:off x="7520051" y="4923143"/>
                <a:ext cx="15354" cy="26910"/>
              </a:xfrm>
              <a:custGeom>
                <a:avLst/>
                <a:gdLst/>
                <a:ahLst/>
                <a:cxnLst/>
                <a:rect l="l" t="t" r="r" b="b"/>
                <a:pathLst>
                  <a:path w="15354" h="26910" extrusionOk="0">
                    <a:moveTo>
                      <a:pt x="466" y="24452"/>
                    </a:moveTo>
                    <a:cubicBezTo>
                      <a:pt x="-2085" y="6849"/>
                      <a:pt x="6339" y="-6951"/>
                      <a:pt x="13686" y="3768"/>
                    </a:cubicBezTo>
                    <a:cubicBezTo>
                      <a:pt x="21033" y="14485"/>
                      <a:pt x="1812" y="33740"/>
                      <a:pt x="466" y="24452"/>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21" name="Google Shape;321;p2"/>
              <p:cNvSpPr/>
              <p:nvPr/>
            </p:nvSpPr>
            <p:spPr>
              <a:xfrm>
                <a:off x="7489443" y="5319268"/>
                <a:ext cx="38051" cy="37440"/>
              </a:xfrm>
              <a:custGeom>
                <a:avLst/>
                <a:gdLst/>
                <a:ahLst/>
                <a:cxnLst/>
                <a:rect l="l" t="t" r="r" b="b"/>
                <a:pathLst>
                  <a:path w="38051" h="37440" extrusionOk="0">
                    <a:moveTo>
                      <a:pt x="9966" y="37344"/>
                    </a:moveTo>
                    <a:cubicBezTo>
                      <a:pt x="26356" y="39287"/>
                      <a:pt x="8457" y="11334"/>
                      <a:pt x="34844" y="18805"/>
                    </a:cubicBezTo>
                    <a:cubicBezTo>
                      <a:pt x="44439" y="21520"/>
                      <a:pt x="30103" y="1120"/>
                      <a:pt x="23197" y="25"/>
                    </a:cubicBezTo>
                    <a:cubicBezTo>
                      <a:pt x="16291" y="-1070"/>
                      <a:pt x="-16046" y="34260"/>
                      <a:pt x="9966" y="37344"/>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22" name="Google Shape;322;p2"/>
              <p:cNvSpPr/>
              <p:nvPr/>
            </p:nvSpPr>
            <p:spPr>
              <a:xfrm>
                <a:off x="7577330" y="4952591"/>
                <a:ext cx="38051" cy="37441"/>
              </a:xfrm>
              <a:custGeom>
                <a:avLst/>
                <a:gdLst/>
                <a:ahLst/>
                <a:cxnLst/>
                <a:rect l="l" t="t" r="r" b="b"/>
                <a:pathLst>
                  <a:path w="38051" h="37441" extrusionOk="0">
                    <a:moveTo>
                      <a:pt x="9966" y="37344"/>
                    </a:moveTo>
                    <a:cubicBezTo>
                      <a:pt x="26357" y="39287"/>
                      <a:pt x="8459" y="11334"/>
                      <a:pt x="34845" y="18805"/>
                    </a:cubicBezTo>
                    <a:cubicBezTo>
                      <a:pt x="44439" y="21520"/>
                      <a:pt x="30103" y="1120"/>
                      <a:pt x="23197" y="25"/>
                    </a:cubicBezTo>
                    <a:cubicBezTo>
                      <a:pt x="16291" y="-1070"/>
                      <a:pt x="-16047" y="34260"/>
                      <a:pt x="9966" y="37344"/>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323" name="Google Shape;323;p2"/>
            <p:cNvGrpSpPr/>
            <p:nvPr/>
          </p:nvGrpSpPr>
          <p:grpSpPr>
            <a:xfrm>
              <a:off x="8395534" y="4128110"/>
              <a:ext cx="1026634" cy="1026634"/>
              <a:chOff x="8395534" y="4128110"/>
              <a:chExt cx="1026634" cy="1026634"/>
            </a:xfrm>
          </p:grpSpPr>
          <p:sp>
            <p:nvSpPr>
              <p:cNvPr id="324" name="Google Shape;324;p2"/>
              <p:cNvSpPr/>
              <p:nvPr/>
            </p:nvSpPr>
            <p:spPr>
              <a:xfrm rot="-2700000">
                <a:off x="8545881" y="4278457"/>
                <a:ext cx="725940" cy="725940"/>
              </a:xfrm>
              <a:custGeom>
                <a:avLst/>
                <a:gdLst/>
                <a:ahLst/>
                <a:cxnLst/>
                <a:rect l="l" t="t" r="r" b="b"/>
                <a:pathLst>
                  <a:path w="725537" h="725537" extrusionOk="0">
                    <a:moveTo>
                      <a:pt x="725537" y="362769"/>
                    </a:moveTo>
                    <a:cubicBezTo>
                      <a:pt x="725537" y="563120"/>
                      <a:pt x="563120" y="725538"/>
                      <a:pt x="362769" y="725538"/>
                    </a:cubicBezTo>
                    <a:cubicBezTo>
                      <a:pt x="162417" y="725538"/>
                      <a:pt x="0" y="563120"/>
                      <a:pt x="0" y="362769"/>
                    </a:cubicBezTo>
                    <a:cubicBezTo>
                      <a:pt x="0" y="162417"/>
                      <a:pt x="162417" y="0"/>
                      <a:pt x="362769" y="0"/>
                    </a:cubicBezTo>
                    <a:cubicBezTo>
                      <a:pt x="563120" y="0"/>
                      <a:pt x="725537" y="162417"/>
                      <a:pt x="725537" y="362769"/>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25" name="Google Shape;325;p2"/>
              <p:cNvSpPr/>
              <p:nvPr/>
            </p:nvSpPr>
            <p:spPr>
              <a:xfrm rot="-2700000">
                <a:off x="8573934" y="4306534"/>
                <a:ext cx="669788" cy="669788"/>
              </a:xfrm>
              <a:custGeom>
                <a:avLst/>
                <a:gdLst/>
                <a:ahLst/>
                <a:cxnLst/>
                <a:rect l="l" t="t" r="r" b="b"/>
                <a:pathLst>
                  <a:path w="669416" h="669416" extrusionOk="0">
                    <a:moveTo>
                      <a:pt x="669417" y="334708"/>
                    </a:moveTo>
                    <a:cubicBezTo>
                      <a:pt x="669417" y="519563"/>
                      <a:pt x="519563" y="669417"/>
                      <a:pt x="334708" y="669417"/>
                    </a:cubicBezTo>
                    <a:cubicBezTo>
                      <a:pt x="149854" y="669417"/>
                      <a:pt x="0" y="519563"/>
                      <a:pt x="0" y="334708"/>
                    </a:cubicBezTo>
                    <a:cubicBezTo>
                      <a:pt x="0" y="149854"/>
                      <a:pt x="149854" y="0"/>
                      <a:pt x="334708" y="0"/>
                    </a:cubicBezTo>
                    <a:cubicBezTo>
                      <a:pt x="519563" y="0"/>
                      <a:pt x="669417" y="149854"/>
                      <a:pt x="669417" y="334708"/>
                    </a:cubicBezTo>
                    <a:close/>
                  </a:path>
                </a:pathLst>
              </a:custGeom>
              <a:solidFill>
                <a:srgbClr val="F0DF9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26" name="Google Shape;326;p2"/>
              <p:cNvSpPr/>
              <p:nvPr/>
            </p:nvSpPr>
            <p:spPr>
              <a:xfrm rot="-2700000">
                <a:off x="8588004" y="4320614"/>
                <a:ext cx="641628" cy="641628"/>
              </a:xfrm>
              <a:custGeom>
                <a:avLst/>
                <a:gdLst/>
                <a:ahLst/>
                <a:cxnLst/>
                <a:rect l="l" t="t" r="r" b="b"/>
                <a:pathLst>
                  <a:path w="641271" h="641271" extrusionOk="0">
                    <a:moveTo>
                      <a:pt x="641272" y="320636"/>
                    </a:moveTo>
                    <a:cubicBezTo>
                      <a:pt x="641272" y="497718"/>
                      <a:pt x="497718" y="641272"/>
                      <a:pt x="320636" y="641272"/>
                    </a:cubicBezTo>
                    <a:cubicBezTo>
                      <a:pt x="143553" y="641272"/>
                      <a:pt x="0" y="497718"/>
                      <a:pt x="0" y="320636"/>
                    </a:cubicBezTo>
                    <a:cubicBezTo>
                      <a:pt x="0" y="143553"/>
                      <a:pt x="143554" y="0"/>
                      <a:pt x="320636" y="0"/>
                    </a:cubicBezTo>
                    <a:cubicBezTo>
                      <a:pt x="497718" y="0"/>
                      <a:pt x="641272" y="143554"/>
                      <a:pt x="641272" y="320636"/>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27" name="Google Shape;327;p2"/>
              <p:cNvSpPr/>
              <p:nvPr/>
            </p:nvSpPr>
            <p:spPr>
              <a:xfrm>
                <a:off x="8815318" y="4340453"/>
                <a:ext cx="196255" cy="272549"/>
              </a:xfrm>
              <a:custGeom>
                <a:avLst/>
                <a:gdLst/>
                <a:ahLst/>
                <a:cxnLst/>
                <a:rect l="l" t="t" r="r" b="b"/>
                <a:pathLst>
                  <a:path w="196255" h="272549" extrusionOk="0">
                    <a:moveTo>
                      <a:pt x="107757" y="263121"/>
                    </a:moveTo>
                    <a:cubicBezTo>
                      <a:pt x="141704" y="201054"/>
                      <a:pt x="170167" y="122449"/>
                      <a:pt x="195288" y="33778"/>
                    </a:cubicBezTo>
                    <a:cubicBezTo>
                      <a:pt x="198280" y="25937"/>
                      <a:pt x="194090" y="17188"/>
                      <a:pt x="186107" y="14601"/>
                    </a:cubicBezTo>
                    <a:cubicBezTo>
                      <a:pt x="156876" y="5130"/>
                      <a:pt x="125693" y="0"/>
                      <a:pt x="93309" y="0"/>
                    </a:cubicBezTo>
                    <a:cubicBezTo>
                      <a:pt x="64663" y="0"/>
                      <a:pt x="36957" y="4007"/>
                      <a:pt x="10712" y="11485"/>
                    </a:cubicBezTo>
                    <a:cubicBezTo>
                      <a:pt x="2612" y="13791"/>
                      <a:pt x="-1932" y="22375"/>
                      <a:pt x="792" y="30344"/>
                    </a:cubicBezTo>
                    <a:cubicBezTo>
                      <a:pt x="21321" y="113790"/>
                      <a:pt x="46403" y="192625"/>
                      <a:pt x="80204" y="262636"/>
                    </a:cubicBezTo>
                    <a:cubicBezTo>
                      <a:pt x="84636" y="275609"/>
                      <a:pt x="102869" y="275932"/>
                      <a:pt x="107757" y="263121"/>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28" name="Google Shape;328;p2"/>
              <p:cNvSpPr/>
              <p:nvPr/>
            </p:nvSpPr>
            <p:spPr>
              <a:xfrm>
                <a:off x="8827996" y="4361278"/>
                <a:ext cx="160039" cy="237996"/>
              </a:xfrm>
              <a:custGeom>
                <a:avLst/>
                <a:gdLst/>
                <a:ahLst/>
                <a:cxnLst/>
                <a:rect l="l" t="t" r="r" b="b"/>
                <a:pathLst>
                  <a:path w="160039" h="237996" extrusionOk="0">
                    <a:moveTo>
                      <a:pt x="20630" y="78648"/>
                    </a:moveTo>
                    <a:cubicBezTo>
                      <a:pt x="6285" y="46239"/>
                      <a:pt x="-1926" y="2019"/>
                      <a:pt x="387" y="284"/>
                    </a:cubicBezTo>
                    <a:cubicBezTo>
                      <a:pt x="2701" y="-1451"/>
                      <a:pt x="42317" y="121444"/>
                      <a:pt x="54173" y="129541"/>
                    </a:cubicBezTo>
                    <a:cubicBezTo>
                      <a:pt x="66028" y="137638"/>
                      <a:pt x="48023" y="85010"/>
                      <a:pt x="55869" y="66793"/>
                    </a:cubicBezTo>
                    <a:cubicBezTo>
                      <a:pt x="63714" y="48575"/>
                      <a:pt x="87137" y="118843"/>
                      <a:pt x="98994" y="93107"/>
                    </a:cubicBezTo>
                    <a:cubicBezTo>
                      <a:pt x="110852" y="67371"/>
                      <a:pt x="108536" y="8923"/>
                      <a:pt x="124730" y="268"/>
                    </a:cubicBezTo>
                    <a:cubicBezTo>
                      <a:pt x="140924" y="-8389"/>
                      <a:pt x="82802" y="195762"/>
                      <a:pt x="97549" y="195184"/>
                    </a:cubicBezTo>
                    <a:cubicBezTo>
                      <a:pt x="112296" y="194605"/>
                      <a:pt x="154514" y="16480"/>
                      <a:pt x="159720" y="28335"/>
                    </a:cubicBezTo>
                    <a:cubicBezTo>
                      <a:pt x="164925" y="40190"/>
                      <a:pt x="105162" y="236533"/>
                      <a:pt x="85452" y="237980"/>
                    </a:cubicBezTo>
                    <a:cubicBezTo>
                      <a:pt x="65742" y="239425"/>
                      <a:pt x="94175" y="148049"/>
                      <a:pt x="85452" y="135905"/>
                    </a:cubicBezTo>
                    <a:cubicBezTo>
                      <a:pt x="76728" y="123760"/>
                      <a:pt x="94658" y="162508"/>
                      <a:pt x="77019" y="174365"/>
                    </a:cubicBezTo>
                    <a:cubicBezTo>
                      <a:pt x="59378" y="186218"/>
                      <a:pt x="28437" y="96289"/>
                      <a:pt x="20630" y="78648"/>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29" name="Google Shape;329;p2"/>
              <p:cNvSpPr/>
              <p:nvPr/>
            </p:nvSpPr>
            <p:spPr>
              <a:xfrm>
                <a:off x="8847041" y="4364088"/>
                <a:ext cx="15560" cy="33317"/>
              </a:xfrm>
              <a:custGeom>
                <a:avLst/>
                <a:gdLst/>
                <a:ahLst/>
                <a:cxnLst/>
                <a:rect l="l" t="t" r="r" b="b"/>
                <a:pathLst>
                  <a:path w="15560" h="33317" extrusionOk="0">
                    <a:moveTo>
                      <a:pt x="2163" y="23500"/>
                    </a:moveTo>
                    <a:cubicBezTo>
                      <a:pt x="-4656" y="620"/>
                      <a:pt x="6212" y="-3971"/>
                      <a:pt x="13152" y="2970"/>
                    </a:cubicBezTo>
                    <a:cubicBezTo>
                      <a:pt x="20090" y="9910"/>
                      <a:pt x="10674" y="52059"/>
                      <a:pt x="2163" y="23500"/>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30" name="Google Shape;330;p2"/>
              <p:cNvSpPr/>
              <p:nvPr/>
            </p:nvSpPr>
            <p:spPr>
              <a:xfrm>
                <a:off x="8888023" y="4391515"/>
                <a:ext cx="13615" cy="24134"/>
              </a:xfrm>
              <a:custGeom>
                <a:avLst/>
                <a:gdLst/>
                <a:ahLst/>
                <a:cxnLst/>
                <a:rect l="l" t="t" r="r" b="b"/>
                <a:pathLst>
                  <a:path w="13615" h="24134" extrusionOk="0">
                    <a:moveTo>
                      <a:pt x="4773" y="18229"/>
                    </a:moveTo>
                    <a:cubicBezTo>
                      <a:pt x="-4885" y="3020"/>
                      <a:pt x="2060" y="-2548"/>
                      <a:pt x="8527" y="1061"/>
                    </a:cubicBezTo>
                    <a:cubicBezTo>
                      <a:pt x="14994" y="4673"/>
                      <a:pt x="16830" y="37212"/>
                      <a:pt x="4773" y="18229"/>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31" name="Google Shape;331;p2"/>
              <p:cNvSpPr/>
              <p:nvPr/>
            </p:nvSpPr>
            <p:spPr>
              <a:xfrm>
                <a:off x="8950211" y="4423996"/>
                <a:ext cx="11997" cy="25068"/>
              </a:xfrm>
              <a:custGeom>
                <a:avLst/>
                <a:gdLst/>
                <a:ahLst/>
                <a:cxnLst/>
                <a:rect l="l" t="t" r="r" b="b"/>
                <a:pathLst>
                  <a:path w="11997" h="25068" extrusionOk="0">
                    <a:moveTo>
                      <a:pt x="363" y="16966"/>
                    </a:moveTo>
                    <a:cubicBezTo>
                      <a:pt x="-1875" y="-910"/>
                      <a:pt x="6785" y="-2981"/>
                      <a:pt x="11089" y="3047"/>
                    </a:cubicBezTo>
                    <a:cubicBezTo>
                      <a:pt x="15394" y="9072"/>
                      <a:pt x="3157" y="39280"/>
                      <a:pt x="363" y="1696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32" name="Google Shape;332;p2"/>
              <p:cNvSpPr/>
              <p:nvPr/>
            </p:nvSpPr>
            <p:spPr>
              <a:xfrm>
                <a:off x="8868303" y="4452840"/>
                <a:ext cx="15561" cy="33315"/>
              </a:xfrm>
              <a:custGeom>
                <a:avLst/>
                <a:gdLst/>
                <a:ahLst/>
                <a:cxnLst/>
                <a:rect l="l" t="t" r="r" b="b"/>
                <a:pathLst>
                  <a:path w="15561" h="33315" extrusionOk="0">
                    <a:moveTo>
                      <a:pt x="2163" y="23500"/>
                    </a:moveTo>
                    <a:cubicBezTo>
                      <a:pt x="-4656" y="620"/>
                      <a:pt x="6212" y="-3971"/>
                      <a:pt x="13152" y="2970"/>
                    </a:cubicBezTo>
                    <a:cubicBezTo>
                      <a:pt x="20092" y="9908"/>
                      <a:pt x="10674" y="52057"/>
                      <a:pt x="2163" y="23500"/>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33" name="Google Shape;333;p2"/>
              <p:cNvSpPr/>
              <p:nvPr/>
            </p:nvSpPr>
            <p:spPr>
              <a:xfrm>
                <a:off x="8916488" y="4357994"/>
                <a:ext cx="15561" cy="33316"/>
              </a:xfrm>
              <a:custGeom>
                <a:avLst/>
                <a:gdLst/>
                <a:ahLst/>
                <a:cxnLst/>
                <a:rect l="l" t="t" r="r" b="b"/>
                <a:pathLst>
                  <a:path w="15561" h="33316" extrusionOk="0">
                    <a:moveTo>
                      <a:pt x="2163" y="23500"/>
                    </a:moveTo>
                    <a:cubicBezTo>
                      <a:pt x="-4656" y="620"/>
                      <a:pt x="6212" y="-3971"/>
                      <a:pt x="13152" y="2970"/>
                    </a:cubicBezTo>
                    <a:cubicBezTo>
                      <a:pt x="20092" y="9910"/>
                      <a:pt x="10674" y="52057"/>
                      <a:pt x="2163" y="23500"/>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34" name="Google Shape;334;p2"/>
              <p:cNvSpPr/>
              <p:nvPr/>
            </p:nvSpPr>
            <p:spPr>
              <a:xfrm>
                <a:off x="8643646" y="4371705"/>
                <a:ext cx="249758" cy="253434"/>
              </a:xfrm>
              <a:custGeom>
                <a:avLst/>
                <a:gdLst/>
                <a:ahLst/>
                <a:cxnLst/>
                <a:rect l="l" t="t" r="r" b="b"/>
                <a:pathLst>
                  <a:path w="249758" h="253434" extrusionOk="0">
                    <a:moveTo>
                      <a:pt x="248428" y="232740"/>
                    </a:moveTo>
                    <a:cubicBezTo>
                      <a:pt x="228544" y="164846"/>
                      <a:pt x="193088" y="89140"/>
                      <a:pt x="148152" y="8676"/>
                    </a:cubicBezTo>
                    <a:cubicBezTo>
                      <a:pt x="144723" y="1015"/>
                      <a:pt x="135575" y="-2208"/>
                      <a:pt x="128099" y="1607"/>
                    </a:cubicBezTo>
                    <a:cubicBezTo>
                      <a:pt x="100734" y="15579"/>
                      <a:pt x="75057" y="34002"/>
                      <a:pt x="52156" y="56901"/>
                    </a:cubicBezTo>
                    <a:cubicBezTo>
                      <a:pt x="31900" y="77155"/>
                      <a:pt x="15143" y="99583"/>
                      <a:pt x="1871" y="123428"/>
                    </a:cubicBezTo>
                    <a:cubicBezTo>
                      <a:pt x="-2223" y="130787"/>
                      <a:pt x="632" y="140070"/>
                      <a:pt x="8192" y="143778"/>
                    </a:cubicBezTo>
                    <a:cubicBezTo>
                      <a:pt x="81712" y="188268"/>
                      <a:pt x="155193" y="226278"/>
                      <a:pt x="228599" y="251881"/>
                    </a:cubicBezTo>
                    <a:cubicBezTo>
                      <a:pt x="240909" y="257920"/>
                      <a:pt x="254028" y="245256"/>
                      <a:pt x="248428" y="232740"/>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35" name="Google Shape;335;p2"/>
              <p:cNvSpPr/>
              <p:nvPr/>
            </p:nvSpPr>
            <p:spPr>
              <a:xfrm>
                <a:off x="8653986" y="4407342"/>
                <a:ext cx="229409" cy="202630"/>
              </a:xfrm>
              <a:custGeom>
                <a:avLst/>
                <a:gdLst/>
                <a:ahLst/>
                <a:cxnLst/>
                <a:rect l="l" t="t" r="r" b="b"/>
                <a:pathLst>
                  <a:path w="229409" h="202630" extrusionOk="0">
                    <a:moveTo>
                      <a:pt x="69729" y="134032"/>
                    </a:moveTo>
                    <a:cubicBezTo>
                      <a:pt x="36671" y="121260"/>
                      <a:pt x="-404" y="95796"/>
                      <a:pt x="3" y="92934"/>
                    </a:cubicBezTo>
                    <a:cubicBezTo>
                      <a:pt x="412" y="90072"/>
                      <a:pt x="115325" y="148960"/>
                      <a:pt x="129432" y="146301"/>
                    </a:cubicBezTo>
                    <a:cubicBezTo>
                      <a:pt x="143541" y="143642"/>
                      <a:pt x="93595" y="119162"/>
                      <a:pt x="86261" y="100732"/>
                    </a:cubicBezTo>
                    <a:cubicBezTo>
                      <a:pt x="78928" y="82302"/>
                      <a:pt x="145176" y="115426"/>
                      <a:pt x="135362" y="88845"/>
                    </a:cubicBezTo>
                    <a:cubicBezTo>
                      <a:pt x="125548" y="62263"/>
                      <a:pt x="82583" y="22571"/>
                      <a:pt x="87911" y="4999"/>
                    </a:cubicBezTo>
                    <a:cubicBezTo>
                      <a:pt x="93240" y="-12574"/>
                      <a:pt x="196499" y="172880"/>
                      <a:pt x="206516" y="162045"/>
                    </a:cubicBezTo>
                    <a:cubicBezTo>
                      <a:pt x="216535" y="151207"/>
                      <a:pt x="120434" y="-4598"/>
                      <a:pt x="132498" y="104"/>
                    </a:cubicBezTo>
                    <a:cubicBezTo>
                      <a:pt x="144561" y="4807"/>
                      <a:pt x="241138" y="185901"/>
                      <a:pt x="228224" y="200861"/>
                    </a:cubicBezTo>
                    <a:cubicBezTo>
                      <a:pt x="215308" y="215820"/>
                      <a:pt x="170802" y="131104"/>
                      <a:pt x="156046" y="128683"/>
                    </a:cubicBezTo>
                    <a:cubicBezTo>
                      <a:pt x="141290" y="126262"/>
                      <a:pt x="181366" y="140984"/>
                      <a:pt x="177278" y="161841"/>
                    </a:cubicBezTo>
                    <a:cubicBezTo>
                      <a:pt x="173191" y="182694"/>
                      <a:pt x="87722" y="140984"/>
                      <a:pt x="69729" y="134032"/>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36" name="Google Shape;336;p2"/>
              <p:cNvSpPr/>
              <p:nvPr/>
            </p:nvSpPr>
            <p:spPr>
              <a:xfrm>
                <a:off x="8672167" y="4481669"/>
                <a:ext cx="27030" cy="25559"/>
              </a:xfrm>
              <a:custGeom>
                <a:avLst/>
                <a:gdLst/>
                <a:ahLst/>
                <a:cxnLst/>
                <a:rect l="l" t="t" r="r" b="b"/>
                <a:pathLst>
                  <a:path w="27030" h="25559" extrusionOk="0">
                    <a:moveTo>
                      <a:pt x="14946" y="22286"/>
                    </a:moveTo>
                    <a:cubicBezTo>
                      <a:pt x="-6055" y="10929"/>
                      <a:pt x="-1616" y="0"/>
                      <a:pt x="8198" y="0"/>
                    </a:cubicBezTo>
                    <a:cubicBezTo>
                      <a:pt x="18014" y="0"/>
                      <a:pt x="41160" y="36462"/>
                      <a:pt x="14946" y="2228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37" name="Google Shape;337;p2"/>
              <p:cNvSpPr/>
              <p:nvPr/>
            </p:nvSpPr>
            <p:spPr>
              <a:xfrm>
                <a:off x="8719313" y="4473871"/>
                <a:ext cx="23269" cy="15647"/>
              </a:xfrm>
              <a:custGeom>
                <a:avLst/>
                <a:gdLst/>
                <a:ahLst/>
                <a:cxnLst/>
                <a:rect l="l" t="t" r="r" b="b"/>
                <a:pathLst>
                  <a:path w="23269" h="15647" extrusionOk="0">
                    <a:moveTo>
                      <a:pt x="14293" y="14926"/>
                    </a:moveTo>
                    <a:cubicBezTo>
                      <a:pt x="-3291" y="11001"/>
                      <a:pt x="-2320" y="2152"/>
                      <a:pt x="4808" y="133"/>
                    </a:cubicBezTo>
                    <a:cubicBezTo>
                      <a:pt x="11933" y="-1885"/>
                      <a:pt x="36240" y="19825"/>
                      <a:pt x="14293" y="1492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38" name="Google Shape;338;p2"/>
              <p:cNvSpPr/>
              <p:nvPr/>
            </p:nvSpPr>
            <p:spPr>
              <a:xfrm>
                <a:off x="8787307" y="4452460"/>
                <a:ext cx="18242" cy="21176"/>
              </a:xfrm>
              <a:custGeom>
                <a:avLst/>
                <a:gdLst/>
                <a:ahLst/>
                <a:cxnLst/>
                <a:rect l="l" t="t" r="r" b="b"/>
                <a:pathLst>
                  <a:path w="18242" h="21176" extrusionOk="0">
                    <a:moveTo>
                      <a:pt x="9227" y="17554"/>
                    </a:moveTo>
                    <a:cubicBezTo>
                      <a:pt x="-4996" y="6495"/>
                      <a:pt x="-337" y="-1090"/>
                      <a:pt x="6969" y="128"/>
                    </a:cubicBezTo>
                    <a:cubicBezTo>
                      <a:pt x="14275" y="1344"/>
                      <a:pt x="26983" y="31357"/>
                      <a:pt x="9227" y="17554"/>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39" name="Google Shape;339;p2"/>
              <p:cNvSpPr/>
              <p:nvPr/>
            </p:nvSpPr>
            <p:spPr>
              <a:xfrm>
                <a:off x="8749960" y="4529387"/>
                <a:ext cx="27028" cy="25562"/>
              </a:xfrm>
              <a:custGeom>
                <a:avLst/>
                <a:gdLst/>
                <a:ahLst/>
                <a:cxnLst/>
                <a:rect l="l" t="t" r="r" b="b"/>
                <a:pathLst>
                  <a:path w="27028" h="25562" extrusionOk="0">
                    <a:moveTo>
                      <a:pt x="14946" y="22289"/>
                    </a:moveTo>
                    <a:cubicBezTo>
                      <a:pt x="-6055" y="10932"/>
                      <a:pt x="-1616" y="0"/>
                      <a:pt x="8198" y="0"/>
                    </a:cubicBezTo>
                    <a:cubicBezTo>
                      <a:pt x="18012" y="0"/>
                      <a:pt x="41157" y="36466"/>
                      <a:pt x="14946" y="22289"/>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0" name="Google Shape;340;p2"/>
              <p:cNvSpPr/>
              <p:nvPr/>
            </p:nvSpPr>
            <p:spPr>
              <a:xfrm>
                <a:off x="8716966" y="4428249"/>
                <a:ext cx="27028" cy="25561"/>
              </a:xfrm>
              <a:custGeom>
                <a:avLst/>
                <a:gdLst/>
                <a:ahLst/>
                <a:cxnLst/>
                <a:rect l="l" t="t" r="r" b="b"/>
                <a:pathLst>
                  <a:path w="27028" h="25561" extrusionOk="0">
                    <a:moveTo>
                      <a:pt x="14946" y="22289"/>
                    </a:moveTo>
                    <a:cubicBezTo>
                      <a:pt x="-6055" y="10932"/>
                      <a:pt x="-1616" y="0"/>
                      <a:pt x="8198" y="0"/>
                    </a:cubicBezTo>
                    <a:cubicBezTo>
                      <a:pt x="18012" y="3"/>
                      <a:pt x="41157" y="36464"/>
                      <a:pt x="14946" y="22289"/>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1" name="Google Shape;341;p2"/>
              <p:cNvSpPr/>
              <p:nvPr/>
            </p:nvSpPr>
            <p:spPr>
              <a:xfrm>
                <a:off x="8607650" y="4538484"/>
                <a:ext cx="272548" cy="196255"/>
              </a:xfrm>
              <a:custGeom>
                <a:avLst/>
                <a:gdLst/>
                <a:ahLst/>
                <a:cxnLst/>
                <a:rect l="l" t="t" r="r" b="b"/>
                <a:pathLst>
                  <a:path w="272548" h="196255" extrusionOk="0">
                    <a:moveTo>
                      <a:pt x="263121" y="88499"/>
                    </a:moveTo>
                    <a:cubicBezTo>
                      <a:pt x="201054" y="54552"/>
                      <a:pt x="122449" y="26089"/>
                      <a:pt x="33778" y="968"/>
                    </a:cubicBezTo>
                    <a:cubicBezTo>
                      <a:pt x="25937" y="-2024"/>
                      <a:pt x="17189" y="2166"/>
                      <a:pt x="14601" y="10149"/>
                    </a:cubicBezTo>
                    <a:cubicBezTo>
                      <a:pt x="5130" y="39380"/>
                      <a:pt x="0" y="70563"/>
                      <a:pt x="0" y="102947"/>
                    </a:cubicBezTo>
                    <a:cubicBezTo>
                      <a:pt x="0" y="131592"/>
                      <a:pt x="4007" y="159299"/>
                      <a:pt x="11485" y="185544"/>
                    </a:cubicBezTo>
                    <a:cubicBezTo>
                      <a:pt x="13791" y="193641"/>
                      <a:pt x="22375" y="198188"/>
                      <a:pt x="30344" y="195463"/>
                    </a:cubicBezTo>
                    <a:cubicBezTo>
                      <a:pt x="113790" y="174935"/>
                      <a:pt x="192625" y="149853"/>
                      <a:pt x="262636" y="116052"/>
                    </a:cubicBezTo>
                    <a:cubicBezTo>
                      <a:pt x="275609" y="111620"/>
                      <a:pt x="275929" y="93389"/>
                      <a:pt x="263121" y="88499"/>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2" name="Google Shape;342;p2"/>
              <p:cNvSpPr/>
              <p:nvPr/>
            </p:nvSpPr>
            <p:spPr>
              <a:xfrm>
                <a:off x="8628475" y="4562022"/>
                <a:ext cx="237996" cy="160039"/>
              </a:xfrm>
              <a:custGeom>
                <a:avLst/>
                <a:gdLst/>
                <a:ahLst/>
                <a:cxnLst/>
                <a:rect l="l" t="t" r="r" b="b"/>
                <a:pathLst>
                  <a:path w="237996" h="160039" extrusionOk="0">
                    <a:moveTo>
                      <a:pt x="78648" y="139411"/>
                    </a:moveTo>
                    <a:cubicBezTo>
                      <a:pt x="46239" y="153756"/>
                      <a:pt x="2019" y="161965"/>
                      <a:pt x="284" y="159652"/>
                    </a:cubicBezTo>
                    <a:cubicBezTo>
                      <a:pt x="-1451" y="157338"/>
                      <a:pt x="121444" y="117722"/>
                      <a:pt x="129541" y="105867"/>
                    </a:cubicBezTo>
                    <a:cubicBezTo>
                      <a:pt x="137638" y="94012"/>
                      <a:pt x="85010" y="112018"/>
                      <a:pt x="66793" y="104170"/>
                    </a:cubicBezTo>
                    <a:cubicBezTo>
                      <a:pt x="48575" y="96325"/>
                      <a:pt x="118843" y="72903"/>
                      <a:pt x="93107" y="61045"/>
                    </a:cubicBezTo>
                    <a:cubicBezTo>
                      <a:pt x="67371" y="49190"/>
                      <a:pt x="8922" y="51503"/>
                      <a:pt x="268" y="35309"/>
                    </a:cubicBezTo>
                    <a:cubicBezTo>
                      <a:pt x="-8390" y="19115"/>
                      <a:pt x="195762" y="77239"/>
                      <a:pt x="195183" y="62490"/>
                    </a:cubicBezTo>
                    <a:cubicBezTo>
                      <a:pt x="194605" y="47743"/>
                      <a:pt x="16480" y="5525"/>
                      <a:pt x="28335" y="320"/>
                    </a:cubicBezTo>
                    <a:cubicBezTo>
                      <a:pt x="40190" y="-4885"/>
                      <a:pt x="236533" y="54877"/>
                      <a:pt x="237980" y="74588"/>
                    </a:cubicBezTo>
                    <a:cubicBezTo>
                      <a:pt x="239424" y="94297"/>
                      <a:pt x="148049" y="65866"/>
                      <a:pt x="135905" y="74588"/>
                    </a:cubicBezTo>
                    <a:cubicBezTo>
                      <a:pt x="123760" y="83311"/>
                      <a:pt x="162507" y="65382"/>
                      <a:pt x="174365" y="83021"/>
                    </a:cubicBezTo>
                    <a:cubicBezTo>
                      <a:pt x="186218" y="100661"/>
                      <a:pt x="96286" y="131602"/>
                      <a:pt x="78648" y="139411"/>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3" name="Google Shape;343;p2"/>
              <p:cNvSpPr/>
              <p:nvPr/>
            </p:nvSpPr>
            <p:spPr>
              <a:xfrm>
                <a:off x="8631285" y="4687455"/>
                <a:ext cx="33315" cy="15560"/>
              </a:xfrm>
              <a:custGeom>
                <a:avLst/>
                <a:gdLst/>
                <a:ahLst/>
                <a:cxnLst/>
                <a:rect l="l" t="t" r="r" b="b"/>
                <a:pathLst>
                  <a:path w="33315" h="15560" extrusionOk="0">
                    <a:moveTo>
                      <a:pt x="23500" y="13397"/>
                    </a:moveTo>
                    <a:cubicBezTo>
                      <a:pt x="620" y="20216"/>
                      <a:pt x="-3971" y="9349"/>
                      <a:pt x="2969" y="2408"/>
                    </a:cubicBezTo>
                    <a:cubicBezTo>
                      <a:pt x="9908" y="-4529"/>
                      <a:pt x="52057" y="4886"/>
                      <a:pt x="23500" y="13397"/>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4" name="Google Shape;344;p2"/>
              <p:cNvSpPr/>
              <p:nvPr/>
            </p:nvSpPr>
            <p:spPr>
              <a:xfrm>
                <a:off x="8658712" y="4648418"/>
                <a:ext cx="24134" cy="13615"/>
              </a:xfrm>
              <a:custGeom>
                <a:avLst/>
                <a:gdLst/>
                <a:ahLst/>
                <a:cxnLst/>
                <a:rect l="l" t="t" r="r" b="b"/>
                <a:pathLst>
                  <a:path w="24134" h="13615" extrusionOk="0">
                    <a:moveTo>
                      <a:pt x="18229" y="8843"/>
                    </a:moveTo>
                    <a:cubicBezTo>
                      <a:pt x="3020" y="18501"/>
                      <a:pt x="-2548" y="11556"/>
                      <a:pt x="1061" y="5089"/>
                    </a:cubicBezTo>
                    <a:cubicBezTo>
                      <a:pt x="4671" y="-1378"/>
                      <a:pt x="37212" y="-3216"/>
                      <a:pt x="18229" y="884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5" name="Google Shape;345;p2"/>
              <p:cNvSpPr/>
              <p:nvPr/>
            </p:nvSpPr>
            <p:spPr>
              <a:xfrm>
                <a:off x="8691190" y="4587848"/>
                <a:ext cx="25069" cy="11997"/>
              </a:xfrm>
              <a:custGeom>
                <a:avLst/>
                <a:gdLst/>
                <a:ahLst/>
                <a:cxnLst/>
                <a:rect l="l" t="t" r="r" b="b"/>
                <a:pathLst>
                  <a:path w="25069" h="11997" extrusionOk="0">
                    <a:moveTo>
                      <a:pt x="16966" y="11634"/>
                    </a:moveTo>
                    <a:cubicBezTo>
                      <a:pt x="-910" y="13872"/>
                      <a:pt x="-2981" y="5213"/>
                      <a:pt x="3047" y="908"/>
                    </a:cubicBezTo>
                    <a:cubicBezTo>
                      <a:pt x="9075" y="-3396"/>
                      <a:pt x="39282" y="8841"/>
                      <a:pt x="16966" y="11634"/>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6" name="Google Shape;346;p2"/>
              <p:cNvSpPr/>
              <p:nvPr/>
            </p:nvSpPr>
            <p:spPr>
              <a:xfrm>
                <a:off x="8720034" y="4666192"/>
                <a:ext cx="33317" cy="15561"/>
              </a:xfrm>
              <a:custGeom>
                <a:avLst/>
                <a:gdLst/>
                <a:ahLst/>
                <a:cxnLst/>
                <a:rect l="l" t="t" r="r" b="b"/>
                <a:pathLst>
                  <a:path w="33317" h="15561" extrusionOk="0">
                    <a:moveTo>
                      <a:pt x="23500" y="13398"/>
                    </a:moveTo>
                    <a:cubicBezTo>
                      <a:pt x="619" y="20217"/>
                      <a:pt x="-3971" y="9349"/>
                      <a:pt x="2970" y="2409"/>
                    </a:cubicBezTo>
                    <a:cubicBezTo>
                      <a:pt x="9910" y="-4531"/>
                      <a:pt x="52059" y="4887"/>
                      <a:pt x="23500" y="13398"/>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7" name="Google Shape;347;p2"/>
              <p:cNvSpPr/>
              <p:nvPr/>
            </p:nvSpPr>
            <p:spPr>
              <a:xfrm>
                <a:off x="8625188" y="4618008"/>
                <a:ext cx="33317" cy="15561"/>
              </a:xfrm>
              <a:custGeom>
                <a:avLst/>
                <a:gdLst/>
                <a:ahLst/>
                <a:cxnLst/>
                <a:rect l="l" t="t" r="r" b="b"/>
                <a:pathLst>
                  <a:path w="33317" h="15561" extrusionOk="0">
                    <a:moveTo>
                      <a:pt x="23500" y="13398"/>
                    </a:moveTo>
                    <a:cubicBezTo>
                      <a:pt x="620" y="20217"/>
                      <a:pt x="-3971" y="9349"/>
                      <a:pt x="2969" y="2409"/>
                    </a:cubicBezTo>
                    <a:cubicBezTo>
                      <a:pt x="9910" y="-4531"/>
                      <a:pt x="52059" y="4887"/>
                      <a:pt x="23500" y="13398"/>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8" name="Google Shape;348;p2"/>
              <p:cNvSpPr/>
              <p:nvPr/>
            </p:nvSpPr>
            <p:spPr>
              <a:xfrm>
                <a:off x="8638901" y="4656652"/>
                <a:ext cx="253434" cy="249756"/>
              </a:xfrm>
              <a:custGeom>
                <a:avLst/>
                <a:gdLst/>
                <a:ahLst/>
                <a:cxnLst/>
                <a:rect l="l" t="t" r="r" b="b"/>
                <a:pathLst>
                  <a:path w="253434" h="249756" extrusionOk="0">
                    <a:moveTo>
                      <a:pt x="232740" y="1331"/>
                    </a:moveTo>
                    <a:cubicBezTo>
                      <a:pt x="164846" y="21215"/>
                      <a:pt x="89141" y="56671"/>
                      <a:pt x="8675" y="101606"/>
                    </a:cubicBezTo>
                    <a:cubicBezTo>
                      <a:pt x="1015" y="105035"/>
                      <a:pt x="-2208" y="114184"/>
                      <a:pt x="1607" y="121657"/>
                    </a:cubicBezTo>
                    <a:cubicBezTo>
                      <a:pt x="15579" y="149023"/>
                      <a:pt x="34002" y="174699"/>
                      <a:pt x="56903" y="197601"/>
                    </a:cubicBezTo>
                    <a:cubicBezTo>
                      <a:pt x="77157" y="217854"/>
                      <a:pt x="99585" y="234613"/>
                      <a:pt x="123431" y="247885"/>
                    </a:cubicBezTo>
                    <a:cubicBezTo>
                      <a:pt x="130789" y="251980"/>
                      <a:pt x="140072" y="249124"/>
                      <a:pt x="143781" y="241565"/>
                    </a:cubicBezTo>
                    <a:cubicBezTo>
                      <a:pt x="188271" y="168042"/>
                      <a:pt x="226280" y="94561"/>
                      <a:pt x="251883" y="21158"/>
                    </a:cubicBezTo>
                    <a:cubicBezTo>
                      <a:pt x="257918" y="8850"/>
                      <a:pt x="245254" y="-4270"/>
                      <a:pt x="232740" y="1331"/>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9" name="Google Shape;349;p2"/>
              <p:cNvSpPr/>
              <p:nvPr/>
            </p:nvSpPr>
            <p:spPr>
              <a:xfrm>
                <a:off x="8674537" y="4666659"/>
                <a:ext cx="202630" cy="229409"/>
              </a:xfrm>
              <a:custGeom>
                <a:avLst/>
                <a:gdLst/>
                <a:ahLst/>
                <a:cxnLst/>
                <a:rect l="l" t="t" r="r" b="b"/>
                <a:pathLst>
                  <a:path w="202630" h="229409" extrusionOk="0">
                    <a:moveTo>
                      <a:pt x="134032" y="159683"/>
                    </a:moveTo>
                    <a:cubicBezTo>
                      <a:pt x="121260" y="192741"/>
                      <a:pt x="95796" y="229815"/>
                      <a:pt x="92934" y="229406"/>
                    </a:cubicBezTo>
                    <a:cubicBezTo>
                      <a:pt x="90072" y="228997"/>
                      <a:pt x="148959" y="114084"/>
                      <a:pt x="146301" y="99977"/>
                    </a:cubicBezTo>
                    <a:cubicBezTo>
                      <a:pt x="143642" y="85868"/>
                      <a:pt x="119161" y="135815"/>
                      <a:pt x="100732" y="143148"/>
                    </a:cubicBezTo>
                    <a:cubicBezTo>
                      <a:pt x="82302" y="150482"/>
                      <a:pt x="115426" y="84234"/>
                      <a:pt x="88844" y="94047"/>
                    </a:cubicBezTo>
                    <a:cubicBezTo>
                      <a:pt x="62263" y="103861"/>
                      <a:pt x="22571" y="146827"/>
                      <a:pt x="4999" y="141498"/>
                    </a:cubicBezTo>
                    <a:cubicBezTo>
                      <a:pt x="-12574" y="136169"/>
                      <a:pt x="172882" y="32913"/>
                      <a:pt x="162044" y="22893"/>
                    </a:cubicBezTo>
                    <a:cubicBezTo>
                      <a:pt x="151207" y="12874"/>
                      <a:pt x="-4598" y="108975"/>
                      <a:pt x="104" y="96912"/>
                    </a:cubicBezTo>
                    <a:cubicBezTo>
                      <a:pt x="4806" y="84849"/>
                      <a:pt x="185901" y="-11728"/>
                      <a:pt x="200861" y="1186"/>
                    </a:cubicBezTo>
                    <a:cubicBezTo>
                      <a:pt x="215820" y="14102"/>
                      <a:pt x="131103" y="58608"/>
                      <a:pt x="128683" y="73364"/>
                    </a:cubicBezTo>
                    <a:cubicBezTo>
                      <a:pt x="126262" y="88120"/>
                      <a:pt x="140984" y="48044"/>
                      <a:pt x="161841" y="52131"/>
                    </a:cubicBezTo>
                    <a:cubicBezTo>
                      <a:pt x="182696" y="56221"/>
                      <a:pt x="140984" y="141690"/>
                      <a:pt x="134032" y="159683"/>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50" name="Google Shape;350;p2"/>
              <p:cNvSpPr/>
              <p:nvPr/>
            </p:nvSpPr>
            <p:spPr>
              <a:xfrm>
                <a:off x="8748865" y="4850860"/>
                <a:ext cx="25558" cy="27029"/>
              </a:xfrm>
              <a:custGeom>
                <a:avLst/>
                <a:gdLst/>
                <a:ahLst/>
                <a:cxnLst/>
                <a:rect l="l" t="t" r="r" b="b"/>
                <a:pathLst>
                  <a:path w="25558" h="27029" extrusionOk="0">
                    <a:moveTo>
                      <a:pt x="22286" y="12084"/>
                    </a:moveTo>
                    <a:cubicBezTo>
                      <a:pt x="10929" y="33085"/>
                      <a:pt x="0" y="28646"/>
                      <a:pt x="0" y="18832"/>
                    </a:cubicBezTo>
                    <a:cubicBezTo>
                      <a:pt x="0" y="9018"/>
                      <a:pt x="36462" y="-14130"/>
                      <a:pt x="22286" y="12084"/>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51" name="Google Shape;351;p2"/>
              <p:cNvSpPr/>
              <p:nvPr/>
            </p:nvSpPr>
            <p:spPr>
              <a:xfrm>
                <a:off x="8741067" y="4807474"/>
                <a:ext cx="15647" cy="23270"/>
              </a:xfrm>
              <a:custGeom>
                <a:avLst/>
                <a:gdLst/>
                <a:ahLst/>
                <a:cxnLst/>
                <a:rect l="l" t="t" r="r" b="b"/>
                <a:pathLst>
                  <a:path w="15647" h="23270" extrusionOk="0">
                    <a:moveTo>
                      <a:pt x="14926" y="8977"/>
                    </a:moveTo>
                    <a:cubicBezTo>
                      <a:pt x="11001" y="26562"/>
                      <a:pt x="2152" y="25590"/>
                      <a:pt x="133" y="18462"/>
                    </a:cubicBezTo>
                    <a:cubicBezTo>
                      <a:pt x="-1888" y="11337"/>
                      <a:pt x="19823" y="-12971"/>
                      <a:pt x="14926" y="8977"/>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52" name="Google Shape;352;p2"/>
              <p:cNvSpPr/>
              <p:nvPr/>
            </p:nvSpPr>
            <p:spPr>
              <a:xfrm>
                <a:off x="8719657" y="4744509"/>
                <a:ext cx="21176" cy="18241"/>
              </a:xfrm>
              <a:custGeom>
                <a:avLst/>
                <a:gdLst/>
                <a:ahLst/>
                <a:cxnLst/>
                <a:rect l="l" t="t" r="r" b="b"/>
                <a:pathLst>
                  <a:path w="21176" h="18241" extrusionOk="0">
                    <a:moveTo>
                      <a:pt x="17555" y="9013"/>
                    </a:moveTo>
                    <a:cubicBezTo>
                      <a:pt x="6495" y="23237"/>
                      <a:pt x="-1090" y="18578"/>
                      <a:pt x="128" y="11272"/>
                    </a:cubicBezTo>
                    <a:cubicBezTo>
                      <a:pt x="1344" y="3966"/>
                      <a:pt x="31357" y="-8740"/>
                      <a:pt x="17555" y="901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53" name="Google Shape;353;p2"/>
              <p:cNvSpPr/>
              <p:nvPr/>
            </p:nvSpPr>
            <p:spPr>
              <a:xfrm>
                <a:off x="8796585" y="4773068"/>
                <a:ext cx="25558" cy="27028"/>
              </a:xfrm>
              <a:custGeom>
                <a:avLst/>
                <a:gdLst/>
                <a:ahLst/>
                <a:cxnLst/>
                <a:rect l="l" t="t" r="r" b="b"/>
                <a:pathLst>
                  <a:path w="25558" h="27028" extrusionOk="0">
                    <a:moveTo>
                      <a:pt x="22286" y="12083"/>
                    </a:moveTo>
                    <a:cubicBezTo>
                      <a:pt x="10929" y="33084"/>
                      <a:pt x="0" y="28645"/>
                      <a:pt x="0" y="18831"/>
                    </a:cubicBezTo>
                    <a:cubicBezTo>
                      <a:pt x="0" y="9017"/>
                      <a:pt x="36462" y="-14129"/>
                      <a:pt x="22286" y="1208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54" name="Google Shape;354;p2"/>
              <p:cNvSpPr/>
              <p:nvPr/>
            </p:nvSpPr>
            <p:spPr>
              <a:xfrm>
                <a:off x="8695446" y="4806062"/>
                <a:ext cx="25561" cy="27028"/>
              </a:xfrm>
              <a:custGeom>
                <a:avLst/>
                <a:gdLst/>
                <a:ahLst/>
                <a:cxnLst/>
                <a:rect l="l" t="t" r="r" b="b"/>
                <a:pathLst>
                  <a:path w="25561" h="27028" extrusionOk="0">
                    <a:moveTo>
                      <a:pt x="22289" y="12082"/>
                    </a:moveTo>
                    <a:cubicBezTo>
                      <a:pt x="10932" y="33084"/>
                      <a:pt x="0" y="28645"/>
                      <a:pt x="0" y="18831"/>
                    </a:cubicBezTo>
                    <a:cubicBezTo>
                      <a:pt x="0" y="9017"/>
                      <a:pt x="36464" y="-14128"/>
                      <a:pt x="22289" y="12082"/>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55" name="Google Shape;355;p2"/>
              <p:cNvSpPr/>
              <p:nvPr/>
            </p:nvSpPr>
            <p:spPr>
              <a:xfrm>
                <a:off x="8805678" y="4669858"/>
                <a:ext cx="196255" cy="272547"/>
              </a:xfrm>
              <a:custGeom>
                <a:avLst/>
                <a:gdLst/>
                <a:ahLst/>
                <a:cxnLst/>
                <a:rect l="l" t="t" r="r" b="b"/>
                <a:pathLst>
                  <a:path w="196255" h="272547" extrusionOk="0">
                    <a:moveTo>
                      <a:pt x="88499" y="9428"/>
                    </a:moveTo>
                    <a:cubicBezTo>
                      <a:pt x="54550" y="71495"/>
                      <a:pt x="26089" y="150099"/>
                      <a:pt x="968" y="238771"/>
                    </a:cubicBezTo>
                    <a:cubicBezTo>
                      <a:pt x="-2024" y="246612"/>
                      <a:pt x="2166" y="255361"/>
                      <a:pt x="10149" y="257946"/>
                    </a:cubicBezTo>
                    <a:cubicBezTo>
                      <a:pt x="39378" y="267417"/>
                      <a:pt x="70563" y="272547"/>
                      <a:pt x="102947" y="272547"/>
                    </a:cubicBezTo>
                    <a:cubicBezTo>
                      <a:pt x="131593" y="272547"/>
                      <a:pt x="159299" y="268540"/>
                      <a:pt x="185544" y="261062"/>
                    </a:cubicBezTo>
                    <a:cubicBezTo>
                      <a:pt x="193644" y="258755"/>
                      <a:pt x="198188" y="250172"/>
                      <a:pt x="195463" y="242203"/>
                    </a:cubicBezTo>
                    <a:cubicBezTo>
                      <a:pt x="174935" y="158755"/>
                      <a:pt x="149853" y="79919"/>
                      <a:pt x="116052" y="9911"/>
                    </a:cubicBezTo>
                    <a:cubicBezTo>
                      <a:pt x="111620" y="-3060"/>
                      <a:pt x="93389" y="-3380"/>
                      <a:pt x="88499" y="9428"/>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56" name="Google Shape;356;p2"/>
              <p:cNvSpPr/>
              <p:nvPr/>
            </p:nvSpPr>
            <p:spPr>
              <a:xfrm>
                <a:off x="8829218" y="4683588"/>
                <a:ext cx="160037" cy="237996"/>
              </a:xfrm>
              <a:custGeom>
                <a:avLst/>
                <a:gdLst/>
                <a:ahLst/>
                <a:cxnLst/>
                <a:rect l="l" t="t" r="r" b="b"/>
                <a:pathLst>
                  <a:path w="160037" h="237996" extrusionOk="0">
                    <a:moveTo>
                      <a:pt x="139409" y="159346"/>
                    </a:moveTo>
                    <a:cubicBezTo>
                      <a:pt x="153754" y="191753"/>
                      <a:pt x="161965" y="235975"/>
                      <a:pt x="159650" y="237710"/>
                    </a:cubicBezTo>
                    <a:cubicBezTo>
                      <a:pt x="157336" y="239446"/>
                      <a:pt x="117722" y="116550"/>
                      <a:pt x="105865" y="108455"/>
                    </a:cubicBezTo>
                    <a:cubicBezTo>
                      <a:pt x="94007" y="100361"/>
                      <a:pt x="112014" y="152987"/>
                      <a:pt x="104168" y="171204"/>
                    </a:cubicBezTo>
                    <a:cubicBezTo>
                      <a:pt x="96323" y="189421"/>
                      <a:pt x="72900" y="119154"/>
                      <a:pt x="61043" y="144890"/>
                    </a:cubicBezTo>
                    <a:cubicBezTo>
                      <a:pt x="49188" y="170626"/>
                      <a:pt x="51501" y="229072"/>
                      <a:pt x="35307" y="237729"/>
                    </a:cubicBezTo>
                    <a:cubicBezTo>
                      <a:pt x="19115" y="246386"/>
                      <a:pt x="77237" y="42235"/>
                      <a:pt x="62490" y="42813"/>
                    </a:cubicBezTo>
                    <a:cubicBezTo>
                      <a:pt x="47743" y="43392"/>
                      <a:pt x="5525" y="221516"/>
                      <a:pt x="320" y="209661"/>
                    </a:cubicBezTo>
                    <a:cubicBezTo>
                      <a:pt x="-4885" y="197806"/>
                      <a:pt x="54878" y="1464"/>
                      <a:pt x="74588" y="17"/>
                    </a:cubicBezTo>
                    <a:cubicBezTo>
                      <a:pt x="94297" y="-1428"/>
                      <a:pt x="65864" y="89946"/>
                      <a:pt x="74588" y="102091"/>
                    </a:cubicBezTo>
                    <a:cubicBezTo>
                      <a:pt x="83308" y="114237"/>
                      <a:pt x="65382" y="75489"/>
                      <a:pt x="83021" y="63634"/>
                    </a:cubicBezTo>
                    <a:cubicBezTo>
                      <a:pt x="100662" y="51776"/>
                      <a:pt x="131603" y="141708"/>
                      <a:pt x="139409" y="159346"/>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57" name="Google Shape;357;p2"/>
              <p:cNvSpPr/>
              <p:nvPr/>
            </p:nvSpPr>
            <p:spPr>
              <a:xfrm>
                <a:off x="8954651" y="4885456"/>
                <a:ext cx="15561" cy="33316"/>
              </a:xfrm>
              <a:custGeom>
                <a:avLst/>
                <a:gdLst/>
                <a:ahLst/>
                <a:cxnLst/>
                <a:rect l="l" t="t" r="r" b="b"/>
                <a:pathLst>
                  <a:path w="15561" h="33316" extrusionOk="0">
                    <a:moveTo>
                      <a:pt x="13398" y="9816"/>
                    </a:moveTo>
                    <a:cubicBezTo>
                      <a:pt x="20217" y="32697"/>
                      <a:pt x="9350" y="37287"/>
                      <a:pt x="2409" y="30346"/>
                    </a:cubicBezTo>
                    <a:cubicBezTo>
                      <a:pt x="-4531" y="23406"/>
                      <a:pt x="4887" y="-18741"/>
                      <a:pt x="13398" y="981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58" name="Google Shape;358;p2"/>
              <p:cNvSpPr/>
              <p:nvPr/>
            </p:nvSpPr>
            <p:spPr>
              <a:xfrm>
                <a:off x="8915613" y="4867211"/>
                <a:ext cx="13615" cy="24134"/>
              </a:xfrm>
              <a:custGeom>
                <a:avLst/>
                <a:gdLst/>
                <a:ahLst/>
                <a:cxnLst/>
                <a:rect l="l" t="t" r="r" b="b"/>
                <a:pathLst>
                  <a:path w="13615" h="24134" extrusionOk="0">
                    <a:moveTo>
                      <a:pt x="8842" y="5905"/>
                    </a:moveTo>
                    <a:cubicBezTo>
                      <a:pt x="18503" y="21114"/>
                      <a:pt x="11555" y="26682"/>
                      <a:pt x="5088" y="23073"/>
                    </a:cubicBezTo>
                    <a:cubicBezTo>
                      <a:pt x="-1379" y="19463"/>
                      <a:pt x="-3214" y="-13078"/>
                      <a:pt x="8842" y="5905"/>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59" name="Google Shape;359;p2"/>
              <p:cNvSpPr/>
              <p:nvPr/>
            </p:nvSpPr>
            <p:spPr>
              <a:xfrm>
                <a:off x="8855043" y="4833797"/>
                <a:ext cx="11998" cy="25070"/>
              </a:xfrm>
              <a:custGeom>
                <a:avLst/>
                <a:gdLst/>
                <a:ahLst/>
                <a:cxnLst/>
                <a:rect l="l" t="t" r="r" b="b"/>
                <a:pathLst>
                  <a:path w="11998" h="25070" extrusionOk="0">
                    <a:moveTo>
                      <a:pt x="11635" y="8104"/>
                    </a:moveTo>
                    <a:cubicBezTo>
                      <a:pt x="13873" y="25983"/>
                      <a:pt x="5214" y="28051"/>
                      <a:pt x="909" y="22023"/>
                    </a:cubicBezTo>
                    <a:cubicBezTo>
                      <a:pt x="-3398" y="15995"/>
                      <a:pt x="8840" y="-14212"/>
                      <a:pt x="11635" y="8104"/>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60" name="Google Shape;360;p2"/>
              <p:cNvSpPr/>
              <p:nvPr/>
            </p:nvSpPr>
            <p:spPr>
              <a:xfrm>
                <a:off x="8933388" y="4796706"/>
                <a:ext cx="15561" cy="33317"/>
              </a:xfrm>
              <a:custGeom>
                <a:avLst/>
                <a:gdLst/>
                <a:ahLst/>
                <a:cxnLst/>
                <a:rect l="l" t="t" r="r" b="b"/>
                <a:pathLst>
                  <a:path w="15561" h="33317" extrusionOk="0">
                    <a:moveTo>
                      <a:pt x="13398" y="9817"/>
                    </a:moveTo>
                    <a:cubicBezTo>
                      <a:pt x="20218" y="32697"/>
                      <a:pt x="9350" y="37288"/>
                      <a:pt x="2410" y="30347"/>
                    </a:cubicBezTo>
                    <a:cubicBezTo>
                      <a:pt x="-4531" y="23407"/>
                      <a:pt x="4885" y="-18742"/>
                      <a:pt x="13398" y="9817"/>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61" name="Google Shape;361;p2"/>
              <p:cNvSpPr/>
              <p:nvPr/>
            </p:nvSpPr>
            <p:spPr>
              <a:xfrm>
                <a:off x="8885204" y="4891552"/>
                <a:ext cx="15561" cy="33317"/>
              </a:xfrm>
              <a:custGeom>
                <a:avLst/>
                <a:gdLst/>
                <a:ahLst/>
                <a:cxnLst/>
                <a:rect l="l" t="t" r="r" b="b"/>
                <a:pathLst>
                  <a:path w="15561" h="33317" extrusionOk="0">
                    <a:moveTo>
                      <a:pt x="13398" y="9817"/>
                    </a:moveTo>
                    <a:cubicBezTo>
                      <a:pt x="20218" y="32697"/>
                      <a:pt x="9350" y="37288"/>
                      <a:pt x="2410" y="30347"/>
                    </a:cubicBezTo>
                    <a:cubicBezTo>
                      <a:pt x="-4531" y="23407"/>
                      <a:pt x="4885" y="-18742"/>
                      <a:pt x="13398" y="9817"/>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62" name="Google Shape;362;p2"/>
              <p:cNvSpPr/>
              <p:nvPr/>
            </p:nvSpPr>
            <p:spPr>
              <a:xfrm>
                <a:off x="8923846" y="4657722"/>
                <a:ext cx="249758" cy="253433"/>
              </a:xfrm>
              <a:custGeom>
                <a:avLst/>
                <a:gdLst/>
                <a:ahLst/>
                <a:cxnLst/>
                <a:rect l="l" t="t" r="r" b="b"/>
                <a:pathLst>
                  <a:path w="249758" h="253433" extrusionOk="0">
                    <a:moveTo>
                      <a:pt x="1331" y="20693"/>
                    </a:moveTo>
                    <a:cubicBezTo>
                      <a:pt x="21215" y="88588"/>
                      <a:pt x="56671" y="164293"/>
                      <a:pt x="101607" y="244758"/>
                    </a:cubicBezTo>
                    <a:cubicBezTo>
                      <a:pt x="105036" y="252419"/>
                      <a:pt x="114184" y="255642"/>
                      <a:pt x="121659" y="251826"/>
                    </a:cubicBezTo>
                    <a:cubicBezTo>
                      <a:pt x="149025" y="237854"/>
                      <a:pt x="174701" y="219431"/>
                      <a:pt x="197603" y="196533"/>
                    </a:cubicBezTo>
                    <a:cubicBezTo>
                      <a:pt x="217857" y="176278"/>
                      <a:pt x="234615" y="153850"/>
                      <a:pt x="247888" y="130005"/>
                    </a:cubicBezTo>
                    <a:cubicBezTo>
                      <a:pt x="251982" y="122647"/>
                      <a:pt x="249127" y="113363"/>
                      <a:pt x="241567" y="109655"/>
                    </a:cubicBezTo>
                    <a:cubicBezTo>
                      <a:pt x="168047" y="65165"/>
                      <a:pt x="94566" y="27156"/>
                      <a:pt x="21160" y="1553"/>
                    </a:cubicBezTo>
                    <a:cubicBezTo>
                      <a:pt x="8850" y="-4485"/>
                      <a:pt x="-4269" y="8180"/>
                      <a:pt x="1331" y="20693"/>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63" name="Google Shape;363;p2"/>
              <p:cNvSpPr/>
              <p:nvPr/>
            </p:nvSpPr>
            <p:spPr>
              <a:xfrm>
                <a:off x="8933856" y="4672890"/>
                <a:ext cx="229409" cy="202630"/>
              </a:xfrm>
              <a:custGeom>
                <a:avLst/>
                <a:gdLst/>
                <a:ahLst/>
                <a:cxnLst/>
                <a:rect l="l" t="t" r="r" b="b"/>
                <a:pathLst>
                  <a:path w="229409" h="202630" extrusionOk="0">
                    <a:moveTo>
                      <a:pt x="159683" y="68599"/>
                    </a:moveTo>
                    <a:cubicBezTo>
                      <a:pt x="192741" y="81371"/>
                      <a:pt x="229815" y="106835"/>
                      <a:pt x="229406" y="109697"/>
                    </a:cubicBezTo>
                    <a:cubicBezTo>
                      <a:pt x="228997" y="112559"/>
                      <a:pt x="114084" y="53671"/>
                      <a:pt x="99977" y="56330"/>
                    </a:cubicBezTo>
                    <a:cubicBezTo>
                      <a:pt x="85871" y="58989"/>
                      <a:pt x="135815" y="83470"/>
                      <a:pt x="143149" y="101899"/>
                    </a:cubicBezTo>
                    <a:cubicBezTo>
                      <a:pt x="150482" y="120329"/>
                      <a:pt x="84234" y="87204"/>
                      <a:pt x="94048" y="113786"/>
                    </a:cubicBezTo>
                    <a:cubicBezTo>
                      <a:pt x="103861" y="140368"/>
                      <a:pt x="146827" y="180060"/>
                      <a:pt x="141498" y="197632"/>
                    </a:cubicBezTo>
                    <a:cubicBezTo>
                      <a:pt x="136170" y="215205"/>
                      <a:pt x="32911" y="29748"/>
                      <a:pt x="22894" y="40586"/>
                    </a:cubicBezTo>
                    <a:cubicBezTo>
                      <a:pt x="12874" y="51422"/>
                      <a:pt x="108975" y="207229"/>
                      <a:pt x="96912" y="202526"/>
                    </a:cubicBezTo>
                    <a:cubicBezTo>
                      <a:pt x="84849" y="197824"/>
                      <a:pt x="-11728" y="16730"/>
                      <a:pt x="1186" y="1770"/>
                    </a:cubicBezTo>
                    <a:cubicBezTo>
                      <a:pt x="14099" y="-13190"/>
                      <a:pt x="58608" y="71527"/>
                      <a:pt x="73364" y="73948"/>
                    </a:cubicBezTo>
                    <a:cubicBezTo>
                      <a:pt x="88120" y="76369"/>
                      <a:pt x="48044" y="61647"/>
                      <a:pt x="52134" y="40790"/>
                    </a:cubicBezTo>
                    <a:cubicBezTo>
                      <a:pt x="56221" y="19935"/>
                      <a:pt x="141688" y="61647"/>
                      <a:pt x="159683" y="68599"/>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64" name="Google Shape;364;p2"/>
              <p:cNvSpPr/>
              <p:nvPr/>
            </p:nvSpPr>
            <p:spPr>
              <a:xfrm>
                <a:off x="9118055" y="4775633"/>
                <a:ext cx="27028" cy="25561"/>
              </a:xfrm>
              <a:custGeom>
                <a:avLst/>
                <a:gdLst/>
                <a:ahLst/>
                <a:cxnLst/>
                <a:rect l="l" t="t" r="r" b="b"/>
                <a:pathLst>
                  <a:path w="27028" h="25561" extrusionOk="0">
                    <a:moveTo>
                      <a:pt x="12083" y="3273"/>
                    </a:moveTo>
                    <a:cubicBezTo>
                      <a:pt x="33084" y="14630"/>
                      <a:pt x="28645" y="25561"/>
                      <a:pt x="18831" y="25561"/>
                    </a:cubicBezTo>
                    <a:cubicBezTo>
                      <a:pt x="9017" y="25561"/>
                      <a:pt x="-14129" y="-10903"/>
                      <a:pt x="12083" y="327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65" name="Google Shape;365;p2"/>
              <p:cNvSpPr/>
              <p:nvPr/>
            </p:nvSpPr>
            <p:spPr>
              <a:xfrm>
                <a:off x="9074668" y="4793343"/>
                <a:ext cx="23268" cy="15647"/>
              </a:xfrm>
              <a:custGeom>
                <a:avLst/>
                <a:gdLst/>
                <a:ahLst/>
                <a:cxnLst/>
                <a:rect l="l" t="t" r="r" b="b"/>
                <a:pathLst>
                  <a:path w="23268" h="15647" extrusionOk="0">
                    <a:moveTo>
                      <a:pt x="8977" y="721"/>
                    </a:moveTo>
                    <a:cubicBezTo>
                      <a:pt x="26561" y="4647"/>
                      <a:pt x="25587" y="13493"/>
                      <a:pt x="18461" y="15514"/>
                    </a:cubicBezTo>
                    <a:cubicBezTo>
                      <a:pt x="11338" y="17535"/>
                      <a:pt x="-12971" y="-4175"/>
                      <a:pt x="8977" y="721"/>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66" name="Google Shape;366;p2"/>
              <p:cNvSpPr/>
              <p:nvPr/>
            </p:nvSpPr>
            <p:spPr>
              <a:xfrm>
                <a:off x="9011703" y="4809225"/>
                <a:ext cx="18241" cy="21177"/>
              </a:xfrm>
              <a:custGeom>
                <a:avLst/>
                <a:gdLst/>
                <a:ahLst/>
                <a:cxnLst/>
                <a:rect l="l" t="t" r="r" b="b"/>
                <a:pathLst>
                  <a:path w="18241" h="21177" extrusionOk="0">
                    <a:moveTo>
                      <a:pt x="9014" y="3622"/>
                    </a:moveTo>
                    <a:cubicBezTo>
                      <a:pt x="23237" y="14681"/>
                      <a:pt x="18578" y="22266"/>
                      <a:pt x="11272" y="21050"/>
                    </a:cubicBezTo>
                    <a:cubicBezTo>
                      <a:pt x="3966" y="19834"/>
                      <a:pt x="-8740" y="-10182"/>
                      <a:pt x="9014" y="3622"/>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67" name="Google Shape;367;p2"/>
              <p:cNvSpPr/>
              <p:nvPr/>
            </p:nvSpPr>
            <p:spPr>
              <a:xfrm>
                <a:off x="9040263" y="4727912"/>
                <a:ext cx="27030" cy="25561"/>
              </a:xfrm>
              <a:custGeom>
                <a:avLst/>
                <a:gdLst/>
                <a:ahLst/>
                <a:cxnLst/>
                <a:rect l="l" t="t" r="r" b="b"/>
                <a:pathLst>
                  <a:path w="27030" h="25561" extrusionOk="0">
                    <a:moveTo>
                      <a:pt x="12084" y="3273"/>
                    </a:moveTo>
                    <a:cubicBezTo>
                      <a:pt x="33086" y="14630"/>
                      <a:pt x="28646" y="25561"/>
                      <a:pt x="18833" y="25561"/>
                    </a:cubicBezTo>
                    <a:cubicBezTo>
                      <a:pt x="9016" y="25559"/>
                      <a:pt x="-14129" y="-10903"/>
                      <a:pt x="12084" y="327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68" name="Google Shape;368;p2"/>
              <p:cNvSpPr/>
              <p:nvPr/>
            </p:nvSpPr>
            <p:spPr>
              <a:xfrm>
                <a:off x="9073258" y="4829050"/>
                <a:ext cx="27029" cy="25559"/>
              </a:xfrm>
              <a:custGeom>
                <a:avLst/>
                <a:gdLst/>
                <a:ahLst/>
                <a:cxnLst/>
                <a:rect l="l" t="t" r="r" b="b"/>
                <a:pathLst>
                  <a:path w="27029" h="25559" extrusionOk="0">
                    <a:moveTo>
                      <a:pt x="12083" y="3273"/>
                    </a:moveTo>
                    <a:cubicBezTo>
                      <a:pt x="33085" y="14630"/>
                      <a:pt x="28645" y="25559"/>
                      <a:pt x="18832" y="25559"/>
                    </a:cubicBezTo>
                    <a:cubicBezTo>
                      <a:pt x="9015" y="25561"/>
                      <a:pt x="-14128" y="-10903"/>
                      <a:pt x="12083" y="327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69" name="Google Shape;369;p2"/>
              <p:cNvSpPr/>
              <p:nvPr/>
            </p:nvSpPr>
            <p:spPr>
              <a:xfrm>
                <a:off x="8937055" y="4548123"/>
                <a:ext cx="272548" cy="196256"/>
              </a:xfrm>
              <a:custGeom>
                <a:avLst/>
                <a:gdLst/>
                <a:ahLst/>
                <a:cxnLst/>
                <a:rect l="l" t="t" r="r" b="b"/>
                <a:pathLst>
                  <a:path w="272548" h="196256" extrusionOk="0">
                    <a:moveTo>
                      <a:pt x="9428" y="107757"/>
                    </a:moveTo>
                    <a:cubicBezTo>
                      <a:pt x="71495" y="141704"/>
                      <a:pt x="150099" y="170167"/>
                      <a:pt x="238771" y="195288"/>
                    </a:cubicBezTo>
                    <a:cubicBezTo>
                      <a:pt x="246612" y="198280"/>
                      <a:pt x="255360" y="194090"/>
                      <a:pt x="257948" y="186107"/>
                    </a:cubicBezTo>
                    <a:cubicBezTo>
                      <a:pt x="267419" y="156876"/>
                      <a:pt x="272549" y="125693"/>
                      <a:pt x="272549" y="93309"/>
                    </a:cubicBezTo>
                    <a:cubicBezTo>
                      <a:pt x="272549" y="64663"/>
                      <a:pt x="268542" y="36957"/>
                      <a:pt x="261064" y="10711"/>
                    </a:cubicBezTo>
                    <a:cubicBezTo>
                      <a:pt x="258757" y="2612"/>
                      <a:pt x="250174" y="-1932"/>
                      <a:pt x="242205" y="792"/>
                    </a:cubicBezTo>
                    <a:cubicBezTo>
                      <a:pt x="158756" y="21321"/>
                      <a:pt x="79921" y="46403"/>
                      <a:pt x="9913" y="80204"/>
                    </a:cubicBezTo>
                    <a:cubicBezTo>
                      <a:pt x="-3060" y="84636"/>
                      <a:pt x="-3380" y="102867"/>
                      <a:pt x="9428" y="107757"/>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70" name="Google Shape;370;p2"/>
              <p:cNvSpPr/>
              <p:nvPr/>
            </p:nvSpPr>
            <p:spPr>
              <a:xfrm>
                <a:off x="8950782" y="4560802"/>
                <a:ext cx="237996" cy="160039"/>
              </a:xfrm>
              <a:custGeom>
                <a:avLst/>
                <a:gdLst/>
                <a:ahLst/>
                <a:cxnLst/>
                <a:rect l="l" t="t" r="r" b="b"/>
                <a:pathLst>
                  <a:path w="237996" h="160039" extrusionOk="0">
                    <a:moveTo>
                      <a:pt x="159349" y="20628"/>
                    </a:moveTo>
                    <a:cubicBezTo>
                      <a:pt x="191755" y="6283"/>
                      <a:pt x="235978" y="-1926"/>
                      <a:pt x="237713" y="387"/>
                    </a:cubicBezTo>
                    <a:cubicBezTo>
                      <a:pt x="239448" y="2701"/>
                      <a:pt x="116553" y="42317"/>
                      <a:pt x="108456" y="54172"/>
                    </a:cubicBezTo>
                    <a:cubicBezTo>
                      <a:pt x="100359" y="66028"/>
                      <a:pt x="152987" y="48023"/>
                      <a:pt x="171204" y="55869"/>
                    </a:cubicBezTo>
                    <a:cubicBezTo>
                      <a:pt x="189421" y="63714"/>
                      <a:pt x="119154" y="87137"/>
                      <a:pt x="144890" y="98994"/>
                    </a:cubicBezTo>
                    <a:cubicBezTo>
                      <a:pt x="170626" y="110852"/>
                      <a:pt x="229072" y="108536"/>
                      <a:pt x="237729" y="124730"/>
                    </a:cubicBezTo>
                    <a:cubicBezTo>
                      <a:pt x="246386" y="140924"/>
                      <a:pt x="42235" y="82800"/>
                      <a:pt x="42813" y="97549"/>
                    </a:cubicBezTo>
                    <a:cubicBezTo>
                      <a:pt x="43392" y="112296"/>
                      <a:pt x="221517" y="154514"/>
                      <a:pt x="209662" y="159720"/>
                    </a:cubicBezTo>
                    <a:cubicBezTo>
                      <a:pt x="197806" y="164925"/>
                      <a:pt x="1464" y="105162"/>
                      <a:pt x="17" y="85452"/>
                    </a:cubicBezTo>
                    <a:cubicBezTo>
                      <a:pt x="-1430" y="65742"/>
                      <a:pt x="89946" y="94175"/>
                      <a:pt x="102091" y="85452"/>
                    </a:cubicBezTo>
                    <a:cubicBezTo>
                      <a:pt x="114237" y="76729"/>
                      <a:pt x="75489" y="94658"/>
                      <a:pt x="63632" y="77019"/>
                    </a:cubicBezTo>
                    <a:cubicBezTo>
                      <a:pt x="51779" y="59375"/>
                      <a:pt x="141710" y="28435"/>
                      <a:pt x="159349" y="20628"/>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71" name="Google Shape;371;p2"/>
              <p:cNvSpPr/>
              <p:nvPr/>
            </p:nvSpPr>
            <p:spPr>
              <a:xfrm>
                <a:off x="9152652" y="4579845"/>
                <a:ext cx="33317" cy="15561"/>
              </a:xfrm>
              <a:custGeom>
                <a:avLst/>
                <a:gdLst/>
                <a:ahLst/>
                <a:cxnLst/>
                <a:rect l="l" t="t" r="r" b="b"/>
                <a:pathLst>
                  <a:path w="33317" h="15561" extrusionOk="0">
                    <a:moveTo>
                      <a:pt x="9817" y="2163"/>
                    </a:moveTo>
                    <a:cubicBezTo>
                      <a:pt x="32698" y="-4656"/>
                      <a:pt x="37288" y="6212"/>
                      <a:pt x="30347" y="13152"/>
                    </a:cubicBezTo>
                    <a:cubicBezTo>
                      <a:pt x="23407" y="20092"/>
                      <a:pt x="-18742" y="10674"/>
                      <a:pt x="9817" y="216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72" name="Google Shape;372;p2"/>
              <p:cNvSpPr/>
              <p:nvPr/>
            </p:nvSpPr>
            <p:spPr>
              <a:xfrm>
                <a:off x="9134408" y="4620829"/>
                <a:ext cx="24134" cy="13614"/>
              </a:xfrm>
              <a:custGeom>
                <a:avLst/>
                <a:gdLst/>
                <a:ahLst/>
                <a:cxnLst/>
                <a:rect l="l" t="t" r="r" b="b"/>
                <a:pathLst>
                  <a:path w="24134" h="13614" extrusionOk="0">
                    <a:moveTo>
                      <a:pt x="5905" y="4773"/>
                    </a:moveTo>
                    <a:cubicBezTo>
                      <a:pt x="21114" y="-4885"/>
                      <a:pt x="26683" y="2060"/>
                      <a:pt x="23073" y="8527"/>
                    </a:cubicBezTo>
                    <a:cubicBezTo>
                      <a:pt x="19461" y="14994"/>
                      <a:pt x="-13078" y="16830"/>
                      <a:pt x="5905" y="477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73" name="Google Shape;373;p2"/>
              <p:cNvSpPr/>
              <p:nvPr/>
            </p:nvSpPr>
            <p:spPr>
              <a:xfrm>
                <a:off x="9100993" y="4683017"/>
                <a:ext cx="25068" cy="11997"/>
              </a:xfrm>
              <a:custGeom>
                <a:avLst/>
                <a:gdLst/>
                <a:ahLst/>
                <a:cxnLst/>
                <a:rect l="l" t="t" r="r" b="b"/>
                <a:pathLst>
                  <a:path w="25068" h="11997" extrusionOk="0">
                    <a:moveTo>
                      <a:pt x="8102" y="363"/>
                    </a:moveTo>
                    <a:cubicBezTo>
                      <a:pt x="25979" y="-1875"/>
                      <a:pt x="28050" y="6785"/>
                      <a:pt x="22022" y="11089"/>
                    </a:cubicBezTo>
                    <a:cubicBezTo>
                      <a:pt x="15996" y="15394"/>
                      <a:pt x="-14211" y="3157"/>
                      <a:pt x="8102" y="36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74" name="Google Shape;374;p2"/>
              <p:cNvSpPr/>
              <p:nvPr/>
            </p:nvSpPr>
            <p:spPr>
              <a:xfrm>
                <a:off x="9063902" y="4601107"/>
                <a:ext cx="33317" cy="15561"/>
              </a:xfrm>
              <a:custGeom>
                <a:avLst/>
                <a:gdLst/>
                <a:ahLst/>
                <a:cxnLst/>
                <a:rect l="l" t="t" r="r" b="b"/>
                <a:pathLst>
                  <a:path w="33317" h="15561" extrusionOk="0">
                    <a:moveTo>
                      <a:pt x="9817" y="2163"/>
                    </a:moveTo>
                    <a:cubicBezTo>
                      <a:pt x="32698" y="-4656"/>
                      <a:pt x="37288" y="6211"/>
                      <a:pt x="30347" y="13152"/>
                    </a:cubicBezTo>
                    <a:cubicBezTo>
                      <a:pt x="23407" y="20092"/>
                      <a:pt x="-18742" y="10676"/>
                      <a:pt x="9817" y="216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75" name="Google Shape;375;p2"/>
              <p:cNvSpPr/>
              <p:nvPr/>
            </p:nvSpPr>
            <p:spPr>
              <a:xfrm>
                <a:off x="9158748" y="4649291"/>
                <a:ext cx="33315" cy="15561"/>
              </a:xfrm>
              <a:custGeom>
                <a:avLst/>
                <a:gdLst/>
                <a:ahLst/>
                <a:cxnLst/>
                <a:rect l="l" t="t" r="r" b="b"/>
                <a:pathLst>
                  <a:path w="33315" h="15561" extrusionOk="0">
                    <a:moveTo>
                      <a:pt x="9816" y="2163"/>
                    </a:moveTo>
                    <a:cubicBezTo>
                      <a:pt x="32696" y="-4656"/>
                      <a:pt x="37287" y="6211"/>
                      <a:pt x="30346" y="13152"/>
                    </a:cubicBezTo>
                    <a:cubicBezTo>
                      <a:pt x="23408" y="20092"/>
                      <a:pt x="-18741" y="10676"/>
                      <a:pt x="9816" y="216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76" name="Google Shape;376;p2"/>
              <p:cNvSpPr/>
              <p:nvPr/>
            </p:nvSpPr>
            <p:spPr>
              <a:xfrm>
                <a:off x="8924918" y="4376452"/>
                <a:ext cx="253434" cy="249758"/>
              </a:xfrm>
              <a:custGeom>
                <a:avLst/>
                <a:gdLst/>
                <a:ahLst/>
                <a:cxnLst/>
                <a:rect l="l" t="t" r="r" b="b"/>
                <a:pathLst>
                  <a:path w="253434" h="249758" extrusionOk="0">
                    <a:moveTo>
                      <a:pt x="20694" y="248427"/>
                    </a:moveTo>
                    <a:cubicBezTo>
                      <a:pt x="88589" y="228544"/>
                      <a:pt x="164294" y="193088"/>
                      <a:pt x="244759" y="148152"/>
                    </a:cubicBezTo>
                    <a:cubicBezTo>
                      <a:pt x="252419" y="144723"/>
                      <a:pt x="255642" y="135575"/>
                      <a:pt x="251827" y="128099"/>
                    </a:cubicBezTo>
                    <a:cubicBezTo>
                      <a:pt x="237855" y="100734"/>
                      <a:pt x="219432" y="75057"/>
                      <a:pt x="196533" y="52156"/>
                    </a:cubicBezTo>
                    <a:cubicBezTo>
                      <a:pt x="176280" y="31902"/>
                      <a:pt x="153852" y="15144"/>
                      <a:pt x="130006" y="1871"/>
                    </a:cubicBezTo>
                    <a:cubicBezTo>
                      <a:pt x="122648" y="-2223"/>
                      <a:pt x="113364" y="632"/>
                      <a:pt x="109656" y="8192"/>
                    </a:cubicBezTo>
                    <a:cubicBezTo>
                      <a:pt x="65166" y="81712"/>
                      <a:pt x="27157" y="155193"/>
                      <a:pt x="1554" y="228599"/>
                    </a:cubicBezTo>
                    <a:cubicBezTo>
                      <a:pt x="-4486" y="240909"/>
                      <a:pt x="8178" y="254028"/>
                      <a:pt x="20694" y="248427"/>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77" name="Google Shape;377;p2"/>
              <p:cNvSpPr/>
              <p:nvPr/>
            </p:nvSpPr>
            <p:spPr>
              <a:xfrm>
                <a:off x="8940084" y="4386792"/>
                <a:ext cx="202630" cy="229409"/>
              </a:xfrm>
              <a:custGeom>
                <a:avLst/>
                <a:gdLst/>
                <a:ahLst/>
                <a:cxnLst/>
                <a:rect l="l" t="t" r="r" b="b"/>
                <a:pathLst>
                  <a:path w="202630" h="229409" extrusionOk="0">
                    <a:moveTo>
                      <a:pt x="68599" y="69729"/>
                    </a:moveTo>
                    <a:cubicBezTo>
                      <a:pt x="81371" y="36671"/>
                      <a:pt x="106834" y="-406"/>
                      <a:pt x="109696" y="3"/>
                    </a:cubicBezTo>
                    <a:cubicBezTo>
                      <a:pt x="112559" y="412"/>
                      <a:pt x="53671" y="115325"/>
                      <a:pt x="56330" y="129432"/>
                    </a:cubicBezTo>
                    <a:cubicBezTo>
                      <a:pt x="58988" y="143541"/>
                      <a:pt x="83469" y="93594"/>
                      <a:pt x="101899" y="86261"/>
                    </a:cubicBezTo>
                    <a:cubicBezTo>
                      <a:pt x="120329" y="78928"/>
                      <a:pt x="87204" y="145176"/>
                      <a:pt x="113786" y="135362"/>
                    </a:cubicBezTo>
                    <a:cubicBezTo>
                      <a:pt x="140368" y="125548"/>
                      <a:pt x="180060" y="82583"/>
                      <a:pt x="197632" y="87911"/>
                    </a:cubicBezTo>
                    <a:cubicBezTo>
                      <a:pt x="215205" y="93240"/>
                      <a:pt x="29748" y="196499"/>
                      <a:pt x="40586" y="206516"/>
                    </a:cubicBezTo>
                    <a:cubicBezTo>
                      <a:pt x="51422" y="216535"/>
                      <a:pt x="207229" y="120434"/>
                      <a:pt x="202526" y="132498"/>
                    </a:cubicBezTo>
                    <a:cubicBezTo>
                      <a:pt x="197824" y="144561"/>
                      <a:pt x="16729" y="241137"/>
                      <a:pt x="1770" y="228224"/>
                    </a:cubicBezTo>
                    <a:cubicBezTo>
                      <a:pt x="-13190" y="215308"/>
                      <a:pt x="71527" y="170802"/>
                      <a:pt x="73948" y="156046"/>
                    </a:cubicBezTo>
                    <a:cubicBezTo>
                      <a:pt x="76369" y="141289"/>
                      <a:pt x="61647" y="181368"/>
                      <a:pt x="40790" y="177278"/>
                    </a:cubicBezTo>
                    <a:cubicBezTo>
                      <a:pt x="19937" y="173188"/>
                      <a:pt x="61647" y="87722"/>
                      <a:pt x="68599" y="69729"/>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78" name="Google Shape;378;p2"/>
              <p:cNvSpPr/>
              <p:nvPr/>
            </p:nvSpPr>
            <p:spPr>
              <a:xfrm>
                <a:off x="9042829" y="4404973"/>
                <a:ext cx="25561" cy="27028"/>
              </a:xfrm>
              <a:custGeom>
                <a:avLst/>
                <a:gdLst/>
                <a:ahLst/>
                <a:cxnLst/>
                <a:rect l="l" t="t" r="r" b="b"/>
                <a:pathLst>
                  <a:path w="25561" h="27028" extrusionOk="0">
                    <a:moveTo>
                      <a:pt x="3273" y="14946"/>
                    </a:moveTo>
                    <a:cubicBezTo>
                      <a:pt x="14630" y="-6055"/>
                      <a:pt x="25561" y="-1616"/>
                      <a:pt x="25561" y="8198"/>
                    </a:cubicBezTo>
                    <a:cubicBezTo>
                      <a:pt x="25561" y="18012"/>
                      <a:pt x="-10903" y="41157"/>
                      <a:pt x="3273" y="1494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79" name="Google Shape;379;p2"/>
              <p:cNvSpPr/>
              <p:nvPr/>
            </p:nvSpPr>
            <p:spPr>
              <a:xfrm>
                <a:off x="9060539" y="4452120"/>
                <a:ext cx="15647" cy="23268"/>
              </a:xfrm>
              <a:custGeom>
                <a:avLst/>
                <a:gdLst/>
                <a:ahLst/>
                <a:cxnLst/>
                <a:rect l="l" t="t" r="r" b="b"/>
                <a:pathLst>
                  <a:path w="15647" h="23268" extrusionOk="0">
                    <a:moveTo>
                      <a:pt x="722" y="14292"/>
                    </a:moveTo>
                    <a:cubicBezTo>
                      <a:pt x="4647" y="-3292"/>
                      <a:pt x="13496" y="-2318"/>
                      <a:pt x="15515" y="4807"/>
                    </a:cubicBezTo>
                    <a:cubicBezTo>
                      <a:pt x="17535" y="11930"/>
                      <a:pt x="-4177" y="36239"/>
                      <a:pt x="722" y="14292"/>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80" name="Google Shape;380;p2"/>
              <p:cNvSpPr/>
              <p:nvPr/>
            </p:nvSpPr>
            <p:spPr>
              <a:xfrm>
                <a:off x="9076421" y="4520113"/>
                <a:ext cx="21176" cy="18240"/>
              </a:xfrm>
              <a:custGeom>
                <a:avLst/>
                <a:gdLst/>
                <a:ahLst/>
                <a:cxnLst/>
                <a:rect l="l" t="t" r="r" b="b"/>
                <a:pathLst>
                  <a:path w="21176" h="18240" extrusionOk="0">
                    <a:moveTo>
                      <a:pt x="3622" y="9228"/>
                    </a:moveTo>
                    <a:cubicBezTo>
                      <a:pt x="14681" y="-4996"/>
                      <a:pt x="22266" y="-337"/>
                      <a:pt x="21048" y="6969"/>
                    </a:cubicBezTo>
                    <a:cubicBezTo>
                      <a:pt x="19832" y="14273"/>
                      <a:pt x="-10181" y="26981"/>
                      <a:pt x="3622" y="9228"/>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81" name="Google Shape;381;p2"/>
              <p:cNvSpPr/>
              <p:nvPr/>
            </p:nvSpPr>
            <p:spPr>
              <a:xfrm>
                <a:off x="8995109" y="4482763"/>
                <a:ext cx="25559" cy="27030"/>
              </a:xfrm>
              <a:custGeom>
                <a:avLst/>
                <a:gdLst/>
                <a:ahLst/>
                <a:cxnLst/>
                <a:rect l="l" t="t" r="r" b="b"/>
                <a:pathLst>
                  <a:path w="25559" h="27030" extrusionOk="0">
                    <a:moveTo>
                      <a:pt x="3273" y="14946"/>
                    </a:moveTo>
                    <a:cubicBezTo>
                      <a:pt x="14630" y="-6055"/>
                      <a:pt x="25559" y="-1616"/>
                      <a:pt x="25559" y="8198"/>
                    </a:cubicBezTo>
                    <a:cubicBezTo>
                      <a:pt x="25559" y="18014"/>
                      <a:pt x="-10902" y="41160"/>
                      <a:pt x="3273" y="1494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82" name="Google Shape;382;p2"/>
              <p:cNvSpPr/>
              <p:nvPr/>
            </p:nvSpPr>
            <p:spPr>
              <a:xfrm>
                <a:off x="9096246" y="4449769"/>
                <a:ext cx="25561" cy="27029"/>
              </a:xfrm>
              <a:custGeom>
                <a:avLst/>
                <a:gdLst/>
                <a:ahLst/>
                <a:cxnLst/>
                <a:rect l="l" t="t" r="r" b="b"/>
                <a:pathLst>
                  <a:path w="25561" h="27029" extrusionOk="0">
                    <a:moveTo>
                      <a:pt x="3273" y="14946"/>
                    </a:moveTo>
                    <a:cubicBezTo>
                      <a:pt x="14630" y="-6055"/>
                      <a:pt x="25561" y="-1616"/>
                      <a:pt x="25561" y="8198"/>
                    </a:cubicBezTo>
                    <a:cubicBezTo>
                      <a:pt x="25561" y="18012"/>
                      <a:pt x="-10903" y="41158"/>
                      <a:pt x="3273" y="1494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383" name="Google Shape;383;p2"/>
            <p:cNvGrpSpPr/>
            <p:nvPr/>
          </p:nvGrpSpPr>
          <p:grpSpPr>
            <a:xfrm>
              <a:off x="6563699" y="1745582"/>
              <a:ext cx="845785" cy="845785"/>
              <a:chOff x="6563699" y="1745582"/>
              <a:chExt cx="845785" cy="845785"/>
            </a:xfrm>
          </p:grpSpPr>
          <p:sp>
            <p:nvSpPr>
              <p:cNvPr id="384" name="Google Shape;384;p2"/>
              <p:cNvSpPr/>
              <p:nvPr/>
            </p:nvSpPr>
            <p:spPr>
              <a:xfrm rot="-2700000">
                <a:off x="6687561" y="1869444"/>
                <a:ext cx="598060" cy="598060"/>
              </a:xfrm>
              <a:custGeom>
                <a:avLst/>
                <a:gdLst/>
                <a:ahLst/>
                <a:cxnLst/>
                <a:rect l="l" t="t" r="r" b="b"/>
                <a:pathLst>
                  <a:path w="597728" h="597728" extrusionOk="0">
                    <a:moveTo>
                      <a:pt x="597729" y="298864"/>
                    </a:moveTo>
                    <a:cubicBezTo>
                      <a:pt x="597729" y="463922"/>
                      <a:pt x="463922" y="597729"/>
                      <a:pt x="298864" y="597729"/>
                    </a:cubicBezTo>
                    <a:cubicBezTo>
                      <a:pt x="133806" y="597729"/>
                      <a:pt x="0" y="463922"/>
                      <a:pt x="0" y="298864"/>
                    </a:cubicBezTo>
                    <a:cubicBezTo>
                      <a:pt x="0" y="133806"/>
                      <a:pt x="133806" y="0"/>
                      <a:pt x="298864" y="0"/>
                    </a:cubicBezTo>
                    <a:cubicBezTo>
                      <a:pt x="463922" y="0"/>
                      <a:pt x="597729" y="133806"/>
                      <a:pt x="597729" y="298864"/>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85" name="Google Shape;385;p2"/>
              <p:cNvSpPr/>
              <p:nvPr/>
            </p:nvSpPr>
            <p:spPr>
              <a:xfrm rot="-2700000">
                <a:off x="6710672" y="1892573"/>
                <a:ext cx="551803" cy="551803"/>
              </a:xfrm>
              <a:custGeom>
                <a:avLst/>
                <a:gdLst/>
                <a:ahLst/>
                <a:cxnLst/>
                <a:rect l="l" t="t" r="r" b="b"/>
                <a:pathLst>
                  <a:path w="551496" h="551496" extrusionOk="0">
                    <a:moveTo>
                      <a:pt x="551497" y="275748"/>
                    </a:moveTo>
                    <a:cubicBezTo>
                      <a:pt x="551497" y="428040"/>
                      <a:pt x="428040" y="551497"/>
                      <a:pt x="275748" y="551497"/>
                    </a:cubicBezTo>
                    <a:cubicBezTo>
                      <a:pt x="123457" y="551497"/>
                      <a:pt x="0" y="428040"/>
                      <a:pt x="0" y="275748"/>
                    </a:cubicBezTo>
                    <a:cubicBezTo>
                      <a:pt x="0" y="123457"/>
                      <a:pt x="123457" y="0"/>
                      <a:pt x="275748" y="0"/>
                    </a:cubicBezTo>
                    <a:cubicBezTo>
                      <a:pt x="428040" y="0"/>
                      <a:pt x="551497" y="123457"/>
                      <a:pt x="551497" y="275748"/>
                    </a:cubicBezTo>
                    <a:close/>
                  </a:path>
                </a:pathLst>
              </a:custGeom>
              <a:solidFill>
                <a:srgbClr val="F0DF9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86" name="Google Shape;386;p2"/>
              <p:cNvSpPr/>
              <p:nvPr/>
            </p:nvSpPr>
            <p:spPr>
              <a:xfrm rot="-2700000">
                <a:off x="6722263" y="1904173"/>
                <a:ext cx="528601" cy="528601"/>
              </a:xfrm>
              <a:custGeom>
                <a:avLst/>
                <a:gdLst/>
                <a:ahLst/>
                <a:cxnLst/>
                <a:rect l="l" t="t" r="r" b="b"/>
                <a:pathLst>
                  <a:path w="528307" h="528307" extrusionOk="0">
                    <a:moveTo>
                      <a:pt x="528308" y="264154"/>
                    </a:moveTo>
                    <a:cubicBezTo>
                      <a:pt x="528308" y="410042"/>
                      <a:pt x="410042" y="528308"/>
                      <a:pt x="264154" y="528308"/>
                    </a:cubicBezTo>
                    <a:cubicBezTo>
                      <a:pt x="118266" y="528308"/>
                      <a:pt x="0" y="410042"/>
                      <a:pt x="0" y="264154"/>
                    </a:cubicBezTo>
                    <a:cubicBezTo>
                      <a:pt x="0" y="118266"/>
                      <a:pt x="118266" y="0"/>
                      <a:pt x="264154" y="0"/>
                    </a:cubicBezTo>
                    <a:cubicBezTo>
                      <a:pt x="410042" y="0"/>
                      <a:pt x="528308" y="118266"/>
                      <a:pt x="528308" y="264154"/>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87" name="Google Shape;387;p2"/>
              <p:cNvSpPr/>
              <p:nvPr/>
            </p:nvSpPr>
            <p:spPr>
              <a:xfrm>
                <a:off x="6909514" y="1920514"/>
                <a:ext cx="161685" cy="224537"/>
              </a:xfrm>
              <a:custGeom>
                <a:avLst/>
                <a:gdLst/>
                <a:ahLst/>
                <a:cxnLst/>
                <a:rect l="l" t="t" r="r" b="b"/>
                <a:pathLst>
                  <a:path w="161685" h="224537" extrusionOk="0">
                    <a:moveTo>
                      <a:pt x="88776" y="216770"/>
                    </a:moveTo>
                    <a:cubicBezTo>
                      <a:pt x="116743" y="165634"/>
                      <a:pt x="140193" y="100879"/>
                      <a:pt x="160888" y="27828"/>
                    </a:cubicBezTo>
                    <a:cubicBezTo>
                      <a:pt x="163352" y="21367"/>
                      <a:pt x="159903" y="14160"/>
                      <a:pt x="153323" y="12029"/>
                    </a:cubicBezTo>
                    <a:cubicBezTo>
                      <a:pt x="129243" y="4227"/>
                      <a:pt x="103553" y="0"/>
                      <a:pt x="76873" y="0"/>
                    </a:cubicBezTo>
                    <a:cubicBezTo>
                      <a:pt x="53274" y="0"/>
                      <a:pt x="30446" y="3301"/>
                      <a:pt x="8825" y="9462"/>
                    </a:cubicBezTo>
                    <a:cubicBezTo>
                      <a:pt x="2152" y="11361"/>
                      <a:pt x="-1592" y="18434"/>
                      <a:pt x="653" y="24997"/>
                    </a:cubicBezTo>
                    <a:cubicBezTo>
                      <a:pt x="17565" y="93744"/>
                      <a:pt x="38230" y="158692"/>
                      <a:pt x="66076" y="216370"/>
                    </a:cubicBezTo>
                    <a:cubicBezTo>
                      <a:pt x="69729" y="227059"/>
                      <a:pt x="84748" y="227322"/>
                      <a:pt x="88776" y="216770"/>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88" name="Google Shape;388;p2"/>
              <p:cNvSpPr/>
              <p:nvPr/>
            </p:nvSpPr>
            <p:spPr>
              <a:xfrm>
                <a:off x="6919961" y="1937670"/>
                <a:ext cx="131844" cy="196071"/>
              </a:xfrm>
              <a:custGeom>
                <a:avLst/>
                <a:gdLst/>
                <a:ahLst/>
                <a:cxnLst/>
                <a:rect l="l" t="t" r="r" b="b"/>
                <a:pathLst>
                  <a:path w="131844" h="196071" extrusionOk="0">
                    <a:moveTo>
                      <a:pt x="16995" y="64795"/>
                    </a:moveTo>
                    <a:cubicBezTo>
                      <a:pt x="5179" y="38097"/>
                      <a:pt x="-1586" y="1665"/>
                      <a:pt x="319" y="237"/>
                    </a:cubicBezTo>
                    <a:cubicBezTo>
                      <a:pt x="2225" y="-1192"/>
                      <a:pt x="34862" y="100053"/>
                      <a:pt x="44628" y="106723"/>
                    </a:cubicBezTo>
                    <a:cubicBezTo>
                      <a:pt x="54394" y="113394"/>
                      <a:pt x="39560" y="70035"/>
                      <a:pt x="46025" y="55027"/>
                    </a:cubicBezTo>
                    <a:cubicBezTo>
                      <a:pt x="52490" y="40020"/>
                      <a:pt x="71786" y="97908"/>
                      <a:pt x="81554" y="76706"/>
                    </a:cubicBezTo>
                    <a:cubicBezTo>
                      <a:pt x="91322" y="55503"/>
                      <a:pt x="89416" y="7353"/>
                      <a:pt x="102757" y="221"/>
                    </a:cubicBezTo>
                    <a:cubicBezTo>
                      <a:pt x="116098" y="-6912"/>
                      <a:pt x="68215" y="161276"/>
                      <a:pt x="80363" y="160801"/>
                    </a:cubicBezTo>
                    <a:cubicBezTo>
                      <a:pt x="92513" y="160325"/>
                      <a:pt x="127295" y="13578"/>
                      <a:pt x="131581" y="23343"/>
                    </a:cubicBezTo>
                    <a:cubicBezTo>
                      <a:pt x="135869" y="33112"/>
                      <a:pt x="86633" y="194867"/>
                      <a:pt x="70396" y="196058"/>
                    </a:cubicBezTo>
                    <a:cubicBezTo>
                      <a:pt x="54159" y="197249"/>
                      <a:pt x="77581" y="121971"/>
                      <a:pt x="70396" y="111965"/>
                    </a:cubicBezTo>
                    <a:cubicBezTo>
                      <a:pt x="63211" y="101959"/>
                      <a:pt x="77981" y="133881"/>
                      <a:pt x="63449" y="143649"/>
                    </a:cubicBezTo>
                    <a:cubicBezTo>
                      <a:pt x="48917" y="153415"/>
                      <a:pt x="23426" y="79328"/>
                      <a:pt x="16995" y="64795"/>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89" name="Google Shape;389;p2"/>
              <p:cNvSpPr/>
              <p:nvPr/>
            </p:nvSpPr>
            <p:spPr>
              <a:xfrm>
                <a:off x="6935649" y="1939986"/>
                <a:ext cx="12819" cy="27447"/>
              </a:xfrm>
              <a:custGeom>
                <a:avLst/>
                <a:gdLst/>
                <a:ahLst/>
                <a:cxnLst/>
                <a:rect l="l" t="t" r="r" b="b"/>
                <a:pathLst>
                  <a:path w="12819" h="27447" extrusionOk="0">
                    <a:moveTo>
                      <a:pt x="1782" y="19360"/>
                    </a:moveTo>
                    <a:cubicBezTo>
                      <a:pt x="-3836" y="510"/>
                      <a:pt x="5118" y="-3271"/>
                      <a:pt x="10835" y="2446"/>
                    </a:cubicBezTo>
                    <a:cubicBezTo>
                      <a:pt x="16552" y="8164"/>
                      <a:pt x="8794" y="42888"/>
                      <a:pt x="1782" y="19360"/>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90" name="Google Shape;390;p2"/>
              <p:cNvSpPr/>
              <p:nvPr/>
            </p:nvSpPr>
            <p:spPr>
              <a:xfrm>
                <a:off x="6969415" y="1962580"/>
                <a:ext cx="11216" cy="19883"/>
              </a:xfrm>
              <a:custGeom>
                <a:avLst/>
                <a:gdLst/>
                <a:ahLst/>
                <a:cxnLst/>
                <a:rect l="l" t="t" r="r" b="b"/>
                <a:pathLst>
                  <a:path w="11216" h="19883" extrusionOk="0">
                    <a:moveTo>
                      <a:pt x="3933" y="15018"/>
                    </a:moveTo>
                    <a:cubicBezTo>
                      <a:pt x="-4025" y="2488"/>
                      <a:pt x="1697" y="-2100"/>
                      <a:pt x="7026" y="874"/>
                    </a:cubicBezTo>
                    <a:cubicBezTo>
                      <a:pt x="12352" y="3851"/>
                      <a:pt x="13865" y="30659"/>
                      <a:pt x="3933" y="15018"/>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91" name="Google Shape;391;p2"/>
              <p:cNvSpPr/>
              <p:nvPr/>
            </p:nvSpPr>
            <p:spPr>
              <a:xfrm>
                <a:off x="7020647" y="1989341"/>
                <a:ext cx="9884" cy="20651"/>
              </a:xfrm>
              <a:custGeom>
                <a:avLst/>
                <a:gdLst/>
                <a:ahLst/>
                <a:cxnLst/>
                <a:rect l="l" t="t" r="r" b="b"/>
                <a:pathLst>
                  <a:path w="9884" h="20651" extrusionOk="0">
                    <a:moveTo>
                      <a:pt x="300" y="13977"/>
                    </a:moveTo>
                    <a:cubicBezTo>
                      <a:pt x="-1545" y="-752"/>
                      <a:pt x="5589" y="-2455"/>
                      <a:pt x="9135" y="2510"/>
                    </a:cubicBezTo>
                    <a:cubicBezTo>
                      <a:pt x="12683" y="7473"/>
                      <a:pt x="2602" y="32358"/>
                      <a:pt x="300" y="13977"/>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92" name="Google Shape;392;p2"/>
              <p:cNvSpPr/>
              <p:nvPr/>
            </p:nvSpPr>
            <p:spPr>
              <a:xfrm>
                <a:off x="6953168" y="2013102"/>
                <a:ext cx="12818" cy="27447"/>
              </a:xfrm>
              <a:custGeom>
                <a:avLst/>
                <a:gdLst/>
                <a:ahLst/>
                <a:cxnLst/>
                <a:rect l="l" t="t" r="r" b="b"/>
                <a:pathLst>
                  <a:path w="12818" h="27447" extrusionOk="0">
                    <a:moveTo>
                      <a:pt x="1782" y="19360"/>
                    </a:moveTo>
                    <a:cubicBezTo>
                      <a:pt x="-3835" y="510"/>
                      <a:pt x="5117" y="-3271"/>
                      <a:pt x="10834" y="2446"/>
                    </a:cubicBezTo>
                    <a:cubicBezTo>
                      <a:pt x="16551" y="8164"/>
                      <a:pt x="8793" y="42888"/>
                      <a:pt x="1782" y="19360"/>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93" name="Google Shape;393;p2"/>
              <p:cNvSpPr/>
              <p:nvPr/>
            </p:nvSpPr>
            <p:spPr>
              <a:xfrm>
                <a:off x="6992864" y="1934964"/>
                <a:ext cx="12818" cy="27447"/>
              </a:xfrm>
              <a:custGeom>
                <a:avLst/>
                <a:gdLst/>
                <a:ahLst/>
                <a:cxnLst/>
                <a:rect l="l" t="t" r="r" b="b"/>
                <a:pathLst>
                  <a:path w="12818" h="27447" extrusionOk="0">
                    <a:moveTo>
                      <a:pt x="1782" y="19360"/>
                    </a:moveTo>
                    <a:cubicBezTo>
                      <a:pt x="-3835" y="510"/>
                      <a:pt x="5117" y="-3271"/>
                      <a:pt x="10834" y="2446"/>
                    </a:cubicBezTo>
                    <a:cubicBezTo>
                      <a:pt x="16551" y="8164"/>
                      <a:pt x="8793" y="42888"/>
                      <a:pt x="1782" y="19360"/>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94" name="Google Shape;394;p2"/>
              <p:cNvSpPr/>
              <p:nvPr/>
            </p:nvSpPr>
            <p:spPr>
              <a:xfrm>
                <a:off x="6768086" y="1946261"/>
                <a:ext cx="205761" cy="208789"/>
              </a:xfrm>
              <a:custGeom>
                <a:avLst/>
                <a:gdLst/>
                <a:ahLst/>
                <a:cxnLst/>
                <a:rect l="l" t="t" r="r" b="b"/>
                <a:pathLst>
                  <a:path w="205761" h="208789" extrusionOk="0">
                    <a:moveTo>
                      <a:pt x="204665" y="191741"/>
                    </a:moveTo>
                    <a:cubicBezTo>
                      <a:pt x="188283" y="135808"/>
                      <a:pt x="159075" y="73436"/>
                      <a:pt x="122053" y="7147"/>
                    </a:cubicBezTo>
                    <a:cubicBezTo>
                      <a:pt x="119228" y="835"/>
                      <a:pt x="111691" y="-1819"/>
                      <a:pt x="105534" y="1324"/>
                    </a:cubicBezTo>
                    <a:cubicBezTo>
                      <a:pt x="82990" y="12834"/>
                      <a:pt x="61835" y="28014"/>
                      <a:pt x="42969" y="46877"/>
                    </a:cubicBezTo>
                    <a:cubicBezTo>
                      <a:pt x="26281" y="63565"/>
                      <a:pt x="12476" y="82041"/>
                      <a:pt x="1542" y="101684"/>
                    </a:cubicBezTo>
                    <a:cubicBezTo>
                      <a:pt x="-1832" y="107747"/>
                      <a:pt x="520" y="115394"/>
                      <a:pt x="6750" y="118450"/>
                    </a:cubicBezTo>
                    <a:cubicBezTo>
                      <a:pt x="67319" y="155104"/>
                      <a:pt x="127857" y="186417"/>
                      <a:pt x="188331" y="207510"/>
                    </a:cubicBezTo>
                    <a:cubicBezTo>
                      <a:pt x="198472" y="212485"/>
                      <a:pt x="209280" y="202051"/>
                      <a:pt x="204665" y="191741"/>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95" name="Google Shape;395;p2"/>
              <p:cNvSpPr/>
              <p:nvPr/>
            </p:nvSpPr>
            <p:spPr>
              <a:xfrm>
                <a:off x="6776604" y="1975619"/>
                <a:ext cx="189001" cy="166936"/>
              </a:xfrm>
              <a:custGeom>
                <a:avLst/>
                <a:gdLst/>
                <a:ahLst/>
                <a:cxnLst/>
                <a:rect l="l" t="t" r="r" b="b"/>
                <a:pathLst>
                  <a:path w="189001" h="166936" extrusionOk="0">
                    <a:moveTo>
                      <a:pt x="57445" y="110422"/>
                    </a:moveTo>
                    <a:cubicBezTo>
                      <a:pt x="30210" y="99900"/>
                      <a:pt x="-333" y="78921"/>
                      <a:pt x="3" y="76564"/>
                    </a:cubicBezTo>
                    <a:cubicBezTo>
                      <a:pt x="339" y="74205"/>
                      <a:pt x="95009" y="122718"/>
                      <a:pt x="106633" y="120531"/>
                    </a:cubicBezTo>
                    <a:cubicBezTo>
                      <a:pt x="118255" y="118341"/>
                      <a:pt x="77110" y="98171"/>
                      <a:pt x="71068" y="82988"/>
                    </a:cubicBezTo>
                    <a:cubicBezTo>
                      <a:pt x="65026" y="67804"/>
                      <a:pt x="119604" y="95094"/>
                      <a:pt x="111519" y="73195"/>
                    </a:cubicBezTo>
                    <a:cubicBezTo>
                      <a:pt x="103433" y="51295"/>
                      <a:pt x="68037" y="18596"/>
                      <a:pt x="72428" y="4118"/>
                    </a:cubicBezTo>
                    <a:cubicBezTo>
                      <a:pt x="76819" y="-10359"/>
                      <a:pt x="161886" y="142428"/>
                      <a:pt x="170141" y="133499"/>
                    </a:cubicBezTo>
                    <a:cubicBezTo>
                      <a:pt x="178395" y="124572"/>
                      <a:pt x="99222" y="-3789"/>
                      <a:pt x="109162" y="86"/>
                    </a:cubicBezTo>
                    <a:cubicBezTo>
                      <a:pt x="119101" y="3961"/>
                      <a:pt x="198665" y="153152"/>
                      <a:pt x="188024" y="165478"/>
                    </a:cubicBezTo>
                    <a:cubicBezTo>
                      <a:pt x="177383" y="177804"/>
                      <a:pt x="140717" y="108008"/>
                      <a:pt x="128561" y="106015"/>
                    </a:cubicBezTo>
                    <a:cubicBezTo>
                      <a:pt x="116404" y="104021"/>
                      <a:pt x="149420" y="116148"/>
                      <a:pt x="146051" y="133332"/>
                    </a:cubicBezTo>
                    <a:cubicBezTo>
                      <a:pt x="142681" y="150514"/>
                      <a:pt x="72268" y="116148"/>
                      <a:pt x="57445" y="110422"/>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96" name="Google Shape;396;p2"/>
              <p:cNvSpPr/>
              <p:nvPr/>
            </p:nvSpPr>
            <p:spPr>
              <a:xfrm>
                <a:off x="6791582" y="2036853"/>
                <a:ext cx="22268" cy="21057"/>
              </a:xfrm>
              <a:custGeom>
                <a:avLst/>
                <a:gdLst/>
                <a:ahLst/>
                <a:cxnLst/>
                <a:rect l="l" t="t" r="r" b="b"/>
                <a:pathLst>
                  <a:path w="22268" h="21057" extrusionOk="0">
                    <a:moveTo>
                      <a:pt x="12313" y="18361"/>
                    </a:moveTo>
                    <a:cubicBezTo>
                      <a:pt x="-4987" y="9004"/>
                      <a:pt x="-1332" y="0"/>
                      <a:pt x="6753" y="0"/>
                    </a:cubicBezTo>
                    <a:cubicBezTo>
                      <a:pt x="14841" y="0"/>
                      <a:pt x="33909" y="30040"/>
                      <a:pt x="12313" y="18361"/>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97" name="Google Shape;397;p2"/>
              <p:cNvSpPr/>
              <p:nvPr/>
            </p:nvSpPr>
            <p:spPr>
              <a:xfrm>
                <a:off x="6830425" y="2030430"/>
                <a:ext cx="19169" cy="12890"/>
              </a:xfrm>
              <a:custGeom>
                <a:avLst/>
                <a:gdLst/>
                <a:ahLst/>
                <a:cxnLst/>
                <a:rect l="l" t="t" r="r" b="b"/>
                <a:pathLst>
                  <a:path w="19169" h="12890" extrusionOk="0">
                    <a:moveTo>
                      <a:pt x="11774" y="12296"/>
                    </a:moveTo>
                    <a:cubicBezTo>
                      <a:pt x="-2712" y="9064"/>
                      <a:pt x="-1910" y="1774"/>
                      <a:pt x="3960" y="110"/>
                    </a:cubicBezTo>
                    <a:cubicBezTo>
                      <a:pt x="9829" y="-1555"/>
                      <a:pt x="29856" y="16331"/>
                      <a:pt x="11774" y="1229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98" name="Google Shape;398;p2"/>
              <p:cNvSpPr/>
              <p:nvPr/>
            </p:nvSpPr>
            <p:spPr>
              <a:xfrm>
                <a:off x="6886439" y="2012790"/>
                <a:ext cx="15028" cy="17446"/>
              </a:xfrm>
              <a:custGeom>
                <a:avLst/>
                <a:gdLst/>
                <a:ahLst/>
                <a:cxnLst/>
                <a:rect l="l" t="t" r="r" b="b"/>
                <a:pathLst>
                  <a:path w="15028" h="17446" extrusionOk="0">
                    <a:moveTo>
                      <a:pt x="7602" y="14462"/>
                    </a:moveTo>
                    <a:cubicBezTo>
                      <a:pt x="-4116" y="5352"/>
                      <a:pt x="-278" y="-898"/>
                      <a:pt x="5741" y="106"/>
                    </a:cubicBezTo>
                    <a:cubicBezTo>
                      <a:pt x="11760" y="1109"/>
                      <a:pt x="22230" y="25835"/>
                      <a:pt x="7602" y="14462"/>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99" name="Google Shape;399;p2"/>
              <p:cNvSpPr/>
              <p:nvPr/>
            </p:nvSpPr>
            <p:spPr>
              <a:xfrm>
                <a:off x="6855670" y="2076168"/>
                <a:ext cx="22268" cy="21056"/>
              </a:xfrm>
              <a:custGeom>
                <a:avLst/>
                <a:gdLst/>
                <a:ahLst/>
                <a:cxnLst/>
                <a:rect l="l" t="t" r="r" b="b"/>
                <a:pathLst>
                  <a:path w="22268" h="21056" extrusionOk="0">
                    <a:moveTo>
                      <a:pt x="12313" y="18361"/>
                    </a:moveTo>
                    <a:cubicBezTo>
                      <a:pt x="-4987" y="9004"/>
                      <a:pt x="-1332" y="0"/>
                      <a:pt x="6754" y="0"/>
                    </a:cubicBezTo>
                    <a:cubicBezTo>
                      <a:pt x="14841" y="0"/>
                      <a:pt x="33909" y="30038"/>
                      <a:pt x="12313" y="18361"/>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00" name="Google Shape;400;p2"/>
              <p:cNvSpPr/>
              <p:nvPr/>
            </p:nvSpPr>
            <p:spPr>
              <a:xfrm>
                <a:off x="6828490" y="1992846"/>
                <a:ext cx="22267" cy="21057"/>
              </a:xfrm>
              <a:custGeom>
                <a:avLst/>
                <a:gdLst/>
                <a:ahLst/>
                <a:cxnLst/>
                <a:rect l="l" t="t" r="r" b="b"/>
                <a:pathLst>
                  <a:path w="22267" h="21057" extrusionOk="0">
                    <a:moveTo>
                      <a:pt x="12313" y="18361"/>
                    </a:moveTo>
                    <a:cubicBezTo>
                      <a:pt x="-4987" y="9005"/>
                      <a:pt x="-1332" y="0"/>
                      <a:pt x="6753" y="0"/>
                    </a:cubicBezTo>
                    <a:cubicBezTo>
                      <a:pt x="14839" y="0"/>
                      <a:pt x="33907" y="30040"/>
                      <a:pt x="12313" y="18361"/>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01" name="Google Shape;401;p2"/>
              <p:cNvSpPr/>
              <p:nvPr/>
            </p:nvSpPr>
            <p:spPr>
              <a:xfrm>
                <a:off x="6738429" y="2083660"/>
                <a:ext cx="224538" cy="161686"/>
              </a:xfrm>
              <a:custGeom>
                <a:avLst/>
                <a:gdLst/>
                <a:ahLst/>
                <a:cxnLst/>
                <a:rect l="l" t="t" r="r" b="b"/>
                <a:pathLst>
                  <a:path w="224538" h="161686" extrusionOk="0">
                    <a:moveTo>
                      <a:pt x="216770" y="72909"/>
                    </a:moveTo>
                    <a:cubicBezTo>
                      <a:pt x="165634" y="44942"/>
                      <a:pt x="100879" y="21492"/>
                      <a:pt x="27828" y="797"/>
                    </a:cubicBezTo>
                    <a:cubicBezTo>
                      <a:pt x="21367" y="-1667"/>
                      <a:pt x="14160" y="1785"/>
                      <a:pt x="12029" y="8362"/>
                    </a:cubicBezTo>
                    <a:cubicBezTo>
                      <a:pt x="4227" y="32442"/>
                      <a:pt x="0" y="58132"/>
                      <a:pt x="0" y="84812"/>
                    </a:cubicBezTo>
                    <a:cubicBezTo>
                      <a:pt x="0" y="108411"/>
                      <a:pt x="3301" y="131239"/>
                      <a:pt x="9462" y="152862"/>
                    </a:cubicBezTo>
                    <a:cubicBezTo>
                      <a:pt x="11361" y="159532"/>
                      <a:pt x="18434" y="163277"/>
                      <a:pt x="24997" y="161034"/>
                    </a:cubicBezTo>
                    <a:cubicBezTo>
                      <a:pt x="93744" y="144123"/>
                      <a:pt x="158692" y="123457"/>
                      <a:pt x="216370" y="95611"/>
                    </a:cubicBezTo>
                    <a:cubicBezTo>
                      <a:pt x="227059" y="91956"/>
                      <a:pt x="227324" y="76937"/>
                      <a:pt x="216770" y="72909"/>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02" name="Google Shape;402;p2"/>
              <p:cNvSpPr/>
              <p:nvPr/>
            </p:nvSpPr>
            <p:spPr>
              <a:xfrm>
                <a:off x="6755584" y="2103058"/>
                <a:ext cx="196071" cy="131842"/>
              </a:xfrm>
              <a:custGeom>
                <a:avLst/>
                <a:gdLst/>
                <a:ahLst/>
                <a:cxnLst/>
                <a:rect l="l" t="t" r="r" b="b"/>
                <a:pathLst>
                  <a:path w="196071" h="131842" extrusionOk="0">
                    <a:moveTo>
                      <a:pt x="64795" y="114847"/>
                    </a:moveTo>
                    <a:cubicBezTo>
                      <a:pt x="38097" y="126663"/>
                      <a:pt x="1665" y="133428"/>
                      <a:pt x="237" y="131523"/>
                    </a:cubicBezTo>
                    <a:cubicBezTo>
                      <a:pt x="-1192" y="129617"/>
                      <a:pt x="100053" y="96980"/>
                      <a:pt x="106723" y="87214"/>
                    </a:cubicBezTo>
                    <a:cubicBezTo>
                      <a:pt x="113394" y="77446"/>
                      <a:pt x="70035" y="92280"/>
                      <a:pt x="55027" y="85817"/>
                    </a:cubicBezTo>
                    <a:cubicBezTo>
                      <a:pt x="40020" y="79352"/>
                      <a:pt x="97908" y="60056"/>
                      <a:pt x="76706" y="50290"/>
                    </a:cubicBezTo>
                    <a:cubicBezTo>
                      <a:pt x="55503" y="40522"/>
                      <a:pt x="7351" y="42429"/>
                      <a:pt x="221" y="29088"/>
                    </a:cubicBezTo>
                    <a:cubicBezTo>
                      <a:pt x="-6912" y="15747"/>
                      <a:pt x="161276" y="63631"/>
                      <a:pt x="160801" y="51481"/>
                    </a:cubicBezTo>
                    <a:cubicBezTo>
                      <a:pt x="160325" y="39331"/>
                      <a:pt x="13578" y="4550"/>
                      <a:pt x="23343" y="264"/>
                    </a:cubicBezTo>
                    <a:cubicBezTo>
                      <a:pt x="33112" y="-4025"/>
                      <a:pt x="194867" y="45211"/>
                      <a:pt x="196058" y="61448"/>
                    </a:cubicBezTo>
                    <a:cubicBezTo>
                      <a:pt x="197249" y="77686"/>
                      <a:pt x="121968" y="54263"/>
                      <a:pt x="111965" y="61448"/>
                    </a:cubicBezTo>
                    <a:cubicBezTo>
                      <a:pt x="101959" y="68633"/>
                      <a:pt x="133881" y="53863"/>
                      <a:pt x="143649" y="68396"/>
                    </a:cubicBezTo>
                    <a:cubicBezTo>
                      <a:pt x="153417" y="82923"/>
                      <a:pt x="79328" y="108414"/>
                      <a:pt x="64795" y="114847"/>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03" name="Google Shape;403;p2"/>
              <p:cNvSpPr/>
              <p:nvPr/>
            </p:nvSpPr>
            <p:spPr>
              <a:xfrm>
                <a:off x="6757901" y="2206389"/>
                <a:ext cx="27447" cy="12819"/>
              </a:xfrm>
              <a:custGeom>
                <a:avLst/>
                <a:gdLst/>
                <a:ahLst/>
                <a:cxnLst/>
                <a:rect l="l" t="t" r="r" b="b"/>
                <a:pathLst>
                  <a:path w="27447" h="12819" extrusionOk="0">
                    <a:moveTo>
                      <a:pt x="19360" y="11037"/>
                    </a:moveTo>
                    <a:cubicBezTo>
                      <a:pt x="510" y="16656"/>
                      <a:pt x="-3271" y="7702"/>
                      <a:pt x="2446" y="1985"/>
                    </a:cubicBezTo>
                    <a:cubicBezTo>
                      <a:pt x="8164" y="-3733"/>
                      <a:pt x="42888" y="4026"/>
                      <a:pt x="19360" y="11037"/>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04" name="Google Shape;404;p2"/>
              <p:cNvSpPr/>
              <p:nvPr/>
            </p:nvSpPr>
            <p:spPr>
              <a:xfrm>
                <a:off x="6780497" y="2174229"/>
                <a:ext cx="19882" cy="11217"/>
              </a:xfrm>
              <a:custGeom>
                <a:avLst/>
                <a:gdLst/>
                <a:ahLst/>
                <a:cxnLst/>
                <a:rect l="l" t="t" r="r" b="b"/>
                <a:pathLst>
                  <a:path w="19882" h="11217" extrusionOk="0">
                    <a:moveTo>
                      <a:pt x="15018" y="7285"/>
                    </a:moveTo>
                    <a:cubicBezTo>
                      <a:pt x="2488" y="15243"/>
                      <a:pt x="-2100" y="9521"/>
                      <a:pt x="874" y="4192"/>
                    </a:cubicBezTo>
                    <a:cubicBezTo>
                      <a:pt x="3848" y="-1137"/>
                      <a:pt x="30656" y="-2648"/>
                      <a:pt x="15018" y="7285"/>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05" name="Google Shape;405;p2"/>
              <p:cNvSpPr/>
              <p:nvPr/>
            </p:nvSpPr>
            <p:spPr>
              <a:xfrm>
                <a:off x="6807255" y="2124328"/>
                <a:ext cx="20652" cy="9884"/>
              </a:xfrm>
              <a:custGeom>
                <a:avLst/>
                <a:gdLst/>
                <a:ahLst/>
                <a:cxnLst/>
                <a:rect l="l" t="t" r="r" b="b"/>
                <a:pathLst>
                  <a:path w="20652" h="9884" extrusionOk="0">
                    <a:moveTo>
                      <a:pt x="13977" y="9585"/>
                    </a:moveTo>
                    <a:cubicBezTo>
                      <a:pt x="-751" y="11429"/>
                      <a:pt x="-2455" y="4295"/>
                      <a:pt x="2508" y="749"/>
                    </a:cubicBezTo>
                    <a:cubicBezTo>
                      <a:pt x="7474" y="-2799"/>
                      <a:pt x="32361" y="7283"/>
                      <a:pt x="13977" y="9585"/>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06" name="Google Shape;406;p2"/>
              <p:cNvSpPr/>
              <p:nvPr/>
            </p:nvSpPr>
            <p:spPr>
              <a:xfrm>
                <a:off x="6831016" y="2188872"/>
                <a:ext cx="27448" cy="12819"/>
              </a:xfrm>
              <a:custGeom>
                <a:avLst/>
                <a:gdLst/>
                <a:ahLst/>
                <a:cxnLst/>
                <a:rect l="l" t="t" r="r" b="b"/>
                <a:pathLst>
                  <a:path w="27448" h="12819" extrusionOk="0">
                    <a:moveTo>
                      <a:pt x="19360" y="11037"/>
                    </a:moveTo>
                    <a:cubicBezTo>
                      <a:pt x="510" y="16656"/>
                      <a:pt x="-3271" y="7702"/>
                      <a:pt x="2446" y="1985"/>
                    </a:cubicBezTo>
                    <a:cubicBezTo>
                      <a:pt x="8166" y="-3732"/>
                      <a:pt x="42888" y="4026"/>
                      <a:pt x="19360" y="11037"/>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07" name="Google Shape;407;p2"/>
              <p:cNvSpPr/>
              <p:nvPr/>
            </p:nvSpPr>
            <p:spPr>
              <a:xfrm>
                <a:off x="6752878" y="2149175"/>
                <a:ext cx="27447" cy="12818"/>
              </a:xfrm>
              <a:custGeom>
                <a:avLst/>
                <a:gdLst/>
                <a:ahLst/>
                <a:cxnLst/>
                <a:rect l="l" t="t" r="r" b="b"/>
                <a:pathLst>
                  <a:path w="27447" h="12818" extrusionOk="0">
                    <a:moveTo>
                      <a:pt x="19360" y="11037"/>
                    </a:moveTo>
                    <a:cubicBezTo>
                      <a:pt x="510" y="16654"/>
                      <a:pt x="-3271" y="7702"/>
                      <a:pt x="2446" y="1985"/>
                    </a:cubicBezTo>
                    <a:cubicBezTo>
                      <a:pt x="8164" y="-3733"/>
                      <a:pt x="42888" y="4026"/>
                      <a:pt x="19360" y="11037"/>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08" name="Google Shape;408;p2"/>
              <p:cNvSpPr/>
              <p:nvPr/>
            </p:nvSpPr>
            <p:spPr>
              <a:xfrm>
                <a:off x="6764175" y="2181012"/>
                <a:ext cx="208791" cy="205761"/>
              </a:xfrm>
              <a:custGeom>
                <a:avLst/>
                <a:gdLst/>
                <a:ahLst/>
                <a:cxnLst/>
                <a:rect l="l" t="t" r="r" b="b"/>
                <a:pathLst>
                  <a:path w="208791" h="205761" extrusionOk="0">
                    <a:moveTo>
                      <a:pt x="191741" y="1096"/>
                    </a:moveTo>
                    <a:cubicBezTo>
                      <a:pt x="135808" y="17478"/>
                      <a:pt x="73436" y="46686"/>
                      <a:pt x="7147" y="83708"/>
                    </a:cubicBezTo>
                    <a:cubicBezTo>
                      <a:pt x="835" y="86531"/>
                      <a:pt x="-1819" y="94070"/>
                      <a:pt x="1324" y="100226"/>
                    </a:cubicBezTo>
                    <a:cubicBezTo>
                      <a:pt x="12837" y="122771"/>
                      <a:pt x="28014" y="143926"/>
                      <a:pt x="46880" y="162792"/>
                    </a:cubicBezTo>
                    <a:cubicBezTo>
                      <a:pt x="63568" y="179480"/>
                      <a:pt x="82043" y="193285"/>
                      <a:pt x="101687" y="204219"/>
                    </a:cubicBezTo>
                    <a:cubicBezTo>
                      <a:pt x="107749" y="207593"/>
                      <a:pt x="115396" y="205241"/>
                      <a:pt x="118452" y="199011"/>
                    </a:cubicBezTo>
                    <a:cubicBezTo>
                      <a:pt x="155106" y="138442"/>
                      <a:pt x="186417" y="77906"/>
                      <a:pt x="207512" y="17432"/>
                    </a:cubicBezTo>
                    <a:cubicBezTo>
                      <a:pt x="212487" y="7291"/>
                      <a:pt x="202054" y="-3517"/>
                      <a:pt x="191741" y="1096"/>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09" name="Google Shape;409;p2"/>
              <p:cNvSpPr/>
              <p:nvPr/>
            </p:nvSpPr>
            <p:spPr>
              <a:xfrm>
                <a:off x="6793534" y="2189255"/>
                <a:ext cx="166936" cy="189001"/>
              </a:xfrm>
              <a:custGeom>
                <a:avLst/>
                <a:gdLst/>
                <a:ahLst/>
                <a:cxnLst/>
                <a:rect l="l" t="t" r="r" b="b"/>
                <a:pathLst>
                  <a:path w="166936" h="189001" extrusionOk="0">
                    <a:moveTo>
                      <a:pt x="110422" y="131556"/>
                    </a:moveTo>
                    <a:cubicBezTo>
                      <a:pt x="99900" y="158791"/>
                      <a:pt x="78921" y="189335"/>
                      <a:pt x="76564" y="188998"/>
                    </a:cubicBezTo>
                    <a:cubicBezTo>
                      <a:pt x="74205" y="188662"/>
                      <a:pt x="122721" y="93992"/>
                      <a:pt x="120531" y="82368"/>
                    </a:cubicBezTo>
                    <a:cubicBezTo>
                      <a:pt x="118341" y="70746"/>
                      <a:pt x="98171" y="111892"/>
                      <a:pt x="82988" y="117933"/>
                    </a:cubicBezTo>
                    <a:cubicBezTo>
                      <a:pt x="67804" y="123975"/>
                      <a:pt x="95094" y="69397"/>
                      <a:pt x="73195" y="77483"/>
                    </a:cubicBezTo>
                    <a:cubicBezTo>
                      <a:pt x="51295" y="85568"/>
                      <a:pt x="18596" y="120965"/>
                      <a:pt x="4118" y="116573"/>
                    </a:cubicBezTo>
                    <a:cubicBezTo>
                      <a:pt x="-10359" y="112182"/>
                      <a:pt x="142428" y="27115"/>
                      <a:pt x="133499" y="18861"/>
                    </a:cubicBezTo>
                    <a:cubicBezTo>
                      <a:pt x="124570" y="10606"/>
                      <a:pt x="-3789" y="89779"/>
                      <a:pt x="86" y="79840"/>
                    </a:cubicBezTo>
                    <a:cubicBezTo>
                      <a:pt x="3961" y="69900"/>
                      <a:pt x="153152" y="-9664"/>
                      <a:pt x="165478" y="977"/>
                    </a:cubicBezTo>
                    <a:cubicBezTo>
                      <a:pt x="177802" y="11616"/>
                      <a:pt x="108008" y="48284"/>
                      <a:pt x="106015" y="60441"/>
                    </a:cubicBezTo>
                    <a:cubicBezTo>
                      <a:pt x="104021" y="72598"/>
                      <a:pt x="116148" y="39581"/>
                      <a:pt x="133332" y="42950"/>
                    </a:cubicBezTo>
                    <a:cubicBezTo>
                      <a:pt x="150514" y="46320"/>
                      <a:pt x="116148" y="116731"/>
                      <a:pt x="110422" y="131556"/>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10" name="Google Shape;410;p2"/>
              <p:cNvSpPr/>
              <p:nvPr/>
            </p:nvSpPr>
            <p:spPr>
              <a:xfrm>
                <a:off x="6854768" y="2341008"/>
                <a:ext cx="21057" cy="22268"/>
              </a:xfrm>
              <a:custGeom>
                <a:avLst/>
                <a:gdLst/>
                <a:ahLst/>
                <a:cxnLst/>
                <a:rect l="l" t="t" r="r" b="b"/>
                <a:pathLst>
                  <a:path w="21057" h="22268" extrusionOk="0">
                    <a:moveTo>
                      <a:pt x="18361" y="9956"/>
                    </a:moveTo>
                    <a:cubicBezTo>
                      <a:pt x="9004" y="27256"/>
                      <a:pt x="0" y="23601"/>
                      <a:pt x="0" y="15515"/>
                    </a:cubicBezTo>
                    <a:cubicBezTo>
                      <a:pt x="0" y="7427"/>
                      <a:pt x="30040" y="-11640"/>
                      <a:pt x="18361" y="995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11" name="Google Shape;411;p2"/>
              <p:cNvSpPr/>
              <p:nvPr/>
            </p:nvSpPr>
            <p:spPr>
              <a:xfrm>
                <a:off x="6848344" y="2305265"/>
                <a:ext cx="12890" cy="19171"/>
              </a:xfrm>
              <a:custGeom>
                <a:avLst/>
                <a:gdLst/>
                <a:ahLst/>
                <a:cxnLst/>
                <a:rect l="l" t="t" r="r" b="b"/>
                <a:pathLst>
                  <a:path w="12890" h="19171" extrusionOk="0">
                    <a:moveTo>
                      <a:pt x="12296" y="7396"/>
                    </a:moveTo>
                    <a:cubicBezTo>
                      <a:pt x="9064" y="21883"/>
                      <a:pt x="1774" y="21083"/>
                      <a:pt x="110" y="15210"/>
                    </a:cubicBezTo>
                    <a:cubicBezTo>
                      <a:pt x="-1555" y="9339"/>
                      <a:pt x="16331" y="-10686"/>
                      <a:pt x="12296" y="739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12" name="Google Shape;412;p2"/>
              <p:cNvSpPr/>
              <p:nvPr/>
            </p:nvSpPr>
            <p:spPr>
              <a:xfrm>
                <a:off x="6830705" y="2253392"/>
                <a:ext cx="17446" cy="15027"/>
              </a:xfrm>
              <a:custGeom>
                <a:avLst/>
                <a:gdLst/>
                <a:ahLst/>
                <a:cxnLst/>
                <a:rect l="l" t="t" r="r" b="b"/>
                <a:pathLst>
                  <a:path w="17446" h="15027" extrusionOk="0">
                    <a:moveTo>
                      <a:pt x="14464" y="7426"/>
                    </a:moveTo>
                    <a:cubicBezTo>
                      <a:pt x="5354" y="19144"/>
                      <a:pt x="-896" y="15306"/>
                      <a:pt x="105" y="9286"/>
                    </a:cubicBezTo>
                    <a:cubicBezTo>
                      <a:pt x="1109" y="3267"/>
                      <a:pt x="25834" y="-7200"/>
                      <a:pt x="14464" y="742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13" name="Google Shape;413;p2"/>
              <p:cNvSpPr/>
              <p:nvPr/>
            </p:nvSpPr>
            <p:spPr>
              <a:xfrm>
                <a:off x="6894082" y="2276921"/>
                <a:ext cx="21057" cy="22267"/>
              </a:xfrm>
              <a:custGeom>
                <a:avLst/>
                <a:gdLst/>
                <a:ahLst/>
                <a:cxnLst/>
                <a:rect l="l" t="t" r="r" b="b"/>
                <a:pathLst>
                  <a:path w="21057" h="22267" extrusionOk="0">
                    <a:moveTo>
                      <a:pt x="18361" y="9954"/>
                    </a:moveTo>
                    <a:cubicBezTo>
                      <a:pt x="9004" y="27255"/>
                      <a:pt x="0" y="23599"/>
                      <a:pt x="0" y="15514"/>
                    </a:cubicBezTo>
                    <a:cubicBezTo>
                      <a:pt x="0" y="7428"/>
                      <a:pt x="30040" y="-11639"/>
                      <a:pt x="18361" y="9954"/>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14" name="Google Shape;414;p2"/>
              <p:cNvSpPr/>
              <p:nvPr/>
            </p:nvSpPr>
            <p:spPr>
              <a:xfrm>
                <a:off x="6810760" y="2304103"/>
                <a:ext cx="21057" cy="22268"/>
              </a:xfrm>
              <a:custGeom>
                <a:avLst/>
                <a:gdLst/>
                <a:ahLst/>
                <a:cxnLst/>
                <a:rect l="l" t="t" r="r" b="b"/>
                <a:pathLst>
                  <a:path w="21057" h="22268" extrusionOk="0">
                    <a:moveTo>
                      <a:pt x="18361" y="9956"/>
                    </a:moveTo>
                    <a:cubicBezTo>
                      <a:pt x="9005" y="27256"/>
                      <a:pt x="0" y="23601"/>
                      <a:pt x="0" y="15515"/>
                    </a:cubicBezTo>
                    <a:cubicBezTo>
                      <a:pt x="0" y="7427"/>
                      <a:pt x="30040" y="-11640"/>
                      <a:pt x="18361" y="995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15" name="Google Shape;415;p2"/>
              <p:cNvSpPr/>
              <p:nvPr/>
            </p:nvSpPr>
            <p:spPr>
              <a:xfrm>
                <a:off x="6901574" y="2191893"/>
                <a:ext cx="161684" cy="224537"/>
              </a:xfrm>
              <a:custGeom>
                <a:avLst/>
                <a:gdLst/>
                <a:ahLst/>
                <a:cxnLst/>
                <a:rect l="l" t="t" r="r" b="b"/>
                <a:pathLst>
                  <a:path w="161684" h="224537" extrusionOk="0">
                    <a:moveTo>
                      <a:pt x="72909" y="7768"/>
                    </a:moveTo>
                    <a:cubicBezTo>
                      <a:pt x="44942" y="58901"/>
                      <a:pt x="21492" y="123659"/>
                      <a:pt x="797" y="196710"/>
                    </a:cubicBezTo>
                    <a:cubicBezTo>
                      <a:pt x="-1667" y="203170"/>
                      <a:pt x="1785" y="210378"/>
                      <a:pt x="8362" y="212508"/>
                    </a:cubicBezTo>
                    <a:cubicBezTo>
                      <a:pt x="32442" y="220311"/>
                      <a:pt x="58132" y="224538"/>
                      <a:pt x="84812" y="224538"/>
                    </a:cubicBezTo>
                    <a:cubicBezTo>
                      <a:pt x="108411" y="224538"/>
                      <a:pt x="131239" y="221237"/>
                      <a:pt x="152860" y="215076"/>
                    </a:cubicBezTo>
                    <a:cubicBezTo>
                      <a:pt x="159533" y="213176"/>
                      <a:pt x="163277" y="206103"/>
                      <a:pt x="161032" y="199540"/>
                    </a:cubicBezTo>
                    <a:cubicBezTo>
                      <a:pt x="144120" y="130793"/>
                      <a:pt x="123455" y="65846"/>
                      <a:pt x="95609" y="8168"/>
                    </a:cubicBezTo>
                    <a:cubicBezTo>
                      <a:pt x="91958" y="-2522"/>
                      <a:pt x="76937" y="-2785"/>
                      <a:pt x="72909" y="7768"/>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16" name="Google Shape;416;p2"/>
              <p:cNvSpPr/>
              <p:nvPr/>
            </p:nvSpPr>
            <p:spPr>
              <a:xfrm>
                <a:off x="6920972" y="2203203"/>
                <a:ext cx="131842" cy="196071"/>
              </a:xfrm>
              <a:custGeom>
                <a:avLst/>
                <a:gdLst/>
                <a:ahLst/>
                <a:cxnLst/>
                <a:rect l="l" t="t" r="r" b="b"/>
                <a:pathLst>
                  <a:path w="131842" h="196071" extrusionOk="0">
                    <a:moveTo>
                      <a:pt x="114847" y="131276"/>
                    </a:moveTo>
                    <a:cubicBezTo>
                      <a:pt x="126663" y="157974"/>
                      <a:pt x="133430" y="194406"/>
                      <a:pt x="131523" y="195835"/>
                    </a:cubicBezTo>
                    <a:cubicBezTo>
                      <a:pt x="129617" y="197264"/>
                      <a:pt x="96980" y="96019"/>
                      <a:pt x="87214" y="89349"/>
                    </a:cubicBezTo>
                    <a:cubicBezTo>
                      <a:pt x="77446" y="82678"/>
                      <a:pt x="92280" y="126034"/>
                      <a:pt x="85817" y="141044"/>
                    </a:cubicBezTo>
                    <a:cubicBezTo>
                      <a:pt x="79352" y="156052"/>
                      <a:pt x="60056" y="98163"/>
                      <a:pt x="50290" y="119366"/>
                    </a:cubicBezTo>
                    <a:cubicBezTo>
                      <a:pt x="40522" y="140569"/>
                      <a:pt x="42429" y="188719"/>
                      <a:pt x="29088" y="195851"/>
                    </a:cubicBezTo>
                    <a:cubicBezTo>
                      <a:pt x="15747" y="202983"/>
                      <a:pt x="63631" y="34796"/>
                      <a:pt x="51481" y="35271"/>
                    </a:cubicBezTo>
                    <a:cubicBezTo>
                      <a:pt x="39331" y="35747"/>
                      <a:pt x="4550" y="182494"/>
                      <a:pt x="264" y="172728"/>
                    </a:cubicBezTo>
                    <a:cubicBezTo>
                      <a:pt x="-4025" y="162960"/>
                      <a:pt x="45211" y="1205"/>
                      <a:pt x="61448" y="14"/>
                    </a:cubicBezTo>
                    <a:cubicBezTo>
                      <a:pt x="77686" y="-1177"/>
                      <a:pt x="54263" y="74103"/>
                      <a:pt x="61448" y="84107"/>
                    </a:cubicBezTo>
                    <a:cubicBezTo>
                      <a:pt x="68633" y="94113"/>
                      <a:pt x="53863" y="62191"/>
                      <a:pt x="68395" y="52423"/>
                    </a:cubicBezTo>
                    <a:cubicBezTo>
                      <a:pt x="82925" y="42657"/>
                      <a:pt x="108414" y="116744"/>
                      <a:pt x="114847" y="131276"/>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17" name="Google Shape;417;p2"/>
              <p:cNvSpPr/>
              <p:nvPr/>
            </p:nvSpPr>
            <p:spPr>
              <a:xfrm>
                <a:off x="7024306" y="2369510"/>
                <a:ext cx="12819" cy="27447"/>
              </a:xfrm>
              <a:custGeom>
                <a:avLst/>
                <a:gdLst/>
                <a:ahLst/>
                <a:cxnLst/>
                <a:rect l="l" t="t" r="r" b="b"/>
                <a:pathLst>
                  <a:path w="12819" h="27447" extrusionOk="0">
                    <a:moveTo>
                      <a:pt x="11038" y="8087"/>
                    </a:moveTo>
                    <a:cubicBezTo>
                      <a:pt x="16655" y="26938"/>
                      <a:pt x="7703" y="30719"/>
                      <a:pt x="1985" y="25001"/>
                    </a:cubicBezTo>
                    <a:cubicBezTo>
                      <a:pt x="-3732" y="19284"/>
                      <a:pt x="4024" y="-15440"/>
                      <a:pt x="11038" y="8087"/>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18" name="Google Shape;418;p2"/>
              <p:cNvSpPr/>
              <p:nvPr/>
            </p:nvSpPr>
            <p:spPr>
              <a:xfrm>
                <a:off x="6992144" y="2354480"/>
                <a:ext cx="11216" cy="19883"/>
              </a:xfrm>
              <a:custGeom>
                <a:avLst/>
                <a:gdLst/>
                <a:ahLst/>
                <a:cxnLst/>
                <a:rect l="l" t="t" r="r" b="b"/>
                <a:pathLst>
                  <a:path w="11216" h="19883" extrusionOk="0">
                    <a:moveTo>
                      <a:pt x="7284" y="4866"/>
                    </a:moveTo>
                    <a:cubicBezTo>
                      <a:pt x="15242" y="17396"/>
                      <a:pt x="9520" y="21983"/>
                      <a:pt x="4191" y="19009"/>
                    </a:cubicBezTo>
                    <a:cubicBezTo>
                      <a:pt x="-1135" y="16033"/>
                      <a:pt x="-2649" y="-10775"/>
                      <a:pt x="7284" y="486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19" name="Google Shape;419;p2"/>
              <p:cNvSpPr/>
              <p:nvPr/>
            </p:nvSpPr>
            <p:spPr>
              <a:xfrm>
                <a:off x="6942245" y="2326952"/>
                <a:ext cx="9883" cy="20650"/>
              </a:xfrm>
              <a:custGeom>
                <a:avLst/>
                <a:gdLst/>
                <a:ahLst/>
                <a:cxnLst/>
                <a:rect l="l" t="t" r="r" b="b"/>
                <a:pathLst>
                  <a:path w="9883" h="20650" extrusionOk="0">
                    <a:moveTo>
                      <a:pt x="9584" y="6674"/>
                    </a:moveTo>
                    <a:cubicBezTo>
                      <a:pt x="11429" y="21403"/>
                      <a:pt x="4295" y="23106"/>
                      <a:pt x="749" y="18141"/>
                    </a:cubicBezTo>
                    <a:cubicBezTo>
                      <a:pt x="-2799" y="13178"/>
                      <a:pt x="7282" y="-11707"/>
                      <a:pt x="9584" y="6674"/>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20" name="Google Shape;420;p2"/>
              <p:cNvSpPr/>
              <p:nvPr/>
            </p:nvSpPr>
            <p:spPr>
              <a:xfrm>
                <a:off x="7006787" y="2296395"/>
                <a:ext cx="12818" cy="27447"/>
              </a:xfrm>
              <a:custGeom>
                <a:avLst/>
                <a:gdLst/>
                <a:ahLst/>
                <a:cxnLst/>
                <a:rect l="l" t="t" r="r" b="b"/>
                <a:pathLst>
                  <a:path w="12818" h="27447" extrusionOk="0">
                    <a:moveTo>
                      <a:pt x="11036" y="8087"/>
                    </a:moveTo>
                    <a:cubicBezTo>
                      <a:pt x="16655" y="26938"/>
                      <a:pt x="7701" y="30719"/>
                      <a:pt x="1984" y="25001"/>
                    </a:cubicBezTo>
                    <a:cubicBezTo>
                      <a:pt x="-3731" y="19284"/>
                      <a:pt x="4025" y="-15440"/>
                      <a:pt x="11036" y="8087"/>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21" name="Google Shape;421;p2"/>
              <p:cNvSpPr/>
              <p:nvPr/>
            </p:nvSpPr>
            <p:spPr>
              <a:xfrm>
                <a:off x="6967092" y="2374533"/>
                <a:ext cx="12819" cy="27447"/>
              </a:xfrm>
              <a:custGeom>
                <a:avLst/>
                <a:gdLst/>
                <a:ahLst/>
                <a:cxnLst/>
                <a:rect l="l" t="t" r="r" b="b"/>
                <a:pathLst>
                  <a:path w="12819" h="27447" extrusionOk="0">
                    <a:moveTo>
                      <a:pt x="11038" y="8087"/>
                    </a:moveTo>
                    <a:cubicBezTo>
                      <a:pt x="16654" y="26938"/>
                      <a:pt x="7702" y="30719"/>
                      <a:pt x="1985" y="25001"/>
                    </a:cubicBezTo>
                    <a:cubicBezTo>
                      <a:pt x="-3732" y="19284"/>
                      <a:pt x="4024" y="-15440"/>
                      <a:pt x="11038" y="8087"/>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22" name="Google Shape;422;p2"/>
              <p:cNvSpPr/>
              <p:nvPr/>
            </p:nvSpPr>
            <p:spPr>
              <a:xfrm>
                <a:off x="6998926" y="2181893"/>
                <a:ext cx="205760" cy="208790"/>
              </a:xfrm>
              <a:custGeom>
                <a:avLst/>
                <a:gdLst/>
                <a:ahLst/>
                <a:cxnLst/>
                <a:rect l="l" t="t" r="r" b="b"/>
                <a:pathLst>
                  <a:path w="205760" h="208790" extrusionOk="0">
                    <a:moveTo>
                      <a:pt x="1096" y="17049"/>
                    </a:moveTo>
                    <a:cubicBezTo>
                      <a:pt x="17478" y="72983"/>
                      <a:pt x="46686" y="135355"/>
                      <a:pt x="83708" y="201644"/>
                    </a:cubicBezTo>
                    <a:cubicBezTo>
                      <a:pt x="86531" y="207956"/>
                      <a:pt x="94070" y="210610"/>
                      <a:pt x="100226" y="207466"/>
                    </a:cubicBezTo>
                    <a:cubicBezTo>
                      <a:pt x="122771" y="195956"/>
                      <a:pt x="143926" y="180777"/>
                      <a:pt x="162792" y="161911"/>
                    </a:cubicBezTo>
                    <a:cubicBezTo>
                      <a:pt x="179480" y="145223"/>
                      <a:pt x="193285" y="126748"/>
                      <a:pt x="204219" y="107104"/>
                    </a:cubicBezTo>
                    <a:cubicBezTo>
                      <a:pt x="207593" y="101042"/>
                      <a:pt x="205241" y="93395"/>
                      <a:pt x="199011" y="90339"/>
                    </a:cubicBezTo>
                    <a:cubicBezTo>
                      <a:pt x="138442" y="53685"/>
                      <a:pt x="77904" y="22374"/>
                      <a:pt x="17430" y="1278"/>
                    </a:cubicBezTo>
                    <a:cubicBezTo>
                      <a:pt x="7292" y="-3694"/>
                      <a:pt x="-3517" y="6740"/>
                      <a:pt x="1096" y="17049"/>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23" name="Google Shape;423;p2"/>
              <p:cNvSpPr/>
              <p:nvPr/>
            </p:nvSpPr>
            <p:spPr>
              <a:xfrm>
                <a:off x="7007170" y="2194389"/>
                <a:ext cx="189000" cy="166936"/>
              </a:xfrm>
              <a:custGeom>
                <a:avLst/>
                <a:gdLst/>
                <a:ahLst/>
                <a:cxnLst/>
                <a:rect l="l" t="t" r="r" b="b"/>
                <a:pathLst>
                  <a:path w="189000" h="166936" extrusionOk="0">
                    <a:moveTo>
                      <a:pt x="131556" y="56514"/>
                    </a:moveTo>
                    <a:cubicBezTo>
                      <a:pt x="158791" y="67037"/>
                      <a:pt x="189334" y="88015"/>
                      <a:pt x="188998" y="90372"/>
                    </a:cubicBezTo>
                    <a:cubicBezTo>
                      <a:pt x="188662" y="92731"/>
                      <a:pt x="93992" y="44218"/>
                      <a:pt x="82368" y="46405"/>
                    </a:cubicBezTo>
                    <a:cubicBezTo>
                      <a:pt x="70743" y="48595"/>
                      <a:pt x="111891" y="68765"/>
                      <a:pt x="117933" y="83948"/>
                    </a:cubicBezTo>
                    <a:cubicBezTo>
                      <a:pt x="123975" y="99132"/>
                      <a:pt x="69397" y="71842"/>
                      <a:pt x="77483" y="93742"/>
                    </a:cubicBezTo>
                    <a:cubicBezTo>
                      <a:pt x="85568" y="115642"/>
                      <a:pt x="120965" y="148340"/>
                      <a:pt x="116573" y="162818"/>
                    </a:cubicBezTo>
                    <a:cubicBezTo>
                      <a:pt x="112182" y="177293"/>
                      <a:pt x="27115" y="24508"/>
                      <a:pt x="18861" y="33437"/>
                    </a:cubicBezTo>
                    <a:cubicBezTo>
                      <a:pt x="10606" y="42366"/>
                      <a:pt x="89779" y="170725"/>
                      <a:pt x="79839" y="166850"/>
                    </a:cubicBezTo>
                    <a:cubicBezTo>
                      <a:pt x="69900" y="162975"/>
                      <a:pt x="-9664" y="13784"/>
                      <a:pt x="977" y="1458"/>
                    </a:cubicBezTo>
                    <a:cubicBezTo>
                      <a:pt x="11616" y="-10866"/>
                      <a:pt x="48284" y="58928"/>
                      <a:pt x="60441" y="60922"/>
                    </a:cubicBezTo>
                    <a:cubicBezTo>
                      <a:pt x="72597" y="62915"/>
                      <a:pt x="39581" y="50788"/>
                      <a:pt x="42950" y="33604"/>
                    </a:cubicBezTo>
                    <a:cubicBezTo>
                      <a:pt x="46320" y="16422"/>
                      <a:pt x="116731" y="50788"/>
                      <a:pt x="131556" y="56514"/>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24" name="Google Shape;424;p2"/>
              <p:cNvSpPr/>
              <p:nvPr/>
            </p:nvSpPr>
            <p:spPr>
              <a:xfrm>
                <a:off x="7158924" y="2279034"/>
                <a:ext cx="22267" cy="21056"/>
              </a:xfrm>
              <a:custGeom>
                <a:avLst/>
                <a:gdLst/>
                <a:ahLst/>
                <a:cxnLst/>
                <a:rect l="l" t="t" r="r" b="b"/>
                <a:pathLst>
                  <a:path w="22267" h="21056" extrusionOk="0">
                    <a:moveTo>
                      <a:pt x="9954" y="2696"/>
                    </a:moveTo>
                    <a:cubicBezTo>
                      <a:pt x="27255" y="12052"/>
                      <a:pt x="23599" y="21057"/>
                      <a:pt x="15514" y="21057"/>
                    </a:cubicBezTo>
                    <a:cubicBezTo>
                      <a:pt x="7428" y="21057"/>
                      <a:pt x="-11639" y="-8981"/>
                      <a:pt x="9954" y="269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25" name="Google Shape;425;p2"/>
              <p:cNvSpPr/>
              <p:nvPr/>
            </p:nvSpPr>
            <p:spPr>
              <a:xfrm>
                <a:off x="7123180" y="2293624"/>
                <a:ext cx="19170" cy="12890"/>
              </a:xfrm>
              <a:custGeom>
                <a:avLst/>
                <a:gdLst/>
                <a:ahLst/>
                <a:cxnLst/>
                <a:rect l="l" t="t" r="r" b="b"/>
                <a:pathLst>
                  <a:path w="19170" h="12890" extrusionOk="0">
                    <a:moveTo>
                      <a:pt x="7396" y="594"/>
                    </a:moveTo>
                    <a:cubicBezTo>
                      <a:pt x="21883" y="3827"/>
                      <a:pt x="21080" y="11117"/>
                      <a:pt x="15210" y="12781"/>
                    </a:cubicBezTo>
                    <a:cubicBezTo>
                      <a:pt x="9339" y="14445"/>
                      <a:pt x="-10686" y="-3440"/>
                      <a:pt x="7396" y="594"/>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26" name="Google Shape;426;p2"/>
              <p:cNvSpPr/>
              <p:nvPr/>
            </p:nvSpPr>
            <p:spPr>
              <a:xfrm>
                <a:off x="7071306" y="2306708"/>
                <a:ext cx="15027" cy="17445"/>
              </a:xfrm>
              <a:custGeom>
                <a:avLst/>
                <a:gdLst/>
                <a:ahLst/>
                <a:cxnLst/>
                <a:rect l="l" t="t" r="r" b="b"/>
                <a:pathLst>
                  <a:path w="15027" h="17445" extrusionOk="0">
                    <a:moveTo>
                      <a:pt x="7426" y="2984"/>
                    </a:moveTo>
                    <a:cubicBezTo>
                      <a:pt x="19144" y="12094"/>
                      <a:pt x="15306" y="18344"/>
                      <a:pt x="9286" y="17340"/>
                    </a:cubicBezTo>
                    <a:cubicBezTo>
                      <a:pt x="3268" y="16339"/>
                      <a:pt x="-7200" y="-8389"/>
                      <a:pt x="7426" y="2984"/>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27" name="Google Shape;427;p2"/>
              <p:cNvSpPr/>
              <p:nvPr/>
            </p:nvSpPr>
            <p:spPr>
              <a:xfrm>
                <a:off x="7094836" y="2239719"/>
                <a:ext cx="22267" cy="21056"/>
              </a:xfrm>
              <a:custGeom>
                <a:avLst/>
                <a:gdLst/>
                <a:ahLst/>
                <a:cxnLst/>
                <a:rect l="l" t="t" r="r" b="b"/>
                <a:pathLst>
                  <a:path w="22267" h="21056" extrusionOk="0">
                    <a:moveTo>
                      <a:pt x="9954" y="2696"/>
                    </a:moveTo>
                    <a:cubicBezTo>
                      <a:pt x="27255" y="12052"/>
                      <a:pt x="23599" y="21057"/>
                      <a:pt x="15514" y="21057"/>
                    </a:cubicBezTo>
                    <a:cubicBezTo>
                      <a:pt x="7428" y="21057"/>
                      <a:pt x="-11639" y="-8981"/>
                      <a:pt x="9954" y="2696"/>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28" name="Google Shape;428;p2"/>
              <p:cNvSpPr/>
              <p:nvPr/>
            </p:nvSpPr>
            <p:spPr>
              <a:xfrm>
                <a:off x="7122019" y="2323041"/>
                <a:ext cx="22267" cy="21057"/>
              </a:xfrm>
              <a:custGeom>
                <a:avLst/>
                <a:gdLst/>
                <a:ahLst/>
                <a:cxnLst/>
                <a:rect l="l" t="t" r="r" b="b"/>
                <a:pathLst>
                  <a:path w="22267" h="21057" extrusionOk="0">
                    <a:moveTo>
                      <a:pt x="9954" y="2697"/>
                    </a:moveTo>
                    <a:cubicBezTo>
                      <a:pt x="27255" y="12053"/>
                      <a:pt x="23599" y="21058"/>
                      <a:pt x="15514" y="21058"/>
                    </a:cubicBezTo>
                    <a:cubicBezTo>
                      <a:pt x="7428" y="21058"/>
                      <a:pt x="-11639" y="-8983"/>
                      <a:pt x="9954" y="2697"/>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29" name="Google Shape;429;p2"/>
              <p:cNvSpPr/>
              <p:nvPr/>
            </p:nvSpPr>
            <p:spPr>
              <a:xfrm>
                <a:off x="7009808" y="2091600"/>
                <a:ext cx="224536" cy="161684"/>
              </a:xfrm>
              <a:custGeom>
                <a:avLst/>
                <a:gdLst/>
                <a:ahLst/>
                <a:cxnLst/>
                <a:rect l="l" t="t" r="r" b="b"/>
                <a:pathLst>
                  <a:path w="224536" h="161684" extrusionOk="0">
                    <a:moveTo>
                      <a:pt x="7766" y="88776"/>
                    </a:moveTo>
                    <a:cubicBezTo>
                      <a:pt x="58900" y="116743"/>
                      <a:pt x="123657" y="140192"/>
                      <a:pt x="196709" y="160888"/>
                    </a:cubicBezTo>
                    <a:cubicBezTo>
                      <a:pt x="203169" y="163352"/>
                      <a:pt x="210377" y="159900"/>
                      <a:pt x="212507" y="153323"/>
                    </a:cubicBezTo>
                    <a:cubicBezTo>
                      <a:pt x="220310" y="129243"/>
                      <a:pt x="224536" y="103553"/>
                      <a:pt x="224536" y="76873"/>
                    </a:cubicBezTo>
                    <a:cubicBezTo>
                      <a:pt x="224536" y="53274"/>
                      <a:pt x="221236" y="30446"/>
                      <a:pt x="215075" y="8825"/>
                    </a:cubicBezTo>
                    <a:cubicBezTo>
                      <a:pt x="213175" y="2152"/>
                      <a:pt x="206102" y="-1592"/>
                      <a:pt x="199539" y="653"/>
                    </a:cubicBezTo>
                    <a:cubicBezTo>
                      <a:pt x="130792" y="17565"/>
                      <a:pt x="65844" y="38230"/>
                      <a:pt x="8169" y="66076"/>
                    </a:cubicBezTo>
                    <a:cubicBezTo>
                      <a:pt x="-2521" y="69729"/>
                      <a:pt x="-2786" y="84748"/>
                      <a:pt x="7766" y="88776"/>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30" name="Google Shape;430;p2"/>
              <p:cNvSpPr/>
              <p:nvPr/>
            </p:nvSpPr>
            <p:spPr>
              <a:xfrm>
                <a:off x="7021117" y="2102045"/>
                <a:ext cx="196071" cy="131842"/>
              </a:xfrm>
              <a:custGeom>
                <a:avLst/>
                <a:gdLst/>
                <a:ahLst/>
                <a:cxnLst/>
                <a:rect l="l" t="t" r="r" b="b"/>
                <a:pathLst>
                  <a:path w="196071" h="131842" extrusionOk="0">
                    <a:moveTo>
                      <a:pt x="131276" y="16995"/>
                    </a:moveTo>
                    <a:cubicBezTo>
                      <a:pt x="157974" y="5179"/>
                      <a:pt x="194406" y="-1586"/>
                      <a:pt x="195835" y="319"/>
                    </a:cubicBezTo>
                    <a:cubicBezTo>
                      <a:pt x="197264" y="2225"/>
                      <a:pt x="96019" y="34863"/>
                      <a:pt x="89349" y="44628"/>
                    </a:cubicBezTo>
                    <a:cubicBezTo>
                      <a:pt x="82678" y="54396"/>
                      <a:pt x="126034" y="39562"/>
                      <a:pt x="141044" y="46025"/>
                    </a:cubicBezTo>
                    <a:cubicBezTo>
                      <a:pt x="156052" y="52490"/>
                      <a:pt x="98164" y="71786"/>
                      <a:pt x="119366" y="81552"/>
                    </a:cubicBezTo>
                    <a:cubicBezTo>
                      <a:pt x="140569" y="91320"/>
                      <a:pt x="188719" y="89413"/>
                      <a:pt x="195851" y="102754"/>
                    </a:cubicBezTo>
                    <a:cubicBezTo>
                      <a:pt x="202983" y="116095"/>
                      <a:pt x="34795" y="68211"/>
                      <a:pt x="35271" y="80361"/>
                    </a:cubicBezTo>
                    <a:cubicBezTo>
                      <a:pt x="35746" y="92511"/>
                      <a:pt x="182494" y="127292"/>
                      <a:pt x="172728" y="131579"/>
                    </a:cubicBezTo>
                    <a:cubicBezTo>
                      <a:pt x="162960" y="135867"/>
                      <a:pt x="1205" y="86631"/>
                      <a:pt x="14" y="70394"/>
                    </a:cubicBezTo>
                    <a:cubicBezTo>
                      <a:pt x="-1177" y="54156"/>
                      <a:pt x="74101" y="77579"/>
                      <a:pt x="84107" y="70394"/>
                    </a:cubicBezTo>
                    <a:cubicBezTo>
                      <a:pt x="94113" y="63209"/>
                      <a:pt x="62191" y="77979"/>
                      <a:pt x="52423" y="63447"/>
                    </a:cubicBezTo>
                    <a:cubicBezTo>
                      <a:pt x="42657" y="48919"/>
                      <a:pt x="116744" y="23428"/>
                      <a:pt x="131276" y="16995"/>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31" name="Google Shape;431;p2"/>
              <p:cNvSpPr/>
              <p:nvPr/>
            </p:nvSpPr>
            <p:spPr>
              <a:xfrm>
                <a:off x="7187426" y="2117735"/>
                <a:ext cx="27448" cy="12819"/>
              </a:xfrm>
              <a:custGeom>
                <a:avLst/>
                <a:gdLst/>
                <a:ahLst/>
                <a:cxnLst/>
                <a:rect l="l" t="t" r="r" b="b"/>
                <a:pathLst>
                  <a:path w="27448" h="12819" extrusionOk="0">
                    <a:moveTo>
                      <a:pt x="8088" y="1782"/>
                    </a:moveTo>
                    <a:cubicBezTo>
                      <a:pt x="26939" y="-3836"/>
                      <a:pt x="30720" y="5118"/>
                      <a:pt x="25002" y="10835"/>
                    </a:cubicBezTo>
                    <a:cubicBezTo>
                      <a:pt x="19285" y="16552"/>
                      <a:pt x="-15442" y="8794"/>
                      <a:pt x="8088" y="1782"/>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32" name="Google Shape;432;p2"/>
              <p:cNvSpPr/>
              <p:nvPr/>
            </p:nvSpPr>
            <p:spPr>
              <a:xfrm>
                <a:off x="7172396" y="2151498"/>
                <a:ext cx="19882" cy="11218"/>
              </a:xfrm>
              <a:custGeom>
                <a:avLst/>
                <a:gdLst/>
                <a:ahLst/>
                <a:cxnLst/>
                <a:rect l="l" t="t" r="r" b="b"/>
                <a:pathLst>
                  <a:path w="19882" h="11218" extrusionOk="0">
                    <a:moveTo>
                      <a:pt x="4865" y="3933"/>
                    </a:moveTo>
                    <a:cubicBezTo>
                      <a:pt x="17395" y="-4025"/>
                      <a:pt x="21983" y="1697"/>
                      <a:pt x="19008" y="7026"/>
                    </a:cubicBezTo>
                    <a:cubicBezTo>
                      <a:pt x="16032" y="12354"/>
                      <a:pt x="-10773" y="13868"/>
                      <a:pt x="4865" y="393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33" name="Google Shape;433;p2"/>
              <p:cNvSpPr/>
              <p:nvPr/>
            </p:nvSpPr>
            <p:spPr>
              <a:xfrm>
                <a:off x="7144867" y="2202732"/>
                <a:ext cx="20654" cy="9884"/>
              </a:xfrm>
              <a:custGeom>
                <a:avLst/>
                <a:gdLst/>
                <a:ahLst/>
                <a:cxnLst/>
                <a:rect l="l" t="t" r="r" b="b"/>
                <a:pathLst>
                  <a:path w="20654" h="9884" extrusionOk="0">
                    <a:moveTo>
                      <a:pt x="6676" y="300"/>
                    </a:moveTo>
                    <a:cubicBezTo>
                      <a:pt x="21404" y="-1545"/>
                      <a:pt x="23110" y="5589"/>
                      <a:pt x="18145" y="9135"/>
                    </a:cubicBezTo>
                    <a:cubicBezTo>
                      <a:pt x="13177" y="12683"/>
                      <a:pt x="-11708" y="2602"/>
                      <a:pt x="6676" y="300"/>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34" name="Google Shape;434;p2"/>
              <p:cNvSpPr/>
              <p:nvPr/>
            </p:nvSpPr>
            <p:spPr>
              <a:xfrm>
                <a:off x="7114309" y="2135254"/>
                <a:ext cx="27447" cy="12818"/>
              </a:xfrm>
              <a:custGeom>
                <a:avLst/>
                <a:gdLst/>
                <a:ahLst/>
                <a:cxnLst/>
                <a:rect l="l" t="t" r="r" b="b"/>
                <a:pathLst>
                  <a:path w="27447" h="12818" extrusionOk="0">
                    <a:moveTo>
                      <a:pt x="8087" y="1782"/>
                    </a:moveTo>
                    <a:cubicBezTo>
                      <a:pt x="26938" y="-3835"/>
                      <a:pt x="30719" y="5117"/>
                      <a:pt x="25001" y="10834"/>
                    </a:cubicBezTo>
                    <a:cubicBezTo>
                      <a:pt x="19284" y="16551"/>
                      <a:pt x="-15440" y="8793"/>
                      <a:pt x="8087" y="1782"/>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35" name="Google Shape;435;p2"/>
              <p:cNvSpPr/>
              <p:nvPr/>
            </p:nvSpPr>
            <p:spPr>
              <a:xfrm>
                <a:off x="7192447" y="2174950"/>
                <a:ext cx="27447" cy="12818"/>
              </a:xfrm>
              <a:custGeom>
                <a:avLst/>
                <a:gdLst/>
                <a:ahLst/>
                <a:cxnLst/>
                <a:rect l="l" t="t" r="r" b="b"/>
                <a:pathLst>
                  <a:path w="27447" h="12818" extrusionOk="0">
                    <a:moveTo>
                      <a:pt x="8087" y="1782"/>
                    </a:moveTo>
                    <a:cubicBezTo>
                      <a:pt x="26938" y="-3835"/>
                      <a:pt x="30719" y="5117"/>
                      <a:pt x="25001" y="10834"/>
                    </a:cubicBezTo>
                    <a:cubicBezTo>
                      <a:pt x="19284" y="16551"/>
                      <a:pt x="-15440" y="8793"/>
                      <a:pt x="8087" y="1782"/>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36" name="Google Shape;436;p2"/>
              <p:cNvSpPr/>
              <p:nvPr/>
            </p:nvSpPr>
            <p:spPr>
              <a:xfrm>
                <a:off x="6999808" y="1950171"/>
                <a:ext cx="208789" cy="205761"/>
              </a:xfrm>
              <a:custGeom>
                <a:avLst/>
                <a:gdLst/>
                <a:ahLst/>
                <a:cxnLst/>
                <a:rect l="l" t="t" r="r" b="b"/>
                <a:pathLst>
                  <a:path w="208789" h="205761" extrusionOk="0">
                    <a:moveTo>
                      <a:pt x="17048" y="204665"/>
                    </a:moveTo>
                    <a:cubicBezTo>
                      <a:pt x="72982" y="188283"/>
                      <a:pt x="135351" y="159075"/>
                      <a:pt x="201643" y="122053"/>
                    </a:cubicBezTo>
                    <a:cubicBezTo>
                      <a:pt x="207954" y="119228"/>
                      <a:pt x="210608" y="111691"/>
                      <a:pt x="207465" y="105535"/>
                    </a:cubicBezTo>
                    <a:cubicBezTo>
                      <a:pt x="195955" y="82990"/>
                      <a:pt x="180776" y="61835"/>
                      <a:pt x="161912" y="42969"/>
                    </a:cubicBezTo>
                    <a:cubicBezTo>
                      <a:pt x="145224" y="26281"/>
                      <a:pt x="126749" y="12476"/>
                      <a:pt x="107105" y="1542"/>
                    </a:cubicBezTo>
                    <a:cubicBezTo>
                      <a:pt x="101043" y="-1832"/>
                      <a:pt x="93396" y="520"/>
                      <a:pt x="90340" y="6750"/>
                    </a:cubicBezTo>
                    <a:cubicBezTo>
                      <a:pt x="53686" y="67319"/>
                      <a:pt x="22374" y="127857"/>
                      <a:pt x="1279" y="188331"/>
                    </a:cubicBezTo>
                    <a:cubicBezTo>
                      <a:pt x="-3695" y="198472"/>
                      <a:pt x="6738" y="209278"/>
                      <a:pt x="17048" y="204665"/>
                    </a:cubicBezTo>
                    <a:close/>
                  </a:path>
                </a:pathLst>
              </a:custGeom>
              <a:solidFill>
                <a:srgbClr val="F0D14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37" name="Google Shape;437;p2"/>
              <p:cNvSpPr/>
              <p:nvPr/>
            </p:nvSpPr>
            <p:spPr>
              <a:xfrm>
                <a:off x="7012303" y="1958688"/>
                <a:ext cx="166936" cy="189001"/>
              </a:xfrm>
              <a:custGeom>
                <a:avLst/>
                <a:gdLst/>
                <a:ahLst/>
                <a:cxnLst/>
                <a:rect l="l" t="t" r="r" b="b"/>
                <a:pathLst>
                  <a:path w="166936" h="189001" extrusionOk="0">
                    <a:moveTo>
                      <a:pt x="56516" y="57445"/>
                    </a:moveTo>
                    <a:cubicBezTo>
                      <a:pt x="67039" y="30210"/>
                      <a:pt x="88017" y="-333"/>
                      <a:pt x="90374" y="3"/>
                    </a:cubicBezTo>
                    <a:cubicBezTo>
                      <a:pt x="92733" y="339"/>
                      <a:pt x="44220" y="95009"/>
                      <a:pt x="46408" y="106633"/>
                    </a:cubicBezTo>
                    <a:cubicBezTo>
                      <a:pt x="48598" y="118257"/>
                      <a:pt x="68767" y="77109"/>
                      <a:pt x="83948" y="71068"/>
                    </a:cubicBezTo>
                    <a:cubicBezTo>
                      <a:pt x="99132" y="65026"/>
                      <a:pt x="71842" y="119604"/>
                      <a:pt x="93742" y="111518"/>
                    </a:cubicBezTo>
                    <a:cubicBezTo>
                      <a:pt x="115639" y="103433"/>
                      <a:pt x="148341" y="68036"/>
                      <a:pt x="162818" y="72428"/>
                    </a:cubicBezTo>
                    <a:cubicBezTo>
                      <a:pt x="177295" y="76819"/>
                      <a:pt x="24508" y="161886"/>
                      <a:pt x="33437" y="170141"/>
                    </a:cubicBezTo>
                    <a:cubicBezTo>
                      <a:pt x="42366" y="178395"/>
                      <a:pt x="170725" y="99222"/>
                      <a:pt x="166850" y="109161"/>
                    </a:cubicBezTo>
                    <a:cubicBezTo>
                      <a:pt x="162975" y="119101"/>
                      <a:pt x="13784" y="198665"/>
                      <a:pt x="1458" y="188024"/>
                    </a:cubicBezTo>
                    <a:cubicBezTo>
                      <a:pt x="-10866" y="177385"/>
                      <a:pt x="58928" y="140717"/>
                      <a:pt x="60921" y="128561"/>
                    </a:cubicBezTo>
                    <a:cubicBezTo>
                      <a:pt x="62915" y="116404"/>
                      <a:pt x="50788" y="149420"/>
                      <a:pt x="33604" y="146051"/>
                    </a:cubicBezTo>
                    <a:cubicBezTo>
                      <a:pt x="16424" y="142683"/>
                      <a:pt x="50788" y="72270"/>
                      <a:pt x="56516" y="57445"/>
                    </a:cubicBezTo>
                    <a:close/>
                  </a:path>
                </a:pathLst>
              </a:custGeom>
              <a:solidFill>
                <a:srgbClr val="F2F2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38" name="Google Shape;438;p2"/>
              <p:cNvSpPr/>
              <p:nvPr/>
            </p:nvSpPr>
            <p:spPr>
              <a:xfrm>
                <a:off x="7096948" y="1973668"/>
                <a:ext cx="21056" cy="22268"/>
              </a:xfrm>
              <a:custGeom>
                <a:avLst/>
                <a:gdLst/>
                <a:ahLst/>
                <a:cxnLst/>
                <a:rect l="l" t="t" r="r" b="b"/>
                <a:pathLst>
                  <a:path w="21056" h="22268" extrusionOk="0">
                    <a:moveTo>
                      <a:pt x="2696" y="12313"/>
                    </a:moveTo>
                    <a:cubicBezTo>
                      <a:pt x="12052" y="-4987"/>
                      <a:pt x="21057" y="-1332"/>
                      <a:pt x="21057" y="6753"/>
                    </a:cubicBezTo>
                    <a:cubicBezTo>
                      <a:pt x="21059" y="14841"/>
                      <a:pt x="-8981" y="33909"/>
                      <a:pt x="2696" y="1231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39" name="Google Shape;439;p2"/>
              <p:cNvSpPr/>
              <p:nvPr/>
            </p:nvSpPr>
            <p:spPr>
              <a:xfrm>
                <a:off x="7111540" y="2012508"/>
                <a:ext cx="12891" cy="19171"/>
              </a:xfrm>
              <a:custGeom>
                <a:avLst/>
                <a:gdLst/>
                <a:ahLst/>
                <a:cxnLst/>
                <a:rect l="l" t="t" r="r" b="b"/>
                <a:pathLst>
                  <a:path w="12891" h="19171" extrusionOk="0">
                    <a:moveTo>
                      <a:pt x="595" y="11775"/>
                    </a:moveTo>
                    <a:cubicBezTo>
                      <a:pt x="3828" y="-2711"/>
                      <a:pt x="11118" y="-1911"/>
                      <a:pt x="12782" y="3961"/>
                    </a:cubicBezTo>
                    <a:cubicBezTo>
                      <a:pt x="14446" y="9832"/>
                      <a:pt x="-3442" y="29857"/>
                      <a:pt x="595" y="11775"/>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40" name="Google Shape;440;p2"/>
              <p:cNvSpPr/>
              <p:nvPr/>
            </p:nvSpPr>
            <p:spPr>
              <a:xfrm>
                <a:off x="7124623" y="2068525"/>
                <a:ext cx="17446" cy="15027"/>
              </a:xfrm>
              <a:custGeom>
                <a:avLst/>
                <a:gdLst/>
                <a:ahLst/>
                <a:cxnLst/>
                <a:rect l="l" t="t" r="r" b="b"/>
                <a:pathLst>
                  <a:path w="17446" h="15027" extrusionOk="0">
                    <a:moveTo>
                      <a:pt x="2983" y="7602"/>
                    </a:moveTo>
                    <a:cubicBezTo>
                      <a:pt x="12093" y="-4116"/>
                      <a:pt x="18343" y="-278"/>
                      <a:pt x="17342" y="5741"/>
                    </a:cubicBezTo>
                    <a:cubicBezTo>
                      <a:pt x="16338" y="11760"/>
                      <a:pt x="-8387" y="22228"/>
                      <a:pt x="2983" y="7602"/>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41" name="Google Shape;441;p2"/>
              <p:cNvSpPr/>
              <p:nvPr/>
            </p:nvSpPr>
            <p:spPr>
              <a:xfrm>
                <a:off x="7057635" y="2037756"/>
                <a:ext cx="21057" cy="22268"/>
              </a:xfrm>
              <a:custGeom>
                <a:avLst/>
                <a:gdLst/>
                <a:ahLst/>
                <a:cxnLst/>
                <a:rect l="l" t="t" r="r" b="b"/>
                <a:pathLst>
                  <a:path w="21057" h="22268" extrusionOk="0">
                    <a:moveTo>
                      <a:pt x="2697" y="12313"/>
                    </a:moveTo>
                    <a:cubicBezTo>
                      <a:pt x="12053" y="-4987"/>
                      <a:pt x="21058" y="-1332"/>
                      <a:pt x="21058" y="6754"/>
                    </a:cubicBezTo>
                    <a:cubicBezTo>
                      <a:pt x="21058" y="14839"/>
                      <a:pt x="-8983" y="33909"/>
                      <a:pt x="2697" y="1231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42" name="Google Shape;442;p2"/>
              <p:cNvSpPr/>
              <p:nvPr/>
            </p:nvSpPr>
            <p:spPr>
              <a:xfrm>
                <a:off x="7140956" y="2010573"/>
                <a:ext cx="21056" cy="22268"/>
              </a:xfrm>
              <a:custGeom>
                <a:avLst/>
                <a:gdLst/>
                <a:ahLst/>
                <a:cxnLst/>
                <a:rect l="l" t="t" r="r" b="b"/>
                <a:pathLst>
                  <a:path w="21056" h="22268" extrusionOk="0">
                    <a:moveTo>
                      <a:pt x="2696" y="12313"/>
                    </a:moveTo>
                    <a:cubicBezTo>
                      <a:pt x="12052" y="-4987"/>
                      <a:pt x="21057" y="-1332"/>
                      <a:pt x="21057" y="6754"/>
                    </a:cubicBezTo>
                    <a:cubicBezTo>
                      <a:pt x="21057" y="14841"/>
                      <a:pt x="-8981" y="33909"/>
                      <a:pt x="2696" y="12313"/>
                    </a:cubicBezTo>
                    <a:close/>
                  </a:path>
                </a:pathLst>
              </a:custGeom>
              <a:solidFill>
                <a:srgbClr val="2E2E2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443" name="Google Shape;443;p2"/>
            <p:cNvGrpSpPr/>
            <p:nvPr/>
          </p:nvGrpSpPr>
          <p:grpSpPr>
            <a:xfrm>
              <a:off x="6001716" y="3781658"/>
              <a:ext cx="1579829" cy="1958044"/>
              <a:chOff x="6001716" y="3781658"/>
              <a:chExt cx="1579829" cy="1958044"/>
            </a:xfrm>
          </p:grpSpPr>
          <p:sp>
            <p:nvSpPr>
              <p:cNvPr id="444" name="Google Shape;444;p2"/>
              <p:cNvSpPr/>
              <p:nvPr/>
            </p:nvSpPr>
            <p:spPr>
              <a:xfrm>
                <a:off x="6279096" y="4596140"/>
                <a:ext cx="159550" cy="288436"/>
              </a:xfrm>
              <a:custGeom>
                <a:avLst/>
                <a:gdLst/>
                <a:ahLst/>
                <a:cxnLst/>
                <a:rect l="l" t="t" r="r" b="b"/>
                <a:pathLst>
                  <a:path w="159550" h="288436" extrusionOk="0">
                    <a:moveTo>
                      <a:pt x="0" y="0"/>
                    </a:moveTo>
                    <a:cubicBezTo>
                      <a:pt x="16631" y="132402"/>
                      <a:pt x="106589" y="283997"/>
                      <a:pt x="130044" y="288326"/>
                    </a:cubicBezTo>
                    <a:cubicBezTo>
                      <a:pt x="153498" y="292656"/>
                      <a:pt x="156817" y="168894"/>
                      <a:pt x="159517" y="163504"/>
                    </a:cubicBezTo>
                    <a:cubicBezTo>
                      <a:pt x="162217" y="158113"/>
                      <a:pt x="0" y="0"/>
                      <a:pt x="0" y="0"/>
                    </a:cubicBezTo>
                    <a:close/>
                  </a:path>
                </a:pathLst>
              </a:custGeom>
              <a:solidFill>
                <a:srgbClr val="5B8CA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45" name="Google Shape;445;p2"/>
              <p:cNvSpPr/>
              <p:nvPr/>
            </p:nvSpPr>
            <p:spPr>
              <a:xfrm>
                <a:off x="6607896" y="4875682"/>
                <a:ext cx="119996" cy="258645"/>
              </a:xfrm>
              <a:custGeom>
                <a:avLst/>
                <a:gdLst/>
                <a:ahLst/>
                <a:cxnLst/>
                <a:rect l="l" t="t" r="r" b="b"/>
                <a:pathLst>
                  <a:path w="119996" h="258645" extrusionOk="0">
                    <a:moveTo>
                      <a:pt x="2236" y="0"/>
                    </a:moveTo>
                    <a:cubicBezTo>
                      <a:pt x="-9370" y="149344"/>
                      <a:pt x="27594" y="240430"/>
                      <a:pt x="35609" y="228177"/>
                    </a:cubicBezTo>
                    <a:cubicBezTo>
                      <a:pt x="43622" y="215924"/>
                      <a:pt x="48868" y="193716"/>
                      <a:pt x="50740" y="217081"/>
                    </a:cubicBezTo>
                    <a:cubicBezTo>
                      <a:pt x="52612" y="240446"/>
                      <a:pt x="64854" y="267221"/>
                      <a:pt x="73374" y="245214"/>
                    </a:cubicBezTo>
                    <a:cubicBezTo>
                      <a:pt x="81894" y="223205"/>
                      <a:pt x="82886" y="234964"/>
                      <a:pt x="91378" y="256734"/>
                    </a:cubicBezTo>
                    <a:cubicBezTo>
                      <a:pt x="99869" y="278503"/>
                      <a:pt x="119997" y="107151"/>
                      <a:pt x="119997" y="107151"/>
                    </a:cubicBezTo>
                    <a:lnTo>
                      <a:pt x="2236" y="0"/>
                    </a:lnTo>
                    <a:close/>
                  </a:path>
                </a:pathLst>
              </a:custGeom>
              <a:solidFill>
                <a:srgbClr val="5B8CA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46" name="Google Shape;446;p2"/>
              <p:cNvSpPr/>
              <p:nvPr/>
            </p:nvSpPr>
            <p:spPr>
              <a:xfrm>
                <a:off x="6637812" y="4061150"/>
                <a:ext cx="487963" cy="954743"/>
              </a:xfrm>
              <a:custGeom>
                <a:avLst/>
                <a:gdLst/>
                <a:ahLst/>
                <a:cxnLst/>
                <a:rect l="l" t="t" r="r" b="b"/>
                <a:pathLst>
                  <a:path w="487963" h="954743" extrusionOk="0">
                    <a:moveTo>
                      <a:pt x="37891" y="0"/>
                    </a:moveTo>
                    <a:cubicBezTo>
                      <a:pt x="268274" y="102886"/>
                      <a:pt x="350966" y="191590"/>
                      <a:pt x="310071" y="183292"/>
                    </a:cubicBezTo>
                    <a:cubicBezTo>
                      <a:pt x="269177" y="174993"/>
                      <a:pt x="149971" y="143538"/>
                      <a:pt x="226097" y="201888"/>
                    </a:cubicBezTo>
                    <a:cubicBezTo>
                      <a:pt x="302223" y="260240"/>
                      <a:pt x="306585" y="282703"/>
                      <a:pt x="275733" y="281619"/>
                    </a:cubicBezTo>
                    <a:cubicBezTo>
                      <a:pt x="244881" y="280538"/>
                      <a:pt x="257751" y="305014"/>
                      <a:pt x="296031" y="338961"/>
                    </a:cubicBezTo>
                    <a:cubicBezTo>
                      <a:pt x="334310" y="372911"/>
                      <a:pt x="306526" y="382231"/>
                      <a:pt x="289506" y="378203"/>
                    </a:cubicBezTo>
                    <a:cubicBezTo>
                      <a:pt x="272487" y="374175"/>
                      <a:pt x="248100" y="433382"/>
                      <a:pt x="327049" y="457602"/>
                    </a:cubicBezTo>
                    <a:cubicBezTo>
                      <a:pt x="405999" y="481823"/>
                      <a:pt x="391686" y="498481"/>
                      <a:pt x="357645" y="490422"/>
                    </a:cubicBezTo>
                    <a:cubicBezTo>
                      <a:pt x="323604" y="482364"/>
                      <a:pt x="384122" y="493924"/>
                      <a:pt x="399653" y="515921"/>
                    </a:cubicBezTo>
                    <a:cubicBezTo>
                      <a:pt x="415184" y="537916"/>
                      <a:pt x="372168" y="516673"/>
                      <a:pt x="357675" y="538474"/>
                    </a:cubicBezTo>
                    <a:cubicBezTo>
                      <a:pt x="343182" y="560273"/>
                      <a:pt x="416267" y="604883"/>
                      <a:pt x="394105" y="600672"/>
                    </a:cubicBezTo>
                    <a:cubicBezTo>
                      <a:pt x="371944" y="596463"/>
                      <a:pt x="302226" y="553690"/>
                      <a:pt x="351903" y="605198"/>
                    </a:cubicBezTo>
                    <a:cubicBezTo>
                      <a:pt x="401580" y="656706"/>
                      <a:pt x="473477" y="710711"/>
                      <a:pt x="428027" y="709975"/>
                    </a:cubicBezTo>
                    <a:cubicBezTo>
                      <a:pt x="382576" y="709239"/>
                      <a:pt x="364069" y="723176"/>
                      <a:pt x="405715" y="758959"/>
                    </a:cubicBezTo>
                    <a:cubicBezTo>
                      <a:pt x="447362" y="794741"/>
                      <a:pt x="487963" y="954744"/>
                      <a:pt x="487963" y="954744"/>
                    </a:cubicBezTo>
                    <a:cubicBezTo>
                      <a:pt x="487963" y="954744"/>
                      <a:pt x="329187" y="836932"/>
                      <a:pt x="237653" y="706730"/>
                    </a:cubicBezTo>
                    <a:cubicBezTo>
                      <a:pt x="146119" y="576529"/>
                      <a:pt x="115695" y="548521"/>
                      <a:pt x="75884" y="406577"/>
                    </a:cubicBezTo>
                    <a:cubicBezTo>
                      <a:pt x="36074" y="264632"/>
                      <a:pt x="-17874" y="139181"/>
                      <a:pt x="5791" y="100543"/>
                    </a:cubicBezTo>
                    <a:cubicBezTo>
                      <a:pt x="29460" y="61903"/>
                      <a:pt x="37891" y="0"/>
                      <a:pt x="37891" y="0"/>
                    </a:cubicBezTo>
                    <a:close/>
                  </a:path>
                </a:pathLst>
              </a:custGeom>
              <a:solidFill>
                <a:srgbClr val="5B8CA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47" name="Google Shape;447;p2"/>
              <p:cNvSpPr/>
              <p:nvPr/>
            </p:nvSpPr>
            <p:spPr>
              <a:xfrm>
                <a:off x="6001716" y="3781661"/>
                <a:ext cx="1579829" cy="1958041"/>
              </a:xfrm>
              <a:custGeom>
                <a:avLst/>
                <a:gdLst/>
                <a:ahLst/>
                <a:cxnLst/>
                <a:rect l="l" t="t" r="r" b="b"/>
                <a:pathLst>
                  <a:path w="1579829" h="1958041" extrusionOk="0">
                    <a:moveTo>
                      <a:pt x="50825" y="30116"/>
                    </a:moveTo>
                    <a:cubicBezTo>
                      <a:pt x="54728" y="15481"/>
                      <a:pt x="67906" y="5283"/>
                      <a:pt x="82930" y="3343"/>
                    </a:cubicBezTo>
                    <a:cubicBezTo>
                      <a:pt x="402716" y="-37956"/>
                      <a:pt x="846230" y="309874"/>
                      <a:pt x="880461" y="690877"/>
                    </a:cubicBezTo>
                    <a:cubicBezTo>
                      <a:pt x="908197" y="999579"/>
                      <a:pt x="1105762" y="1275058"/>
                      <a:pt x="1312773" y="1382779"/>
                    </a:cubicBezTo>
                    <a:cubicBezTo>
                      <a:pt x="1519784" y="1490500"/>
                      <a:pt x="1603330" y="1552571"/>
                      <a:pt x="1574207" y="1554169"/>
                    </a:cubicBezTo>
                    <a:cubicBezTo>
                      <a:pt x="1545085" y="1555767"/>
                      <a:pt x="1421097" y="1486929"/>
                      <a:pt x="1462049" y="1537109"/>
                    </a:cubicBezTo>
                    <a:cubicBezTo>
                      <a:pt x="1503000" y="1587289"/>
                      <a:pt x="1600592" y="1611889"/>
                      <a:pt x="1533056" y="1599307"/>
                    </a:cubicBezTo>
                    <a:cubicBezTo>
                      <a:pt x="1465521" y="1586725"/>
                      <a:pt x="1352906" y="1537159"/>
                      <a:pt x="1369374" y="1562726"/>
                    </a:cubicBezTo>
                    <a:cubicBezTo>
                      <a:pt x="1385843" y="1588290"/>
                      <a:pt x="1437977" y="1647781"/>
                      <a:pt x="1401191" y="1622274"/>
                    </a:cubicBezTo>
                    <a:cubicBezTo>
                      <a:pt x="1364402" y="1596769"/>
                      <a:pt x="1284783" y="1507331"/>
                      <a:pt x="1317489" y="1591481"/>
                    </a:cubicBezTo>
                    <a:cubicBezTo>
                      <a:pt x="1350195" y="1675629"/>
                      <a:pt x="1293662" y="1536055"/>
                      <a:pt x="1249967" y="1558675"/>
                    </a:cubicBezTo>
                    <a:cubicBezTo>
                      <a:pt x="1206270" y="1581298"/>
                      <a:pt x="1292304" y="1756887"/>
                      <a:pt x="1268452" y="1741905"/>
                    </a:cubicBezTo>
                    <a:cubicBezTo>
                      <a:pt x="1244600" y="1726925"/>
                      <a:pt x="1150060" y="1570338"/>
                      <a:pt x="1174266" y="1663379"/>
                    </a:cubicBezTo>
                    <a:cubicBezTo>
                      <a:pt x="1198473" y="1756419"/>
                      <a:pt x="1263889" y="1914603"/>
                      <a:pt x="1184291" y="1794833"/>
                    </a:cubicBezTo>
                    <a:cubicBezTo>
                      <a:pt x="1104692" y="1675062"/>
                      <a:pt x="1244501" y="1898841"/>
                      <a:pt x="1183433" y="1881397"/>
                    </a:cubicBezTo>
                    <a:cubicBezTo>
                      <a:pt x="1122363" y="1863955"/>
                      <a:pt x="1055747" y="1683928"/>
                      <a:pt x="1071474" y="1755527"/>
                    </a:cubicBezTo>
                    <a:cubicBezTo>
                      <a:pt x="1087202" y="1827127"/>
                      <a:pt x="1112558" y="2012787"/>
                      <a:pt x="1064879" y="1942380"/>
                    </a:cubicBezTo>
                    <a:cubicBezTo>
                      <a:pt x="1017200" y="1871974"/>
                      <a:pt x="1077756" y="1631228"/>
                      <a:pt x="981884" y="1453745"/>
                    </a:cubicBezTo>
                    <a:cubicBezTo>
                      <a:pt x="886914" y="1277934"/>
                      <a:pt x="-93600" y="926160"/>
                      <a:pt x="7270" y="78264"/>
                    </a:cubicBezTo>
                    <a:cubicBezTo>
                      <a:pt x="8665" y="66539"/>
                      <a:pt x="16652" y="56115"/>
                      <a:pt x="28148" y="53426"/>
                    </a:cubicBezTo>
                    <a:cubicBezTo>
                      <a:pt x="42045" y="50178"/>
                      <a:pt x="48199" y="39964"/>
                      <a:pt x="50825" y="30116"/>
                    </a:cubicBezTo>
                    <a:close/>
                  </a:path>
                </a:pathLst>
              </a:custGeom>
              <a:solidFill>
                <a:srgbClr val="D5F1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48" name="Google Shape;448;p2"/>
              <p:cNvSpPr/>
              <p:nvPr/>
            </p:nvSpPr>
            <p:spPr>
              <a:xfrm>
                <a:off x="6017577" y="3781658"/>
                <a:ext cx="1546140" cy="1782022"/>
              </a:xfrm>
              <a:custGeom>
                <a:avLst/>
                <a:gdLst/>
                <a:ahLst/>
                <a:cxnLst/>
                <a:rect l="l" t="t" r="r" b="b"/>
                <a:pathLst>
                  <a:path w="1546140" h="1782022" extrusionOk="0">
                    <a:moveTo>
                      <a:pt x="1081024" y="1782022"/>
                    </a:moveTo>
                    <a:lnTo>
                      <a:pt x="1181165" y="1739349"/>
                    </a:lnTo>
                    <a:cubicBezTo>
                      <a:pt x="1172938" y="1713509"/>
                      <a:pt x="1164404" y="1686444"/>
                      <a:pt x="1158403" y="1663381"/>
                    </a:cubicBezTo>
                    <a:cubicBezTo>
                      <a:pt x="1139148" y="1589369"/>
                      <a:pt x="1195009" y="1673270"/>
                      <a:pt x="1230680" y="1718247"/>
                    </a:cubicBezTo>
                    <a:lnTo>
                      <a:pt x="1249903" y="1710057"/>
                    </a:lnTo>
                    <a:cubicBezTo>
                      <a:pt x="1235108" y="1661429"/>
                      <a:pt x="1204173" y="1574172"/>
                      <a:pt x="1234104" y="1558678"/>
                    </a:cubicBezTo>
                    <a:cubicBezTo>
                      <a:pt x="1277801" y="1536058"/>
                      <a:pt x="1334331" y="1675632"/>
                      <a:pt x="1301626" y="1591482"/>
                    </a:cubicBezTo>
                    <a:cubicBezTo>
                      <a:pt x="1268920" y="1507332"/>
                      <a:pt x="1348539" y="1596771"/>
                      <a:pt x="1385328" y="1622276"/>
                    </a:cubicBezTo>
                    <a:cubicBezTo>
                      <a:pt x="1422116" y="1647779"/>
                      <a:pt x="1369979" y="1588290"/>
                      <a:pt x="1353511" y="1562726"/>
                    </a:cubicBezTo>
                    <a:cubicBezTo>
                      <a:pt x="1338252" y="1539041"/>
                      <a:pt x="1433779" y="1579826"/>
                      <a:pt x="1501621" y="1595960"/>
                    </a:cubicBezTo>
                    <a:cubicBezTo>
                      <a:pt x="1503996" y="1592945"/>
                      <a:pt x="1506755" y="1589365"/>
                      <a:pt x="1509887" y="1585157"/>
                    </a:cubicBezTo>
                    <a:cubicBezTo>
                      <a:pt x="1489329" y="1573980"/>
                      <a:pt x="1462992" y="1557704"/>
                      <a:pt x="1446188" y="1537112"/>
                    </a:cubicBezTo>
                    <a:cubicBezTo>
                      <a:pt x="1412682" y="1496057"/>
                      <a:pt x="1489562" y="1534652"/>
                      <a:pt x="1534587" y="1549179"/>
                    </a:cubicBezTo>
                    <a:cubicBezTo>
                      <a:pt x="1538359" y="1543240"/>
                      <a:pt x="1542234" y="1536869"/>
                      <a:pt x="1546141" y="1530183"/>
                    </a:cubicBezTo>
                    <a:cubicBezTo>
                      <a:pt x="1512411" y="1502650"/>
                      <a:pt x="1430353" y="1452219"/>
                      <a:pt x="1296912" y="1382781"/>
                    </a:cubicBezTo>
                    <a:cubicBezTo>
                      <a:pt x="1089901" y="1275060"/>
                      <a:pt x="892336" y="999579"/>
                      <a:pt x="864602" y="690880"/>
                    </a:cubicBezTo>
                    <a:cubicBezTo>
                      <a:pt x="830369" y="309875"/>
                      <a:pt x="386858" y="-37956"/>
                      <a:pt x="67069" y="3343"/>
                    </a:cubicBezTo>
                    <a:cubicBezTo>
                      <a:pt x="52048" y="5283"/>
                      <a:pt x="38869" y="15481"/>
                      <a:pt x="34964" y="30116"/>
                    </a:cubicBezTo>
                    <a:cubicBezTo>
                      <a:pt x="32338" y="39964"/>
                      <a:pt x="26184" y="50178"/>
                      <a:pt x="12287" y="53427"/>
                    </a:cubicBezTo>
                    <a:cubicBezTo>
                      <a:pt x="7489" y="54549"/>
                      <a:pt x="3351" y="57071"/>
                      <a:pt x="0" y="60419"/>
                    </a:cubicBezTo>
                    <a:cubicBezTo>
                      <a:pt x="37955" y="189887"/>
                      <a:pt x="206055" y="421077"/>
                      <a:pt x="266411" y="487044"/>
                    </a:cubicBezTo>
                    <a:cubicBezTo>
                      <a:pt x="468884" y="931671"/>
                      <a:pt x="803172" y="1139458"/>
                      <a:pt x="906589" y="1270866"/>
                    </a:cubicBezTo>
                    <a:cubicBezTo>
                      <a:pt x="990595" y="1377613"/>
                      <a:pt x="1045381" y="1651558"/>
                      <a:pt x="1062988" y="1750635"/>
                    </a:cubicBezTo>
                    <a:cubicBezTo>
                      <a:pt x="1067640" y="1758458"/>
                      <a:pt x="1073785" y="1769536"/>
                      <a:pt x="1081024" y="1782022"/>
                    </a:cubicBezTo>
                    <a:close/>
                  </a:path>
                </a:pathLst>
              </a:custGeom>
              <a:solidFill>
                <a:srgbClr val="B8E6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49" name="Google Shape;449;p2"/>
              <p:cNvSpPr/>
              <p:nvPr/>
            </p:nvSpPr>
            <p:spPr>
              <a:xfrm rot="-4087125">
                <a:off x="6294476" y="3997908"/>
                <a:ext cx="121277" cy="121277"/>
              </a:xfrm>
              <a:custGeom>
                <a:avLst/>
                <a:gdLst/>
                <a:ahLst/>
                <a:cxnLst/>
                <a:rect l="l" t="t" r="r" b="b"/>
                <a:pathLst>
                  <a:path w="121337" h="121337" extrusionOk="0">
                    <a:moveTo>
                      <a:pt x="121337" y="60668"/>
                    </a:moveTo>
                    <a:cubicBezTo>
                      <a:pt x="121337" y="94175"/>
                      <a:pt x="94175" y="121337"/>
                      <a:pt x="60669" y="121337"/>
                    </a:cubicBezTo>
                    <a:cubicBezTo>
                      <a:pt x="27162" y="121337"/>
                      <a:pt x="0" y="94175"/>
                      <a:pt x="0" y="60668"/>
                    </a:cubicBezTo>
                    <a:cubicBezTo>
                      <a:pt x="0" y="27162"/>
                      <a:pt x="27162" y="0"/>
                      <a:pt x="60669" y="0"/>
                    </a:cubicBezTo>
                    <a:cubicBezTo>
                      <a:pt x="94175" y="0"/>
                      <a:pt x="121337" y="27162"/>
                      <a:pt x="121337" y="60668"/>
                    </a:cubicBezTo>
                    <a:close/>
                  </a:path>
                </a:pathLst>
              </a:custGeom>
              <a:solidFill>
                <a:srgbClr val="5B8CA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450" name="Google Shape;450;p2"/>
              <p:cNvGrpSpPr/>
              <p:nvPr/>
            </p:nvGrpSpPr>
            <p:grpSpPr>
              <a:xfrm>
                <a:off x="6979279" y="5039515"/>
                <a:ext cx="602265" cy="700185"/>
                <a:chOff x="6979279" y="5039515"/>
                <a:chExt cx="602265" cy="700185"/>
              </a:xfrm>
            </p:grpSpPr>
            <p:sp>
              <p:nvSpPr>
                <p:cNvPr id="451" name="Google Shape;451;p2"/>
                <p:cNvSpPr/>
                <p:nvPr/>
              </p:nvSpPr>
              <p:spPr>
                <a:xfrm>
                  <a:off x="6979279" y="5065394"/>
                  <a:ext cx="602265" cy="674306"/>
                </a:xfrm>
                <a:custGeom>
                  <a:avLst/>
                  <a:gdLst/>
                  <a:ahLst/>
                  <a:cxnLst/>
                  <a:rect l="l" t="t" r="r" b="b"/>
                  <a:pathLst>
                    <a:path w="602265" h="674306" extrusionOk="0">
                      <a:moveTo>
                        <a:pt x="206725" y="511100"/>
                      </a:moveTo>
                      <a:cubicBezTo>
                        <a:pt x="286326" y="630872"/>
                        <a:pt x="220908" y="472686"/>
                        <a:pt x="196701" y="379646"/>
                      </a:cubicBezTo>
                      <a:cubicBezTo>
                        <a:pt x="172495" y="286605"/>
                        <a:pt x="267035" y="443192"/>
                        <a:pt x="290889" y="458172"/>
                      </a:cubicBezTo>
                      <a:cubicBezTo>
                        <a:pt x="314741" y="473152"/>
                        <a:pt x="228707" y="297562"/>
                        <a:pt x="272404" y="274940"/>
                      </a:cubicBezTo>
                      <a:cubicBezTo>
                        <a:pt x="316101" y="252320"/>
                        <a:pt x="372632" y="391894"/>
                        <a:pt x="339926" y="307744"/>
                      </a:cubicBezTo>
                      <a:cubicBezTo>
                        <a:pt x="307220" y="223594"/>
                        <a:pt x="386839" y="313034"/>
                        <a:pt x="423628" y="338538"/>
                      </a:cubicBezTo>
                      <a:cubicBezTo>
                        <a:pt x="460416" y="364041"/>
                        <a:pt x="408280" y="304553"/>
                        <a:pt x="391811" y="278989"/>
                      </a:cubicBezTo>
                      <a:cubicBezTo>
                        <a:pt x="375345" y="253424"/>
                        <a:pt x="487958" y="302987"/>
                        <a:pt x="555494" y="315571"/>
                      </a:cubicBezTo>
                      <a:cubicBezTo>
                        <a:pt x="623029" y="328153"/>
                        <a:pt x="525437" y="303551"/>
                        <a:pt x="484486" y="253374"/>
                      </a:cubicBezTo>
                      <a:cubicBezTo>
                        <a:pt x="443532" y="203194"/>
                        <a:pt x="567520" y="272032"/>
                        <a:pt x="596644" y="270434"/>
                      </a:cubicBezTo>
                      <a:cubicBezTo>
                        <a:pt x="625765" y="268836"/>
                        <a:pt x="542219" y="206764"/>
                        <a:pt x="335210" y="99044"/>
                      </a:cubicBezTo>
                      <a:cubicBezTo>
                        <a:pt x="287739" y="74341"/>
                        <a:pt x="240793" y="40726"/>
                        <a:pt x="196249" y="0"/>
                      </a:cubicBezTo>
                      <a:cubicBezTo>
                        <a:pt x="247590" y="54058"/>
                        <a:pt x="239399" y="82285"/>
                        <a:pt x="204464" y="57162"/>
                      </a:cubicBezTo>
                      <a:cubicBezTo>
                        <a:pt x="164306" y="28283"/>
                        <a:pt x="136278" y="8852"/>
                        <a:pt x="177224" y="65773"/>
                      </a:cubicBezTo>
                      <a:cubicBezTo>
                        <a:pt x="218171" y="122692"/>
                        <a:pt x="166421" y="94078"/>
                        <a:pt x="129500" y="62774"/>
                      </a:cubicBezTo>
                      <a:cubicBezTo>
                        <a:pt x="92581" y="31472"/>
                        <a:pt x="95557" y="78090"/>
                        <a:pt x="128935" y="133941"/>
                      </a:cubicBezTo>
                      <a:cubicBezTo>
                        <a:pt x="162313" y="189795"/>
                        <a:pt x="101121" y="166565"/>
                        <a:pt x="83087" y="117750"/>
                      </a:cubicBezTo>
                      <a:cubicBezTo>
                        <a:pt x="65053" y="68934"/>
                        <a:pt x="59374" y="95084"/>
                        <a:pt x="74704" y="156033"/>
                      </a:cubicBezTo>
                      <a:cubicBezTo>
                        <a:pt x="90032" y="216981"/>
                        <a:pt x="37468" y="194027"/>
                        <a:pt x="15389" y="146556"/>
                      </a:cubicBezTo>
                      <a:cubicBezTo>
                        <a:pt x="-6689" y="99085"/>
                        <a:pt x="39824" y="206385"/>
                        <a:pt x="107" y="163008"/>
                      </a:cubicBezTo>
                      <a:cubicBezTo>
                        <a:pt x="71" y="162969"/>
                        <a:pt x="37" y="162946"/>
                        <a:pt x="0" y="162908"/>
                      </a:cubicBezTo>
                      <a:cubicBezTo>
                        <a:pt x="1564" y="165299"/>
                        <a:pt x="3061" y="167678"/>
                        <a:pt x="4321" y="170008"/>
                      </a:cubicBezTo>
                      <a:cubicBezTo>
                        <a:pt x="100193" y="347490"/>
                        <a:pt x="39637" y="588236"/>
                        <a:pt x="87318" y="658645"/>
                      </a:cubicBezTo>
                      <a:cubicBezTo>
                        <a:pt x="134997" y="729052"/>
                        <a:pt x="109639" y="543389"/>
                        <a:pt x="93911" y="471789"/>
                      </a:cubicBezTo>
                      <a:cubicBezTo>
                        <a:pt x="78184" y="400190"/>
                        <a:pt x="144802" y="580217"/>
                        <a:pt x="205870" y="597659"/>
                      </a:cubicBezTo>
                      <a:cubicBezTo>
                        <a:pt x="266939" y="615108"/>
                        <a:pt x="127127" y="391331"/>
                        <a:pt x="206725" y="511100"/>
                      </a:cubicBezTo>
                      <a:close/>
                    </a:path>
                  </a:pathLst>
                </a:custGeom>
                <a:solidFill>
                  <a:srgbClr val="5B8CA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52" name="Google Shape;452;p2"/>
                <p:cNvSpPr/>
                <p:nvPr/>
              </p:nvSpPr>
              <p:spPr>
                <a:xfrm>
                  <a:off x="7148432" y="5039515"/>
                  <a:ext cx="516" cy="477"/>
                </a:xfrm>
                <a:custGeom>
                  <a:avLst/>
                  <a:gdLst/>
                  <a:ahLst/>
                  <a:cxnLst/>
                  <a:rect l="l" t="t" r="r" b="b"/>
                  <a:pathLst>
                    <a:path w="516" h="477" extrusionOk="0">
                      <a:moveTo>
                        <a:pt x="32" y="0"/>
                      </a:moveTo>
                      <a:cubicBezTo>
                        <a:pt x="30" y="0"/>
                        <a:pt x="0" y="16"/>
                        <a:pt x="0" y="16"/>
                      </a:cubicBezTo>
                      <a:cubicBezTo>
                        <a:pt x="178" y="171"/>
                        <a:pt x="341" y="322"/>
                        <a:pt x="517" y="478"/>
                      </a:cubicBezTo>
                      <a:cubicBezTo>
                        <a:pt x="357" y="318"/>
                        <a:pt x="194" y="162"/>
                        <a:pt x="32" y="0"/>
                      </a:cubicBezTo>
                      <a:close/>
                    </a:path>
                  </a:pathLst>
                </a:custGeom>
                <a:solidFill>
                  <a:srgbClr val="5B8CA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453" name="Google Shape;453;p2"/>
              <p:cNvSpPr/>
              <p:nvPr/>
            </p:nvSpPr>
            <p:spPr>
              <a:xfrm>
                <a:off x="7231779" y="5161960"/>
                <a:ext cx="235311" cy="121896"/>
              </a:xfrm>
              <a:custGeom>
                <a:avLst/>
                <a:gdLst/>
                <a:ahLst/>
                <a:cxnLst/>
                <a:rect l="l" t="t" r="r" b="b"/>
                <a:pathLst>
                  <a:path w="235311" h="121896" extrusionOk="0">
                    <a:moveTo>
                      <a:pt x="0" y="0"/>
                    </a:moveTo>
                    <a:cubicBezTo>
                      <a:pt x="73372" y="57482"/>
                      <a:pt x="235312" y="121896"/>
                      <a:pt x="235312" y="121896"/>
                    </a:cubicBezTo>
                    <a:cubicBezTo>
                      <a:pt x="235312" y="121896"/>
                      <a:pt x="33741" y="69490"/>
                      <a:pt x="0" y="0"/>
                    </a:cubicBezTo>
                    <a:close/>
                  </a:path>
                </a:pathLst>
              </a:custGeom>
              <a:solidFill>
                <a:srgbClr val="507B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54" name="Google Shape;454;p2"/>
              <p:cNvSpPr/>
              <p:nvPr/>
            </p:nvSpPr>
            <p:spPr>
              <a:xfrm>
                <a:off x="7210122" y="5192078"/>
                <a:ext cx="134919" cy="101708"/>
              </a:xfrm>
              <a:custGeom>
                <a:avLst/>
                <a:gdLst/>
                <a:ahLst/>
                <a:cxnLst/>
                <a:rect l="l" t="t" r="r" b="b"/>
                <a:pathLst>
                  <a:path w="134919" h="101708" extrusionOk="0">
                    <a:moveTo>
                      <a:pt x="0" y="0"/>
                    </a:moveTo>
                    <a:cubicBezTo>
                      <a:pt x="39600" y="53716"/>
                      <a:pt x="134920" y="101709"/>
                      <a:pt x="134920" y="101709"/>
                    </a:cubicBezTo>
                    <a:cubicBezTo>
                      <a:pt x="134920" y="101709"/>
                      <a:pt x="11492" y="53293"/>
                      <a:pt x="0" y="0"/>
                    </a:cubicBezTo>
                    <a:close/>
                  </a:path>
                </a:pathLst>
              </a:custGeom>
              <a:solidFill>
                <a:srgbClr val="507B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55" name="Google Shape;455;p2"/>
              <p:cNvSpPr/>
              <p:nvPr/>
            </p:nvSpPr>
            <p:spPr>
              <a:xfrm>
                <a:off x="7179564" y="5213595"/>
                <a:ext cx="41359" cy="117722"/>
              </a:xfrm>
              <a:custGeom>
                <a:avLst/>
                <a:gdLst/>
                <a:ahLst/>
                <a:cxnLst/>
                <a:rect l="l" t="t" r="r" b="b"/>
                <a:pathLst>
                  <a:path w="41359" h="117722" extrusionOk="0">
                    <a:moveTo>
                      <a:pt x="1827" y="0"/>
                    </a:moveTo>
                    <a:cubicBezTo>
                      <a:pt x="3210" y="48233"/>
                      <a:pt x="41359" y="117722"/>
                      <a:pt x="41359" y="117722"/>
                    </a:cubicBezTo>
                    <a:cubicBezTo>
                      <a:pt x="41359" y="117722"/>
                      <a:pt x="-10234" y="41246"/>
                      <a:pt x="1827" y="0"/>
                    </a:cubicBezTo>
                    <a:close/>
                  </a:path>
                </a:pathLst>
              </a:custGeom>
              <a:solidFill>
                <a:srgbClr val="507B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56" name="Google Shape;456;p2"/>
              <p:cNvSpPr/>
              <p:nvPr/>
            </p:nvSpPr>
            <p:spPr>
              <a:xfrm>
                <a:off x="7155665" y="5225915"/>
                <a:ext cx="57944" cy="195996"/>
              </a:xfrm>
              <a:custGeom>
                <a:avLst/>
                <a:gdLst/>
                <a:ahLst/>
                <a:cxnLst/>
                <a:rect l="l" t="t" r="r" b="b"/>
                <a:pathLst>
                  <a:path w="57944" h="195996" extrusionOk="0">
                    <a:moveTo>
                      <a:pt x="843" y="0"/>
                    </a:moveTo>
                    <a:cubicBezTo>
                      <a:pt x="26368" y="86367"/>
                      <a:pt x="37033" y="168076"/>
                      <a:pt x="57945" y="195997"/>
                    </a:cubicBezTo>
                    <a:cubicBezTo>
                      <a:pt x="-11460" y="105858"/>
                      <a:pt x="843" y="0"/>
                      <a:pt x="843" y="0"/>
                    </a:cubicBezTo>
                    <a:close/>
                  </a:path>
                </a:pathLst>
              </a:custGeom>
              <a:solidFill>
                <a:srgbClr val="507B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57" name="Google Shape;457;p2"/>
              <p:cNvSpPr/>
              <p:nvPr/>
            </p:nvSpPr>
            <p:spPr>
              <a:xfrm>
                <a:off x="7094847" y="5248018"/>
                <a:ext cx="67071" cy="258084"/>
              </a:xfrm>
              <a:custGeom>
                <a:avLst/>
                <a:gdLst/>
                <a:ahLst/>
                <a:cxnLst/>
                <a:rect l="l" t="t" r="r" b="b"/>
                <a:pathLst>
                  <a:path w="67071" h="258084" extrusionOk="0">
                    <a:moveTo>
                      <a:pt x="101" y="0"/>
                    </a:moveTo>
                    <a:cubicBezTo>
                      <a:pt x="32951" y="69723"/>
                      <a:pt x="67072" y="258085"/>
                      <a:pt x="67072" y="258085"/>
                    </a:cubicBezTo>
                    <a:cubicBezTo>
                      <a:pt x="67072" y="258085"/>
                      <a:pt x="-3019" y="31814"/>
                      <a:pt x="101" y="0"/>
                    </a:cubicBezTo>
                    <a:close/>
                  </a:path>
                </a:pathLst>
              </a:custGeom>
              <a:solidFill>
                <a:srgbClr val="507B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58" name="Google Shape;458;p2"/>
              <p:cNvSpPr/>
              <p:nvPr/>
            </p:nvSpPr>
            <p:spPr>
              <a:xfrm>
                <a:off x="7045313" y="5285195"/>
                <a:ext cx="34945" cy="213304"/>
              </a:xfrm>
              <a:custGeom>
                <a:avLst/>
                <a:gdLst/>
                <a:ahLst/>
                <a:cxnLst/>
                <a:rect l="l" t="t" r="r" b="b"/>
                <a:pathLst>
                  <a:path w="34945" h="213304" extrusionOk="0">
                    <a:moveTo>
                      <a:pt x="0" y="0"/>
                    </a:moveTo>
                    <a:cubicBezTo>
                      <a:pt x="45773" y="100470"/>
                      <a:pt x="33431" y="213305"/>
                      <a:pt x="33431" y="213305"/>
                    </a:cubicBezTo>
                    <a:lnTo>
                      <a:pt x="0" y="0"/>
                    </a:lnTo>
                    <a:close/>
                  </a:path>
                </a:pathLst>
              </a:custGeom>
              <a:solidFill>
                <a:srgbClr val="507B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59" name="Google Shape;459;p2"/>
              <p:cNvSpPr/>
              <p:nvPr/>
            </p:nvSpPr>
            <p:spPr>
              <a:xfrm>
                <a:off x="6299818" y="4175553"/>
                <a:ext cx="247702" cy="180632"/>
              </a:xfrm>
              <a:custGeom>
                <a:avLst/>
                <a:gdLst/>
                <a:ahLst/>
                <a:cxnLst/>
                <a:rect l="l" t="t" r="r" b="b"/>
                <a:pathLst>
                  <a:path w="247702" h="180632" extrusionOk="0">
                    <a:moveTo>
                      <a:pt x="241175" y="0"/>
                    </a:moveTo>
                    <a:cubicBezTo>
                      <a:pt x="244767" y="102625"/>
                      <a:pt x="0" y="180633"/>
                      <a:pt x="0" y="180633"/>
                    </a:cubicBezTo>
                    <a:cubicBezTo>
                      <a:pt x="0" y="180633"/>
                      <a:pt x="294835" y="172847"/>
                      <a:pt x="241175" y="0"/>
                    </a:cubicBezTo>
                    <a:close/>
                  </a:path>
                </a:pathLst>
              </a:custGeom>
              <a:solidFill>
                <a:srgbClr val="5B8CA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60" name="Google Shape;460;p2"/>
              <p:cNvSpPr/>
              <p:nvPr/>
            </p:nvSpPr>
            <p:spPr>
              <a:xfrm rot="-631368">
                <a:off x="6301802" y="3992125"/>
                <a:ext cx="121252" cy="121252"/>
              </a:xfrm>
              <a:custGeom>
                <a:avLst/>
                <a:gdLst/>
                <a:ahLst/>
                <a:cxnLst/>
                <a:rect l="l" t="t" r="r" b="b"/>
                <a:pathLst>
                  <a:path w="121336" h="121336" extrusionOk="0">
                    <a:moveTo>
                      <a:pt x="121336" y="60668"/>
                    </a:moveTo>
                    <a:cubicBezTo>
                      <a:pt x="121336" y="94174"/>
                      <a:pt x="94174" y="121336"/>
                      <a:pt x="60668" y="121336"/>
                    </a:cubicBezTo>
                    <a:cubicBezTo>
                      <a:pt x="27162" y="121336"/>
                      <a:pt x="0" y="94174"/>
                      <a:pt x="0" y="60668"/>
                    </a:cubicBezTo>
                    <a:cubicBezTo>
                      <a:pt x="0" y="27162"/>
                      <a:pt x="27162" y="0"/>
                      <a:pt x="60668" y="0"/>
                    </a:cubicBezTo>
                    <a:cubicBezTo>
                      <a:pt x="94174" y="0"/>
                      <a:pt x="121336" y="27162"/>
                      <a:pt x="121336" y="60668"/>
                    </a:cubicBezTo>
                    <a:close/>
                  </a:path>
                </a:pathLst>
              </a:custGeom>
              <a:solidFill>
                <a:srgbClr val="FFFF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61" name="Google Shape;461;p2"/>
              <p:cNvSpPr/>
              <p:nvPr/>
            </p:nvSpPr>
            <p:spPr>
              <a:xfrm rot="-1201188">
                <a:off x="6321165" y="4001858"/>
                <a:ext cx="105204" cy="105204"/>
              </a:xfrm>
              <a:custGeom>
                <a:avLst/>
                <a:gdLst/>
                <a:ahLst/>
                <a:cxnLst/>
                <a:rect l="l" t="t" r="r" b="b"/>
                <a:pathLst>
                  <a:path w="105156" h="105156" extrusionOk="0">
                    <a:moveTo>
                      <a:pt x="105156" y="52578"/>
                    </a:moveTo>
                    <a:cubicBezTo>
                      <a:pt x="105156" y="81616"/>
                      <a:pt x="81616" y="105156"/>
                      <a:pt x="52578" y="105156"/>
                    </a:cubicBezTo>
                    <a:cubicBezTo>
                      <a:pt x="23540" y="105156"/>
                      <a:pt x="0" y="81616"/>
                      <a:pt x="0" y="52578"/>
                    </a:cubicBezTo>
                    <a:cubicBezTo>
                      <a:pt x="0" y="23540"/>
                      <a:pt x="23540" y="0"/>
                      <a:pt x="52578" y="0"/>
                    </a:cubicBezTo>
                    <a:cubicBezTo>
                      <a:pt x="81616" y="0"/>
                      <a:pt x="105156" y="23540"/>
                      <a:pt x="105156" y="52578"/>
                    </a:cubicBezTo>
                    <a:close/>
                  </a:path>
                </a:pathLst>
              </a:custGeom>
              <a:solidFill>
                <a:srgbClr val="4D3B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62" name="Google Shape;462;p2"/>
              <p:cNvSpPr/>
              <p:nvPr/>
            </p:nvSpPr>
            <p:spPr>
              <a:xfrm>
                <a:off x="6032574" y="3829418"/>
                <a:ext cx="86744" cy="175573"/>
              </a:xfrm>
              <a:custGeom>
                <a:avLst/>
                <a:gdLst/>
                <a:ahLst/>
                <a:cxnLst/>
                <a:rect l="l" t="t" r="r" b="b"/>
                <a:pathLst>
                  <a:path w="86744" h="175573" extrusionOk="0">
                    <a:moveTo>
                      <a:pt x="9139" y="0"/>
                    </a:moveTo>
                    <a:cubicBezTo>
                      <a:pt x="67131" y="70674"/>
                      <a:pt x="86745" y="175574"/>
                      <a:pt x="86745" y="175574"/>
                    </a:cubicBezTo>
                    <a:cubicBezTo>
                      <a:pt x="63729" y="112954"/>
                      <a:pt x="38471" y="52519"/>
                      <a:pt x="0" y="4938"/>
                    </a:cubicBezTo>
                    <a:lnTo>
                      <a:pt x="9139" y="0"/>
                    </a:lnTo>
                    <a:close/>
                  </a:path>
                </a:pathLst>
              </a:custGeom>
              <a:solidFill>
                <a:srgbClr val="A6A7A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63" name="Google Shape;463;p2"/>
              <p:cNvSpPr/>
              <p:nvPr/>
            </p:nvSpPr>
            <p:spPr>
              <a:xfrm>
                <a:off x="6370896" y="4479464"/>
                <a:ext cx="245348" cy="319583"/>
              </a:xfrm>
              <a:custGeom>
                <a:avLst/>
                <a:gdLst/>
                <a:ahLst/>
                <a:cxnLst/>
                <a:rect l="l" t="t" r="r" b="b"/>
                <a:pathLst>
                  <a:path w="245348" h="319583" extrusionOk="0">
                    <a:moveTo>
                      <a:pt x="221713" y="227165"/>
                    </a:moveTo>
                    <a:cubicBezTo>
                      <a:pt x="128005" y="34583"/>
                      <a:pt x="13179" y="-24274"/>
                      <a:pt x="755" y="8614"/>
                    </a:cubicBezTo>
                    <a:cubicBezTo>
                      <a:pt x="-11669" y="41501"/>
                      <a:pt x="132817" y="270398"/>
                      <a:pt x="171158" y="308096"/>
                    </a:cubicBezTo>
                    <a:cubicBezTo>
                      <a:pt x="209501" y="345797"/>
                      <a:pt x="162823" y="276728"/>
                      <a:pt x="192777" y="298729"/>
                    </a:cubicBezTo>
                    <a:cubicBezTo>
                      <a:pt x="222730" y="320728"/>
                      <a:pt x="259939" y="323179"/>
                      <a:pt x="239468" y="291349"/>
                    </a:cubicBezTo>
                    <a:cubicBezTo>
                      <a:pt x="218995" y="259519"/>
                      <a:pt x="221713" y="227165"/>
                      <a:pt x="221713" y="227165"/>
                    </a:cubicBezTo>
                    <a:close/>
                  </a:path>
                </a:pathLst>
              </a:custGeom>
              <a:solidFill>
                <a:srgbClr val="5B8CA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64" name="Google Shape;464;p2"/>
              <p:cNvSpPr/>
              <p:nvPr/>
            </p:nvSpPr>
            <p:spPr>
              <a:xfrm>
                <a:off x="6084646" y="3781658"/>
                <a:ext cx="1332929" cy="1453271"/>
              </a:xfrm>
              <a:custGeom>
                <a:avLst/>
                <a:gdLst/>
                <a:ahLst/>
                <a:cxnLst/>
                <a:rect l="l" t="t" r="r" b="b"/>
                <a:pathLst>
                  <a:path w="1332929" h="1453271" extrusionOk="0">
                    <a:moveTo>
                      <a:pt x="684472" y="650128"/>
                    </a:moveTo>
                    <a:cubicBezTo>
                      <a:pt x="715063" y="897873"/>
                      <a:pt x="945620" y="1270937"/>
                      <a:pt x="1154766" y="1414116"/>
                    </a:cubicBezTo>
                    <a:cubicBezTo>
                      <a:pt x="1218221" y="1457556"/>
                      <a:pt x="1282517" y="1463692"/>
                      <a:pt x="1332930" y="1438260"/>
                    </a:cubicBezTo>
                    <a:cubicBezTo>
                      <a:pt x="1302796" y="1421412"/>
                      <a:pt x="1268547" y="1402923"/>
                      <a:pt x="1229843" y="1382781"/>
                    </a:cubicBezTo>
                    <a:cubicBezTo>
                      <a:pt x="1022832" y="1275060"/>
                      <a:pt x="825269" y="999579"/>
                      <a:pt x="797533" y="690880"/>
                    </a:cubicBezTo>
                    <a:cubicBezTo>
                      <a:pt x="763300" y="309875"/>
                      <a:pt x="319789" y="-37956"/>
                      <a:pt x="0" y="3343"/>
                    </a:cubicBezTo>
                    <a:cubicBezTo>
                      <a:pt x="324630" y="75226"/>
                      <a:pt x="653883" y="402382"/>
                      <a:pt x="684472" y="650128"/>
                    </a:cubicBezTo>
                    <a:close/>
                  </a:path>
                </a:pathLst>
              </a:custGeom>
              <a:solidFill>
                <a:srgbClr val="8FB5C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465" name="Google Shape;465;p2"/>
            <p:cNvGrpSpPr/>
            <p:nvPr/>
          </p:nvGrpSpPr>
          <p:grpSpPr>
            <a:xfrm>
              <a:off x="9042201" y="3801776"/>
              <a:ext cx="1545294" cy="1586891"/>
              <a:chOff x="9042201" y="3801776"/>
              <a:chExt cx="1545294" cy="1586891"/>
            </a:xfrm>
          </p:grpSpPr>
          <p:sp>
            <p:nvSpPr>
              <p:cNvPr id="466" name="Google Shape;466;p2"/>
              <p:cNvSpPr/>
              <p:nvPr/>
            </p:nvSpPr>
            <p:spPr>
              <a:xfrm>
                <a:off x="10129274" y="4237733"/>
                <a:ext cx="12651" cy="6710"/>
              </a:xfrm>
              <a:custGeom>
                <a:avLst/>
                <a:gdLst/>
                <a:ahLst/>
                <a:cxnLst/>
                <a:rect l="l" t="t" r="r" b="b"/>
                <a:pathLst>
                  <a:path w="12651" h="6710" extrusionOk="0">
                    <a:moveTo>
                      <a:pt x="292" y="4223"/>
                    </a:moveTo>
                    <a:cubicBezTo>
                      <a:pt x="3787" y="-2361"/>
                      <a:pt x="11655" y="-406"/>
                      <a:pt x="12469" y="4363"/>
                    </a:cubicBezTo>
                    <a:cubicBezTo>
                      <a:pt x="13283" y="9133"/>
                      <a:pt x="11397" y="5096"/>
                      <a:pt x="6388" y="5469"/>
                    </a:cubicBezTo>
                    <a:cubicBezTo>
                      <a:pt x="1382" y="5844"/>
                      <a:pt x="-847" y="6367"/>
                      <a:pt x="292" y="422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67" name="Google Shape;467;p2"/>
              <p:cNvSpPr/>
              <p:nvPr/>
            </p:nvSpPr>
            <p:spPr>
              <a:xfrm>
                <a:off x="10108037" y="4212698"/>
                <a:ext cx="20938" cy="27616"/>
              </a:xfrm>
              <a:custGeom>
                <a:avLst/>
                <a:gdLst/>
                <a:ahLst/>
                <a:cxnLst/>
                <a:rect l="l" t="t" r="r" b="b"/>
                <a:pathLst>
                  <a:path w="20938" h="27616" extrusionOk="0">
                    <a:moveTo>
                      <a:pt x="9275" y="0"/>
                    </a:moveTo>
                    <a:cubicBezTo>
                      <a:pt x="23947" y="9032"/>
                      <a:pt x="23101" y="30962"/>
                      <a:pt x="15914" y="27183"/>
                    </a:cubicBezTo>
                    <a:cubicBezTo>
                      <a:pt x="8725" y="23404"/>
                      <a:pt x="-1754" y="13750"/>
                      <a:pt x="250" y="7009"/>
                    </a:cubicBezTo>
                    <a:cubicBezTo>
                      <a:pt x="2256" y="265"/>
                      <a:pt x="9275" y="0"/>
                      <a:pt x="9275" y="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68" name="Google Shape;468;p2"/>
              <p:cNvSpPr/>
              <p:nvPr/>
            </p:nvSpPr>
            <p:spPr>
              <a:xfrm>
                <a:off x="10110408" y="4215185"/>
                <a:ext cx="12416" cy="7690"/>
              </a:xfrm>
              <a:custGeom>
                <a:avLst/>
                <a:gdLst/>
                <a:ahLst/>
                <a:cxnLst/>
                <a:rect l="l" t="t" r="r" b="b"/>
                <a:pathLst>
                  <a:path w="12416" h="7690" extrusionOk="0">
                    <a:moveTo>
                      <a:pt x="454" y="3130"/>
                    </a:moveTo>
                    <a:cubicBezTo>
                      <a:pt x="5056" y="-2734"/>
                      <a:pt x="12456" y="576"/>
                      <a:pt x="12417" y="5416"/>
                    </a:cubicBezTo>
                    <a:cubicBezTo>
                      <a:pt x="12378" y="10255"/>
                      <a:pt x="11232" y="5949"/>
                      <a:pt x="6237" y="5432"/>
                    </a:cubicBezTo>
                    <a:cubicBezTo>
                      <a:pt x="1241" y="4917"/>
                      <a:pt x="-1045" y="5041"/>
                      <a:pt x="454" y="313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69" name="Google Shape;469;p2"/>
              <p:cNvSpPr/>
              <p:nvPr/>
            </p:nvSpPr>
            <p:spPr>
              <a:xfrm>
                <a:off x="10149988" y="4258119"/>
                <a:ext cx="28338" cy="19722"/>
              </a:xfrm>
              <a:custGeom>
                <a:avLst/>
                <a:gdLst/>
                <a:ahLst/>
                <a:cxnLst/>
                <a:rect l="l" t="t" r="r" b="b"/>
                <a:pathLst>
                  <a:path w="28338" h="19722" extrusionOk="0">
                    <a:moveTo>
                      <a:pt x="28331" y="9546"/>
                    </a:moveTo>
                    <a:cubicBezTo>
                      <a:pt x="17825" y="-4109"/>
                      <a:pt x="-3899" y="-990"/>
                      <a:pt x="607" y="5767"/>
                    </a:cubicBezTo>
                    <a:cubicBezTo>
                      <a:pt x="5112" y="12524"/>
                      <a:pt x="15802" y="21945"/>
                      <a:pt x="22301" y="19250"/>
                    </a:cubicBezTo>
                    <a:cubicBezTo>
                      <a:pt x="28798" y="16557"/>
                      <a:pt x="28331" y="9546"/>
                      <a:pt x="28331" y="954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70" name="Google Shape;470;p2"/>
              <p:cNvSpPr/>
              <p:nvPr/>
            </p:nvSpPr>
            <p:spPr>
              <a:xfrm>
                <a:off x="10167680" y="4262974"/>
                <a:ext cx="8259" cy="12242"/>
              </a:xfrm>
              <a:custGeom>
                <a:avLst/>
                <a:gdLst/>
                <a:ahLst/>
                <a:cxnLst/>
                <a:rect l="l" t="t" r="r" b="b"/>
                <a:pathLst>
                  <a:path w="8259" h="12242" extrusionOk="0">
                    <a:moveTo>
                      <a:pt x="5722" y="11690"/>
                    </a:moveTo>
                    <a:cubicBezTo>
                      <a:pt x="11078" y="6506"/>
                      <a:pt x="7013" y="-512"/>
                      <a:pt x="2206" y="30"/>
                    </a:cubicBezTo>
                    <a:cubicBezTo>
                      <a:pt x="-2604" y="571"/>
                      <a:pt x="1799" y="1262"/>
                      <a:pt x="2830" y="6177"/>
                    </a:cubicBezTo>
                    <a:cubicBezTo>
                      <a:pt x="3863" y="11094"/>
                      <a:pt x="3978" y="13380"/>
                      <a:pt x="5722" y="1169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471" name="Google Shape;471;p2"/>
              <p:cNvGrpSpPr/>
              <p:nvPr/>
            </p:nvGrpSpPr>
            <p:grpSpPr>
              <a:xfrm>
                <a:off x="9042201" y="3801776"/>
                <a:ext cx="1545294" cy="1586891"/>
                <a:chOff x="9042201" y="3801776"/>
                <a:chExt cx="1545294" cy="1586891"/>
              </a:xfrm>
            </p:grpSpPr>
            <p:sp>
              <p:nvSpPr>
                <p:cNvPr id="472" name="Google Shape;472;p2"/>
                <p:cNvSpPr/>
                <p:nvPr/>
              </p:nvSpPr>
              <p:spPr>
                <a:xfrm>
                  <a:off x="9579821" y="4161791"/>
                  <a:ext cx="1007674" cy="873286"/>
                </a:xfrm>
                <a:custGeom>
                  <a:avLst/>
                  <a:gdLst/>
                  <a:ahLst/>
                  <a:cxnLst/>
                  <a:rect l="l" t="t" r="r" b="b"/>
                  <a:pathLst>
                    <a:path w="1007674" h="873286" extrusionOk="0">
                      <a:moveTo>
                        <a:pt x="463727" y="360591"/>
                      </a:moveTo>
                      <a:cubicBezTo>
                        <a:pt x="592198" y="248216"/>
                        <a:pt x="1007674" y="0"/>
                        <a:pt x="1007674" y="0"/>
                      </a:cubicBezTo>
                      <a:cubicBezTo>
                        <a:pt x="1007674" y="0"/>
                        <a:pt x="474680" y="570906"/>
                        <a:pt x="347999" y="715804"/>
                      </a:cubicBezTo>
                      <a:cubicBezTo>
                        <a:pt x="221320" y="860702"/>
                        <a:pt x="30" y="873286"/>
                        <a:pt x="30" y="873286"/>
                      </a:cubicBezTo>
                      <a:cubicBezTo>
                        <a:pt x="30" y="873286"/>
                        <a:pt x="-9436" y="772702"/>
                        <a:pt x="306062" y="479484"/>
                      </a:cubicBezTo>
                      <a:cubicBezTo>
                        <a:pt x="621560" y="186268"/>
                        <a:pt x="463727" y="360591"/>
                        <a:pt x="463727" y="360591"/>
                      </a:cubicBezTo>
                      <a:close/>
                    </a:path>
                  </a:pathLst>
                </a:custGeom>
                <a:solidFill>
                  <a:srgbClr val="4D731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73" name="Google Shape;473;p2"/>
                <p:cNvSpPr/>
                <p:nvPr/>
              </p:nvSpPr>
              <p:spPr>
                <a:xfrm>
                  <a:off x="9110213" y="4031635"/>
                  <a:ext cx="1286404" cy="1288550"/>
                </a:xfrm>
                <a:custGeom>
                  <a:avLst/>
                  <a:gdLst/>
                  <a:ahLst/>
                  <a:cxnLst/>
                  <a:rect l="l" t="t" r="r" b="b"/>
                  <a:pathLst>
                    <a:path w="1286404" h="1288550" extrusionOk="0">
                      <a:moveTo>
                        <a:pt x="1266936" y="17355"/>
                      </a:moveTo>
                      <a:cubicBezTo>
                        <a:pt x="1371893" y="121974"/>
                        <a:pt x="1047899" y="633460"/>
                        <a:pt x="405887" y="1257536"/>
                      </a:cubicBezTo>
                      <a:cubicBezTo>
                        <a:pt x="314076" y="1349641"/>
                        <a:pt x="80856" y="1207262"/>
                        <a:pt x="80856" y="1207262"/>
                      </a:cubicBezTo>
                      <a:cubicBezTo>
                        <a:pt x="80856" y="1207262"/>
                        <a:pt x="-60864" y="982665"/>
                        <a:pt x="30946" y="890559"/>
                      </a:cubicBezTo>
                      <a:cubicBezTo>
                        <a:pt x="644001" y="290768"/>
                        <a:pt x="1161979" y="-87263"/>
                        <a:pt x="1266936" y="17355"/>
                      </a:cubicBezTo>
                      <a:close/>
                    </a:path>
                  </a:pathLst>
                </a:custGeom>
                <a:solidFill>
                  <a:srgbClr val="CFAA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74" name="Google Shape;474;p2"/>
                <p:cNvSpPr/>
                <p:nvPr/>
              </p:nvSpPr>
              <p:spPr>
                <a:xfrm>
                  <a:off x="9601010" y="4423498"/>
                  <a:ext cx="115661" cy="113995"/>
                </a:xfrm>
                <a:custGeom>
                  <a:avLst/>
                  <a:gdLst/>
                  <a:ahLst/>
                  <a:cxnLst/>
                  <a:rect l="l" t="t" r="r" b="b"/>
                  <a:pathLst>
                    <a:path w="115661" h="113995" extrusionOk="0">
                      <a:moveTo>
                        <a:pt x="99638" y="92726"/>
                      </a:moveTo>
                      <a:cubicBezTo>
                        <a:pt x="107287" y="79510"/>
                        <a:pt x="109717" y="53615"/>
                        <a:pt x="114984" y="47068"/>
                      </a:cubicBezTo>
                      <a:cubicBezTo>
                        <a:pt x="120248" y="40521"/>
                        <a:pt x="93260" y="28307"/>
                        <a:pt x="88169" y="23218"/>
                      </a:cubicBezTo>
                      <a:cubicBezTo>
                        <a:pt x="83078" y="18129"/>
                        <a:pt x="67933" y="-15205"/>
                        <a:pt x="35826" y="8311"/>
                      </a:cubicBezTo>
                      <a:cubicBezTo>
                        <a:pt x="3717" y="31827"/>
                        <a:pt x="-3751" y="33820"/>
                        <a:pt x="1564" y="58285"/>
                      </a:cubicBezTo>
                      <a:cubicBezTo>
                        <a:pt x="6876" y="82748"/>
                        <a:pt x="42547" y="100674"/>
                        <a:pt x="51467" y="110792"/>
                      </a:cubicBezTo>
                      <a:cubicBezTo>
                        <a:pt x="62987" y="123859"/>
                        <a:pt x="99638" y="92726"/>
                        <a:pt x="99638" y="9272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75" name="Google Shape;475;p2"/>
                <p:cNvSpPr/>
                <p:nvPr/>
              </p:nvSpPr>
              <p:spPr>
                <a:xfrm>
                  <a:off x="9534138" y="4487889"/>
                  <a:ext cx="118200" cy="121393"/>
                </a:xfrm>
                <a:custGeom>
                  <a:avLst/>
                  <a:gdLst/>
                  <a:ahLst/>
                  <a:cxnLst/>
                  <a:rect l="l" t="t" r="r" b="b"/>
                  <a:pathLst>
                    <a:path w="118200" h="121393" extrusionOk="0">
                      <a:moveTo>
                        <a:pt x="98574" y="96920"/>
                      </a:moveTo>
                      <a:cubicBezTo>
                        <a:pt x="107270" y="82961"/>
                        <a:pt x="111568" y="56499"/>
                        <a:pt x="117374" y="49478"/>
                      </a:cubicBezTo>
                      <a:cubicBezTo>
                        <a:pt x="123181" y="42458"/>
                        <a:pt x="96654" y="31965"/>
                        <a:pt x="91846" y="27158"/>
                      </a:cubicBezTo>
                      <a:cubicBezTo>
                        <a:pt x="87039" y="22350"/>
                        <a:pt x="67036" y="-17296"/>
                        <a:pt x="32790" y="8849"/>
                      </a:cubicBezTo>
                      <a:cubicBezTo>
                        <a:pt x="-1457" y="34992"/>
                        <a:pt x="-2186" y="44417"/>
                        <a:pt x="1476" y="68880"/>
                      </a:cubicBezTo>
                      <a:cubicBezTo>
                        <a:pt x="5141" y="93342"/>
                        <a:pt x="40073" y="109022"/>
                        <a:pt x="48410" y="118664"/>
                      </a:cubicBezTo>
                      <a:cubicBezTo>
                        <a:pt x="59179" y="131118"/>
                        <a:pt x="98574" y="96920"/>
                        <a:pt x="98574" y="9692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76" name="Google Shape;476;p2"/>
                <p:cNvSpPr/>
                <p:nvPr/>
              </p:nvSpPr>
              <p:spPr>
                <a:xfrm>
                  <a:off x="9472416" y="4549810"/>
                  <a:ext cx="118200" cy="121393"/>
                </a:xfrm>
                <a:custGeom>
                  <a:avLst/>
                  <a:gdLst/>
                  <a:ahLst/>
                  <a:cxnLst/>
                  <a:rect l="l" t="t" r="r" b="b"/>
                  <a:pathLst>
                    <a:path w="118200" h="121393" extrusionOk="0">
                      <a:moveTo>
                        <a:pt x="98574" y="96920"/>
                      </a:moveTo>
                      <a:cubicBezTo>
                        <a:pt x="107270" y="82961"/>
                        <a:pt x="111568" y="56499"/>
                        <a:pt x="117374" y="49478"/>
                      </a:cubicBezTo>
                      <a:cubicBezTo>
                        <a:pt x="123181" y="42458"/>
                        <a:pt x="96654" y="31965"/>
                        <a:pt x="91846" y="27158"/>
                      </a:cubicBezTo>
                      <a:cubicBezTo>
                        <a:pt x="87039" y="22350"/>
                        <a:pt x="67036" y="-17296"/>
                        <a:pt x="32790" y="8849"/>
                      </a:cubicBezTo>
                      <a:cubicBezTo>
                        <a:pt x="-1457" y="34992"/>
                        <a:pt x="-2186" y="44417"/>
                        <a:pt x="1476" y="68879"/>
                      </a:cubicBezTo>
                      <a:cubicBezTo>
                        <a:pt x="5141" y="93342"/>
                        <a:pt x="40073" y="109022"/>
                        <a:pt x="48410" y="118664"/>
                      </a:cubicBezTo>
                      <a:cubicBezTo>
                        <a:pt x="59179" y="131118"/>
                        <a:pt x="98574" y="96920"/>
                        <a:pt x="98574" y="9692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77" name="Google Shape;477;p2"/>
                <p:cNvSpPr/>
                <p:nvPr/>
              </p:nvSpPr>
              <p:spPr>
                <a:xfrm>
                  <a:off x="9399479" y="4602081"/>
                  <a:ext cx="118200" cy="121393"/>
                </a:xfrm>
                <a:custGeom>
                  <a:avLst/>
                  <a:gdLst/>
                  <a:ahLst/>
                  <a:cxnLst/>
                  <a:rect l="l" t="t" r="r" b="b"/>
                  <a:pathLst>
                    <a:path w="118200" h="121393" extrusionOk="0">
                      <a:moveTo>
                        <a:pt x="98574" y="96920"/>
                      </a:moveTo>
                      <a:cubicBezTo>
                        <a:pt x="107270" y="82961"/>
                        <a:pt x="111568" y="56499"/>
                        <a:pt x="117374" y="49478"/>
                      </a:cubicBezTo>
                      <a:cubicBezTo>
                        <a:pt x="123181" y="42458"/>
                        <a:pt x="96654" y="31965"/>
                        <a:pt x="91846" y="27158"/>
                      </a:cubicBezTo>
                      <a:cubicBezTo>
                        <a:pt x="87039" y="22350"/>
                        <a:pt x="67036" y="-17296"/>
                        <a:pt x="32790" y="8849"/>
                      </a:cubicBezTo>
                      <a:cubicBezTo>
                        <a:pt x="-1457" y="34994"/>
                        <a:pt x="-2186" y="44417"/>
                        <a:pt x="1476" y="68880"/>
                      </a:cubicBezTo>
                      <a:cubicBezTo>
                        <a:pt x="5141" y="93342"/>
                        <a:pt x="40073" y="109022"/>
                        <a:pt x="48410" y="118664"/>
                      </a:cubicBezTo>
                      <a:cubicBezTo>
                        <a:pt x="59177" y="131118"/>
                        <a:pt x="98574" y="96920"/>
                        <a:pt x="98574" y="9692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78" name="Google Shape;478;p2"/>
                <p:cNvSpPr/>
                <p:nvPr/>
              </p:nvSpPr>
              <p:spPr>
                <a:xfrm>
                  <a:off x="9562196" y="4495853"/>
                  <a:ext cx="51124" cy="30784"/>
                </a:xfrm>
                <a:custGeom>
                  <a:avLst/>
                  <a:gdLst/>
                  <a:ahLst/>
                  <a:cxnLst/>
                  <a:rect l="l" t="t" r="r" b="b"/>
                  <a:pathLst>
                    <a:path w="51124" h="30784" extrusionOk="0">
                      <a:moveTo>
                        <a:pt x="1155" y="12914"/>
                      </a:moveTo>
                      <a:cubicBezTo>
                        <a:pt x="15102" y="-10974"/>
                        <a:pt x="46930" y="2044"/>
                        <a:pt x="50345" y="21576"/>
                      </a:cubicBezTo>
                      <a:cubicBezTo>
                        <a:pt x="53758" y="41107"/>
                        <a:pt x="46036" y="23784"/>
                        <a:pt x="25819" y="21935"/>
                      </a:cubicBezTo>
                      <a:cubicBezTo>
                        <a:pt x="5599" y="20088"/>
                        <a:pt x="-3387" y="20693"/>
                        <a:pt x="1155" y="1291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79" name="Google Shape;479;p2"/>
                <p:cNvSpPr/>
                <p:nvPr/>
              </p:nvSpPr>
              <p:spPr>
                <a:xfrm>
                  <a:off x="9637159" y="4431671"/>
                  <a:ext cx="46182" cy="29076"/>
                </a:xfrm>
                <a:custGeom>
                  <a:avLst/>
                  <a:gdLst/>
                  <a:ahLst/>
                  <a:cxnLst/>
                  <a:rect l="l" t="t" r="r" b="b"/>
                  <a:pathLst>
                    <a:path w="46182" h="29076" extrusionOk="0">
                      <a:moveTo>
                        <a:pt x="829" y="10201"/>
                      </a:moveTo>
                      <a:cubicBezTo>
                        <a:pt x="11743" y="-10150"/>
                        <a:pt x="40823" y="3377"/>
                        <a:pt x="45063" y="20933"/>
                      </a:cubicBezTo>
                      <a:cubicBezTo>
                        <a:pt x="49304" y="38490"/>
                        <a:pt x="41372" y="22627"/>
                        <a:pt x="23296" y="19735"/>
                      </a:cubicBezTo>
                      <a:cubicBezTo>
                        <a:pt x="5221" y="16844"/>
                        <a:pt x="-2725" y="16827"/>
                        <a:pt x="829" y="1020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80" name="Google Shape;480;p2"/>
                <p:cNvSpPr/>
                <p:nvPr/>
              </p:nvSpPr>
              <p:spPr>
                <a:xfrm>
                  <a:off x="9501037" y="4557209"/>
                  <a:ext cx="51124" cy="30784"/>
                </a:xfrm>
                <a:custGeom>
                  <a:avLst/>
                  <a:gdLst/>
                  <a:ahLst/>
                  <a:cxnLst/>
                  <a:rect l="l" t="t" r="r" b="b"/>
                  <a:pathLst>
                    <a:path w="51124" h="30784" extrusionOk="0">
                      <a:moveTo>
                        <a:pt x="1154" y="12914"/>
                      </a:moveTo>
                      <a:cubicBezTo>
                        <a:pt x="15101" y="-10974"/>
                        <a:pt x="46929" y="2044"/>
                        <a:pt x="50344" y="21576"/>
                      </a:cubicBezTo>
                      <a:cubicBezTo>
                        <a:pt x="53760" y="41107"/>
                        <a:pt x="46035" y="23784"/>
                        <a:pt x="25817" y="21935"/>
                      </a:cubicBezTo>
                      <a:cubicBezTo>
                        <a:pt x="5598" y="20088"/>
                        <a:pt x="-3386" y="20694"/>
                        <a:pt x="1154" y="1291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81" name="Google Shape;481;p2"/>
                <p:cNvSpPr/>
                <p:nvPr/>
              </p:nvSpPr>
              <p:spPr>
                <a:xfrm>
                  <a:off x="9416758" y="4618990"/>
                  <a:ext cx="51124" cy="30784"/>
                </a:xfrm>
                <a:custGeom>
                  <a:avLst/>
                  <a:gdLst/>
                  <a:ahLst/>
                  <a:cxnLst/>
                  <a:rect l="l" t="t" r="r" b="b"/>
                  <a:pathLst>
                    <a:path w="51124" h="30784" extrusionOk="0">
                      <a:moveTo>
                        <a:pt x="1155" y="12914"/>
                      </a:moveTo>
                      <a:cubicBezTo>
                        <a:pt x="15102" y="-10974"/>
                        <a:pt x="46930" y="2044"/>
                        <a:pt x="50345" y="21576"/>
                      </a:cubicBezTo>
                      <a:cubicBezTo>
                        <a:pt x="53758" y="41107"/>
                        <a:pt x="46036" y="23784"/>
                        <a:pt x="25819" y="21935"/>
                      </a:cubicBezTo>
                      <a:cubicBezTo>
                        <a:pt x="5599" y="20085"/>
                        <a:pt x="-3387" y="20694"/>
                        <a:pt x="1155" y="1291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82" name="Google Shape;482;p2"/>
                <p:cNvSpPr/>
                <p:nvPr/>
              </p:nvSpPr>
              <p:spPr>
                <a:xfrm>
                  <a:off x="9343525" y="4647358"/>
                  <a:ext cx="124099" cy="124989"/>
                </a:xfrm>
                <a:custGeom>
                  <a:avLst/>
                  <a:gdLst/>
                  <a:ahLst/>
                  <a:cxnLst/>
                  <a:rect l="l" t="t" r="r" b="b"/>
                  <a:pathLst>
                    <a:path w="124099" h="124989" extrusionOk="0">
                      <a:moveTo>
                        <a:pt x="105654" y="96559"/>
                      </a:moveTo>
                      <a:cubicBezTo>
                        <a:pt x="114209" y="81117"/>
                        <a:pt x="117500" y="52423"/>
                        <a:pt x="123323" y="44589"/>
                      </a:cubicBezTo>
                      <a:cubicBezTo>
                        <a:pt x="129145" y="36755"/>
                        <a:pt x="100518" y="26724"/>
                        <a:pt x="95194" y="21777"/>
                      </a:cubicBezTo>
                      <a:cubicBezTo>
                        <a:pt x="89867" y="16830"/>
                        <a:pt x="74505" y="-17830"/>
                        <a:pt x="39445" y="11947"/>
                      </a:cubicBezTo>
                      <a:cubicBezTo>
                        <a:pt x="4385" y="41725"/>
                        <a:pt x="-3680" y="44840"/>
                        <a:pt x="1374" y="71001"/>
                      </a:cubicBezTo>
                      <a:cubicBezTo>
                        <a:pt x="6426" y="97162"/>
                        <a:pt x="44211" y="112375"/>
                        <a:pt x="53511" y="122359"/>
                      </a:cubicBezTo>
                      <a:cubicBezTo>
                        <a:pt x="65519" y="135254"/>
                        <a:pt x="105654" y="96559"/>
                        <a:pt x="105654" y="9655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83" name="Google Shape;483;p2"/>
                <p:cNvSpPr/>
                <p:nvPr/>
              </p:nvSpPr>
              <p:spPr>
                <a:xfrm>
                  <a:off x="9258773" y="4716522"/>
                  <a:ext cx="135787" cy="141944"/>
                </a:xfrm>
                <a:custGeom>
                  <a:avLst/>
                  <a:gdLst/>
                  <a:ahLst/>
                  <a:cxnLst/>
                  <a:rect l="l" t="t" r="r" b="b"/>
                  <a:pathLst>
                    <a:path w="135787" h="141944" extrusionOk="0">
                      <a:moveTo>
                        <a:pt x="115762" y="111075"/>
                      </a:moveTo>
                      <a:cubicBezTo>
                        <a:pt x="125050" y="94309"/>
                        <a:pt x="128623" y="63156"/>
                        <a:pt x="134943" y="54650"/>
                      </a:cubicBezTo>
                      <a:cubicBezTo>
                        <a:pt x="141264" y="46143"/>
                        <a:pt x="110184" y="35253"/>
                        <a:pt x="104403" y="29883"/>
                      </a:cubicBezTo>
                      <a:cubicBezTo>
                        <a:pt x="98621" y="24513"/>
                        <a:pt x="73539" y="-20791"/>
                        <a:pt x="35473" y="11540"/>
                      </a:cubicBezTo>
                      <a:cubicBezTo>
                        <a:pt x="-2594" y="43871"/>
                        <a:pt x="-2946" y="54924"/>
                        <a:pt x="2538" y="83328"/>
                      </a:cubicBezTo>
                      <a:cubicBezTo>
                        <a:pt x="8025" y="111731"/>
                        <a:pt x="49049" y="128250"/>
                        <a:pt x="59144" y="139088"/>
                      </a:cubicBezTo>
                      <a:cubicBezTo>
                        <a:pt x="72184" y="153087"/>
                        <a:pt x="115762" y="111075"/>
                        <a:pt x="115762" y="11107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84" name="Google Shape;484;p2"/>
                <p:cNvSpPr/>
                <p:nvPr/>
              </p:nvSpPr>
              <p:spPr>
                <a:xfrm>
                  <a:off x="9190932" y="4792093"/>
                  <a:ext cx="135786" cy="141943"/>
                </a:xfrm>
                <a:custGeom>
                  <a:avLst/>
                  <a:gdLst/>
                  <a:ahLst/>
                  <a:cxnLst/>
                  <a:rect l="l" t="t" r="r" b="b"/>
                  <a:pathLst>
                    <a:path w="135786" h="141943" extrusionOk="0">
                      <a:moveTo>
                        <a:pt x="115761" y="111075"/>
                      </a:moveTo>
                      <a:cubicBezTo>
                        <a:pt x="125049" y="94310"/>
                        <a:pt x="128622" y="63156"/>
                        <a:pt x="134942" y="54650"/>
                      </a:cubicBezTo>
                      <a:cubicBezTo>
                        <a:pt x="141264" y="46143"/>
                        <a:pt x="110183" y="35253"/>
                        <a:pt x="104402" y="29883"/>
                      </a:cubicBezTo>
                      <a:cubicBezTo>
                        <a:pt x="98618" y="24513"/>
                        <a:pt x="73538" y="-20791"/>
                        <a:pt x="35472" y="11540"/>
                      </a:cubicBezTo>
                      <a:cubicBezTo>
                        <a:pt x="-2595" y="43871"/>
                        <a:pt x="-2947" y="54926"/>
                        <a:pt x="2540" y="83328"/>
                      </a:cubicBezTo>
                      <a:cubicBezTo>
                        <a:pt x="8026" y="111731"/>
                        <a:pt x="49051" y="128250"/>
                        <a:pt x="59146" y="139088"/>
                      </a:cubicBezTo>
                      <a:cubicBezTo>
                        <a:pt x="72185" y="153087"/>
                        <a:pt x="115761" y="111075"/>
                        <a:pt x="115761" y="11107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85" name="Google Shape;485;p2"/>
                <p:cNvSpPr/>
                <p:nvPr/>
              </p:nvSpPr>
              <p:spPr>
                <a:xfrm>
                  <a:off x="9109678" y="4856968"/>
                  <a:ext cx="135786" cy="141944"/>
                </a:xfrm>
                <a:custGeom>
                  <a:avLst/>
                  <a:gdLst/>
                  <a:ahLst/>
                  <a:cxnLst/>
                  <a:rect l="l" t="t" r="r" b="b"/>
                  <a:pathLst>
                    <a:path w="135786" h="141944" extrusionOk="0">
                      <a:moveTo>
                        <a:pt x="115761" y="111075"/>
                      </a:moveTo>
                      <a:cubicBezTo>
                        <a:pt x="125049" y="94309"/>
                        <a:pt x="128624" y="63156"/>
                        <a:pt x="134943" y="54650"/>
                      </a:cubicBezTo>
                      <a:cubicBezTo>
                        <a:pt x="141263" y="46143"/>
                        <a:pt x="110183" y="35253"/>
                        <a:pt x="104402" y="29883"/>
                      </a:cubicBezTo>
                      <a:cubicBezTo>
                        <a:pt x="98620" y="24513"/>
                        <a:pt x="73538" y="-20790"/>
                        <a:pt x="35472" y="11540"/>
                      </a:cubicBezTo>
                      <a:cubicBezTo>
                        <a:pt x="-2595" y="43871"/>
                        <a:pt x="-2947" y="54926"/>
                        <a:pt x="2540" y="83328"/>
                      </a:cubicBezTo>
                      <a:cubicBezTo>
                        <a:pt x="8026" y="111731"/>
                        <a:pt x="49051" y="128249"/>
                        <a:pt x="59146" y="139088"/>
                      </a:cubicBezTo>
                      <a:cubicBezTo>
                        <a:pt x="72185" y="153087"/>
                        <a:pt x="115761" y="111075"/>
                        <a:pt x="115761" y="11107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86" name="Google Shape;486;p2"/>
                <p:cNvSpPr/>
                <p:nvPr/>
              </p:nvSpPr>
              <p:spPr>
                <a:xfrm>
                  <a:off x="9289586" y="4726074"/>
                  <a:ext cx="59483" cy="34608"/>
                </a:xfrm>
                <a:custGeom>
                  <a:avLst/>
                  <a:gdLst/>
                  <a:ahLst/>
                  <a:cxnLst/>
                  <a:rect l="l" t="t" r="r" b="b"/>
                  <a:pathLst>
                    <a:path w="59483" h="34608" extrusionOk="0">
                      <a:moveTo>
                        <a:pt x="1162" y="16233"/>
                      </a:moveTo>
                      <a:cubicBezTo>
                        <a:pt x="15977" y="-12413"/>
                        <a:pt x="53292" y="1156"/>
                        <a:pt x="58234" y="23811"/>
                      </a:cubicBezTo>
                      <a:cubicBezTo>
                        <a:pt x="63176" y="46463"/>
                        <a:pt x="53388" y="26616"/>
                        <a:pt x="30018" y="25500"/>
                      </a:cubicBezTo>
                      <a:cubicBezTo>
                        <a:pt x="6648" y="24385"/>
                        <a:pt x="-3662" y="25559"/>
                        <a:pt x="1162" y="1623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87" name="Google Shape;487;p2"/>
                <p:cNvSpPr/>
                <p:nvPr/>
              </p:nvSpPr>
              <p:spPr>
                <a:xfrm>
                  <a:off x="9382978" y="4656779"/>
                  <a:ext cx="49152" cy="28598"/>
                </a:xfrm>
                <a:custGeom>
                  <a:avLst/>
                  <a:gdLst/>
                  <a:ahLst/>
                  <a:cxnLst/>
                  <a:rect l="l" t="t" r="r" b="b"/>
                  <a:pathLst>
                    <a:path w="49152" h="28598" extrusionOk="0">
                      <a:moveTo>
                        <a:pt x="961" y="13414"/>
                      </a:moveTo>
                      <a:cubicBezTo>
                        <a:pt x="13203" y="-10257"/>
                        <a:pt x="44038" y="955"/>
                        <a:pt x="48121" y="19675"/>
                      </a:cubicBezTo>
                      <a:cubicBezTo>
                        <a:pt x="52204" y="38395"/>
                        <a:pt x="44118" y="21994"/>
                        <a:pt x="24806" y="21072"/>
                      </a:cubicBezTo>
                      <a:cubicBezTo>
                        <a:pt x="5494" y="20153"/>
                        <a:pt x="-3028" y="21123"/>
                        <a:pt x="961" y="1341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88" name="Google Shape;488;p2"/>
                <p:cNvSpPr/>
                <p:nvPr/>
              </p:nvSpPr>
              <p:spPr>
                <a:xfrm>
                  <a:off x="9222364" y="4800957"/>
                  <a:ext cx="59482" cy="34609"/>
                </a:xfrm>
                <a:custGeom>
                  <a:avLst/>
                  <a:gdLst/>
                  <a:ahLst/>
                  <a:cxnLst/>
                  <a:rect l="l" t="t" r="r" b="b"/>
                  <a:pathLst>
                    <a:path w="59482" h="34609" extrusionOk="0">
                      <a:moveTo>
                        <a:pt x="1162" y="16233"/>
                      </a:moveTo>
                      <a:cubicBezTo>
                        <a:pt x="15977" y="-12413"/>
                        <a:pt x="53291" y="1157"/>
                        <a:pt x="58234" y="23811"/>
                      </a:cubicBezTo>
                      <a:cubicBezTo>
                        <a:pt x="63174" y="46465"/>
                        <a:pt x="53390" y="26616"/>
                        <a:pt x="30018" y="25500"/>
                      </a:cubicBezTo>
                      <a:cubicBezTo>
                        <a:pt x="6648" y="24385"/>
                        <a:pt x="-3662" y="25562"/>
                        <a:pt x="1162" y="1623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89" name="Google Shape;489;p2"/>
                <p:cNvSpPr/>
                <p:nvPr/>
              </p:nvSpPr>
              <p:spPr>
                <a:xfrm>
                  <a:off x="9128550" y="4877533"/>
                  <a:ext cx="59483" cy="34606"/>
                </a:xfrm>
                <a:custGeom>
                  <a:avLst/>
                  <a:gdLst/>
                  <a:ahLst/>
                  <a:cxnLst/>
                  <a:rect l="l" t="t" r="r" b="b"/>
                  <a:pathLst>
                    <a:path w="59483" h="34606" extrusionOk="0">
                      <a:moveTo>
                        <a:pt x="1162" y="16233"/>
                      </a:moveTo>
                      <a:cubicBezTo>
                        <a:pt x="15978" y="-12413"/>
                        <a:pt x="53292" y="1157"/>
                        <a:pt x="58235" y="23809"/>
                      </a:cubicBezTo>
                      <a:cubicBezTo>
                        <a:pt x="63177" y="46463"/>
                        <a:pt x="53390" y="26614"/>
                        <a:pt x="30021" y="25500"/>
                      </a:cubicBezTo>
                      <a:cubicBezTo>
                        <a:pt x="6649" y="24385"/>
                        <a:pt x="-3664" y="25560"/>
                        <a:pt x="1162" y="1623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90" name="Google Shape;490;p2"/>
                <p:cNvSpPr/>
                <p:nvPr/>
              </p:nvSpPr>
              <p:spPr>
                <a:xfrm>
                  <a:off x="10361275" y="4038539"/>
                  <a:ext cx="27027" cy="31711"/>
                </a:xfrm>
                <a:custGeom>
                  <a:avLst/>
                  <a:gdLst/>
                  <a:ahLst/>
                  <a:cxnLst/>
                  <a:rect l="l" t="t" r="r" b="b"/>
                  <a:pathLst>
                    <a:path w="27027" h="31711" extrusionOk="0">
                      <a:moveTo>
                        <a:pt x="9793" y="0"/>
                      </a:moveTo>
                      <a:cubicBezTo>
                        <a:pt x="28663" y="8540"/>
                        <a:pt x="30991" y="34823"/>
                        <a:pt x="21842" y="31407"/>
                      </a:cubicBezTo>
                      <a:cubicBezTo>
                        <a:pt x="12694" y="27994"/>
                        <a:pt x="-1272" y="18075"/>
                        <a:pt x="93" y="9729"/>
                      </a:cubicBezTo>
                      <a:cubicBezTo>
                        <a:pt x="1460" y="1383"/>
                        <a:pt x="9793" y="0"/>
                        <a:pt x="9793" y="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91" name="Google Shape;491;p2"/>
                <p:cNvSpPr/>
                <p:nvPr/>
              </p:nvSpPr>
              <p:spPr>
                <a:xfrm>
                  <a:off x="10342361" y="4051860"/>
                  <a:ext cx="36231" cy="38869"/>
                </a:xfrm>
                <a:custGeom>
                  <a:avLst/>
                  <a:gdLst/>
                  <a:ahLst/>
                  <a:cxnLst/>
                  <a:rect l="l" t="t" r="r" b="b"/>
                  <a:pathLst>
                    <a:path w="36231" h="38869" extrusionOk="0">
                      <a:moveTo>
                        <a:pt x="25611" y="38711"/>
                      </a:moveTo>
                      <a:cubicBezTo>
                        <a:pt x="33848" y="36628"/>
                        <a:pt x="39380" y="28161"/>
                        <a:pt x="34253" y="17991"/>
                      </a:cubicBezTo>
                      <a:cubicBezTo>
                        <a:pt x="27367" y="4339"/>
                        <a:pt x="17777" y="-1632"/>
                        <a:pt x="11262" y="382"/>
                      </a:cubicBezTo>
                      <a:cubicBezTo>
                        <a:pt x="4749" y="2398"/>
                        <a:pt x="-4265" y="8929"/>
                        <a:pt x="2266" y="17943"/>
                      </a:cubicBezTo>
                      <a:cubicBezTo>
                        <a:pt x="8798" y="26959"/>
                        <a:pt x="18587" y="40487"/>
                        <a:pt x="25611" y="3871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92" name="Google Shape;492;p2"/>
                <p:cNvSpPr/>
                <p:nvPr/>
              </p:nvSpPr>
              <p:spPr>
                <a:xfrm>
                  <a:off x="10316127" y="4064977"/>
                  <a:ext cx="48873" cy="52430"/>
                </a:xfrm>
                <a:custGeom>
                  <a:avLst/>
                  <a:gdLst/>
                  <a:ahLst/>
                  <a:cxnLst/>
                  <a:rect l="l" t="t" r="r" b="b"/>
                  <a:pathLst>
                    <a:path w="48873" h="52430" extrusionOk="0">
                      <a:moveTo>
                        <a:pt x="34547" y="52216"/>
                      </a:moveTo>
                      <a:cubicBezTo>
                        <a:pt x="45657" y="49407"/>
                        <a:pt x="53121" y="37986"/>
                        <a:pt x="46204" y="24267"/>
                      </a:cubicBezTo>
                      <a:cubicBezTo>
                        <a:pt x="36916" y="5851"/>
                        <a:pt x="23979" y="-2205"/>
                        <a:pt x="15192" y="516"/>
                      </a:cubicBezTo>
                      <a:cubicBezTo>
                        <a:pt x="6405" y="3234"/>
                        <a:pt x="-5753" y="12046"/>
                        <a:pt x="3058" y="24203"/>
                      </a:cubicBezTo>
                      <a:cubicBezTo>
                        <a:pt x="11868" y="36360"/>
                        <a:pt x="25072" y="54612"/>
                        <a:pt x="34547" y="5221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93" name="Google Shape;493;p2"/>
                <p:cNvSpPr/>
                <p:nvPr/>
              </p:nvSpPr>
              <p:spPr>
                <a:xfrm>
                  <a:off x="10284446" y="4089318"/>
                  <a:ext cx="55460" cy="60603"/>
                </a:xfrm>
                <a:custGeom>
                  <a:avLst/>
                  <a:gdLst/>
                  <a:ahLst/>
                  <a:cxnLst/>
                  <a:rect l="l" t="t" r="r" b="b"/>
                  <a:pathLst>
                    <a:path w="55460" h="60603" extrusionOk="0">
                      <a:moveTo>
                        <a:pt x="34357" y="59852"/>
                      </a:moveTo>
                      <a:cubicBezTo>
                        <a:pt x="48276" y="54224"/>
                        <a:pt x="59560" y="38970"/>
                        <a:pt x="54023" y="23866"/>
                      </a:cubicBezTo>
                      <a:cubicBezTo>
                        <a:pt x="46592" y="3589"/>
                        <a:pt x="32672" y="-3482"/>
                        <a:pt x="21562" y="1568"/>
                      </a:cubicBezTo>
                      <a:cubicBezTo>
                        <a:pt x="10452" y="6618"/>
                        <a:pt x="-5946" y="19680"/>
                        <a:pt x="2181" y="32525"/>
                      </a:cubicBezTo>
                      <a:cubicBezTo>
                        <a:pt x="10310" y="45368"/>
                        <a:pt x="22481" y="64653"/>
                        <a:pt x="34357" y="5985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94" name="Google Shape;494;p2"/>
                <p:cNvSpPr/>
                <p:nvPr/>
              </p:nvSpPr>
              <p:spPr>
                <a:xfrm>
                  <a:off x="10234796" y="4118414"/>
                  <a:ext cx="75259" cy="81907"/>
                </a:xfrm>
                <a:custGeom>
                  <a:avLst/>
                  <a:gdLst/>
                  <a:ahLst/>
                  <a:cxnLst/>
                  <a:rect l="l" t="t" r="r" b="b"/>
                  <a:pathLst>
                    <a:path w="75259" h="81907" extrusionOk="0">
                      <a:moveTo>
                        <a:pt x="48297" y="81094"/>
                      </a:moveTo>
                      <a:cubicBezTo>
                        <a:pt x="66772" y="74270"/>
                        <a:pt x="81158" y="54313"/>
                        <a:pt x="72848" y="33625"/>
                      </a:cubicBezTo>
                      <a:cubicBezTo>
                        <a:pt x="61693" y="5852"/>
                        <a:pt x="42516" y="-4460"/>
                        <a:pt x="27799" y="1740"/>
                      </a:cubicBezTo>
                      <a:cubicBezTo>
                        <a:pt x="13081" y="7939"/>
                        <a:pt x="-8325" y="24657"/>
                        <a:pt x="3357" y="42437"/>
                      </a:cubicBezTo>
                      <a:cubicBezTo>
                        <a:pt x="15038" y="60218"/>
                        <a:pt x="32535" y="86914"/>
                        <a:pt x="48297" y="8109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95" name="Google Shape;495;p2"/>
                <p:cNvSpPr/>
                <p:nvPr/>
              </p:nvSpPr>
              <p:spPr>
                <a:xfrm>
                  <a:off x="10174415" y="4154328"/>
                  <a:ext cx="98615" cy="107492"/>
                </a:xfrm>
                <a:custGeom>
                  <a:avLst/>
                  <a:gdLst/>
                  <a:ahLst/>
                  <a:cxnLst/>
                  <a:rect l="l" t="t" r="r" b="b"/>
                  <a:pathLst>
                    <a:path w="98615" h="107492" extrusionOk="0">
                      <a:moveTo>
                        <a:pt x="62483" y="106330"/>
                      </a:moveTo>
                      <a:cubicBezTo>
                        <a:pt x="86895" y="96996"/>
                        <a:pt x="106191" y="70485"/>
                        <a:pt x="95685" y="43465"/>
                      </a:cubicBezTo>
                      <a:cubicBezTo>
                        <a:pt x="81580" y="7193"/>
                        <a:pt x="56585" y="-5979"/>
                        <a:pt x="37127" y="2461"/>
                      </a:cubicBezTo>
                      <a:cubicBezTo>
                        <a:pt x="17668" y="10901"/>
                        <a:pt x="-10790" y="33292"/>
                        <a:pt x="4204" y="56426"/>
                      </a:cubicBezTo>
                      <a:cubicBezTo>
                        <a:pt x="19198" y="79561"/>
                        <a:pt x="41658" y="114292"/>
                        <a:pt x="62483" y="10633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96" name="Google Shape;496;p2"/>
                <p:cNvSpPr/>
                <p:nvPr/>
              </p:nvSpPr>
              <p:spPr>
                <a:xfrm>
                  <a:off x="10114127" y="4215233"/>
                  <a:ext cx="98219" cy="107059"/>
                </a:xfrm>
                <a:custGeom>
                  <a:avLst/>
                  <a:gdLst/>
                  <a:ahLst/>
                  <a:cxnLst/>
                  <a:rect l="l" t="t" r="r" b="b"/>
                  <a:pathLst>
                    <a:path w="98219" h="107059" extrusionOk="0">
                      <a:moveTo>
                        <a:pt x="62231" y="105902"/>
                      </a:moveTo>
                      <a:cubicBezTo>
                        <a:pt x="86545" y="96607"/>
                        <a:pt x="105766" y="70201"/>
                        <a:pt x="95300" y="43290"/>
                      </a:cubicBezTo>
                      <a:cubicBezTo>
                        <a:pt x="81253" y="7165"/>
                        <a:pt x="56360" y="-5955"/>
                        <a:pt x="36977" y="2451"/>
                      </a:cubicBezTo>
                      <a:cubicBezTo>
                        <a:pt x="17597" y="10857"/>
                        <a:pt x="-10747" y="33159"/>
                        <a:pt x="4187" y="56199"/>
                      </a:cubicBezTo>
                      <a:cubicBezTo>
                        <a:pt x="19120" y="79238"/>
                        <a:pt x="41488" y="113832"/>
                        <a:pt x="62231" y="10590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97" name="Google Shape;497;p2"/>
                <p:cNvSpPr/>
                <p:nvPr/>
              </p:nvSpPr>
              <p:spPr>
                <a:xfrm>
                  <a:off x="10058472" y="4271064"/>
                  <a:ext cx="98219" cy="107059"/>
                </a:xfrm>
                <a:custGeom>
                  <a:avLst/>
                  <a:gdLst/>
                  <a:ahLst/>
                  <a:cxnLst/>
                  <a:rect l="l" t="t" r="r" b="b"/>
                  <a:pathLst>
                    <a:path w="98219" h="107059" extrusionOk="0">
                      <a:moveTo>
                        <a:pt x="62231" y="105902"/>
                      </a:moveTo>
                      <a:cubicBezTo>
                        <a:pt x="86545" y="96607"/>
                        <a:pt x="105766" y="70201"/>
                        <a:pt x="95301" y="43290"/>
                      </a:cubicBezTo>
                      <a:cubicBezTo>
                        <a:pt x="81251" y="7165"/>
                        <a:pt x="56358" y="-5955"/>
                        <a:pt x="36977" y="2451"/>
                      </a:cubicBezTo>
                      <a:cubicBezTo>
                        <a:pt x="17597" y="10857"/>
                        <a:pt x="-10747" y="33159"/>
                        <a:pt x="4187" y="56200"/>
                      </a:cubicBezTo>
                      <a:cubicBezTo>
                        <a:pt x="19121" y="79240"/>
                        <a:pt x="41490" y="113834"/>
                        <a:pt x="62231" y="10590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98" name="Google Shape;498;p2"/>
                <p:cNvSpPr/>
                <p:nvPr/>
              </p:nvSpPr>
              <p:spPr>
                <a:xfrm>
                  <a:off x="9989285" y="4329780"/>
                  <a:ext cx="108372" cy="118128"/>
                </a:xfrm>
                <a:custGeom>
                  <a:avLst/>
                  <a:gdLst/>
                  <a:ahLst/>
                  <a:cxnLst/>
                  <a:rect l="l" t="t" r="r" b="b"/>
                  <a:pathLst>
                    <a:path w="108372" h="118128" extrusionOk="0">
                      <a:moveTo>
                        <a:pt x="68665" y="116851"/>
                      </a:moveTo>
                      <a:cubicBezTo>
                        <a:pt x="95491" y="106594"/>
                        <a:pt x="116699" y="77459"/>
                        <a:pt x="105152" y="47766"/>
                      </a:cubicBezTo>
                      <a:cubicBezTo>
                        <a:pt x="89651" y="7905"/>
                        <a:pt x="62186" y="-6570"/>
                        <a:pt x="40801" y="2704"/>
                      </a:cubicBezTo>
                      <a:cubicBezTo>
                        <a:pt x="19415" y="11979"/>
                        <a:pt x="-11859" y="36587"/>
                        <a:pt x="4621" y="62008"/>
                      </a:cubicBezTo>
                      <a:cubicBezTo>
                        <a:pt x="21098" y="87430"/>
                        <a:pt x="45777" y="125602"/>
                        <a:pt x="68665" y="11685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499" name="Google Shape;499;p2"/>
                <p:cNvSpPr/>
                <p:nvPr/>
              </p:nvSpPr>
              <p:spPr>
                <a:xfrm>
                  <a:off x="9923030" y="4396710"/>
                  <a:ext cx="107936" cy="117651"/>
                </a:xfrm>
                <a:custGeom>
                  <a:avLst/>
                  <a:gdLst/>
                  <a:ahLst/>
                  <a:cxnLst/>
                  <a:rect l="l" t="t" r="r" b="b"/>
                  <a:pathLst>
                    <a:path w="107936" h="117651" extrusionOk="0">
                      <a:moveTo>
                        <a:pt x="68388" y="116380"/>
                      </a:moveTo>
                      <a:cubicBezTo>
                        <a:pt x="95107" y="106164"/>
                        <a:pt x="116230" y="77145"/>
                        <a:pt x="104729" y="47574"/>
                      </a:cubicBezTo>
                      <a:cubicBezTo>
                        <a:pt x="89291" y="7873"/>
                        <a:pt x="61934" y="-6543"/>
                        <a:pt x="40636" y="2693"/>
                      </a:cubicBezTo>
                      <a:cubicBezTo>
                        <a:pt x="19338" y="11931"/>
                        <a:pt x="-11811" y="36439"/>
                        <a:pt x="4602" y="61758"/>
                      </a:cubicBezTo>
                      <a:cubicBezTo>
                        <a:pt x="21013" y="87078"/>
                        <a:pt x="45592" y="125094"/>
                        <a:pt x="68388" y="11638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00" name="Google Shape;500;p2"/>
                <p:cNvSpPr/>
                <p:nvPr/>
              </p:nvSpPr>
              <p:spPr>
                <a:xfrm>
                  <a:off x="9861870" y="4458066"/>
                  <a:ext cx="107936" cy="117652"/>
                </a:xfrm>
                <a:custGeom>
                  <a:avLst/>
                  <a:gdLst/>
                  <a:ahLst/>
                  <a:cxnLst/>
                  <a:rect l="l" t="t" r="r" b="b"/>
                  <a:pathLst>
                    <a:path w="107936" h="117652" extrusionOk="0">
                      <a:moveTo>
                        <a:pt x="68388" y="116380"/>
                      </a:moveTo>
                      <a:cubicBezTo>
                        <a:pt x="95107" y="106164"/>
                        <a:pt x="116230" y="77145"/>
                        <a:pt x="104729" y="47574"/>
                      </a:cubicBezTo>
                      <a:cubicBezTo>
                        <a:pt x="89292" y="7873"/>
                        <a:pt x="61935" y="-6543"/>
                        <a:pt x="40637" y="2693"/>
                      </a:cubicBezTo>
                      <a:cubicBezTo>
                        <a:pt x="19338" y="11928"/>
                        <a:pt x="-11811" y="36439"/>
                        <a:pt x="4602" y="61758"/>
                      </a:cubicBezTo>
                      <a:cubicBezTo>
                        <a:pt x="21014" y="87078"/>
                        <a:pt x="45595" y="125097"/>
                        <a:pt x="68388" y="11638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01" name="Google Shape;501;p2"/>
                <p:cNvSpPr/>
                <p:nvPr/>
              </p:nvSpPr>
              <p:spPr>
                <a:xfrm>
                  <a:off x="9798068" y="4521612"/>
                  <a:ext cx="108372" cy="118128"/>
                </a:xfrm>
                <a:custGeom>
                  <a:avLst/>
                  <a:gdLst/>
                  <a:ahLst/>
                  <a:cxnLst/>
                  <a:rect l="l" t="t" r="r" b="b"/>
                  <a:pathLst>
                    <a:path w="108372" h="118128" extrusionOk="0">
                      <a:moveTo>
                        <a:pt x="68665" y="116851"/>
                      </a:moveTo>
                      <a:cubicBezTo>
                        <a:pt x="95494" y="106594"/>
                        <a:pt x="116699" y="77459"/>
                        <a:pt x="105152" y="47766"/>
                      </a:cubicBezTo>
                      <a:cubicBezTo>
                        <a:pt x="89651" y="7905"/>
                        <a:pt x="62184" y="-6570"/>
                        <a:pt x="40801" y="2704"/>
                      </a:cubicBezTo>
                      <a:cubicBezTo>
                        <a:pt x="19415" y="11979"/>
                        <a:pt x="-11859" y="36585"/>
                        <a:pt x="4621" y="62008"/>
                      </a:cubicBezTo>
                      <a:cubicBezTo>
                        <a:pt x="21098" y="87432"/>
                        <a:pt x="45780" y="125602"/>
                        <a:pt x="68665" y="11685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02" name="Google Shape;502;p2"/>
                <p:cNvSpPr/>
                <p:nvPr/>
              </p:nvSpPr>
              <p:spPr>
                <a:xfrm>
                  <a:off x="9731813" y="4588542"/>
                  <a:ext cx="107936" cy="117652"/>
                </a:xfrm>
                <a:custGeom>
                  <a:avLst/>
                  <a:gdLst/>
                  <a:ahLst/>
                  <a:cxnLst/>
                  <a:rect l="l" t="t" r="r" b="b"/>
                  <a:pathLst>
                    <a:path w="107936" h="117652" extrusionOk="0">
                      <a:moveTo>
                        <a:pt x="68388" y="116380"/>
                      </a:moveTo>
                      <a:cubicBezTo>
                        <a:pt x="95107" y="106164"/>
                        <a:pt x="116229" y="77145"/>
                        <a:pt x="104729" y="47574"/>
                      </a:cubicBezTo>
                      <a:cubicBezTo>
                        <a:pt x="89289" y="7873"/>
                        <a:pt x="61935" y="-6543"/>
                        <a:pt x="40636" y="2693"/>
                      </a:cubicBezTo>
                      <a:cubicBezTo>
                        <a:pt x="19338" y="11930"/>
                        <a:pt x="-11812" y="36439"/>
                        <a:pt x="4602" y="61758"/>
                      </a:cubicBezTo>
                      <a:cubicBezTo>
                        <a:pt x="21013" y="87078"/>
                        <a:pt x="45594" y="125097"/>
                        <a:pt x="68388" y="11638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03" name="Google Shape;503;p2"/>
                <p:cNvSpPr/>
                <p:nvPr/>
              </p:nvSpPr>
              <p:spPr>
                <a:xfrm>
                  <a:off x="9670653" y="4649898"/>
                  <a:ext cx="107936" cy="117652"/>
                </a:xfrm>
                <a:custGeom>
                  <a:avLst/>
                  <a:gdLst/>
                  <a:ahLst/>
                  <a:cxnLst/>
                  <a:rect l="l" t="t" r="r" b="b"/>
                  <a:pathLst>
                    <a:path w="107936" h="117652" extrusionOk="0">
                      <a:moveTo>
                        <a:pt x="68388" y="116380"/>
                      </a:moveTo>
                      <a:cubicBezTo>
                        <a:pt x="95107" y="106164"/>
                        <a:pt x="116230" y="77146"/>
                        <a:pt x="104729" y="47574"/>
                      </a:cubicBezTo>
                      <a:cubicBezTo>
                        <a:pt x="89289" y="7873"/>
                        <a:pt x="61935" y="-6543"/>
                        <a:pt x="40637" y="2693"/>
                      </a:cubicBezTo>
                      <a:cubicBezTo>
                        <a:pt x="19338" y="11931"/>
                        <a:pt x="-11811" y="36439"/>
                        <a:pt x="4602" y="61758"/>
                      </a:cubicBezTo>
                      <a:cubicBezTo>
                        <a:pt x="21016" y="87078"/>
                        <a:pt x="45595" y="125096"/>
                        <a:pt x="68388" y="11638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04" name="Google Shape;504;p2"/>
                <p:cNvSpPr/>
                <p:nvPr/>
              </p:nvSpPr>
              <p:spPr>
                <a:xfrm>
                  <a:off x="9606854" y="4713444"/>
                  <a:ext cx="108372" cy="118128"/>
                </a:xfrm>
                <a:custGeom>
                  <a:avLst/>
                  <a:gdLst/>
                  <a:ahLst/>
                  <a:cxnLst/>
                  <a:rect l="l" t="t" r="r" b="b"/>
                  <a:pathLst>
                    <a:path w="108372" h="118128" extrusionOk="0">
                      <a:moveTo>
                        <a:pt x="68664" y="116851"/>
                      </a:moveTo>
                      <a:cubicBezTo>
                        <a:pt x="95493" y="106594"/>
                        <a:pt x="116698" y="77459"/>
                        <a:pt x="105151" y="47766"/>
                      </a:cubicBezTo>
                      <a:cubicBezTo>
                        <a:pt x="89650" y="7905"/>
                        <a:pt x="62183" y="-6570"/>
                        <a:pt x="40800" y="2704"/>
                      </a:cubicBezTo>
                      <a:cubicBezTo>
                        <a:pt x="19415" y="11978"/>
                        <a:pt x="-11858" y="36587"/>
                        <a:pt x="4620" y="62007"/>
                      </a:cubicBezTo>
                      <a:cubicBezTo>
                        <a:pt x="21097" y="87428"/>
                        <a:pt x="45777" y="125602"/>
                        <a:pt x="68664" y="11685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05" name="Google Shape;505;p2"/>
                <p:cNvSpPr/>
                <p:nvPr/>
              </p:nvSpPr>
              <p:spPr>
                <a:xfrm>
                  <a:off x="9540597" y="4780373"/>
                  <a:ext cx="107937" cy="117652"/>
                </a:xfrm>
                <a:custGeom>
                  <a:avLst/>
                  <a:gdLst/>
                  <a:ahLst/>
                  <a:cxnLst/>
                  <a:rect l="l" t="t" r="r" b="b"/>
                  <a:pathLst>
                    <a:path w="107937" h="117652" extrusionOk="0">
                      <a:moveTo>
                        <a:pt x="68389" y="116380"/>
                      </a:moveTo>
                      <a:cubicBezTo>
                        <a:pt x="95108" y="106164"/>
                        <a:pt x="116230" y="77148"/>
                        <a:pt x="104730" y="47574"/>
                      </a:cubicBezTo>
                      <a:cubicBezTo>
                        <a:pt x="89292" y="7873"/>
                        <a:pt x="61936" y="-6543"/>
                        <a:pt x="40637" y="2693"/>
                      </a:cubicBezTo>
                      <a:cubicBezTo>
                        <a:pt x="19339" y="11928"/>
                        <a:pt x="-11811" y="36439"/>
                        <a:pt x="4601" y="61759"/>
                      </a:cubicBezTo>
                      <a:cubicBezTo>
                        <a:pt x="21014" y="87078"/>
                        <a:pt x="45596" y="125097"/>
                        <a:pt x="68389" y="11638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06" name="Google Shape;506;p2"/>
                <p:cNvSpPr/>
                <p:nvPr/>
              </p:nvSpPr>
              <p:spPr>
                <a:xfrm>
                  <a:off x="9479437" y="4841729"/>
                  <a:ext cx="107937" cy="117653"/>
                </a:xfrm>
                <a:custGeom>
                  <a:avLst/>
                  <a:gdLst/>
                  <a:ahLst/>
                  <a:cxnLst/>
                  <a:rect l="l" t="t" r="r" b="b"/>
                  <a:pathLst>
                    <a:path w="107937" h="117653" extrusionOk="0">
                      <a:moveTo>
                        <a:pt x="68389" y="116381"/>
                      </a:moveTo>
                      <a:cubicBezTo>
                        <a:pt x="95108" y="106165"/>
                        <a:pt x="116231" y="77146"/>
                        <a:pt x="104730" y="47575"/>
                      </a:cubicBezTo>
                      <a:cubicBezTo>
                        <a:pt x="89291" y="7873"/>
                        <a:pt x="61936" y="-6544"/>
                        <a:pt x="40638" y="2694"/>
                      </a:cubicBezTo>
                      <a:cubicBezTo>
                        <a:pt x="19339" y="11931"/>
                        <a:pt x="-11810" y="36439"/>
                        <a:pt x="4601" y="61759"/>
                      </a:cubicBezTo>
                      <a:cubicBezTo>
                        <a:pt x="21014" y="87079"/>
                        <a:pt x="45596" y="125097"/>
                        <a:pt x="68389" y="11638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07" name="Google Shape;507;p2"/>
                <p:cNvSpPr/>
                <p:nvPr/>
              </p:nvSpPr>
              <p:spPr>
                <a:xfrm>
                  <a:off x="9415639" y="4905278"/>
                  <a:ext cx="108371" cy="118127"/>
                </a:xfrm>
                <a:custGeom>
                  <a:avLst/>
                  <a:gdLst/>
                  <a:ahLst/>
                  <a:cxnLst/>
                  <a:rect l="l" t="t" r="r" b="b"/>
                  <a:pathLst>
                    <a:path w="108371" h="118127" extrusionOk="0">
                      <a:moveTo>
                        <a:pt x="68664" y="116851"/>
                      </a:moveTo>
                      <a:cubicBezTo>
                        <a:pt x="95490" y="106594"/>
                        <a:pt x="116697" y="77458"/>
                        <a:pt x="105151" y="47766"/>
                      </a:cubicBezTo>
                      <a:cubicBezTo>
                        <a:pt x="89650" y="7905"/>
                        <a:pt x="62185" y="-6570"/>
                        <a:pt x="40800" y="2704"/>
                      </a:cubicBezTo>
                      <a:cubicBezTo>
                        <a:pt x="19415" y="11978"/>
                        <a:pt x="-11858" y="36585"/>
                        <a:pt x="4620" y="62007"/>
                      </a:cubicBezTo>
                      <a:cubicBezTo>
                        <a:pt x="21097" y="87430"/>
                        <a:pt x="45777" y="125600"/>
                        <a:pt x="68664" y="11685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08" name="Google Shape;508;p2"/>
                <p:cNvSpPr/>
                <p:nvPr/>
              </p:nvSpPr>
              <p:spPr>
                <a:xfrm>
                  <a:off x="9349383" y="4972203"/>
                  <a:ext cx="107936" cy="117654"/>
                </a:xfrm>
                <a:custGeom>
                  <a:avLst/>
                  <a:gdLst/>
                  <a:ahLst/>
                  <a:cxnLst/>
                  <a:rect l="l" t="t" r="r" b="b"/>
                  <a:pathLst>
                    <a:path w="107936" h="117654" extrusionOk="0">
                      <a:moveTo>
                        <a:pt x="68388" y="116382"/>
                      </a:moveTo>
                      <a:cubicBezTo>
                        <a:pt x="95107" y="106166"/>
                        <a:pt x="116229" y="77148"/>
                        <a:pt x="104729" y="47574"/>
                      </a:cubicBezTo>
                      <a:cubicBezTo>
                        <a:pt x="89291" y="7873"/>
                        <a:pt x="61935" y="-6543"/>
                        <a:pt x="40636" y="2693"/>
                      </a:cubicBezTo>
                      <a:cubicBezTo>
                        <a:pt x="19337" y="11928"/>
                        <a:pt x="-11812" y="36439"/>
                        <a:pt x="4602" y="61758"/>
                      </a:cubicBezTo>
                      <a:cubicBezTo>
                        <a:pt x="21011" y="87083"/>
                        <a:pt x="45592" y="125099"/>
                        <a:pt x="68388" y="11638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09" name="Google Shape;509;p2"/>
                <p:cNvSpPr/>
                <p:nvPr/>
              </p:nvSpPr>
              <p:spPr>
                <a:xfrm>
                  <a:off x="9288224" y="5033562"/>
                  <a:ext cx="107936" cy="117652"/>
                </a:xfrm>
                <a:custGeom>
                  <a:avLst/>
                  <a:gdLst/>
                  <a:ahLst/>
                  <a:cxnLst/>
                  <a:rect l="l" t="t" r="r" b="b"/>
                  <a:pathLst>
                    <a:path w="107936" h="117652" extrusionOk="0">
                      <a:moveTo>
                        <a:pt x="68388" y="116380"/>
                      </a:moveTo>
                      <a:cubicBezTo>
                        <a:pt x="95107" y="106164"/>
                        <a:pt x="116230" y="77145"/>
                        <a:pt x="104729" y="47574"/>
                      </a:cubicBezTo>
                      <a:cubicBezTo>
                        <a:pt x="89292" y="7873"/>
                        <a:pt x="61935" y="-6543"/>
                        <a:pt x="40637" y="2693"/>
                      </a:cubicBezTo>
                      <a:cubicBezTo>
                        <a:pt x="19338" y="11931"/>
                        <a:pt x="-11811" y="36439"/>
                        <a:pt x="4602" y="61758"/>
                      </a:cubicBezTo>
                      <a:cubicBezTo>
                        <a:pt x="21011" y="87081"/>
                        <a:pt x="45592" y="125096"/>
                        <a:pt x="68388" y="11638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0" name="Google Shape;510;p2"/>
                <p:cNvSpPr/>
                <p:nvPr/>
              </p:nvSpPr>
              <p:spPr>
                <a:xfrm>
                  <a:off x="10298393" y="4094376"/>
                  <a:ext cx="21233" cy="11780"/>
                </a:xfrm>
                <a:custGeom>
                  <a:avLst/>
                  <a:gdLst/>
                  <a:ahLst/>
                  <a:cxnLst/>
                  <a:rect l="l" t="t" r="r" b="b"/>
                  <a:pathLst>
                    <a:path w="21233" h="11780" extrusionOk="0">
                      <a:moveTo>
                        <a:pt x="568" y="6578"/>
                      </a:moveTo>
                      <a:cubicBezTo>
                        <a:pt x="7009" y="-4208"/>
                        <a:pt x="20085" y="-248"/>
                        <a:pt x="21052" y="7849"/>
                      </a:cubicBezTo>
                      <a:cubicBezTo>
                        <a:pt x="22019" y="15946"/>
                        <a:pt x="19187" y="8992"/>
                        <a:pt x="10726" y="9195"/>
                      </a:cubicBezTo>
                      <a:cubicBezTo>
                        <a:pt x="2264" y="9397"/>
                        <a:pt x="-1531" y="10091"/>
                        <a:pt x="568" y="657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1" name="Google Shape;511;p2"/>
                <p:cNvSpPr/>
                <p:nvPr/>
              </p:nvSpPr>
              <p:spPr>
                <a:xfrm>
                  <a:off x="10322611" y="4070082"/>
                  <a:ext cx="21233" cy="11780"/>
                </a:xfrm>
                <a:custGeom>
                  <a:avLst/>
                  <a:gdLst/>
                  <a:ahLst/>
                  <a:cxnLst/>
                  <a:rect l="l" t="t" r="r" b="b"/>
                  <a:pathLst>
                    <a:path w="21233" h="11780" extrusionOk="0">
                      <a:moveTo>
                        <a:pt x="568" y="6578"/>
                      </a:moveTo>
                      <a:cubicBezTo>
                        <a:pt x="7009" y="-4207"/>
                        <a:pt x="20087" y="-248"/>
                        <a:pt x="21052" y="7849"/>
                      </a:cubicBezTo>
                      <a:cubicBezTo>
                        <a:pt x="22019" y="15946"/>
                        <a:pt x="19187" y="8992"/>
                        <a:pt x="10724" y="9195"/>
                      </a:cubicBezTo>
                      <a:cubicBezTo>
                        <a:pt x="2264" y="9394"/>
                        <a:pt x="-1531" y="10089"/>
                        <a:pt x="568" y="657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2" name="Google Shape;512;p2"/>
                <p:cNvSpPr/>
                <p:nvPr/>
              </p:nvSpPr>
              <p:spPr>
                <a:xfrm>
                  <a:off x="10351246" y="4054146"/>
                  <a:ext cx="15147" cy="8402"/>
                </a:xfrm>
                <a:custGeom>
                  <a:avLst/>
                  <a:gdLst/>
                  <a:ahLst/>
                  <a:cxnLst/>
                  <a:rect l="l" t="t" r="r" b="b"/>
                  <a:pathLst>
                    <a:path w="15147" h="8402" extrusionOk="0">
                      <a:moveTo>
                        <a:pt x="404" y="4693"/>
                      </a:moveTo>
                      <a:cubicBezTo>
                        <a:pt x="4999" y="-3002"/>
                        <a:pt x="14328" y="-176"/>
                        <a:pt x="15018" y="5598"/>
                      </a:cubicBezTo>
                      <a:cubicBezTo>
                        <a:pt x="15709" y="11375"/>
                        <a:pt x="13688" y="6414"/>
                        <a:pt x="7651" y="6558"/>
                      </a:cubicBezTo>
                      <a:cubicBezTo>
                        <a:pt x="1616" y="6702"/>
                        <a:pt x="-1091" y="7196"/>
                        <a:pt x="404" y="469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3" name="Google Shape;513;p2"/>
                <p:cNvSpPr/>
                <p:nvPr/>
              </p:nvSpPr>
              <p:spPr>
                <a:xfrm>
                  <a:off x="10251991" y="4122716"/>
                  <a:ext cx="30497" cy="16919"/>
                </a:xfrm>
                <a:custGeom>
                  <a:avLst/>
                  <a:gdLst/>
                  <a:ahLst/>
                  <a:cxnLst/>
                  <a:rect l="l" t="t" r="r" b="b"/>
                  <a:pathLst>
                    <a:path w="30497" h="16919" extrusionOk="0">
                      <a:moveTo>
                        <a:pt x="815" y="9448"/>
                      </a:moveTo>
                      <a:cubicBezTo>
                        <a:pt x="10069" y="-6044"/>
                        <a:pt x="28850" y="-356"/>
                        <a:pt x="30238" y="11273"/>
                      </a:cubicBezTo>
                      <a:cubicBezTo>
                        <a:pt x="31625" y="22902"/>
                        <a:pt x="27559" y="12917"/>
                        <a:pt x="15404" y="13205"/>
                      </a:cubicBezTo>
                      <a:cubicBezTo>
                        <a:pt x="3252" y="13495"/>
                        <a:pt x="-2198" y="14492"/>
                        <a:pt x="815" y="944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4" name="Google Shape;514;p2"/>
                <p:cNvSpPr/>
                <p:nvPr/>
              </p:nvSpPr>
              <p:spPr>
                <a:xfrm>
                  <a:off x="10194447" y="4162521"/>
                  <a:ext cx="46317" cy="25694"/>
                </a:xfrm>
                <a:custGeom>
                  <a:avLst/>
                  <a:gdLst/>
                  <a:ahLst/>
                  <a:cxnLst/>
                  <a:rect l="l" t="t" r="r" b="b"/>
                  <a:pathLst>
                    <a:path w="46317" h="25694" extrusionOk="0">
                      <a:moveTo>
                        <a:pt x="1237" y="14349"/>
                      </a:moveTo>
                      <a:cubicBezTo>
                        <a:pt x="15289" y="-9177"/>
                        <a:pt x="43816" y="-542"/>
                        <a:pt x="45923" y="17119"/>
                      </a:cubicBezTo>
                      <a:cubicBezTo>
                        <a:pt x="48031" y="34781"/>
                        <a:pt x="41854" y="19616"/>
                        <a:pt x="23397" y="20054"/>
                      </a:cubicBezTo>
                      <a:cubicBezTo>
                        <a:pt x="4938" y="20495"/>
                        <a:pt x="-3338" y="22009"/>
                        <a:pt x="1237" y="14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5" name="Google Shape;515;p2"/>
                <p:cNvSpPr/>
                <p:nvPr/>
              </p:nvSpPr>
              <p:spPr>
                <a:xfrm>
                  <a:off x="10133622" y="4223541"/>
                  <a:ext cx="46318" cy="25694"/>
                </a:xfrm>
                <a:custGeom>
                  <a:avLst/>
                  <a:gdLst/>
                  <a:ahLst/>
                  <a:cxnLst/>
                  <a:rect l="l" t="t" r="r" b="b"/>
                  <a:pathLst>
                    <a:path w="46318" h="25694" extrusionOk="0">
                      <a:moveTo>
                        <a:pt x="1238" y="14349"/>
                      </a:moveTo>
                      <a:cubicBezTo>
                        <a:pt x="15289" y="-9177"/>
                        <a:pt x="43817" y="-542"/>
                        <a:pt x="45924" y="17119"/>
                      </a:cubicBezTo>
                      <a:cubicBezTo>
                        <a:pt x="48032" y="34781"/>
                        <a:pt x="41855" y="19616"/>
                        <a:pt x="23398" y="20054"/>
                      </a:cubicBezTo>
                      <a:cubicBezTo>
                        <a:pt x="4939" y="20496"/>
                        <a:pt x="-3339" y="22011"/>
                        <a:pt x="1238" y="14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6" name="Google Shape;516;p2"/>
                <p:cNvSpPr/>
                <p:nvPr/>
              </p:nvSpPr>
              <p:spPr>
                <a:xfrm>
                  <a:off x="10080117" y="4280595"/>
                  <a:ext cx="46317" cy="25694"/>
                </a:xfrm>
                <a:custGeom>
                  <a:avLst/>
                  <a:gdLst/>
                  <a:ahLst/>
                  <a:cxnLst/>
                  <a:rect l="l" t="t" r="r" b="b"/>
                  <a:pathLst>
                    <a:path w="46317" h="25694" extrusionOk="0">
                      <a:moveTo>
                        <a:pt x="1237" y="14349"/>
                      </a:moveTo>
                      <a:cubicBezTo>
                        <a:pt x="15289" y="-9177"/>
                        <a:pt x="43813" y="-542"/>
                        <a:pt x="45923" y="17119"/>
                      </a:cubicBezTo>
                      <a:cubicBezTo>
                        <a:pt x="48031" y="34781"/>
                        <a:pt x="41854" y="19616"/>
                        <a:pt x="23397" y="20054"/>
                      </a:cubicBezTo>
                      <a:cubicBezTo>
                        <a:pt x="4940" y="20495"/>
                        <a:pt x="-3338" y="22009"/>
                        <a:pt x="1237" y="14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7" name="Google Shape;517;p2"/>
                <p:cNvSpPr/>
                <p:nvPr/>
              </p:nvSpPr>
              <p:spPr>
                <a:xfrm>
                  <a:off x="10016157" y="4341384"/>
                  <a:ext cx="46317" cy="25694"/>
                </a:xfrm>
                <a:custGeom>
                  <a:avLst/>
                  <a:gdLst/>
                  <a:ahLst/>
                  <a:cxnLst/>
                  <a:rect l="l" t="t" r="r" b="b"/>
                  <a:pathLst>
                    <a:path w="46317" h="25694" extrusionOk="0">
                      <a:moveTo>
                        <a:pt x="1236" y="14349"/>
                      </a:moveTo>
                      <a:cubicBezTo>
                        <a:pt x="15288" y="-9177"/>
                        <a:pt x="43813" y="-542"/>
                        <a:pt x="45923" y="17119"/>
                      </a:cubicBezTo>
                      <a:cubicBezTo>
                        <a:pt x="48031" y="34781"/>
                        <a:pt x="41852" y="19615"/>
                        <a:pt x="23397" y="20054"/>
                      </a:cubicBezTo>
                      <a:cubicBezTo>
                        <a:pt x="4942" y="20493"/>
                        <a:pt x="-3338" y="22011"/>
                        <a:pt x="1236" y="14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8" name="Google Shape;518;p2"/>
                <p:cNvSpPr/>
                <p:nvPr/>
              </p:nvSpPr>
              <p:spPr>
                <a:xfrm>
                  <a:off x="9948574" y="4409187"/>
                  <a:ext cx="46317" cy="25694"/>
                </a:xfrm>
                <a:custGeom>
                  <a:avLst/>
                  <a:gdLst/>
                  <a:ahLst/>
                  <a:cxnLst/>
                  <a:rect l="l" t="t" r="r" b="b"/>
                  <a:pathLst>
                    <a:path w="46317" h="25694" extrusionOk="0">
                      <a:moveTo>
                        <a:pt x="1237" y="14349"/>
                      </a:moveTo>
                      <a:cubicBezTo>
                        <a:pt x="15289" y="-9177"/>
                        <a:pt x="43816" y="-542"/>
                        <a:pt x="45923" y="17119"/>
                      </a:cubicBezTo>
                      <a:cubicBezTo>
                        <a:pt x="48031" y="34781"/>
                        <a:pt x="41854" y="19615"/>
                        <a:pt x="23397" y="20054"/>
                      </a:cubicBezTo>
                      <a:cubicBezTo>
                        <a:pt x="4940" y="20493"/>
                        <a:pt x="-3338" y="22009"/>
                        <a:pt x="1237" y="14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19" name="Google Shape;519;p2"/>
                <p:cNvSpPr/>
                <p:nvPr/>
              </p:nvSpPr>
              <p:spPr>
                <a:xfrm>
                  <a:off x="9886060" y="4471901"/>
                  <a:ext cx="46316" cy="25694"/>
                </a:xfrm>
                <a:custGeom>
                  <a:avLst/>
                  <a:gdLst/>
                  <a:ahLst/>
                  <a:cxnLst/>
                  <a:rect l="l" t="t" r="r" b="b"/>
                  <a:pathLst>
                    <a:path w="46316" h="25694" extrusionOk="0">
                      <a:moveTo>
                        <a:pt x="1238" y="14349"/>
                      </a:moveTo>
                      <a:cubicBezTo>
                        <a:pt x="15290" y="-9177"/>
                        <a:pt x="43814" y="-542"/>
                        <a:pt x="45922" y="17119"/>
                      </a:cubicBezTo>
                      <a:cubicBezTo>
                        <a:pt x="48030" y="34781"/>
                        <a:pt x="41853" y="19615"/>
                        <a:pt x="23396" y="20054"/>
                      </a:cubicBezTo>
                      <a:cubicBezTo>
                        <a:pt x="4938" y="20493"/>
                        <a:pt x="-3339" y="22009"/>
                        <a:pt x="1238" y="14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20" name="Google Shape;520;p2"/>
                <p:cNvSpPr/>
                <p:nvPr/>
              </p:nvSpPr>
              <p:spPr>
                <a:xfrm>
                  <a:off x="9823546" y="4534618"/>
                  <a:ext cx="46317" cy="25694"/>
                </a:xfrm>
                <a:custGeom>
                  <a:avLst/>
                  <a:gdLst/>
                  <a:ahLst/>
                  <a:cxnLst/>
                  <a:rect l="l" t="t" r="r" b="b"/>
                  <a:pathLst>
                    <a:path w="46317" h="25694" extrusionOk="0">
                      <a:moveTo>
                        <a:pt x="1237" y="14348"/>
                      </a:moveTo>
                      <a:cubicBezTo>
                        <a:pt x="15289" y="-9177"/>
                        <a:pt x="43816" y="-542"/>
                        <a:pt x="45923" y="17119"/>
                      </a:cubicBezTo>
                      <a:cubicBezTo>
                        <a:pt x="48031" y="34781"/>
                        <a:pt x="41854" y="19616"/>
                        <a:pt x="23397" y="20054"/>
                      </a:cubicBezTo>
                      <a:cubicBezTo>
                        <a:pt x="4938" y="20496"/>
                        <a:pt x="-3337" y="22009"/>
                        <a:pt x="1237" y="1434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21" name="Google Shape;521;p2"/>
                <p:cNvSpPr/>
                <p:nvPr/>
              </p:nvSpPr>
              <p:spPr>
                <a:xfrm>
                  <a:off x="9747492" y="4610917"/>
                  <a:ext cx="46316" cy="25694"/>
                </a:xfrm>
                <a:custGeom>
                  <a:avLst/>
                  <a:gdLst/>
                  <a:ahLst/>
                  <a:cxnLst/>
                  <a:rect l="l" t="t" r="r" b="b"/>
                  <a:pathLst>
                    <a:path w="46316" h="25694" extrusionOk="0">
                      <a:moveTo>
                        <a:pt x="1238" y="14349"/>
                      </a:moveTo>
                      <a:cubicBezTo>
                        <a:pt x="15290" y="-9177"/>
                        <a:pt x="43814" y="-542"/>
                        <a:pt x="45922" y="17119"/>
                      </a:cubicBezTo>
                      <a:cubicBezTo>
                        <a:pt x="48030" y="34781"/>
                        <a:pt x="41853" y="19615"/>
                        <a:pt x="23395" y="20054"/>
                      </a:cubicBezTo>
                      <a:cubicBezTo>
                        <a:pt x="4938" y="20496"/>
                        <a:pt x="-3339" y="22009"/>
                        <a:pt x="1238" y="14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22" name="Google Shape;522;p2"/>
                <p:cNvSpPr/>
                <p:nvPr/>
              </p:nvSpPr>
              <p:spPr>
                <a:xfrm>
                  <a:off x="9684977" y="4673634"/>
                  <a:ext cx="46318" cy="25694"/>
                </a:xfrm>
                <a:custGeom>
                  <a:avLst/>
                  <a:gdLst/>
                  <a:ahLst/>
                  <a:cxnLst/>
                  <a:rect l="l" t="t" r="r" b="b"/>
                  <a:pathLst>
                    <a:path w="46318" h="25694" extrusionOk="0">
                      <a:moveTo>
                        <a:pt x="1238" y="14349"/>
                      </a:moveTo>
                      <a:cubicBezTo>
                        <a:pt x="15290" y="-9177"/>
                        <a:pt x="43817" y="-542"/>
                        <a:pt x="45924" y="17119"/>
                      </a:cubicBezTo>
                      <a:cubicBezTo>
                        <a:pt x="48032" y="34781"/>
                        <a:pt x="41855" y="19616"/>
                        <a:pt x="23398" y="20055"/>
                      </a:cubicBezTo>
                      <a:cubicBezTo>
                        <a:pt x="4939" y="20496"/>
                        <a:pt x="-3339" y="22009"/>
                        <a:pt x="1238" y="14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23" name="Google Shape;523;p2"/>
                <p:cNvSpPr/>
                <p:nvPr/>
              </p:nvSpPr>
              <p:spPr>
                <a:xfrm>
                  <a:off x="9622464" y="4736348"/>
                  <a:ext cx="46316" cy="25694"/>
                </a:xfrm>
                <a:custGeom>
                  <a:avLst/>
                  <a:gdLst/>
                  <a:ahLst/>
                  <a:cxnLst/>
                  <a:rect l="l" t="t" r="r" b="b"/>
                  <a:pathLst>
                    <a:path w="46316" h="25694" extrusionOk="0">
                      <a:moveTo>
                        <a:pt x="1238" y="14349"/>
                      </a:moveTo>
                      <a:cubicBezTo>
                        <a:pt x="15290" y="-9177"/>
                        <a:pt x="43814" y="-543"/>
                        <a:pt x="45922" y="17119"/>
                      </a:cubicBezTo>
                      <a:cubicBezTo>
                        <a:pt x="48030" y="34781"/>
                        <a:pt x="41853" y="19616"/>
                        <a:pt x="23396" y="20054"/>
                      </a:cubicBezTo>
                      <a:cubicBezTo>
                        <a:pt x="4939" y="20496"/>
                        <a:pt x="-3339" y="22012"/>
                        <a:pt x="1238" y="14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24" name="Google Shape;524;p2"/>
                <p:cNvSpPr/>
                <p:nvPr/>
              </p:nvSpPr>
              <p:spPr>
                <a:xfrm>
                  <a:off x="9557550" y="4801472"/>
                  <a:ext cx="46318" cy="25694"/>
                </a:xfrm>
                <a:custGeom>
                  <a:avLst/>
                  <a:gdLst/>
                  <a:ahLst/>
                  <a:cxnLst/>
                  <a:rect l="l" t="t" r="r" b="b"/>
                  <a:pathLst>
                    <a:path w="46318" h="25694" extrusionOk="0">
                      <a:moveTo>
                        <a:pt x="1237" y="14349"/>
                      </a:moveTo>
                      <a:cubicBezTo>
                        <a:pt x="15289" y="-9177"/>
                        <a:pt x="43816" y="-543"/>
                        <a:pt x="45924" y="17119"/>
                      </a:cubicBezTo>
                      <a:cubicBezTo>
                        <a:pt x="48032" y="34781"/>
                        <a:pt x="41855" y="19616"/>
                        <a:pt x="23398" y="20054"/>
                      </a:cubicBezTo>
                      <a:cubicBezTo>
                        <a:pt x="4941" y="20493"/>
                        <a:pt x="-3339" y="22009"/>
                        <a:pt x="1237" y="14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25" name="Google Shape;525;p2"/>
                <p:cNvSpPr/>
                <p:nvPr/>
              </p:nvSpPr>
              <p:spPr>
                <a:xfrm>
                  <a:off x="9495036" y="4864186"/>
                  <a:ext cx="46317" cy="25694"/>
                </a:xfrm>
                <a:custGeom>
                  <a:avLst/>
                  <a:gdLst/>
                  <a:ahLst/>
                  <a:cxnLst/>
                  <a:rect l="l" t="t" r="r" b="b"/>
                  <a:pathLst>
                    <a:path w="46317" h="25694" extrusionOk="0">
                      <a:moveTo>
                        <a:pt x="1237" y="14348"/>
                      </a:moveTo>
                      <a:cubicBezTo>
                        <a:pt x="15289" y="-9177"/>
                        <a:pt x="43816" y="-542"/>
                        <a:pt x="45924" y="17119"/>
                      </a:cubicBezTo>
                      <a:cubicBezTo>
                        <a:pt x="48031" y="34781"/>
                        <a:pt x="41855" y="19616"/>
                        <a:pt x="23397" y="20055"/>
                      </a:cubicBezTo>
                      <a:cubicBezTo>
                        <a:pt x="4938" y="20495"/>
                        <a:pt x="-3337" y="22011"/>
                        <a:pt x="1237" y="1434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26" name="Google Shape;526;p2"/>
                <p:cNvSpPr/>
                <p:nvPr/>
              </p:nvSpPr>
              <p:spPr>
                <a:xfrm>
                  <a:off x="9432522" y="4926901"/>
                  <a:ext cx="46316" cy="25695"/>
                </a:xfrm>
                <a:custGeom>
                  <a:avLst/>
                  <a:gdLst/>
                  <a:ahLst/>
                  <a:cxnLst/>
                  <a:rect l="l" t="t" r="r" b="b"/>
                  <a:pathLst>
                    <a:path w="46316" h="25695" extrusionOk="0">
                      <a:moveTo>
                        <a:pt x="1238" y="14349"/>
                      </a:moveTo>
                      <a:cubicBezTo>
                        <a:pt x="15290" y="-9178"/>
                        <a:pt x="43814" y="-541"/>
                        <a:pt x="45922" y="17120"/>
                      </a:cubicBezTo>
                      <a:cubicBezTo>
                        <a:pt x="48030" y="34782"/>
                        <a:pt x="41853" y="19616"/>
                        <a:pt x="23395" y="20056"/>
                      </a:cubicBezTo>
                      <a:cubicBezTo>
                        <a:pt x="4938" y="20496"/>
                        <a:pt x="-3339" y="22010"/>
                        <a:pt x="1238" y="14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27" name="Google Shape;527;p2"/>
                <p:cNvSpPr/>
                <p:nvPr/>
              </p:nvSpPr>
              <p:spPr>
                <a:xfrm>
                  <a:off x="9378456" y="4981143"/>
                  <a:ext cx="46316" cy="25695"/>
                </a:xfrm>
                <a:custGeom>
                  <a:avLst/>
                  <a:gdLst/>
                  <a:ahLst/>
                  <a:cxnLst/>
                  <a:rect l="l" t="t" r="r" b="b"/>
                  <a:pathLst>
                    <a:path w="46316" h="25695" extrusionOk="0">
                      <a:moveTo>
                        <a:pt x="1238" y="14349"/>
                      </a:moveTo>
                      <a:cubicBezTo>
                        <a:pt x="15290" y="-9178"/>
                        <a:pt x="43814" y="-541"/>
                        <a:pt x="45922" y="17120"/>
                      </a:cubicBezTo>
                      <a:cubicBezTo>
                        <a:pt x="48030" y="34782"/>
                        <a:pt x="41853" y="19616"/>
                        <a:pt x="23396" y="20056"/>
                      </a:cubicBezTo>
                      <a:cubicBezTo>
                        <a:pt x="4939" y="20494"/>
                        <a:pt x="-3339" y="22010"/>
                        <a:pt x="1238" y="14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28" name="Google Shape;528;p2"/>
                <p:cNvSpPr/>
                <p:nvPr/>
              </p:nvSpPr>
              <p:spPr>
                <a:xfrm>
                  <a:off x="9315941" y="5043858"/>
                  <a:ext cx="46318" cy="25695"/>
                </a:xfrm>
                <a:custGeom>
                  <a:avLst/>
                  <a:gdLst/>
                  <a:ahLst/>
                  <a:cxnLst/>
                  <a:rect l="l" t="t" r="r" b="b"/>
                  <a:pathLst>
                    <a:path w="46318" h="25695" extrusionOk="0">
                      <a:moveTo>
                        <a:pt x="1238" y="14350"/>
                      </a:moveTo>
                      <a:cubicBezTo>
                        <a:pt x="15290" y="-9178"/>
                        <a:pt x="43814" y="-542"/>
                        <a:pt x="45925" y="17120"/>
                      </a:cubicBezTo>
                      <a:cubicBezTo>
                        <a:pt x="48032" y="34782"/>
                        <a:pt x="41855" y="19616"/>
                        <a:pt x="23398" y="20055"/>
                      </a:cubicBezTo>
                      <a:cubicBezTo>
                        <a:pt x="4938" y="20497"/>
                        <a:pt x="-3339" y="22010"/>
                        <a:pt x="1238" y="1435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29" name="Google Shape;529;p2"/>
                <p:cNvSpPr/>
                <p:nvPr/>
              </p:nvSpPr>
              <p:spPr>
                <a:xfrm>
                  <a:off x="10318477" y="4020698"/>
                  <a:ext cx="33569" cy="40331"/>
                </a:xfrm>
                <a:custGeom>
                  <a:avLst/>
                  <a:gdLst/>
                  <a:ahLst/>
                  <a:cxnLst/>
                  <a:rect l="l" t="t" r="r" b="b"/>
                  <a:pathLst>
                    <a:path w="33569" h="40331" extrusionOk="0">
                      <a:moveTo>
                        <a:pt x="20591" y="40319"/>
                      </a:moveTo>
                      <a:cubicBezTo>
                        <a:pt x="29065" y="39722"/>
                        <a:pt x="36005" y="32361"/>
                        <a:pt x="32751" y="21448"/>
                      </a:cubicBezTo>
                      <a:cubicBezTo>
                        <a:pt x="28382" y="6797"/>
                        <a:pt x="19992" y="-774"/>
                        <a:pt x="13226" y="63"/>
                      </a:cubicBezTo>
                      <a:cubicBezTo>
                        <a:pt x="6459" y="899"/>
                        <a:pt x="-3565" y="5739"/>
                        <a:pt x="1275" y="15763"/>
                      </a:cubicBezTo>
                      <a:cubicBezTo>
                        <a:pt x="6114" y="25785"/>
                        <a:pt x="13360" y="40829"/>
                        <a:pt x="20591" y="4031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0" name="Google Shape;530;p2"/>
                <p:cNvSpPr/>
                <p:nvPr/>
              </p:nvSpPr>
              <p:spPr>
                <a:xfrm>
                  <a:off x="10285669" y="4020997"/>
                  <a:ext cx="45281" cy="54402"/>
                </a:xfrm>
                <a:custGeom>
                  <a:avLst/>
                  <a:gdLst/>
                  <a:ahLst/>
                  <a:cxnLst/>
                  <a:rect l="l" t="t" r="r" b="b"/>
                  <a:pathLst>
                    <a:path w="45281" h="54402" extrusionOk="0">
                      <a:moveTo>
                        <a:pt x="27775" y="54386"/>
                      </a:moveTo>
                      <a:cubicBezTo>
                        <a:pt x="39205" y="53581"/>
                        <a:pt x="48567" y="43653"/>
                        <a:pt x="44178" y="28931"/>
                      </a:cubicBezTo>
                      <a:cubicBezTo>
                        <a:pt x="38284" y="9166"/>
                        <a:pt x="26968" y="-1043"/>
                        <a:pt x="17841" y="84"/>
                      </a:cubicBezTo>
                      <a:cubicBezTo>
                        <a:pt x="8712" y="1211"/>
                        <a:pt x="-4809" y="7740"/>
                        <a:pt x="1720" y="21262"/>
                      </a:cubicBezTo>
                      <a:cubicBezTo>
                        <a:pt x="8246" y="34781"/>
                        <a:pt x="18023" y="55074"/>
                        <a:pt x="27775" y="5438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1" name="Google Shape;531;p2"/>
                <p:cNvSpPr/>
                <p:nvPr/>
              </p:nvSpPr>
              <p:spPr>
                <a:xfrm>
                  <a:off x="10248504" y="4041063"/>
                  <a:ext cx="53995" cy="60398"/>
                </a:xfrm>
                <a:custGeom>
                  <a:avLst/>
                  <a:gdLst/>
                  <a:ahLst/>
                  <a:cxnLst/>
                  <a:rect l="l" t="t" r="r" b="b"/>
                  <a:pathLst>
                    <a:path w="53995" h="60398" extrusionOk="0">
                      <a:moveTo>
                        <a:pt x="27930" y="60175"/>
                      </a:moveTo>
                      <a:cubicBezTo>
                        <a:pt x="42625" y="57089"/>
                        <a:pt x="56421" y="44063"/>
                        <a:pt x="53634" y="28221"/>
                      </a:cubicBezTo>
                      <a:cubicBezTo>
                        <a:pt x="49894" y="6952"/>
                        <a:pt x="37440" y="-2464"/>
                        <a:pt x="25612" y="549"/>
                      </a:cubicBezTo>
                      <a:cubicBezTo>
                        <a:pt x="13785" y="3562"/>
                        <a:pt x="-4657" y="13526"/>
                        <a:pt x="1079" y="27604"/>
                      </a:cubicBezTo>
                      <a:cubicBezTo>
                        <a:pt x="6814" y="41678"/>
                        <a:pt x="15394" y="62806"/>
                        <a:pt x="27930" y="6017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2" name="Google Shape;532;p2"/>
                <p:cNvSpPr/>
                <p:nvPr/>
              </p:nvSpPr>
              <p:spPr>
                <a:xfrm>
                  <a:off x="10187719" y="4053752"/>
                  <a:ext cx="74755" cy="82137"/>
                </a:xfrm>
                <a:custGeom>
                  <a:avLst/>
                  <a:gdLst/>
                  <a:ahLst/>
                  <a:cxnLst/>
                  <a:rect l="l" t="t" r="r" b="b"/>
                  <a:pathLst>
                    <a:path w="74755" h="82137" extrusionOk="0">
                      <a:moveTo>
                        <a:pt x="46550" y="81475"/>
                      </a:moveTo>
                      <a:cubicBezTo>
                        <a:pt x="65254" y="75305"/>
                        <a:pt x="80333" y="55867"/>
                        <a:pt x="72755" y="34900"/>
                      </a:cubicBezTo>
                      <a:cubicBezTo>
                        <a:pt x="62584" y="6753"/>
                        <a:pt x="43780" y="-4229"/>
                        <a:pt x="28855" y="1449"/>
                      </a:cubicBezTo>
                      <a:cubicBezTo>
                        <a:pt x="13929" y="7127"/>
                        <a:pt x="-8053" y="23079"/>
                        <a:pt x="2995" y="41262"/>
                      </a:cubicBezTo>
                      <a:cubicBezTo>
                        <a:pt x="14048" y="59443"/>
                        <a:pt x="30594" y="86738"/>
                        <a:pt x="46550" y="8147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3" name="Google Shape;533;p2"/>
                <p:cNvSpPr/>
                <p:nvPr/>
              </p:nvSpPr>
              <p:spPr>
                <a:xfrm>
                  <a:off x="10119433" y="4083890"/>
                  <a:ext cx="92986" cy="102766"/>
                </a:xfrm>
                <a:custGeom>
                  <a:avLst/>
                  <a:gdLst/>
                  <a:ahLst/>
                  <a:cxnLst/>
                  <a:rect l="l" t="t" r="r" b="b"/>
                  <a:pathLst>
                    <a:path w="92986" h="102766" extrusionOk="0">
                      <a:moveTo>
                        <a:pt x="54705" y="101586"/>
                      </a:moveTo>
                      <a:cubicBezTo>
                        <a:pt x="78706" y="92394"/>
                        <a:pt x="99168" y="66823"/>
                        <a:pt x="91258" y="41085"/>
                      </a:cubicBezTo>
                      <a:cubicBezTo>
                        <a:pt x="80640" y="6534"/>
                        <a:pt x="57839" y="-5801"/>
                        <a:pt x="38630" y="2484"/>
                      </a:cubicBezTo>
                      <a:cubicBezTo>
                        <a:pt x="19421" y="10766"/>
                        <a:pt x="-9456" y="32494"/>
                        <a:pt x="3035" y="54467"/>
                      </a:cubicBezTo>
                      <a:cubicBezTo>
                        <a:pt x="15528" y="76438"/>
                        <a:pt x="34230" y="109427"/>
                        <a:pt x="54705" y="10158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4" name="Google Shape;534;p2"/>
                <p:cNvSpPr/>
                <p:nvPr/>
              </p:nvSpPr>
              <p:spPr>
                <a:xfrm>
                  <a:off x="10046321" y="4132274"/>
                  <a:ext cx="97646" cy="107279"/>
                </a:xfrm>
                <a:custGeom>
                  <a:avLst/>
                  <a:gdLst/>
                  <a:ahLst/>
                  <a:cxnLst/>
                  <a:rect l="l" t="t" r="r" b="b"/>
                  <a:pathLst>
                    <a:path w="97646" h="107279" extrusionOk="0">
                      <a:moveTo>
                        <a:pt x="59991" y="106331"/>
                      </a:moveTo>
                      <a:cubicBezTo>
                        <a:pt x="84619" y="97896"/>
                        <a:pt x="104754" y="72183"/>
                        <a:pt x="95242" y="44920"/>
                      </a:cubicBezTo>
                      <a:cubicBezTo>
                        <a:pt x="82472" y="8321"/>
                        <a:pt x="58057" y="-5664"/>
                        <a:pt x="38391" y="2053"/>
                      </a:cubicBezTo>
                      <a:cubicBezTo>
                        <a:pt x="18727" y="9771"/>
                        <a:pt x="-10385" y="31063"/>
                        <a:pt x="3729" y="54615"/>
                      </a:cubicBezTo>
                      <a:cubicBezTo>
                        <a:pt x="17847" y="78168"/>
                        <a:pt x="38983" y="113528"/>
                        <a:pt x="59991" y="10633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5" name="Google Shape;535;p2"/>
                <p:cNvSpPr/>
                <p:nvPr/>
              </p:nvSpPr>
              <p:spPr>
                <a:xfrm>
                  <a:off x="9988739" y="4186114"/>
                  <a:ext cx="97646" cy="107279"/>
                </a:xfrm>
                <a:custGeom>
                  <a:avLst/>
                  <a:gdLst/>
                  <a:ahLst/>
                  <a:cxnLst/>
                  <a:rect l="l" t="t" r="r" b="b"/>
                  <a:pathLst>
                    <a:path w="97646" h="107279" extrusionOk="0">
                      <a:moveTo>
                        <a:pt x="59991" y="106331"/>
                      </a:moveTo>
                      <a:cubicBezTo>
                        <a:pt x="84616" y="97896"/>
                        <a:pt x="104754" y="72183"/>
                        <a:pt x="95242" y="44920"/>
                      </a:cubicBezTo>
                      <a:cubicBezTo>
                        <a:pt x="82472" y="8321"/>
                        <a:pt x="58058" y="-5664"/>
                        <a:pt x="38391" y="2053"/>
                      </a:cubicBezTo>
                      <a:cubicBezTo>
                        <a:pt x="18725" y="9771"/>
                        <a:pt x="-10385" y="31063"/>
                        <a:pt x="3729" y="54615"/>
                      </a:cubicBezTo>
                      <a:cubicBezTo>
                        <a:pt x="17844" y="78168"/>
                        <a:pt x="38981" y="113528"/>
                        <a:pt x="59991" y="10633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6" name="Google Shape;536;p2"/>
                <p:cNvSpPr/>
                <p:nvPr/>
              </p:nvSpPr>
              <p:spPr>
                <a:xfrm>
                  <a:off x="9921427" y="4246581"/>
                  <a:ext cx="107738" cy="118368"/>
                </a:xfrm>
                <a:custGeom>
                  <a:avLst/>
                  <a:gdLst/>
                  <a:ahLst/>
                  <a:cxnLst/>
                  <a:rect l="l" t="t" r="r" b="b"/>
                  <a:pathLst>
                    <a:path w="107738" h="118368" extrusionOk="0">
                      <a:moveTo>
                        <a:pt x="66191" y="117322"/>
                      </a:moveTo>
                      <a:cubicBezTo>
                        <a:pt x="93363" y="108016"/>
                        <a:pt x="115580" y="79644"/>
                        <a:pt x="105085" y="49563"/>
                      </a:cubicBezTo>
                      <a:cubicBezTo>
                        <a:pt x="90997" y="9181"/>
                        <a:pt x="64056" y="-6250"/>
                        <a:pt x="42360" y="2266"/>
                      </a:cubicBezTo>
                      <a:cubicBezTo>
                        <a:pt x="20661" y="10781"/>
                        <a:pt x="-11460" y="34274"/>
                        <a:pt x="4115" y="60261"/>
                      </a:cubicBezTo>
                      <a:cubicBezTo>
                        <a:pt x="19687" y="86246"/>
                        <a:pt x="43011" y="125261"/>
                        <a:pt x="66191" y="11732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7" name="Google Shape;537;p2"/>
                <p:cNvSpPr/>
                <p:nvPr/>
              </p:nvSpPr>
              <p:spPr>
                <a:xfrm>
                  <a:off x="9856419" y="4311710"/>
                  <a:ext cx="107417" cy="117856"/>
                </a:xfrm>
                <a:custGeom>
                  <a:avLst/>
                  <a:gdLst/>
                  <a:ahLst/>
                  <a:cxnLst/>
                  <a:rect l="l" t="t" r="r" b="b"/>
                  <a:pathLst>
                    <a:path w="107417" h="117856" extrusionOk="0">
                      <a:moveTo>
                        <a:pt x="66351" y="116777"/>
                      </a:moveTo>
                      <a:cubicBezTo>
                        <a:pt x="93358" y="107345"/>
                        <a:pt x="115315" y="78955"/>
                        <a:pt x="104682" y="49059"/>
                      </a:cubicBezTo>
                      <a:cubicBezTo>
                        <a:pt x="90409" y="8926"/>
                        <a:pt x="63484" y="-6283"/>
                        <a:pt x="41925" y="2328"/>
                      </a:cubicBezTo>
                      <a:cubicBezTo>
                        <a:pt x="20365" y="10940"/>
                        <a:pt x="-11485" y="34531"/>
                        <a:pt x="4183" y="60320"/>
                      </a:cubicBezTo>
                      <a:cubicBezTo>
                        <a:pt x="19849" y="86106"/>
                        <a:pt x="43312" y="124824"/>
                        <a:pt x="66351" y="11677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8" name="Google Shape;538;p2"/>
                <p:cNvSpPr/>
                <p:nvPr/>
              </p:nvSpPr>
              <p:spPr>
                <a:xfrm>
                  <a:off x="9793497" y="4371258"/>
                  <a:ext cx="107417" cy="117857"/>
                </a:xfrm>
                <a:custGeom>
                  <a:avLst/>
                  <a:gdLst/>
                  <a:ahLst/>
                  <a:cxnLst/>
                  <a:rect l="l" t="t" r="r" b="b"/>
                  <a:pathLst>
                    <a:path w="107417" h="117857" extrusionOk="0">
                      <a:moveTo>
                        <a:pt x="66350" y="116777"/>
                      </a:moveTo>
                      <a:cubicBezTo>
                        <a:pt x="93357" y="107345"/>
                        <a:pt x="115314" y="78955"/>
                        <a:pt x="104682" y="49059"/>
                      </a:cubicBezTo>
                      <a:cubicBezTo>
                        <a:pt x="90409" y="8926"/>
                        <a:pt x="63484" y="-6283"/>
                        <a:pt x="41924" y="2328"/>
                      </a:cubicBezTo>
                      <a:cubicBezTo>
                        <a:pt x="20365" y="10940"/>
                        <a:pt x="-11485" y="34531"/>
                        <a:pt x="4183" y="60320"/>
                      </a:cubicBezTo>
                      <a:cubicBezTo>
                        <a:pt x="19848" y="86106"/>
                        <a:pt x="43312" y="124824"/>
                        <a:pt x="66350" y="11677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39" name="Google Shape;539;p2"/>
                <p:cNvSpPr/>
                <p:nvPr/>
              </p:nvSpPr>
              <p:spPr>
                <a:xfrm>
                  <a:off x="9727863" y="4432924"/>
                  <a:ext cx="107853" cy="118333"/>
                </a:xfrm>
                <a:custGeom>
                  <a:avLst/>
                  <a:gdLst/>
                  <a:ahLst/>
                  <a:cxnLst/>
                  <a:rect l="l" t="t" r="r" b="b"/>
                  <a:pathLst>
                    <a:path w="107853" h="118333" extrusionOk="0">
                      <a:moveTo>
                        <a:pt x="66621" y="117249"/>
                      </a:moveTo>
                      <a:cubicBezTo>
                        <a:pt x="93735" y="107778"/>
                        <a:pt x="115784" y="79274"/>
                        <a:pt x="105105" y="49256"/>
                      </a:cubicBezTo>
                      <a:cubicBezTo>
                        <a:pt x="90773" y="8961"/>
                        <a:pt x="63740" y="-6309"/>
                        <a:pt x="42094" y="2339"/>
                      </a:cubicBezTo>
                      <a:cubicBezTo>
                        <a:pt x="20448" y="10986"/>
                        <a:pt x="-11531" y="34672"/>
                        <a:pt x="4199" y="60563"/>
                      </a:cubicBezTo>
                      <a:cubicBezTo>
                        <a:pt x="19932" y="86454"/>
                        <a:pt x="43489" y="125328"/>
                        <a:pt x="66621" y="11724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0" name="Google Shape;540;p2"/>
                <p:cNvSpPr/>
                <p:nvPr/>
              </p:nvSpPr>
              <p:spPr>
                <a:xfrm>
                  <a:off x="9654495" y="4493190"/>
                  <a:ext cx="115559" cy="125800"/>
                </a:xfrm>
                <a:custGeom>
                  <a:avLst/>
                  <a:gdLst/>
                  <a:ahLst/>
                  <a:cxnLst/>
                  <a:rect l="l" t="t" r="r" b="b"/>
                  <a:pathLst>
                    <a:path w="115559" h="125800" extrusionOk="0">
                      <a:moveTo>
                        <a:pt x="75102" y="125017"/>
                      </a:moveTo>
                      <a:cubicBezTo>
                        <a:pt x="103230" y="116703"/>
                        <a:pt x="124784" y="87911"/>
                        <a:pt x="111576" y="55445"/>
                      </a:cubicBezTo>
                      <a:cubicBezTo>
                        <a:pt x="93843" y="11865"/>
                        <a:pt x="64237" y="-6016"/>
                        <a:pt x="41853" y="1772"/>
                      </a:cubicBezTo>
                      <a:cubicBezTo>
                        <a:pt x="19468" y="9561"/>
                        <a:pt x="-12913" y="32622"/>
                        <a:pt x="5389" y="61037"/>
                      </a:cubicBezTo>
                      <a:cubicBezTo>
                        <a:pt x="23690" y="89452"/>
                        <a:pt x="51109" y="132111"/>
                        <a:pt x="75102" y="12501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1" name="Google Shape;541;p2"/>
                <p:cNvSpPr/>
                <p:nvPr/>
              </p:nvSpPr>
              <p:spPr>
                <a:xfrm>
                  <a:off x="9591347" y="4552513"/>
                  <a:ext cx="115559" cy="125798"/>
                </a:xfrm>
                <a:custGeom>
                  <a:avLst/>
                  <a:gdLst/>
                  <a:ahLst/>
                  <a:cxnLst/>
                  <a:rect l="l" t="t" r="r" b="b"/>
                  <a:pathLst>
                    <a:path w="115559" h="125798" extrusionOk="0">
                      <a:moveTo>
                        <a:pt x="75103" y="125015"/>
                      </a:moveTo>
                      <a:cubicBezTo>
                        <a:pt x="103230" y="116701"/>
                        <a:pt x="124784" y="87909"/>
                        <a:pt x="111576" y="55445"/>
                      </a:cubicBezTo>
                      <a:cubicBezTo>
                        <a:pt x="93843" y="11865"/>
                        <a:pt x="64237" y="-6016"/>
                        <a:pt x="41853" y="1772"/>
                      </a:cubicBezTo>
                      <a:cubicBezTo>
                        <a:pt x="19468" y="9561"/>
                        <a:pt x="-12913" y="32622"/>
                        <a:pt x="5389" y="61037"/>
                      </a:cubicBezTo>
                      <a:cubicBezTo>
                        <a:pt x="23690" y="89449"/>
                        <a:pt x="51106" y="132109"/>
                        <a:pt x="75103" y="12501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2" name="Google Shape;542;p2"/>
                <p:cNvSpPr/>
                <p:nvPr/>
              </p:nvSpPr>
              <p:spPr>
                <a:xfrm>
                  <a:off x="9531937" y="4618763"/>
                  <a:ext cx="118407" cy="128961"/>
                </a:xfrm>
                <a:custGeom>
                  <a:avLst/>
                  <a:gdLst/>
                  <a:ahLst/>
                  <a:cxnLst/>
                  <a:rect l="l" t="t" r="r" b="b"/>
                  <a:pathLst>
                    <a:path w="118407" h="128961" extrusionOk="0">
                      <a:moveTo>
                        <a:pt x="76775" y="128175"/>
                      </a:moveTo>
                      <a:cubicBezTo>
                        <a:pt x="105642" y="119738"/>
                        <a:pt x="127830" y="90298"/>
                        <a:pt x="114379" y="56991"/>
                      </a:cubicBezTo>
                      <a:cubicBezTo>
                        <a:pt x="96324" y="12282"/>
                        <a:pt x="66019" y="-6130"/>
                        <a:pt x="43042" y="1785"/>
                      </a:cubicBezTo>
                      <a:cubicBezTo>
                        <a:pt x="20063" y="9698"/>
                        <a:pt x="-13207" y="33235"/>
                        <a:pt x="5477" y="62407"/>
                      </a:cubicBezTo>
                      <a:cubicBezTo>
                        <a:pt x="24160" y="91578"/>
                        <a:pt x="52148" y="135371"/>
                        <a:pt x="76775" y="12817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3" name="Google Shape;543;p2"/>
                <p:cNvSpPr/>
                <p:nvPr/>
              </p:nvSpPr>
              <p:spPr>
                <a:xfrm>
                  <a:off x="9461886" y="4684626"/>
                  <a:ext cx="117933" cy="128443"/>
                </a:xfrm>
                <a:custGeom>
                  <a:avLst/>
                  <a:gdLst/>
                  <a:ahLst/>
                  <a:cxnLst/>
                  <a:rect l="l" t="t" r="r" b="b"/>
                  <a:pathLst>
                    <a:path w="117933" h="128443" extrusionOk="0">
                      <a:moveTo>
                        <a:pt x="76467" y="127660"/>
                      </a:moveTo>
                      <a:cubicBezTo>
                        <a:pt x="105219" y="119257"/>
                        <a:pt x="127318" y="89935"/>
                        <a:pt x="113921" y="56762"/>
                      </a:cubicBezTo>
                      <a:cubicBezTo>
                        <a:pt x="95940" y="12231"/>
                        <a:pt x="65755" y="-6105"/>
                        <a:pt x="42870" y="1777"/>
                      </a:cubicBezTo>
                      <a:cubicBezTo>
                        <a:pt x="19985" y="9659"/>
                        <a:pt x="-13155" y="33100"/>
                        <a:pt x="5455" y="62155"/>
                      </a:cubicBezTo>
                      <a:cubicBezTo>
                        <a:pt x="24066" y="91210"/>
                        <a:pt x="51939" y="134829"/>
                        <a:pt x="76467" y="12766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4" name="Google Shape;544;p2"/>
                <p:cNvSpPr/>
                <p:nvPr/>
              </p:nvSpPr>
              <p:spPr>
                <a:xfrm>
                  <a:off x="9397217" y="4744983"/>
                  <a:ext cx="117933" cy="128443"/>
                </a:xfrm>
                <a:custGeom>
                  <a:avLst/>
                  <a:gdLst/>
                  <a:ahLst/>
                  <a:cxnLst/>
                  <a:rect l="l" t="t" r="r" b="b"/>
                  <a:pathLst>
                    <a:path w="117933" h="128443" extrusionOk="0">
                      <a:moveTo>
                        <a:pt x="76467" y="127660"/>
                      </a:moveTo>
                      <a:cubicBezTo>
                        <a:pt x="105219" y="119257"/>
                        <a:pt x="127317" y="89935"/>
                        <a:pt x="113921" y="56762"/>
                      </a:cubicBezTo>
                      <a:cubicBezTo>
                        <a:pt x="95940" y="12231"/>
                        <a:pt x="65758" y="-6105"/>
                        <a:pt x="42870" y="1777"/>
                      </a:cubicBezTo>
                      <a:cubicBezTo>
                        <a:pt x="19985" y="9659"/>
                        <a:pt x="-13155" y="33102"/>
                        <a:pt x="5455" y="62155"/>
                      </a:cubicBezTo>
                      <a:cubicBezTo>
                        <a:pt x="24066" y="91208"/>
                        <a:pt x="51938" y="134829"/>
                        <a:pt x="76467" y="12766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5" name="Google Shape;545;p2"/>
                <p:cNvSpPr/>
                <p:nvPr/>
              </p:nvSpPr>
              <p:spPr>
                <a:xfrm>
                  <a:off x="9329748" y="4807470"/>
                  <a:ext cx="118407" cy="128962"/>
                </a:xfrm>
                <a:custGeom>
                  <a:avLst/>
                  <a:gdLst/>
                  <a:ahLst/>
                  <a:cxnLst/>
                  <a:rect l="l" t="t" r="r" b="b"/>
                  <a:pathLst>
                    <a:path w="118407" h="128962" extrusionOk="0">
                      <a:moveTo>
                        <a:pt x="76774" y="128175"/>
                      </a:moveTo>
                      <a:cubicBezTo>
                        <a:pt x="105642" y="119737"/>
                        <a:pt x="127830" y="90298"/>
                        <a:pt x="114379" y="56991"/>
                      </a:cubicBezTo>
                      <a:cubicBezTo>
                        <a:pt x="96324" y="12282"/>
                        <a:pt x="66019" y="-6130"/>
                        <a:pt x="43042" y="1784"/>
                      </a:cubicBezTo>
                      <a:cubicBezTo>
                        <a:pt x="20065" y="9698"/>
                        <a:pt x="-13207" y="33235"/>
                        <a:pt x="5476" y="62407"/>
                      </a:cubicBezTo>
                      <a:cubicBezTo>
                        <a:pt x="24160" y="91579"/>
                        <a:pt x="52147" y="135374"/>
                        <a:pt x="76774" y="12817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6" name="Google Shape;546;p2"/>
                <p:cNvSpPr/>
                <p:nvPr/>
              </p:nvSpPr>
              <p:spPr>
                <a:xfrm>
                  <a:off x="9266620" y="4883377"/>
                  <a:ext cx="117933" cy="128444"/>
                </a:xfrm>
                <a:custGeom>
                  <a:avLst/>
                  <a:gdLst/>
                  <a:ahLst/>
                  <a:cxnLst/>
                  <a:rect l="l" t="t" r="r" b="b"/>
                  <a:pathLst>
                    <a:path w="117933" h="128444" extrusionOk="0">
                      <a:moveTo>
                        <a:pt x="76468" y="127661"/>
                      </a:moveTo>
                      <a:cubicBezTo>
                        <a:pt x="105218" y="119257"/>
                        <a:pt x="127317" y="89935"/>
                        <a:pt x="113921" y="56762"/>
                      </a:cubicBezTo>
                      <a:cubicBezTo>
                        <a:pt x="95940" y="12231"/>
                        <a:pt x="65758" y="-6105"/>
                        <a:pt x="42870" y="1777"/>
                      </a:cubicBezTo>
                      <a:cubicBezTo>
                        <a:pt x="19983" y="9659"/>
                        <a:pt x="-13155" y="33100"/>
                        <a:pt x="5455" y="62155"/>
                      </a:cubicBezTo>
                      <a:cubicBezTo>
                        <a:pt x="24065" y="91210"/>
                        <a:pt x="51941" y="134830"/>
                        <a:pt x="76468" y="12766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7" name="Google Shape;547;p2"/>
                <p:cNvSpPr/>
                <p:nvPr/>
              </p:nvSpPr>
              <p:spPr>
                <a:xfrm>
                  <a:off x="9201952" y="4943734"/>
                  <a:ext cx="117933" cy="128444"/>
                </a:xfrm>
                <a:custGeom>
                  <a:avLst/>
                  <a:gdLst/>
                  <a:ahLst/>
                  <a:cxnLst/>
                  <a:rect l="l" t="t" r="r" b="b"/>
                  <a:pathLst>
                    <a:path w="117933" h="128444" extrusionOk="0">
                      <a:moveTo>
                        <a:pt x="76468" y="127660"/>
                      </a:moveTo>
                      <a:cubicBezTo>
                        <a:pt x="105219" y="119257"/>
                        <a:pt x="127317" y="89935"/>
                        <a:pt x="113921" y="56762"/>
                      </a:cubicBezTo>
                      <a:cubicBezTo>
                        <a:pt x="95940" y="12231"/>
                        <a:pt x="65758" y="-6105"/>
                        <a:pt x="42870" y="1777"/>
                      </a:cubicBezTo>
                      <a:cubicBezTo>
                        <a:pt x="19985" y="9659"/>
                        <a:pt x="-13155" y="33100"/>
                        <a:pt x="5455" y="62155"/>
                      </a:cubicBezTo>
                      <a:cubicBezTo>
                        <a:pt x="24065" y="91213"/>
                        <a:pt x="51939" y="134830"/>
                        <a:pt x="76468" y="12766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8" name="Google Shape;548;p2"/>
                <p:cNvSpPr/>
                <p:nvPr/>
              </p:nvSpPr>
              <p:spPr>
                <a:xfrm>
                  <a:off x="10264558" y="4045497"/>
                  <a:ext cx="20798" cy="13425"/>
                </a:xfrm>
                <a:custGeom>
                  <a:avLst/>
                  <a:gdLst/>
                  <a:ahLst/>
                  <a:cxnLst/>
                  <a:rect l="l" t="t" r="r" b="b"/>
                  <a:pathLst>
                    <a:path w="20798" h="13425" extrusionOk="0">
                      <a:moveTo>
                        <a:pt x="844" y="4783"/>
                      </a:moveTo>
                      <a:cubicBezTo>
                        <a:pt x="9088" y="-4697"/>
                        <a:pt x="21261" y="1504"/>
                        <a:pt x="20785" y="9645"/>
                      </a:cubicBezTo>
                      <a:cubicBezTo>
                        <a:pt x="20310" y="17785"/>
                        <a:pt x="18746" y="10443"/>
                        <a:pt x="10381" y="9149"/>
                      </a:cubicBezTo>
                      <a:cubicBezTo>
                        <a:pt x="2019" y="7855"/>
                        <a:pt x="-1839" y="7869"/>
                        <a:pt x="844" y="478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9" name="Google Shape;549;p2"/>
                <p:cNvSpPr/>
                <p:nvPr/>
              </p:nvSpPr>
              <p:spPr>
                <a:xfrm>
                  <a:off x="10292680" y="4025851"/>
                  <a:ext cx="20798" cy="13425"/>
                </a:xfrm>
                <a:custGeom>
                  <a:avLst/>
                  <a:gdLst/>
                  <a:ahLst/>
                  <a:cxnLst/>
                  <a:rect l="l" t="t" r="r" b="b"/>
                  <a:pathLst>
                    <a:path w="20798" h="13425" extrusionOk="0">
                      <a:moveTo>
                        <a:pt x="844" y="4783"/>
                      </a:moveTo>
                      <a:cubicBezTo>
                        <a:pt x="9088" y="-4697"/>
                        <a:pt x="21261" y="1504"/>
                        <a:pt x="20785" y="9645"/>
                      </a:cubicBezTo>
                      <a:cubicBezTo>
                        <a:pt x="20310" y="17785"/>
                        <a:pt x="18746" y="10443"/>
                        <a:pt x="10384" y="9149"/>
                      </a:cubicBezTo>
                      <a:cubicBezTo>
                        <a:pt x="2019" y="7855"/>
                        <a:pt x="-1839" y="7869"/>
                        <a:pt x="844" y="478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0" name="Google Shape;550;p2"/>
                <p:cNvSpPr/>
                <p:nvPr/>
              </p:nvSpPr>
              <p:spPr>
                <a:xfrm>
                  <a:off x="10327994" y="4023492"/>
                  <a:ext cx="14837" cy="9578"/>
                </a:xfrm>
                <a:custGeom>
                  <a:avLst/>
                  <a:gdLst/>
                  <a:ahLst/>
                  <a:cxnLst/>
                  <a:rect l="l" t="t" r="r" b="b"/>
                  <a:pathLst>
                    <a:path w="14837" h="9578" extrusionOk="0">
                      <a:moveTo>
                        <a:pt x="602" y="3411"/>
                      </a:moveTo>
                      <a:cubicBezTo>
                        <a:pt x="6481" y="-3351"/>
                        <a:pt x="15168" y="1073"/>
                        <a:pt x="14828" y="6881"/>
                      </a:cubicBezTo>
                      <a:cubicBezTo>
                        <a:pt x="14487" y="12688"/>
                        <a:pt x="13374" y="7451"/>
                        <a:pt x="7407" y="6527"/>
                      </a:cubicBezTo>
                      <a:cubicBezTo>
                        <a:pt x="1440" y="5604"/>
                        <a:pt x="-1312" y="5613"/>
                        <a:pt x="602" y="341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1" name="Google Shape;551;p2"/>
                <p:cNvSpPr/>
                <p:nvPr/>
              </p:nvSpPr>
              <p:spPr>
                <a:xfrm>
                  <a:off x="10205478" y="4057943"/>
                  <a:ext cx="30382" cy="17390"/>
                </a:xfrm>
                <a:custGeom>
                  <a:avLst/>
                  <a:gdLst/>
                  <a:ahLst/>
                  <a:cxnLst/>
                  <a:rect l="l" t="t" r="r" b="b"/>
                  <a:pathLst>
                    <a:path w="30382" h="17390" extrusionOk="0">
                      <a:moveTo>
                        <a:pt x="892" y="8918"/>
                      </a:moveTo>
                      <a:cubicBezTo>
                        <a:pt x="10684" y="-6239"/>
                        <a:pt x="29258" y="105"/>
                        <a:pt x="30234" y="11775"/>
                      </a:cubicBezTo>
                      <a:cubicBezTo>
                        <a:pt x="31212" y="23447"/>
                        <a:pt x="27497" y="13323"/>
                        <a:pt x="15342" y="13185"/>
                      </a:cubicBezTo>
                      <a:cubicBezTo>
                        <a:pt x="3186" y="13048"/>
                        <a:pt x="-2297" y="13853"/>
                        <a:pt x="892" y="891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2" name="Google Shape;552;p2"/>
                <p:cNvSpPr/>
                <p:nvPr/>
              </p:nvSpPr>
              <p:spPr>
                <a:xfrm>
                  <a:off x="10139933" y="4091777"/>
                  <a:ext cx="43885" cy="24367"/>
                </a:xfrm>
                <a:custGeom>
                  <a:avLst/>
                  <a:gdLst/>
                  <a:ahLst/>
                  <a:cxnLst/>
                  <a:rect l="l" t="t" r="r" b="b"/>
                  <a:pathLst>
                    <a:path w="43885" h="24367" extrusionOk="0">
                      <a:moveTo>
                        <a:pt x="1446" y="13977"/>
                      </a:moveTo>
                      <a:cubicBezTo>
                        <a:pt x="16678" y="-8682"/>
                        <a:pt x="43198" y="-726"/>
                        <a:pt x="43831" y="16149"/>
                      </a:cubicBezTo>
                      <a:cubicBezTo>
                        <a:pt x="44462" y="33024"/>
                        <a:pt x="39757" y="18581"/>
                        <a:pt x="22126" y="19199"/>
                      </a:cubicBezTo>
                      <a:cubicBezTo>
                        <a:pt x="4496" y="19818"/>
                        <a:pt x="-3512" y="21356"/>
                        <a:pt x="1446" y="1397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3" name="Google Shape;553;p2"/>
                <p:cNvSpPr/>
                <p:nvPr/>
              </p:nvSpPr>
              <p:spPr>
                <a:xfrm>
                  <a:off x="10066415" y="4140411"/>
                  <a:ext cx="46143" cy="26411"/>
                </a:xfrm>
                <a:custGeom>
                  <a:avLst/>
                  <a:gdLst/>
                  <a:ahLst/>
                  <a:cxnLst/>
                  <a:rect l="l" t="t" r="r" b="b"/>
                  <a:pathLst>
                    <a:path w="46143" h="26411" extrusionOk="0">
                      <a:moveTo>
                        <a:pt x="1356" y="13543"/>
                      </a:moveTo>
                      <a:cubicBezTo>
                        <a:pt x="16226" y="-9475"/>
                        <a:pt x="44431" y="159"/>
                        <a:pt x="45917" y="17884"/>
                      </a:cubicBezTo>
                      <a:cubicBezTo>
                        <a:pt x="47403" y="35610"/>
                        <a:pt x="41761" y="20234"/>
                        <a:pt x="23302" y="20026"/>
                      </a:cubicBezTo>
                      <a:cubicBezTo>
                        <a:pt x="4837" y="19816"/>
                        <a:pt x="-3488" y="21039"/>
                        <a:pt x="1356" y="1354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4" name="Google Shape;554;p2"/>
                <p:cNvSpPr/>
                <p:nvPr/>
              </p:nvSpPr>
              <p:spPr>
                <a:xfrm>
                  <a:off x="10010935" y="4195547"/>
                  <a:ext cx="46141" cy="26411"/>
                </a:xfrm>
                <a:custGeom>
                  <a:avLst/>
                  <a:gdLst/>
                  <a:ahLst/>
                  <a:cxnLst/>
                  <a:rect l="l" t="t" r="r" b="b"/>
                  <a:pathLst>
                    <a:path w="46141" h="26411" extrusionOk="0">
                      <a:moveTo>
                        <a:pt x="1355" y="13543"/>
                      </a:moveTo>
                      <a:cubicBezTo>
                        <a:pt x="16225" y="-9475"/>
                        <a:pt x="44432" y="159"/>
                        <a:pt x="45915" y="17884"/>
                      </a:cubicBezTo>
                      <a:cubicBezTo>
                        <a:pt x="47399" y="35610"/>
                        <a:pt x="41760" y="20237"/>
                        <a:pt x="23300" y="20026"/>
                      </a:cubicBezTo>
                      <a:cubicBezTo>
                        <a:pt x="4838" y="19816"/>
                        <a:pt x="-3487" y="21039"/>
                        <a:pt x="1355" y="1354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5" name="Google Shape;555;p2"/>
                <p:cNvSpPr/>
                <p:nvPr/>
              </p:nvSpPr>
              <p:spPr>
                <a:xfrm>
                  <a:off x="9948931" y="4258092"/>
                  <a:ext cx="46142" cy="26411"/>
                </a:xfrm>
                <a:custGeom>
                  <a:avLst/>
                  <a:gdLst/>
                  <a:ahLst/>
                  <a:cxnLst/>
                  <a:rect l="l" t="t" r="r" b="b"/>
                  <a:pathLst>
                    <a:path w="46142" h="26411" extrusionOk="0">
                      <a:moveTo>
                        <a:pt x="1355" y="13543"/>
                      </a:moveTo>
                      <a:cubicBezTo>
                        <a:pt x="16225" y="-9475"/>
                        <a:pt x="44430" y="159"/>
                        <a:pt x="45916" y="17884"/>
                      </a:cubicBezTo>
                      <a:cubicBezTo>
                        <a:pt x="47402" y="35610"/>
                        <a:pt x="41760" y="20234"/>
                        <a:pt x="23300" y="20026"/>
                      </a:cubicBezTo>
                      <a:cubicBezTo>
                        <a:pt x="4838" y="19816"/>
                        <a:pt x="-3487" y="21037"/>
                        <a:pt x="1355" y="1354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6" name="Google Shape;556;p2"/>
                <p:cNvSpPr/>
                <p:nvPr/>
              </p:nvSpPr>
              <p:spPr>
                <a:xfrm>
                  <a:off x="9882458" y="4324076"/>
                  <a:ext cx="46173" cy="26287"/>
                </a:xfrm>
                <a:custGeom>
                  <a:avLst/>
                  <a:gdLst/>
                  <a:ahLst/>
                  <a:cxnLst/>
                  <a:rect l="l" t="t" r="r" b="b"/>
                  <a:pathLst>
                    <a:path w="46173" h="26287" extrusionOk="0">
                      <a:moveTo>
                        <a:pt x="1335" y="13680"/>
                      </a:moveTo>
                      <a:cubicBezTo>
                        <a:pt x="16066" y="-9427"/>
                        <a:pt x="44330" y="37"/>
                        <a:pt x="45921" y="17751"/>
                      </a:cubicBezTo>
                      <a:cubicBezTo>
                        <a:pt x="47512" y="35468"/>
                        <a:pt x="41781" y="20127"/>
                        <a:pt x="23319" y="20028"/>
                      </a:cubicBezTo>
                      <a:cubicBezTo>
                        <a:pt x="4858" y="19930"/>
                        <a:pt x="-3463" y="21206"/>
                        <a:pt x="1335" y="1368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7" name="Google Shape;557;p2"/>
                <p:cNvSpPr/>
                <p:nvPr/>
              </p:nvSpPr>
              <p:spPr>
                <a:xfrm>
                  <a:off x="9818142" y="4384943"/>
                  <a:ext cx="46173" cy="26286"/>
                </a:xfrm>
                <a:custGeom>
                  <a:avLst/>
                  <a:gdLst/>
                  <a:ahLst/>
                  <a:cxnLst/>
                  <a:rect l="l" t="t" r="r" b="b"/>
                  <a:pathLst>
                    <a:path w="46173" h="26286" extrusionOk="0">
                      <a:moveTo>
                        <a:pt x="1335" y="13680"/>
                      </a:moveTo>
                      <a:cubicBezTo>
                        <a:pt x="16066" y="-9427"/>
                        <a:pt x="44330" y="37"/>
                        <a:pt x="45921" y="17751"/>
                      </a:cubicBezTo>
                      <a:cubicBezTo>
                        <a:pt x="47512" y="35466"/>
                        <a:pt x="41781" y="20127"/>
                        <a:pt x="23319" y="20028"/>
                      </a:cubicBezTo>
                      <a:cubicBezTo>
                        <a:pt x="4858" y="19930"/>
                        <a:pt x="-3463" y="21206"/>
                        <a:pt x="1335" y="1368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8" name="Google Shape;558;p2"/>
                <p:cNvSpPr/>
                <p:nvPr/>
              </p:nvSpPr>
              <p:spPr>
                <a:xfrm>
                  <a:off x="9753826" y="4445810"/>
                  <a:ext cx="46172" cy="26289"/>
                </a:xfrm>
                <a:custGeom>
                  <a:avLst/>
                  <a:gdLst/>
                  <a:ahLst/>
                  <a:cxnLst/>
                  <a:rect l="l" t="t" r="r" b="b"/>
                  <a:pathLst>
                    <a:path w="46172" h="26289" extrusionOk="0">
                      <a:moveTo>
                        <a:pt x="1334" y="13680"/>
                      </a:moveTo>
                      <a:cubicBezTo>
                        <a:pt x="16065" y="-9427"/>
                        <a:pt x="44329" y="37"/>
                        <a:pt x="45920" y="17754"/>
                      </a:cubicBezTo>
                      <a:cubicBezTo>
                        <a:pt x="47511" y="35470"/>
                        <a:pt x="41780" y="20129"/>
                        <a:pt x="23319" y="20030"/>
                      </a:cubicBezTo>
                      <a:cubicBezTo>
                        <a:pt x="4857" y="19932"/>
                        <a:pt x="-3462" y="21205"/>
                        <a:pt x="1334" y="1368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9" name="Google Shape;559;p2"/>
                <p:cNvSpPr/>
                <p:nvPr/>
              </p:nvSpPr>
              <p:spPr>
                <a:xfrm>
                  <a:off x="9670976" y="4515684"/>
                  <a:ext cx="49491" cy="29295"/>
                </a:xfrm>
                <a:custGeom>
                  <a:avLst/>
                  <a:gdLst/>
                  <a:ahLst/>
                  <a:cxnLst/>
                  <a:rect l="l" t="t" r="r" b="b"/>
                  <a:pathLst>
                    <a:path w="49491" h="29295" extrusionOk="0">
                      <a:moveTo>
                        <a:pt x="1211" y="13145"/>
                      </a:moveTo>
                      <a:cubicBezTo>
                        <a:pt x="15414" y="-10490"/>
                        <a:pt x="46079" y="1368"/>
                        <a:pt x="48897" y="20307"/>
                      </a:cubicBezTo>
                      <a:cubicBezTo>
                        <a:pt x="51715" y="39247"/>
                        <a:pt x="44643" y="22571"/>
                        <a:pt x="24999" y="21295"/>
                      </a:cubicBezTo>
                      <a:cubicBezTo>
                        <a:pt x="5356" y="20019"/>
                        <a:pt x="-3414" y="20842"/>
                        <a:pt x="1211" y="1314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60" name="Google Shape;560;p2"/>
                <p:cNvSpPr/>
                <p:nvPr/>
              </p:nvSpPr>
              <p:spPr>
                <a:xfrm>
                  <a:off x="9606429" y="4576320"/>
                  <a:ext cx="49491" cy="29294"/>
                </a:xfrm>
                <a:custGeom>
                  <a:avLst/>
                  <a:gdLst/>
                  <a:ahLst/>
                  <a:cxnLst/>
                  <a:rect l="l" t="t" r="r" b="b"/>
                  <a:pathLst>
                    <a:path w="49491" h="29294" extrusionOk="0">
                      <a:moveTo>
                        <a:pt x="1211" y="13145"/>
                      </a:moveTo>
                      <a:cubicBezTo>
                        <a:pt x="15414" y="-10490"/>
                        <a:pt x="46078" y="1368"/>
                        <a:pt x="48897" y="20307"/>
                      </a:cubicBezTo>
                      <a:cubicBezTo>
                        <a:pt x="51716" y="39247"/>
                        <a:pt x="44643" y="22571"/>
                        <a:pt x="24999" y="21292"/>
                      </a:cubicBezTo>
                      <a:cubicBezTo>
                        <a:pt x="5353" y="20017"/>
                        <a:pt x="-3413" y="20840"/>
                        <a:pt x="1211" y="1314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61" name="Google Shape;561;p2"/>
                <p:cNvSpPr/>
                <p:nvPr/>
              </p:nvSpPr>
              <p:spPr>
                <a:xfrm>
                  <a:off x="9548722" y="4642225"/>
                  <a:ext cx="50516" cy="29971"/>
                </a:xfrm>
                <a:custGeom>
                  <a:avLst/>
                  <a:gdLst/>
                  <a:ahLst/>
                  <a:cxnLst/>
                  <a:rect l="l" t="t" r="r" b="b"/>
                  <a:pathLst>
                    <a:path w="50516" h="29971" extrusionOk="0">
                      <a:moveTo>
                        <a:pt x="1247" y="13351"/>
                      </a:moveTo>
                      <a:cubicBezTo>
                        <a:pt x="15822" y="-10728"/>
                        <a:pt x="47104" y="1464"/>
                        <a:pt x="49927" y="20801"/>
                      </a:cubicBezTo>
                      <a:cubicBezTo>
                        <a:pt x="52750" y="40138"/>
                        <a:pt x="45577" y="23098"/>
                        <a:pt x="25517" y="21738"/>
                      </a:cubicBezTo>
                      <a:cubicBezTo>
                        <a:pt x="5457" y="20378"/>
                        <a:pt x="-3499" y="21192"/>
                        <a:pt x="1247" y="1335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62" name="Google Shape;562;p2"/>
                <p:cNvSpPr/>
                <p:nvPr/>
              </p:nvSpPr>
              <p:spPr>
                <a:xfrm>
                  <a:off x="9480082" y="4706288"/>
                  <a:ext cx="50517" cy="29971"/>
                </a:xfrm>
                <a:custGeom>
                  <a:avLst/>
                  <a:gdLst/>
                  <a:ahLst/>
                  <a:cxnLst/>
                  <a:rect l="l" t="t" r="r" b="b"/>
                  <a:pathLst>
                    <a:path w="50517" h="29971" extrusionOk="0">
                      <a:moveTo>
                        <a:pt x="1247" y="13351"/>
                      </a:moveTo>
                      <a:cubicBezTo>
                        <a:pt x="15823" y="-10728"/>
                        <a:pt x="47104" y="1464"/>
                        <a:pt x="49927" y="20801"/>
                      </a:cubicBezTo>
                      <a:cubicBezTo>
                        <a:pt x="52750" y="40138"/>
                        <a:pt x="45577" y="23098"/>
                        <a:pt x="25517" y="21738"/>
                      </a:cubicBezTo>
                      <a:cubicBezTo>
                        <a:pt x="5457" y="20378"/>
                        <a:pt x="-3499" y="21192"/>
                        <a:pt x="1247" y="1335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63" name="Google Shape;563;p2"/>
                <p:cNvSpPr/>
                <p:nvPr/>
              </p:nvSpPr>
              <p:spPr>
                <a:xfrm>
                  <a:off x="9413981" y="4767982"/>
                  <a:ext cx="50516" cy="29971"/>
                </a:xfrm>
                <a:custGeom>
                  <a:avLst/>
                  <a:gdLst/>
                  <a:ahLst/>
                  <a:cxnLst/>
                  <a:rect l="l" t="t" r="r" b="b"/>
                  <a:pathLst>
                    <a:path w="50516" h="29971" extrusionOk="0">
                      <a:moveTo>
                        <a:pt x="1247" y="13351"/>
                      </a:moveTo>
                      <a:cubicBezTo>
                        <a:pt x="15822" y="-10727"/>
                        <a:pt x="47104" y="1464"/>
                        <a:pt x="49927" y="20801"/>
                      </a:cubicBezTo>
                      <a:cubicBezTo>
                        <a:pt x="52750" y="40138"/>
                        <a:pt x="45577" y="23099"/>
                        <a:pt x="25517" y="21739"/>
                      </a:cubicBezTo>
                      <a:cubicBezTo>
                        <a:pt x="5457" y="20376"/>
                        <a:pt x="-3499" y="21192"/>
                        <a:pt x="1247" y="1335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64" name="Google Shape;564;p2"/>
                <p:cNvSpPr/>
                <p:nvPr/>
              </p:nvSpPr>
              <p:spPr>
                <a:xfrm>
                  <a:off x="9354805" y="4839720"/>
                  <a:ext cx="50516" cy="29971"/>
                </a:xfrm>
                <a:custGeom>
                  <a:avLst/>
                  <a:gdLst/>
                  <a:ahLst/>
                  <a:cxnLst/>
                  <a:rect l="l" t="t" r="r" b="b"/>
                  <a:pathLst>
                    <a:path w="50516" h="29971" extrusionOk="0">
                      <a:moveTo>
                        <a:pt x="1247" y="13351"/>
                      </a:moveTo>
                      <a:cubicBezTo>
                        <a:pt x="15823" y="-10727"/>
                        <a:pt x="47104" y="1464"/>
                        <a:pt x="49927" y="20801"/>
                      </a:cubicBezTo>
                      <a:cubicBezTo>
                        <a:pt x="52748" y="40138"/>
                        <a:pt x="45577" y="23098"/>
                        <a:pt x="25517" y="21738"/>
                      </a:cubicBezTo>
                      <a:cubicBezTo>
                        <a:pt x="5457" y="20378"/>
                        <a:pt x="-3499" y="21194"/>
                        <a:pt x="1247" y="1335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65" name="Google Shape;565;p2"/>
                <p:cNvSpPr/>
                <p:nvPr/>
              </p:nvSpPr>
              <p:spPr>
                <a:xfrm>
                  <a:off x="9297635" y="4893080"/>
                  <a:ext cx="50516" cy="29971"/>
                </a:xfrm>
                <a:custGeom>
                  <a:avLst/>
                  <a:gdLst/>
                  <a:ahLst/>
                  <a:cxnLst/>
                  <a:rect l="l" t="t" r="r" b="b"/>
                  <a:pathLst>
                    <a:path w="50516" h="29971" extrusionOk="0">
                      <a:moveTo>
                        <a:pt x="1247" y="13351"/>
                      </a:moveTo>
                      <a:cubicBezTo>
                        <a:pt x="15822" y="-10727"/>
                        <a:pt x="47104" y="1464"/>
                        <a:pt x="49927" y="20801"/>
                      </a:cubicBezTo>
                      <a:cubicBezTo>
                        <a:pt x="52750" y="40138"/>
                        <a:pt x="45577" y="23098"/>
                        <a:pt x="25517" y="21738"/>
                      </a:cubicBezTo>
                      <a:cubicBezTo>
                        <a:pt x="5457" y="20378"/>
                        <a:pt x="-3499" y="21189"/>
                        <a:pt x="1247" y="1335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66" name="Google Shape;566;p2"/>
                <p:cNvSpPr/>
                <p:nvPr/>
              </p:nvSpPr>
              <p:spPr>
                <a:xfrm>
                  <a:off x="9231533" y="4954774"/>
                  <a:ext cx="50517" cy="29971"/>
                </a:xfrm>
                <a:custGeom>
                  <a:avLst/>
                  <a:gdLst/>
                  <a:ahLst/>
                  <a:cxnLst/>
                  <a:rect l="l" t="t" r="r" b="b"/>
                  <a:pathLst>
                    <a:path w="50517" h="29971" extrusionOk="0">
                      <a:moveTo>
                        <a:pt x="1247" y="13351"/>
                      </a:moveTo>
                      <a:cubicBezTo>
                        <a:pt x="15822" y="-10727"/>
                        <a:pt x="47104" y="1463"/>
                        <a:pt x="49927" y="20801"/>
                      </a:cubicBezTo>
                      <a:cubicBezTo>
                        <a:pt x="52750" y="40138"/>
                        <a:pt x="45577" y="23098"/>
                        <a:pt x="25517" y="21738"/>
                      </a:cubicBezTo>
                      <a:cubicBezTo>
                        <a:pt x="5457" y="20376"/>
                        <a:pt x="-3499" y="21192"/>
                        <a:pt x="1247" y="1335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67" name="Google Shape;567;p2"/>
                <p:cNvSpPr/>
                <p:nvPr/>
              </p:nvSpPr>
              <p:spPr>
                <a:xfrm>
                  <a:off x="10370567" y="4079406"/>
                  <a:ext cx="40352" cy="33518"/>
                </a:xfrm>
                <a:custGeom>
                  <a:avLst/>
                  <a:gdLst/>
                  <a:ahLst/>
                  <a:cxnLst/>
                  <a:rect l="l" t="t" r="r" b="b"/>
                  <a:pathLst>
                    <a:path w="40352" h="33518" extrusionOk="0">
                      <a:moveTo>
                        <a:pt x="12" y="13021"/>
                      </a:moveTo>
                      <a:cubicBezTo>
                        <a:pt x="581" y="4544"/>
                        <a:pt x="7919" y="-2419"/>
                        <a:pt x="18844" y="802"/>
                      </a:cubicBezTo>
                      <a:cubicBezTo>
                        <a:pt x="33511" y="5125"/>
                        <a:pt x="41107" y="13487"/>
                        <a:pt x="40293" y="20259"/>
                      </a:cubicBezTo>
                      <a:cubicBezTo>
                        <a:pt x="39480" y="27027"/>
                        <a:pt x="34672" y="37068"/>
                        <a:pt x="24632" y="32260"/>
                      </a:cubicBezTo>
                      <a:cubicBezTo>
                        <a:pt x="14592" y="27450"/>
                        <a:pt x="-475" y="20252"/>
                        <a:pt x="12" y="1302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68" name="Google Shape;568;p2"/>
                <p:cNvSpPr/>
                <p:nvPr/>
              </p:nvSpPr>
              <p:spPr>
                <a:xfrm>
                  <a:off x="10356280" y="4100533"/>
                  <a:ext cx="54429" cy="45212"/>
                </a:xfrm>
                <a:custGeom>
                  <a:avLst/>
                  <a:gdLst/>
                  <a:ahLst/>
                  <a:cxnLst/>
                  <a:rect l="l" t="t" r="r" b="b"/>
                  <a:pathLst>
                    <a:path w="54429" h="45212" extrusionOk="0">
                      <a:moveTo>
                        <a:pt x="15" y="17564"/>
                      </a:moveTo>
                      <a:cubicBezTo>
                        <a:pt x="784" y="6131"/>
                        <a:pt x="10682" y="-3262"/>
                        <a:pt x="25418" y="1082"/>
                      </a:cubicBezTo>
                      <a:cubicBezTo>
                        <a:pt x="45201" y="6913"/>
                        <a:pt x="55449" y="18195"/>
                        <a:pt x="54349" y="27325"/>
                      </a:cubicBezTo>
                      <a:cubicBezTo>
                        <a:pt x="53250" y="36455"/>
                        <a:pt x="46767" y="50000"/>
                        <a:pt x="33224" y="43514"/>
                      </a:cubicBezTo>
                      <a:cubicBezTo>
                        <a:pt x="19682" y="37029"/>
                        <a:pt x="-640" y="27316"/>
                        <a:pt x="15" y="1756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69" name="Google Shape;569;p2"/>
                <p:cNvSpPr/>
                <p:nvPr/>
              </p:nvSpPr>
              <p:spPr>
                <a:xfrm>
                  <a:off x="10330343" y="4129034"/>
                  <a:ext cx="60384" cy="53962"/>
                </a:xfrm>
                <a:custGeom>
                  <a:avLst/>
                  <a:gdLst/>
                  <a:ahLst/>
                  <a:cxnLst/>
                  <a:rect l="l" t="t" r="r" b="b"/>
                  <a:pathLst>
                    <a:path w="60384" h="53962" extrusionOk="0">
                      <a:moveTo>
                        <a:pt x="218" y="26155"/>
                      </a:moveTo>
                      <a:cubicBezTo>
                        <a:pt x="3255" y="11451"/>
                        <a:pt x="16237" y="-2388"/>
                        <a:pt x="32089" y="348"/>
                      </a:cubicBezTo>
                      <a:cubicBezTo>
                        <a:pt x="53369" y="4019"/>
                        <a:pt x="62824" y="16444"/>
                        <a:pt x="59850" y="28281"/>
                      </a:cubicBezTo>
                      <a:cubicBezTo>
                        <a:pt x="56876" y="40118"/>
                        <a:pt x="46968" y="58591"/>
                        <a:pt x="32875" y="52901"/>
                      </a:cubicBezTo>
                      <a:cubicBezTo>
                        <a:pt x="18782" y="47211"/>
                        <a:pt x="-2375" y="38700"/>
                        <a:pt x="218" y="2615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0" name="Google Shape;570;p2"/>
                <p:cNvSpPr/>
                <p:nvPr/>
              </p:nvSpPr>
              <p:spPr>
                <a:xfrm>
                  <a:off x="10296058" y="4169142"/>
                  <a:ext cx="82154" cy="74704"/>
                </a:xfrm>
                <a:custGeom>
                  <a:avLst/>
                  <a:gdLst/>
                  <a:ahLst/>
                  <a:cxnLst/>
                  <a:rect l="l" t="t" r="r" b="b"/>
                  <a:pathLst>
                    <a:path w="82154" h="74704" extrusionOk="0">
                      <a:moveTo>
                        <a:pt x="649" y="28320"/>
                      </a:moveTo>
                      <a:cubicBezTo>
                        <a:pt x="6757" y="9596"/>
                        <a:pt x="26149" y="-5545"/>
                        <a:pt x="47139" y="1965"/>
                      </a:cubicBezTo>
                      <a:cubicBezTo>
                        <a:pt x="75319" y="12046"/>
                        <a:pt x="86360" y="30814"/>
                        <a:pt x="80732" y="45755"/>
                      </a:cubicBezTo>
                      <a:cubicBezTo>
                        <a:pt x="75102" y="60699"/>
                        <a:pt x="59221" y="82732"/>
                        <a:pt x="41004" y="71741"/>
                      </a:cubicBezTo>
                      <a:cubicBezTo>
                        <a:pt x="22787" y="60754"/>
                        <a:pt x="-4563" y="44295"/>
                        <a:pt x="649" y="2832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1" name="Google Shape;571;p2"/>
                <p:cNvSpPr/>
                <p:nvPr/>
              </p:nvSpPr>
              <p:spPr>
                <a:xfrm>
                  <a:off x="10246103" y="4220181"/>
                  <a:ext cx="107727" cy="97983"/>
                </a:xfrm>
                <a:custGeom>
                  <a:avLst/>
                  <a:gdLst/>
                  <a:ahLst/>
                  <a:cxnLst/>
                  <a:rect l="l" t="t" r="r" b="b"/>
                  <a:pathLst>
                    <a:path w="107727" h="97983" extrusionOk="0">
                      <a:moveTo>
                        <a:pt x="934" y="37960"/>
                      </a:moveTo>
                      <a:cubicBezTo>
                        <a:pt x="9323" y="13208"/>
                        <a:pt x="35075" y="-7092"/>
                        <a:pt x="62478" y="2370"/>
                      </a:cubicBezTo>
                      <a:cubicBezTo>
                        <a:pt x="99263" y="15073"/>
                        <a:pt x="113387" y="39540"/>
                        <a:pt x="105701" y="59309"/>
                      </a:cubicBezTo>
                      <a:cubicBezTo>
                        <a:pt x="98015" y="79079"/>
                        <a:pt x="76733" y="108376"/>
                        <a:pt x="53041" y="94280"/>
                      </a:cubicBezTo>
                      <a:cubicBezTo>
                        <a:pt x="29348" y="80185"/>
                        <a:pt x="-6221" y="59076"/>
                        <a:pt x="934" y="3796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2" name="Google Shape;572;p2"/>
                <p:cNvSpPr/>
                <p:nvPr/>
              </p:nvSpPr>
              <p:spPr>
                <a:xfrm>
                  <a:off x="10192810" y="4287943"/>
                  <a:ext cx="107295" cy="97589"/>
                </a:xfrm>
                <a:custGeom>
                  <a:avLst/>
                  <a:gdLst/>
                  <a:ahLst/>
                  <a:cxnLst/>
                  <a:rect l="l" t="t" r="r" b="b"/>
                  <a:pathLst>
                    <a:path w="107295" h="97589" extrusionOk="0">
                      <a:moveTo>
                        <a:pt x="931" y="37809"/>
                      </a:moveTo>
                      <a:cubicBezTo>
                        <a:pt x="9286" y="13156"/>
                        <a:pt x="34935" y="-7063"/>
                        <a:pt x="62227" y="2360"/>
                      </a:cubicBezTo>
                      <a:cubicBezTo>
                        <a:pt x="98865" y="15010"/>
                        <a:pt x="112931" y="39382"/>
                        <a:pt x="105277" y="59071"/>
                      </a:cubicBezTo>
                      <a:cubicBezTo>
                        <a:pt x="97624" y="78760"/>
                        <a:pt x="76426" y="107941"/>
                        <a:pt x="52827" y="93900"/>
                      </a:cubicBezTo>
                      <a:cubicBezTo>
                        <a:pt x="29229" y="79864"/>
                        <a:pt x="-6199" y="58840"/>
                        <a:pt x="931" y="3780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3" name="Google Shape;573;p2"/>
                <p:cNvSpPr/>
                <p:nvPr/>
              </p:nvSpPr>
              <p:spPr>
                <a:xfrm>
                  <a:off x="10139155" y="4345699"/>
                  <a:ext cx="107295" cy="97589"/>
                </a:xfrm>
                <a:custGeom>
                  <a:avLst/>
                  <a:gdLst/>
                  <a:ahLst/>
                  <a:cxnLst/>
                  <a:rect l="l" t="t" r="r" b="b"/>
                  <a:pathLst>
                    <a:path w="107295" h="97589" extrusionOk="0">
                      <a:moveTo>
                        <a:pt x="931" y="37809"/>
                      </a:moveTo>
                      <a:cubicBezTo>
                        <a:pt x="9286" y="13156"/>
                        <a:pt x="34935" y="-7063"/>
                        <a:pt x="62228" y="2360"/>
                      </a:cubicBezTo>
                      <a:cubicBezTo>
                        <a:pt x="98868" y="15010"/>
                        <a:pt x="112931" y="39382"/>
                        <a:pt x="105278" y="59071"/>
                      </a:cubicBezTo>
                      <a:cubicBezTo>
                        <a:pt x="97624" y="78760"/>
                        <a:pt x="76426" y="107941"/>
                        <a:pt x="52827" y="93900"/>
                      </a:cubicBezTo>
                      <a:cubicBezTo>
                        <a:pt x="29229" y="79864"/>
                        <a:pt x="-6200" y="58840"/>
                        <a:pt x="931" y="3780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4" name="Google Shape;574;p2"/>
                <p:cNvSpPr/>
                <p:nvPr/>
              </p:nvSpPr>
              <p:spPr>
                <a:xfrm>
                  <a:off x="10067798" y="4403131"/>
                  <a:ext cx="118387" cy="107680"/>
                </a:xfrm>
                <a:custGeom>
                  <a:avLst/>
                  <a:gdLst/>
                  <a:ahLst/>
                  <a:cxnLst/>
                  <a:rect l="l" t="t" r="r" b="b"/>
                  <a:pathLst>
                    <a:path w="118387" h="107680" extrusionOk="0">
                      <a:moveTo>
                        <a:pt x="1026" y="41717"/>
                      </a:moveTo>
                      <a:cubicBezTo>
                        <a:pt x="10246" y="14516"/>
                        <a:pt x="38544" y="-7793"/>
                        <a:pt x="68660" y="2604"/>
                      </a:cubicBezTo>
                      <a:cubicBezTo>
                        <a:pt x="109085" y="16562"/>
                        <a:pt x="124605" y="43452"/>
                        <a:pt x="116161" y="65178"/>
                      </a:cubicBezTo>
                      <a:cubicBezTo>
                        <a:pt x="107714" y="86905"/>
                        <a:pt x="84326" y="119101"/>
                        <a:pt x="58288" y="103611"/>
                      </a:cubicBezTo>
                      <a:cubicBezTo>
                        <a:pt x="32251" y="88121"/>
                        <a:pt x="-6838" y="64922"/>
                        <a:pt x="1026" y="4171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5" name="Google Shape;575;p2"/>
                <p:cNvSpPr/>
                <p:nvPr/>
              </p:nvSpPr>
              <p:spPr>
                <a:xfrm>
                  <a:off x="10003391" y="4468671"/>
                  <a:ext cx="117876" cy="107358"/>
                </a:xfrm>
                <a:custGeom>
                  <a:avLst/>
                  <a:gdLst/>
                  <a:ahLst/>
                  <a:cxnLst/>
                  <a:rect l="l" t="t" r="r" b="b"/>
                  <a:pathLst>
                    <a:path w="117876" h="107358" extrusionOk="0">
                      <a:moveTo>
                        <a:pt x="1060" y="41235"/>
                      </a:moveTo>
                      <a:cubicBezTo>
                        <a:pt x="10405" y="14198"/>
                        <a:pt x="38724" y="-7850"/>
                        <a:pt x="68654" y="2686"/>
                      </a:cubicBezTo>
                      <a:cubicBezTo>
                        <a:pt x="108833" y="16831"/>
                        <a:pt x="124129" y="43706"/>
                        <a:pt x="115586" y="65292"/>
                      </a:cubicBezTo>
                      <a:cubicBezTo>
                        <a:pt x="107044" y="86879"/>
                        <a:pt x="83555" y="118805"/>
                        <a:pt x="57718" y="103222"/>
                      </a:cubicBezTo>
                      <a:cubicBezTo>
                        <a:pt x="31882" y="87638"/>
                        <a:pt x="-6914" y="64298"/>
                        <a:pt x="1060" y="4123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6" name="Google Shape;576;p2"/>
                <p:cNvSpPr/>
                <p:nvPr/>
              </p:nvSpPr>
              <p:spPr>
                <a:xfrm>
                  <a:off x="9944046" y="4531783"/>
                  <a:ext cx="117876" cy="107358"/>
                </a:xfrm>
                <a:custGeom>
                  <a:avLst/>
                  <a:gdLst/>
                  <a:ahLst/>
                  <a:cxnLst/>
                  <a:rect l="l" t="t" r="r" b="b"/>
                  <a:pathLst>
                    <a:path w="117876" h="107358" extrusionOk="0">
                      <a:moveTo>
                        <a:pt x="1060" y="41234"/>
                      </a:moveTo>
                      <a:cubicBezTo>
                        <a:pt x="10405" y="14198"/>
                        <a:pt x="38724" y="-7850"/>
                        <a:pt x="68654" y="2686"/>
                      </a:cubicBezTo>
                      <a:cubicBezTo>
                        <a:pt x="108834" y="16831"/>
                        <a:pt x="124129" y="43706"/>
                        <a:pt x="115586" y="65292"/>
                      </a:cubicBezTo>
                      <a:cubicBezTo>
                        <a:pt x="107043" y="86879"/>
                        <a:pt x="83557" y="118805"/>
                        <a:pt x="57718" y="103222"/>
                      </a:cubicBezTo>
                      <a:cubicBezTo>
                        <a:pt x="31880" y="87638"/>
                        <a:pt x="-6914" y="64300"/>
                        <a:pt x="1060" y="4123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7" name="Google Shape;577;p2"/>
                <p:cNvSpPr/>
                <p:nvPr/>
              </p:nvSpPr>
              <p:spPr>
                <a:xfrm>
                  <a:off x="9885346" y="4600966"/>
                  <a:ext cx="134579" cy="124333"/>
                </a:xfrm>
                <a:custGeom>
                  <a:avLst/>
                  <a:gdLst/>
                  <a:ahLst/>
                  <a:cxnLst/>
                  <a:rect l="l" t="t" r="r" b="b"/>
                  <a:pathLst>
                    <a:path w="134579" h="124333" extrusionOk="0">
                      <a:moveTo>
                        <a:pt x="537" y="40311"/>
                      </a:moveTo>
                      <a:cubicBezTo>
                        <a:pt x="7662" y="10916"/>
                        <a:pt x="36909" y="-10411"/>
                        <a:pt x="72143" y="5336"/>
                      </a:cubicBezTo>
                      <a:cubicBezTo>
                        <a:pt x="119443" y="26474"/>
                        <a:pt x="140195" y="58835"/>
                        <a:pt x="133282" y="82168"/>
                      </a:cubicBezTo>
                      <a:cubicBezTo>
                        <a:pt x="126370" y="105499"/>
                        <a:pt x="103854" y="138618"/>
                        <a:pt x="72607" y="117686"/>
                      </a:cubicBezTo>
                      <a:cubicBezTo>
                        <a:pt x="41362" y="96750"/>
                        <a:pt x="-5542" y="65389"/>
                        <a:pt x="537" y="4031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8" name="Google Shape;578;p2"/>
                <p:cNvSpPr/>
                <p:nvPr/>
              </p:nvSpPr>
              <p:spPr>
                <a:xfrm>
                  <a:off x="9815854" y="4664568"/>
                  <a:ext cx="134037" cy="123832"/>
                </a:xfrm>
                <a:custGeom>
                  <a:avLst/>
                  <a:gdLst/>
                  <a:ahLst/>
                  <a:cxnLst/>
                  <a:rect l="l" t="t" r="r" b="b"/>
                  <a:pathLst>
                    <a:path w="134037" h="123832" extrusionOk="0">
                      <a:moveTo>
                        <a:pt x="534" y="40150"/>
                      </a:moveTo>
                      <a:cubicBezTo>
                        <a:pt x="7632" y="10873"/>
                        <a:pt x="36761" y="-10368"/>
                        <a:pt x="71853" y="5314"/>
                      </a:cubicBezTo>
                      <a:cubicBezTo>
                        <a:pt x="118963" y="26367"/>
                        <a:pt x="139631" y="58598"/>
                        <a:pt x="132745" y="81835"/>
                      </a:cubicBezTo>
                      <a:cubicBezTo>
                        <a:pt x="125860" y="105074"/>
                        <a:pt x="103437" y="138059"/>
                        <a:pt x="72315" y="117211"/>
                      </a:cubicBezTo>
                      <a:cubicBezTo>
                        <a:pt x="41196" y="96363"/>
                        <a:pt x="-5519" y="65127"/>
                        <a:pt x="534" y="4015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9" name="Google Shape;579;p2"/>
                <p:cNvSpPr/>
                <p:nvPr/>
              </p:nvSpPr>
              <p:spPr>
                <a:xfrm>
                  <a:off x="9756964" y="4728135"/>
                  <a:ext cx="134038" cy="123832"/>
                </a:xfrm>
                <a:custGeom>
                  <a:avLst/>
                  <a:gdLst/>
                  <a:ahLst/>
                  <a:cxnLst/>
                  <a:rect l="l" t="t" r="r" b="b"/>
                  <a:pathLst>
                    <a:path w="134038" h="123832" extrusionOk="0">
                      <a:moveTo>
                        <a:pt x="535" y="40150"/>
                      </a:moveTo>
                      <a:cubicBezTo>
                        <a:pt x="7633" y="10873"/>
                        <a:pt x="36761" y="-10369"/>
                        <a:pt x="71853" y="5314"/>
                      </a:cubicBezTo>
                      <a:cubicBezTo>
                        <a:pt x="118963" y="26368"/>
                        <a:pt x="139631" y="58598"/>
                        <a:pt x="132746" y="81835"/>
                      </a:cubicBezTo>
                      <a:cubicBezTo>
                        <a:pt x="125860" y="105072"/>
                        <a:pt x="103437" y="138059"/>
                        <a:pt x="72316" y="117211"/>
                      </a:cubicBezTo>
                      <a:cubicBezTo>
                        <a:pt x="41196" y="96362"/>
                        <a:pt x="-5521" y="65126"/>
                        <a:pt x="535" y="4015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0" name="Google Shape;580;p2"/>
                <p:cNvSpPr/>
                <p:nvPr/>
              </p:nvSpPr>
              <p:spPr>
                <a:xfrm>
                  <a:off x="9687093" y="4784270"/>
                  <a:ext cx="137395" cy="126891"/>
                </a:xfrm>
                <a:custGeom>
                  <a:avLst/>
                  <a:gdLst/>
                  <a:ahLst/>
                  <a:cxnLst/>
                  <a:rect l="l" t="t" r="r" b="b"/>
                  <a:pathLst>
                    <a:path w="137395" h="126891" extrusionOk="0">
                      <a:moveTo>
                        <a:pt x="534" y="41328"/>
                      </a:moveTo>
                      <a:cubicBezTo>
                        <a:pt x="7717" y="11276"/>
                        <a:pt x="37492" y="-10601"/>
                        <a:pt x="73490" y="5381"/>
                      </a:cubicBezTo>
                      <a:cubicBezTo>
                        <a:pt x="121814" y="26835"/>
                        <a:pt x="143082" y="59833"/>
                        <a:pt x="136099" y="83690"/>
                      </a:cubicBezTo>
                      <a:cubicBezTo>
                        <a:pt x="129115" y="107546"/>
                        <a:pt x="106244" y="141450"/>
                        <a:pt x="74302" y="120158"/>
                      </a:cubicBezTo>
                      <a:cubicBezTo>
                        <a:pt x="42357" y="98867"/>
                        <a:pt x="-5595" y="66968"/>
                        <a:pt x="534" y="4132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1" name="Google Shape;581;p2"/>
                <p:cNvSpPr/>
                <p:nvPr/>
              </p:nvSpPr>
              <p:spPr>
                <a:xfrm>
                  <a:off x="9622271" y="4855301"/>
                  <a:ext cx="136844" cy="126381"/>
                </a:xfrm>
                <a:custGeom>
                  <a:avLst/>
                  <a:gdLst/>
                  <a:ahLst/>
                  <a:cxnLst/>
                  <a:rect l="l" t="t" r="r" b="b"/>
                  <a:pathLst>
                    <a:path w="136844" h="126381" extrusionOk="0">
                      <a:moveTo>
                        <a:pt x="532" y="41162"/>
                      </a:moveTo>
                      <a:cubicBezTo>
                        <a:pt x="7685" y="11232"/>
                        <a:pt x="37341" y="-10559"/>
                        <a:pt x="73195" y="5359"/>
                      </a:cubicBezTo>
                      <a:cubicBezTo>
                        <a:pt x="121324" y="26726"/>
                        <a:pt x="142509" y="59592"/>
                        <a:pt x="135552" y="83353"/>
                      </a:cubicBezTo>
                      <a:cubicBezTo>
                        <a:pt x="128596" y="107114"/>
                        <a:pt x="105816" y="140882"/>
                        <a:pt x="74002" y="119675"/>
                      </a:cubicBezTo>
                      <a:cubicBezTo>
                        <a:pt x="42188" y="98468"/>
                        <a:pt x="-5572" y="66697"/>
                        <a:pt x="532" y="4116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2" name="Google Shape;582;p2"/>
                <p:cNvSpPr/>
                <p:nvPr/>
              </p:nvSpPr>
              <p:spPr>
                <a:xfrm>
                  <a:off x="9562377" y="4920418"/>
                  <a:ext cx="136844" cy="126383"/>
                </a:xfrm>
                <a:custGeom>
                  <a:avLst/>
                  <a:gdLst/>
                  <a:ahLst/>
                  <a:cxnLst/>
                  <a:rect l="l" t="t" r="r" b="b"/>
                  <a:pathLst>
                    <a:path w="136844" h="126383" extrusionOk="0">
                      <a:moveTo>
                        <a:pt x="532" y="41162"/>
                      </a:moveTo>
                      <a:cubicBezTo>
                        <a:pt x="7685" y="11232"/>
                        <a:pt x="37341" y="-10558"/>
                        <a:pt x="73195" y="5359"/>
                      </a:cubicBezTo>
                      <a:cubicBezTo>
                        <a:pt x="121325" y="26727"/>
                        <a:pt x="142509" y="59592"/>
                        <a:pt x="135553" y="83355"/>
                      </a:cubicBezTo>
                      <a:cubicBezTo>
                        <a:pt x="128596" y="107118"/>
                        <a:pt x="105817" y="140885"/>
                        <a:pt x="74002" y="119675"/>
                      </a:cubicBezTo>
                      <a:cubicBezTo>
                        <a:pt x="42186" y="98470"/>
                        <a:pt x="-5571" y="66697"/>
                        <a:pt x="532" y="4116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3" name="Google Shape;583;p2"/>
                <p:cNvSpPr/>
                <p:nvPr/>
              </p:nvSpPr>
              <p:spPr>
                <a:xfrm>
                  <a:off x="9499835" y="4987863"/>
                  <a:ext cx="137395" cy="126891"/>
                </a:xfrm>
                <a:custGeom>
                  <a:avLst/>
                  <a:gdLst/>
                  <a:ahLst/>
                  <a:cxnLst/>
                  <a:rect l="l" t="t" r="r" b="b"/>
                  <a:pathLst>
                    <a:path w="137395" h="126891" extrusionOk="0">
                      <a:moveTo>
                        <a:pt x="534" y="41328"/>
                      </a:moveTo>
                      <a:cubicBezTo>
                        <a:pt x="7717" y="11276"/>
                        <a:pt x="37492" y="-10601"/>
                        <a:pt x="73490" y="5381"/>
                      </a:cubicBezTo>
                      <a:cubicBezTo>
                        <a:pt x="121813" y="26834"/>
                        <a:pt x="143082" y="59833"/>
                        <a:pt x="136098" y="83690"/>
                      </a:cubicBezTo>
                      <a:cubicBezTo>
                        <a:pt x="129115" y="107547"/>
                        <a:pt x="106243" y="141450"/>
                        <a:pt x="74301" y="120159"/>
                      </a:cubicBezTo>
                      <a:cubicBezTo>
                        <a:pt x="42358" y="98866"/>
                        <a:pt x="-5592" y="66968"/>
                        <a:pt x="534" y="4132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4" name="Google Shape;584;p2"/>
                <p:cNvSpPr/>
                <p:nvPr/>
              </p:nvSpPr>
              <p:spPr>
                <a:xfrm>
                  <a:off x="9423985" y="5051042"/>
                  <a:ext cx="136842" cy="126381"/>
                </a:xfrm>
                <a:custGeom>
                  <a:avLst/>
                  <a:gdLst/>
                  <a:ahLst/>
                  <a:cxnLst/>
                  <a:rect l="l" t="t" r="r" b="b"/>
                  <a:pathLst>
                    <a:path w="136842" h="126381" extrusionOk="0">
                      <a:moveTo>
                        <a:pt x="532" y="41162"/>
                      </a:moveTo>
                      <a:cubicBezTo>
                        <a:pt x="7685" y="11232"/>
                        <a:pt x="37341" y="-10559"/>
                        <a:pt x="73193" y="5359"/>
                      </a:cubicBezTo>
                      <a:cubicBezTo>
                        <a:pt x="121322" y="26726"/>
                        <a:pt x="142506" y="59592"/>
                        <a:pt x="135550" y="83353"/>
                      </a:cubicBezTo>
                      <a:cubicBezTo>
                        <a:pt x="128594" y="107114"/>
                        <a:pt x="105814" y="140882"/>
                        <a:pt x="74000" y="119675"/>
                      </a:cubicBezTo>
                      <a:cubicBezTo>
                        <a:pt x="42188" y="98468"/>
                        <a:pt x="-5572" y="66697"/>
                        <a:pt x="532" y="4116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5" name="Google Shape;585;p2"/>
                <p:cNvSpPr/>
                <p:nvPr/>
              </p:nvSpPr>
              <p:spPr>
                <a:xfrm>
                  <a:off x="9364092" y="5116161"/>
                  <a:ext cx="136844" cy="126382"/>
                </a:xfrm>
                <a:custGeom>
                  <a:avLst/>
                  <a:gdLst/>
                  <a:ahLst/>
                  <a:cxnLst/>
                  <a:rect l="l" t="t" r="r" b="b"/>
                  <a:pathLst>
                    <a:path w="136844" h="126382" extrusionOk="0">
                      <a:moveTo>
                        <a:pt x="532" y="41162"/>
                      </a:moveTo>
                      <a:cubicBezTo>
                        <a:pt x="7685" y="11232"/>
                        <a:pt x="37341" y="-10558"/>
                        <a:pt x="73195" y="5359"/>
                      </a:cubicBezTo>
                      <a:cubicBezTo>
                        <a:pt x="121325" y="26727"/>
                        <a:pt x="142509" y="59592"/>
                        <a:pt x="135553" y="83355"/>
                      </a:cubicBezTo>
                      <a:cubicBezTo>
                        <a:pt x="128596" y="107118"/>
                        <a:pt x="105817" y="140883"/>
                        <a:pt x="74002" y="119675"/>
                      </a:cubicBezTo>
                      <a:cubicBezTo>
                        <a:pt x="42188" y="98468"/>
                        <a:pt x="-5571" y="66697"/>
                        <a:pt x="532" y="4116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6" name="Google Shape;586;p2"/>
                <p:cNvSpPr/>
                <p:nvPr/>
              </p:nvSpPr>
              <p:spPr>
                <a:xfrm>
                  <a:off x="10372851" y="4146117"/>
                  <a:ext cx="13454" cy="20788"/>
                </a:xfrm>
                <a:custGeom>
                  <a:avLst/>
                  <a:gdLst/>
                  <a:ahLst/>
                  <a:cxnLst/>
                  <a:rect l="l" t="t" r="r" b="b"/>
                  <a:pathLst>
                    <a:path w="13454" h="20788" extrusionOk="0">
                      <a:moveTo>
                        <a:pt x="8703" y="19940"/>
                      </a:moveTo>
                      <a:cubicBezTo>
                        <a:pt x="18156" y="11667"/>
                        <a:pt x="11915" y="-488"/>
                        <a:pt x="3777" y="15"/>
                      </a:cubicBezTo>
                      <a:cubicBezTo>
                        <a:pt x="-4361" y="518"/>
                        <a:pt x="2986" y="2056"/>
                        <a:pt x="4307" y="10416"/>
                      </a:cubicBezTo>
                      <a:cubicBezTo>
                        <a:pt x="5626" y="18776"/>
                        <a:pt x="5624" y="22633"/>
                        <a:pt x="8703" y="199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7" name="Google Shape;587;p2"/>
                <p:cNvSpPr/>
                <p:nvPr/>
              </p:nvSpPr>
              <p:spPr>
                <a:xfrm>
                  <a:off x="10392405" y="4117930"/>
                  <a:ext cx="13454" cy="20790"/>
                </a:xfrm>
                <a:custGeom>
                  <a:avLst/>
                  <a:gdLst/>
                  <a:ahLst/>
                  <a:cxnLst/>
                  <a:rect l="l" t="t" r="r" b="b"/>
                  <a:pathLst>
                    <a:path w="13454" h="20790" extrusionOk="0">
                      <a:moveTo>
                        <a:pt x="8703" y="19940"/>
                      </a:moveTo>
                      <a:cubicBezTo>
                        <a:pt x="18156" y="11667"/>
                        <a:pt x="11915" y="-488"/>
                        <a:pt x="3777" y="15"/>
                      </a:cubicBezTo>
                      <a:cubicBezTo>
                        <a:pt x="-4361" y="518"/>
                        <a:pt x="2986" y="2057"/>
                        <a:pt x="4307" y="10417"/>
                      </a:cubicBezTo>
                      <a:cubicBezTo>
                        <a:pt x="5626" y="18776"/>
                        <a:pt x="5624" y="22635"/>
                        <a:pt x="8703" y="199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8" name="Google Shape;588;p2"/>
                <p:cNvSpPr/>
                <p:nvPr/>
              </p:nvSpPr>
              <p:spPr>
                <a:xfrm>
                  <a:off x="10398516" y="4088562"/>
                  <a:ext cx="9599" cy="14830"/>
                </a:xfrm>
                <a:custGeom>
                  <a:avLst/>
                  <a:gdLst/>
                  <a:ahLst/>
                  <a:cxnLst/>
                  <a:rect l="l" t="t" r="r" b="b"/>
                  <a:pathLst>
                    <a:path w="9599" h="14830" extrusionOk="0">
                      <a:moveTo>
                        <a:pt x="6210" y="14225"/>
                      </a:moveTo>
                      <a:cubicBezTo>
                        <a:pt x="12955" y="8323"/>
                        <a:pt x="8501" y="-348"/>
                        <a:pt x="2695" y="11"/>
                      </a:cubicBezTo>
                      <a:cubicBezTo>
                        <a:pt x="-3112" y="370"/>
                        <a:pt x="2130" y="1467"/>
                        <a:pt x="3072" y="7431"/>
                      </a:cubicBezTo>
                      <a:cubicBezTo>
                        <a:pt x="4014" y="13395"/>
                        <a:pt x="4014" y="16145"/>
                        <a:pt x="6210" y="1422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9" name="Google Shape;589;p2"/>
                <p:cNvSpPr/>
                <p:nvPr/>
              </p:nvSpPr>
              <p:spPr>
                <a:xfrm>
                  <a:off x="10356596" y="4195672"/>
                  <a:ext cx="17434" cy="30371"/>
                </a:xfrm>
                <a:custGeom>
                  <a:avLst/>
                  <a:gdLst/>
                  <a:ahLst/>
                  <a:cxnLst/>
                  <a:rect l="l" t="t" r="r" b="b"/>
                  <a:pathLst>
                    <a:path w="17434" h="30371" extrusionOk="0">
                      <a:moveTo>
                        <a:pt x="8565" y="29471"/>
                      </a:moveTo>
                      <a:cubicBezTo>
                        <a:pt x="23689" y="19630"/>
                        <a:pt x="17286" y="1079"/>
                        <a:pt x="5612" y="139"/>
                      </a:cubicBezTo>
                      <a:cubicBezTo>
                        <a:pt x="-6063" y="-800"/>
                        <a:pt x="4073" y="2880"/>
                        <a:pt x="4249" y="15037"/>
                      </a:cubicBezTo>
                      <a:cubicBezTo>
                        <a:pt x="4425" y="27194"/>
                        <a:pt x="3641" y="32676"/>
                        <a:pt x="8565" y="2947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0" name="Google Shape;590;p2"/>
                <p:cNvSpPr/>
                <p:nvPr/>
              </p:nvSpPr>
              <p:spPr>
                <a:xfrm>
                  <a:off x="10319340" y="4251347"/>
                  <a:ext cx="26476" cy="46125"/>
                </a:xfrm>
                <a:custGeom>
                  <a:avLst/>
                  <a:gdLst/>
                  <a:ahLst/>
                  <a:cxnLst/>
                  <a:rect l="l" t="t" r="r" b="b"/>
                  <a:pathLst>
                    <a:path w="26476" h="46125" extrusionOk="0">
                      <a:moveTo>
                        <a:pt x="13007" y="44760"/>
                      </a:moveTo>
                      <a:cubicBezTo>
                        <a:pt x="35977" y="29814"/>
                        <a:pt x="26252" y="1641"/>
                        <a:pt x="8522" y="212"/>
                      </a:cubicBezTo>
                      <a:cubicBezTo>
                        <a:pt x="-9208" y="-1216"/>
                        <a:pt x="6186" y="4375"/>
                        <a:pt x="6453" y="22835"/>
                      </a:cubicBezTo>
                      <a:cubicBezTo>
                        <a:pt x="6723" y="41296"/>
                        <a:pt x="5528" y="49627"/>
                        <a:pt x="13007" y="4476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1" name="Google Shape;591;p2"/>
                <p:cNvSpPr/>
                <p:nvPr/>
              </p:nvSpPr>
              <p:spPr>
                <a:xfrm>
                  <a:off x="10265507" y="4319263"/>
                  <a:ext cx="26476" cy="46124"/>
                </a:xfrm>
                <a:custGeom>
                  <a:avLst/>
                  <a:gdLst/>
                  <a:ahLst/>
                  <a:cxnLst/>
                  <a:rect l="l" t="t" r="r" b="b"/>
                  <a:pathLst>
                    <a:path w="26476" h="46124" extrusionOk="0">
                      <a:moveTo>
                        <a:pt x="13007" y="44759"/>
                      </a:moveTo>
                      <a:cubicBezTo>
                        <a:pt x="35977" y="29815"/>
                        <a:pt x="26252" y="1641"/>
                        <a:pt x="8522" y="212"/>
                      </a:cubicBezTo>
                      <a:cubicBezTo>
                        <a:pt x="-9208" y="-1215"/>
                        <a:pt x="6186" y="4374"/>
                        <a:pt x="6453" y="22834"/>
                      </a:cubicBezTo>
                      <a:cubicBezTo>
                        <a:pt x="6723" y="41296"/>
                        <a:pt x="5527" y="49626"/>
                        <a:pt x="13007" y="4475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2" name="Google Shape;592;p2"/>
                <p:cNvSpPr/>
                <p:nvPr/>
              </p:nvSpPr>
              <p:spPr>
                <a:xfrm>
                  <a:off x="10210550" y="4374920"/>
                  <a:ext cx="26476" cy="46124"/>
                </a:xfrm>
                <a:custGeom>
                  <a:avLst/>
                  <a:gdLst/>
                  <a:ahLst/>
                  <a:cxnLst/>
                  <a:rect l="l" t="t" r="r" b="b"/>
                  <a:pathLst>
                    <a:path w="26476" h="46124" extrusionOk="0">
                      <a:moveTo>
                        <a:pt x="13007" y="44760"/>
                      </a:moveTo>
                      <a:cubicBezTo>
                        <a:pt x="35977" y="29814"/>
                        <a:pt x="26252" y="1641"/>
                        <a:pt x="8522" y="212"/>
                      </a:cubicBezTo>
                      <a:cubicBezTo>
                        <a:pt x="-9208" y="-1216"/>
                        <a:pt x="6186" y="4375"/>
                        <a:pt x="6453" y="22835"/>
                      </a:cubicBezTo>
                      <a:cubicBezTo>
                        <a:pt x="6723" y="41296"/>
                        <a:pt x="5527" y="49624"/>
                        <a:pt x="13007" y="4476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3" name="Google Shape;593;p2"/>
                <p:cNvSpPr/>
                <p:nvPr/>
              </p:nvSpPr>
              <p:spPr>
                <a:xfrm>
                  <a:off x="10148206" y="4437126"/>
                  <a:ext cx="26476" cy="46123"/>
                </a:xfrm>
                <a:custGeom>
                  <a:avLst/>
                  <a:gdLst/>
                  <a:ahLst/>
                  <a:cxnLst/>
                  <a:rect l="l" t="t" r="r" b="b"/>
                  <a:pathLst>
                    <a:path w="26476" h="46123" extrusionOk="0">
                      <a:moveTo>
                        <a:pt x="13007" y="44757"/>
                      </a:moveTo>
                      <a:cubicBezTo>
                        <a:pt x="35977" y="29814"/>
                        <a:pt x="26252" y="1639"/>
                        <a:pt x="8522" y="212"/>
                      </a:cubicBezTo>
                      <a:cubicBezTo>
                        <a:pt x="-9208" y="-1216"/>
                        <a:pt x="6186" y="4375"/>
                        <a:pt x="6453" y="22835"/>
                      </a:cubicBezTo>
                      <a:cubicBezTo>
                        <a:pt x="6721" y="41294"/>
                        <a:pt x="5527" y="49624"/>
                        <a:pt x="13007" y="4475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4" name="Google Shape;594;p2"/>
                <p:cNvSpPr/>
                <p:nvPr/>
              </p:nvSpPr>
              <p:spPr>
                <a:xfrm>
                  <a:off x="10082559" y="4503781"/>
                  <a:ext cx="26353" cy="46156"/>
                </a:xfrm>
                <a:custGeom>
                  <a:avLst/>
                  <a:gdLst/>
                  <a:ahLst/>
                  <a:cxnLst/>
                  <a:rect l="l" t="t" r="r" b="b"/>
                  <a:pathLst>
                    <a:path w="26353" h="46156" extrusionOk="0">
                      <a:moveTo>
                        <a:pt x="12746" y="44811"/>
                      </a:moveTo>
                      <a:cubicBezTo>
                        <a:pt x="35806" y="30004"/>
                        <a:pt x="26252" y="1772"/>
                        <a:pt x="8531" y="238"/>
                      </a:cubicBezTo>
                      <a:cubicBezTo>
                        <a:pt x="-9190" y="-1296"/>
                        <a:pt x="6170" y="4387"/>
                        <a:pt x="6325" y="22849"/>
                      </a:cubicBezTo>
                      <a:cubicBezTo>
                        <a:pt x="6483" y="41309"/>
                        <a:pt x="5237" y="49632"/>
                        <a:pt x="12746" y="4481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5" name="Google Shape;595;p2"/>
                <p:cNvSpPr/>
                <p:nvPr/>
              </p:nvSpPr>
              <p:spPr>
                <a:xfrm>
                  <a:off x="10021900" y="4568292"/>
                  <a:ext cx="26353" cy="46155"/>
                </a:xfrm>
                <a:custGeom>
                  <a:avLst/>
                  <a:gdLst/>
                  <a:ahLst/>
                  <a:cxnLst/>
                  <a:rect l="l" t="t" r="r" b="b"/>
                  <a:pathLst>
                    <a:path w="26353" h="46155" extrusionOk="0">
                      <a:moveTo>
                        <a:pt x="12747" y="44810"/>
                      </a:moveTo>
                      <a:cubicBezTo>
                        <a:pt x="35806" y="30004"/>
                        <a:pt x="26252" y="1772"/>
                        <a:pt x="8532" y="238"/>
                      </a:cubicBezTo>
                      <a:cubicBezTo>
                        <a:pt x="-9189" y="-1296"/>
                        <a:pt x="6168" y="4387"/>
                        <a:pt x="6325" y="22849"/>
                      </a:cubicBezTo>
                      <a:cubicBezTo>
                        <a:pt x="6483" y="41308"/>
                        <a:pt x="5238" y="49632"/>
                        <a:pt x="12747" y="4481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6" name="Google Shape;596;p2"/>
                <p:cNvSpPr/>
                <p:nvPr/>
              </p:nvSpPr>
              <p:spPr>
                <a:xfrm>
                  <a:off x="9973382" y="4645093"/>
                  <a:ext cx="32493" cy="52833"/>
                </a:xfrm>
                <a:custGeom>
                  <a:avLst/>
                  <a:gdLst/>
                  <a:ahLst/>
                  <a:cxnLst/>
                  <a:rect l="l" t="t" r="r" b="b"/>
                  <a:pathLst>
                    <a:path w="32493" h="52833" extrusionOk="0">
                      <a:moveTo>
                        <a:pt x="19872" y="51727"/>
                      </a:moveTo>
                      <a:cubicBezTo>
                        <a:pt x="43991" y="37977"/>
                        <a:pt x="29624" y="4949"/>
                        <a:pt x="9446" y="964"/>
                      </a:cubicBezTo>
                      <a:cubicBezTo>
                        <a:pt x="-10733" y="-3020"/>
                        <a:pt x="7308" y="5337"/>
                        <a:pt x="9836" y="26163"/>
                      </a:cubicBezTo>
                      <a:cubicBezTo>
                        <a:pt x="12365" y="46984"/>
                        <a:pt x="12020" y="56203"/>
                        <a:pt x="19872" y="5172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7" name="Google Shape;597;p2"/>
                <p:cNvSpPr/>
                <p:nvPr/>
              </p:nvSpPr>
              <p:spPr>
                <a:xfrm>
                  <a:off x="9894394" y="4718405"/>
                  <a:ext cx="32495" cy="52833"/>
                </a:xfrm>
                <a:custGeom>
                  <a:avLst/>
                  <a:gdLst/>
                  <a:ahLst/>
                  <a:cxnLst/>
                  <a:rect l="l" t="t" r="r" b="b"/>
                  <a:pathLst>
                    <a:path w="32495" h="52833" extrusionOk="0">
                      <a:moveTo>
                        <a:pt x="19874" y="51727"/>
                      </a:moveTo>
                      <a:cubicBezTo>
                        <a:pt x="43994" y="37977"/>
                        <a:pt x="29626" y="4949"/>
                        <a:pt x="9446" y="964"/>
                      </a:cubicBezTo>
                      <a:cubicBezTo>
                        <a:pt x="-10733" y="-3020"/>
                        <a:pt x="7308" y="5337"/>
                        <a:pt x="9836" y="26163"/>
                      </a:cubicBezTo>
                      <a:cubicBezTo>
                        <a:pt x="12365" y="46984"/>
                        <a:pt x="12020" y="56203"/>
                        <a:pt x="19874" y="5172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8" name="Google Shape;598;p2"/>
                <p:cNvSpPr/>
                <p:nvPr/>
              </p:nvSpPr>
              <p:spPr>
                <a:xfrm>
                  <a:off x="9834201" y="4783380"/>
                  <a:ext cx="32493" cy="52833"/>
                </a:xfrm>
                <a:custGeom>
                  <a:avLst/>
                  <a:gdLst/>
                  <a:ahLst/>
                  <a:cxnLst/>
                  <a:rect l="l" t="t" r="r" b="b"/>
                  <a:pathLst>
                    <a:path w="32493" h="52833" extrusionOk="0">
                      <a:moveTo>
                        <a:pt x="19872" y="51727"/>
                      </a:moveTo>
                      <a:cubicBezTo>
                        <a:pt x="43992" y="37977"/>
                        <a:pt x="29624" y="4948"/>
                        <a:pt x="9446" y="964"/>
                      </a:cubicBezTo>
                      <a:cubicBezTo>
                        <a:pt x="-10733" y="-3020"/>
                        <a:pt x="7308" y="5337"/>
                        <a:pt x="9836" y="26163"/>
                      </a:cubicBezTo>
                      <a:cubicBezTo>
                        <a:pt x="12362" y="46983"/>
                        <a:pt x="12020" y="56203"/>
                        <a:pt x="19872" y="5172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9" name="Google Shape;599;p2"/>
                <p:cNvSpPr/>
                <p:nvPr/>
              </p:nvSpPr>
              <p:spPr>
                <a:xfrm>
                  <a:off x="9767252" y="4839730"/>
                  <a:ext cx="33243" cy="53935"/>
                </a:xfrm>
                <a:custGeom>
                  <a:avLst/>
                  <a:gdLst/>
                  <a:ahLst/>
                  <a:cxnLst/>
                  <a:rect l="l" t="t" r="r" b="b"/>
                  <a:pathLst>
                    <a:path w="33243" h="53935" extrusionOk="0">
                      <a:moveTo>
                        <a:pt x="20429" y="52794"/>
                      </a:moveTo>
                      <a:cubicBezTo>
                        <a:pt x="44996" y="38676"/>
                        <a:pt x="30238" y="4976"/>
                        <a:pt x="9637" y="964"/>
                      </a:cubicBezTo>
                      <a:cubicBezTo>
                        <a:pt x="-10965" y="-3046"/>
                        <a:pt x="7469" y="5440"/>
                        <a:pt x="10112" y="26706"/>
                      </a:cubicBezTo>
                      <a:cubicBezTo>
                        <a:pt x="12752" y="47973"/>
                        <a:pt x="12428" y="57392"/>
                        <a:pt x="20429" y="5279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0" name="Google Shape;600;p2"/>
                <p:cNvSpPr/>
                <p:nvPr/>
              </p:nvSpPr>
              <p:spPr>
                <a:xfrm>
                  <a:off x="9703683" y="4908845"/>
                  <a:ext cx="33243" cy="53934"/>
                </a:xfrm>
                <a:custGeom>
                  <a:avLst/>
                  <a:gdLst/>
                  <a:ahLst/>
                  <a:cxnLst/>
                  <a:rect l="l" t="t" r="r" b="b"/>
                  <a:pathLst>
                    <a:path w="33243" h="53934" extrusionOk="0">
                      <a:moveTo>
                        <a:pt x="20429" y="52794"/>
                      </a:moveTo>
                      <a:cubicBezTo>
                        <a:pt x="44996" y="38674"/>
                        <a:pt x="30238" y="4974"/>
                        <a:pt x="9637" y="964"/>
                      </a:cubicBezTo>
                      <a:cubicBezTo>
                        <a:pt x="-10965" y="-3046"/>
                        <a:pt x="7469" y="5438"/>
                        <a:pt x="10112" y="26704"/>
                      </a:cubicBezTo>
                      <a:cubicBezTo>
                        <a:pt x="12752" y="47973"/>
                        <a:pt x="12428" y="57391"/>
                        <a:pt x="20429" y="5279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1" name="Google Shape;601;p2"/>
                <p:cNvSpPr/>
                <p:nvPr/>
              </p:nvSpPr>
              <p:spPr>
                <a:xfrm>
                  <a:off x="9642461" y="4975406"/>
                  <a:ext cx="33243" cy="53935"/>
                </a:xfrm>
                <a:custGeom>
                  <a:avLst/>
                  <a:gdLst/>
                  <a:ahLst/>
                  <a:cxnLst/>
                  <a:rect l="l" t="t" r="r" b="b"/>
                  <a:pathLst>
                    <a:path w="33243" h="53935" extrusionOk="0">
                      <a:moveTo>
                        <a:pt x="20429" y="52795"/>
                      </a:moveTo>
                      <a:cubicBezTo>
                        <a:pt x="44996" y="38677"/>
                        <a:pt x="30238" y="4976"/>
                        <a:pt x="9637" y="965"/>
                      </a:cubicBezTo>
                      <a:cubicBezTo>
                        <a:pt x="-10965" y="-3048"/>
                        <a:pt x="7469" y="5441"/>
                        <a:pt x="10112" y="26705"/>
                      </a:cubicBezTo>
                      <a:cubicBezTo>
                        <a:pt x="12755" y="47972"/>
                        <a:pt x="12430" y="57393"/>
                        <a:pt x="20429" y="5279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2" name="Google Shape;602;p2"/>
                <p:cNvSpPr/>
                <p:nvPr/>
              </p:nvSpPr>
              <p:spPr>
                <a:xfrm>
                  <a:off x="9570215" y="5034116"/>
                  <a:ext cx="33243" cy="53935"/>
                </a:xfrm>
                <a:custGeom>
                  <a:avLst/>
                  <a:gdLst/>
                  <a:ahLst/>
                  <a:cxnLst/>
                  <a:rect l="l" t="t" r="r" b="b"/>
                  <a:pathLst>
                    <a:path w="33243" h="53935" extrusionOk="0">
                      <a:moveTo>
                        <a:pt x="20429" y="52794"/>
                      </a:moveTo>
                      <a:cubicBezTo>
                        <a:pt x="44996" y="38674"/>
                        <a:pt x="30238" y="4974"/>
                        <a:pt x="9637" y="964"/>
                      </a:cubicBezTo>
                      <a:cubicBezTo>
                        <a:pt x="-10965" y="-3046"/>
                        <a:pt x="7469" y="5440"/>
                        <a:pt x="10112" y="26704"/>
                      </a:cubicBezTo>
                      <a:cubicBezTo>
                        <a:pt x="12752" y="47974"/>
                        <a:pt x="12428" y="57392"/>
                        <a:pt x="20429" y="5279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3" name="Google Shape;603;p2"/>
                <p:cNvSpPr/>
                <p:nvPr/>
              </p:nvSpPr>
              <p:spPr>
                <a:xfrm>
                  <a:off x="9517267" y="5091682"/>
                  <a:ext cx="33242" cy="53934"/>
                </a:xfrm>
                <a:custGeom>
                  <a:avLst/>
                  <a:gdLst/>
                  <a:ahLst/>
                  <a:cxnLst/>
                  <a:rect l="l" t="t" r="r" b="b"/>
                  <a:pathLst>
                    <a:path w="33242" h="53934" extrusionOk="0">
                      <a:moveTo>
                        <a:pt x="20428" y="52794"/>
                      </a:moveTo>
                      <a:cubicBezTo>
                        <a:pt x="44995" y="38676"/>
                        <a:pt x="30237" y="4975"/>
                        <a:pt x="9636" y="964"/>
                      </a:cubicBezTo>
                      <a:cubicBezTo>
                        <a:pt x="-10964" y="-3046"/>
                        <a:pt x="7468" y="5440"/>
                        <a:pt x="10111" y="26704"/>
                      </a:cubicBezTo>
                      <a:cubicBezTo>
                        <a:pt x="12754" y="47969"/>
                        <a:pt x="12429" y="57392"/>
                        <a:pt x="20428" y="5279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4" name="Google Shape;604;p2"/>
                <p:cNvSpPr/>
                <p:nvPr/>
              </p:nvSpPr>
              <p:spPr>
                <a:xfrm>
                  <a:off x="9456047" y="5158243"/>
                  <a:ext cx="33243" cy="53934"/>
                </a:xfrm>
                <a:custGeom>
                  <a:avLst/>
                  <a:gdLst/>
                  <a:ahLst/>
                  <a:cxnLst/>
                  <a:rect l="l" t="t" r="r" b="b"/>
                  <a:pathLst>
                    <a:path w="33243" h="53934" extrusionOk="0">
                      <a:moveTo>
                        <a:pt x="20429" y="52794"/>
                      </a:moveTo>
                      <a:cubicBezTo>
                        <a:pt x="44996" y="38674"/>
                        <a:pt x="30238" y="4974"/>
                        <a:pt x="9637" y="964"/>
                      </a:cubicBezTo>
                      <a:cubicBezTo>
                        <a:pt x="-10965" y="-3046"/>
                        <a:pt x="7469" y="5440"/>
                        <a:pt x="10112" y="26704"/>
                      </a:cubicBezTo>
                      <a:cubicBezTo>
                        <a:pt x="12752" y="47971"/>
                        <a:pt x="12430" y="57392"/>
                        <a:pt x="20429" y="5279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5" name="Google Shape;605;p2"/>
                <p:cNvSpPr/>
                <p:nvPr/>
              </p:nvSpPr>
              <p:spPr>
                <a:xfrm>
                  <a:off x="10309791" y="4011144"/>
                  <a:ext cx="30272" cy="14745"/>
                </a:xfrm>
                <a:custGeom>
                  <a:avLst/>
                  <a:gdLst/>
                  <a:ahLst/>
                  <a:cxnLst/>
                  <a:rect l="l" t="t" r="r" b="b"/>
                  <a:pathLst>
                    <a:path w="30272" h="14745" extrusionOk="0">
                      <a:moveTo>
                        <a:pt x="30238" y="7068"/>
                      </a:moveTo>
                      <a:cubicBezTo>
                        <a:pt x="31468" y="-4833"/>
                        <a:pt x="250" y="145"/>
                        <a:pt x="8" y="8448"/>
                      </a:cubicBezTo>
                      <a:cubicBezTo>
                        <a:pt x="-234" y="16751"/>
                        <a:pt x="5195" y="15411"/>
                        <a:pt x="13552" y="12513"/>
                      </a:cubicBezTo>
                      <a:cubicBezTo>
                        <a:pt x="21910" y="9614"/>
                        <a:pt x="29495" y="14241"/>
                        <a:pt x="30238" y="706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6" name="Google Shape;606;p2"/>
                <p:cNvSpPr/>
                <p:nvPr/>
              </p:nvSpPr>
              <p:spPr>
                <a:xfrm>
                  <a:off x="10277598" y="4017511"/>
                  <a:ext cx="25967" cy="16916"/>
                </a:xfrm>
                <a:custGeom>
                  <a:avLst/>
                  <a:gdLst/>
                  <a:ahLst/>
                  <a:cxnLst/>
                  <a:rect l="l" t="t" r="r" b="b"/>
                  <a:pathLst>
                    <a:path w="25967" h="16916" extrusionOk="0">
                      <a:moveTo>
                        <a:pt x="25909" y="3568"/>
                      </a:moveTo>
                      <a:cubicBezTo>
                        <a:pt x="27356" y="-2465"/>
                        <a:pt x="1454" y="75"/>
                        <a:pt x="240" y="4398"/>
                      </a:cubicBezTo>
                      <a:cubicBezTo>
                        <a:pt x="-972" y="8720"/>
                        <a:pt x="2514" y="18848"/>
                        <a:pt x="8250" y="16593"/>
                      </a:cubicBezTo>
                      <a:cubicBezTo>
                        <a:pt x="13988" y="14337"/>
                        <a:pt x="25909" y="3568"/>
                        <a:pt x="25909" y="356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7" name="Google Shape;607;p2"/>
                <p:cNvSpPr/>
                <p:nvPr/>
              </p:nvSpPr>
              <p:spPr>
                <a:xfrm>
                  <a:off x="10239709" y="4020911"/>
                  <a:ext cx="42458" cy="36801"/>
                </a:xfrm>
                <a:custGeom>
                  <a:avLst/>
                  <a:gdLst/>
                  <a:ahLst/>
                  <a:cxnLst/>
                  <a:rect l="l" t="t" r="r" b="b"/>
                  <a:pathLst>
                    <a:path w="42458" h="36801" extrusionOk="0">
                      <a:moveTo>
                        <a:pt x="30427" y="23416"/>
                      </a:moveTo>
                      <a:cubicBezTo>
                        <a:pt x="41309" y="17585"/>
                        <a:pt x="46473" y="5471"/>
                        <a:pt x="38799" y="1665"/>
                      </a:cubicBezTo>
                      <a:cubicBezTo>
                        <a:pt x="31125" y="-2141"/>
                        <a:pt x="12715" y="911"/>
                        <a:pt x="4305" y="7451"/>
                      </a:cubicBezTo>
                      <a:cubicBezTo>
                        <a:pt x="-4105" y="13991"/>
                        <a:pt x="1110" y="38339"/>
                        <a:pt x="8814" y="36725"/>
                      </a:cubicBezTo>
                      <a:cubicBezTo>
                        <a:pt x="16517" y="35111"/>
                        <a:pt x="30427" y="23416"/>
                        <a:pt x="30427" y="2341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8" name="Google Shape;608;p2"/>
                <p:cNvSpPr/>
                <p:nvPr/>
              </p:nvSpPr>
              <p:spPr>
                <a:xfrm>
                  <a:off x="10176671" y="4028477"/>
                  <a:ext cx="67603" cy="46958"/>
                </a:xfrm>
                <a:custGeom>
                  <a:avLst/>
                  <a:gdLst/>
                  <a:ahLst/>
                  <a:cxnLst/>
                  <a:rect l="l" t="t" r="r" b="b"/>
                  <a:pathLst>
                    <a:path w="67603" h="46958" extrusionOk="0">
                      <a:moveTo>
                        <a:pt x="54736" y="28149"/>
                      </a:moveTo>
                      <a:cubicBezTo>
                        <a:pt x="66291" y="22489"/>
                        <a:pt x="67981" y="21076"/>
                        <a:pt x="67542" y="11347"/>
                      </a:cubicBezTo>
                      <a:cubicBezTo>
                        <a:pt x="67103" y="1618"/>
                        <a:pt x="45372" y="-595"/>
                        <a:pt x="33672" y="125"/>
                      </a:cubicBezTo>
                      <a:cubicBezTo>
                        <a:pt x="21973" y="845"/>
                        <a:pt x="3092" y="11311"/>
                        <a:pt x="429" y="20763"/>
                      </a:cubicBezTo>
                      <a:cubicBezTo>
                        <a:pt x="-2234" y="30216"/>
                        <a:pt x="8144" y="48225"/>
                        <a:pt x="13755" y="46888"/>
                      </a:cubicBezTo>
                      <a:cubicBezTo>
                        <a:pt x="19366" y="45553"/>
                        <a:pt x="35201" y="27559"/>
                        <a:pt x="41440" y="25603"/>
                      </a:cubicBezTo>
                      <a:cubicBezTo>
                        <a:pt x="47676" y="23648"/>
                        <a:pt x="54736" y="28149"/>
                        <a:pt x="54736" y="2814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9" name="Google Shape;609;p2"/>
                <p:cNvSpPr/>
                <p:nvPr/>
              </p:nvSpPr>
              <p:spPr>
                <a:xfrm>
                  <a:off x="10106809" y="4045699"/>
                  <a:ext cx="80497" cy="67877"/>
                </a:xfrm>
                <a:custGeom>
                  <a:avLst/>
                  <a:gdLst/>
                  <a:ahLst/>
                  <a:cxnLst/>
                  <a:rect l="l" t="t" r="r" b="b"/>
                  <a:pathLst>
                    <a:path w="80497" h="67877" extrusionOk="0">
                      <a:moveTo>
                        <a:pt x="42533" y="47772"/>
                      </a:moveTo>
                      <a:cubicBezTo>
                        <a:pt x="53305" y="39874"/>
                        <a:pt x="64047" y="44904"/>
                        <a:pt x="70511" y="41209"/>
                      </a:cubicBezTo>
                      <a:cubicBezTo>
                        <a:pt x="76976" y="37515"/>
                        <a:pt x="82049" y="25114"/>
                        <a:pt x="80060" y="20878"/>
                      </a:cubicBezTo>
                      <a:cubicBezTo>
                        <a:pt x="78071" y="16642"/>
                        <a:pt x="78940" y="-8399"/>
                        <a:pt x="45644" y="2905"/>
                      </a:cubicBezTo>
                      <a:cubicBezTo>
                        <a:pt x="12349" y="14209"/>
                        <a:pt x="5902" y="14463"/>
                        <a:pt x="832" y="31976"/>
                      </a:cubicBezTo>
                      <a:cubicBezTo>
                        <a:pt x="-4239" y="49489"/>
                        <a:pt x="15263" y="72870"/>
                        <a:pt x="21740" y="66936"/>
                      </a:cubicBezTo>
                      <a:cubicBezTo>
                        <a:pt x="28218" y="61004"/>
                        <a:pt x="42533" y="47772"/>
                        <a:pt x="42533" y="4777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0" name="Google Shape;610;p2"/>
                <p:cNvSpPr/>
                <p:nvPr/>
              </p:nvSpPr>
              <p:spPr>
                <a:xfrm>
                  <a:off x="10024098" y="4088304"/>
                  <a:ext cx="90604" cy="76404"/>
                </a:xfrm>
                <a:custGeom>
                  <a:avLst/>
                  <a:gdLst/>
                  <a:ahLst/>
                  <a:cxnLst/>
                  <a:rect l="l" t="t" r="r" b="b"/>
                  <a:pathLst>
                    <a:path w="90604" h="76404" extrusionOk="0">
                      <a:moveTo>
                        <a:pt x="47874" y="53772"/>
                      </a:moveTo>
                      <a:cubicBezTo>
                        <a:pt x="60000" y="44882"/>
                        <a:pt x="72090" y="50542"/>
                        <a:pt x="79364" y="46384"/>
                      </a:cubicBezTo>
                      <a:cubicBezTo>
                        <a:pt x="86640" y="42226"/>
                        <a:pt x="92351" y="28267"/>
                        <a:pt x="90113" y="23499"/>
                      </a:cubicBezTo>
                      <a:cubicBezTo>
                        <a:pt x="87875" y="18730"/>
                        <a:pt x="88853" y="-9454"/>
                        <a:pt x="51374" y="3270"/>
                      </a:cubicBezTo>
                      <a:cubicBezTo>
                        <a:pt x="13898" y="15994"/>
                        <a:pt x="6640" y="16280"/>
                        <a:pt x="936" y="35994"/>
                      </a:cubicBezTo>
                      <a:cubicBezTo>
                        <a:pt x="-4770" y="55709"/>
                        <a:pt x="17178" y="82023"/>
                        <a:pt x="24471" y="75345"/>
                      </a:cubicBezTo>
                      <a:cubicBezTo>
                        <a:pt x="31761" y="68666"/>
                        <a:pt x="47874" y="53772"/>
                        <a:pt x="47874" y="5377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1" name="Google Shape;611;p2"/>
                <p:cNvSpPr/>
                <p:nvPr/>
              </p:nvSpPr>
              <p:spPr>
                <a:xfrm>
                  <a:off x="9959866" y="4134070"/>
                  <a:ext cx="82161" cy="89573"/>
                </a:xfrm>
                <a:custGeom>
                  <a:avLst/>
                  <a:gdLst/>
                  <a:ahLst/>
                  <a:cxnLst/>
                  <a:rect l="l" t="t" r="r" b="b"/>
                  <a:pathLst>
                    <a:path w="82161" h="89573" extrusionOk="0">
                      <a:moveTo>
                        <a:pt x="50338" y="59016"/>
                      </a:moveTo>
                      <a:cubicBezTo>
                        <a:pt x="58731" y="46541"/>
                        <a:pt x="72024" y="47766"/>
                        <a:pt x="77460" y="41389"/>
                      </a:cubicBezTo>
                      <a:cubicBezTo>
                        <a:pt x="82896" y="35011"/>
                        <a:pt x="83533" y="19941"/>
                        <a:pt x="79810" y="16215"/>
                      </a:cubicBezTo>
                      <a:cubicBezTo>
                        <a:pt x="76086" y="12489"/>
                        <a:pt x="67449" y="-14358"/>
                        <a:pt x="36509" y="10319"/>
                      </a:cubicBezTo>
                      <a:cubicBezTo>
                        <a:pt x="5565" y="34997"/>
                        <a:pt x="-1165" y="37726"/>
                        <a:pt x="154" y="58207"/>
                      </a:cubicBezTo>
                      <a:cubicBezTo>
                        <a:pt x="1473" y="78687"/>
                        <a:pt x="31042" y="96001"/>
                        <a:pt x="35637" y="87246"/>
                      </a:cubicBezTo>
                      <a:cubicBezTo>
                        <a:pt x="40232" y="78493"/>
                        <a:pt x="50338" y="59016"/>
                        <a:pt x="50338" y="5901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2" name="Google Shape;612;p2"/>
                <p:cNvSpPr/>
                <p:nvPr/>
              </p:nvSpPr>
              <p:spPr>
                <a:xfrm>
                  <a:off x="9882171" y="4182634"/>
                  <a:ext cx="100687" cy="98866"/>
                </a:xfrm>
                <a:custGeom>
                  <a:avLst/>
                  <a:gdLst/>
                  <a:ahLst/>
                  <a:cxnLst/>
                  <a:rect l="l" t="t" r="r" b="b"/>
                  <a:pathLst>
                    <a:path w="100687" h="98866" extrusionOk="0">
                      <a:moveTo>
                        <a:pt x="80416" y="74895"/>
                      </a:moveTo>
                      <a:cubicBezTo>
                        <a:pt x="88808" y="62420"/>
                        <a:pt x="94385" y="39660"/>
                        <a:pt x="99819" y="33280"/>
                      </a:cubicBezTo>
                      <a:cubicBezTo>
                        <a:pt x="105253" y="26900"/>
                        <a:pt x="83534" y="19941"/>
                        <a:pt x="79810" y="16215"/>
                      </a:cubicBezTo>
                      <a:cubicBezTo>
                        <a:pt x="76086" y="12489"/>
                        <a:pt x="67449" y="-14358"/>
                        <a:pt x="36509" y="10320"/>
                      </a:cubicBezTo>
                      <a:cubicBezTo>
                        <a:pt x="5565" y="34997"/>
                        <a:pt x="-1165" y="37726"/>
                        <a:pt x="154" y="58207"/>
                      </a:cubicBezTo>
                      <a:cubicBezTo>
                        <a:pt x="1473" y="78687"/>
                        <a:pt x="29941" y="89434"/>
                        <a:pt x="36303" y="97003"/>
                      </a:cubicBezTo>
                      <a:cubicBezTo>
                        <a:pt x="44518" y="106782"/>
                        <a:pt x="80416" y="74895"/>
                        <a:pt x="80416" y="7489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3" name="Google Shape;613;p2"/>
                <p:cNvSpPr/>
                <p:nvPr/>
              </p:nvSpPr>
              <p:spPr>
                <a:xfrm>
                  <a:off x="9807122" y="4240167"/>
                  <a:ext cx="109506" cy="111939"/>
                </a:xfrm>
                <a:custGeom>
                  <a:avLst/>
                  <a:gdLst/>
                  <a:ahLst/>
                  <a:cxnLst/>
                  <a:rect l="l" t="t" r="r" b="b"/>
                  <a:pathLst>
                    <a:path w="109506" h="111939" extrusionOk="0">
                      <a:moveTo>
                        <a:pt x="87495" y="85911"/>
                      </a:moveTo>
                      <a:cubicBezTo>
                        <a:pt x="96608" y="72367"/>
                        <a:pt x="102663" y="47658"/>
                        <a:pt x="108563" y="40731"/>
                      </a:cubicBezTo>
                      <a:cubicBezTo>
                        <a:pt x="114466" y="33805"/>
                        <a:pt x="90884" y="26247"/>
                        <a:pt x="86840" y="22203"/>
                      </a:cubicBezTo>
                      <a:cubicBezTo>
                        <a:pt x="82796" y="18159"/>
                        <a:pt x="67532" y="-16764"/>
                        <a:pt x="33937" y="10028"/>
                      </a:cubicBezTo>
                      <a:cubicBezTo>
                        <a:pt x="342" y="36822"/>
                        <a:pt x="-1078" y="45559"/>
                        <a:pt x="353" y="67795"/>
                      </a:cubicBezTo>
                      <a:cubicBezTo>
                        <a:pt x="1784" y="90031"/>
                        <a:pt x="32691" y="101699"/>
                        <a:pt x="39599" y="109917"/>
                      </a:cubicBezTo>
                      <a:cubicBezTo>
                        <a:pt x="48524" y="120531"/>
                        <a:pt x="87495" y="85911"/>
                        <a:pt x="87495" y="8591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4" name="Google Shape;614;p2"/>
                <p:cNvSpPr/>
                <p:nvPr/>
              </p:nvSpPr>
              <p:spPr>
                <a:xfrm>
                  <a:off x="9745400" y="4302088"/>
                  <a:ext cx="109505" cy="111939"/>
                </a:xfrm>
                <a:custGeom>
                  <a:avLst/>
                  <a:gdLst/>
                  <a:ahLst/>
                  <a:cxnLst/>
                  <a:rect l="l" t="t" r="r" b="b"/>
                  <a:pathLst>
                    <a:path w="109505" h="111939" extrusionOk="0">
                      <a:moveTo>
                        <a:pt x="87495" y="85912"/>
                      </a:moveTo>
                      <a:cubicBezTo>
                        <a:pt x="96608" y="72367"/>
                        <a:pt x="102663" y="47658"/>
                        <a:pt x="108563" y="40731"/>
                      </a:cubicBezTo>
                      <a:cubicBezTo>
                        <a:pt x="114464" y="33805"/>
                        <a:pt x="90884" y="26250"/>
                        <a:pt x="86840" y="22203"/>
                      </a:cubicBezTo>
                      <a:cubicBezTo>
                        <a:pt x="82798" y="18157"/>
                        <a:pt x="67532" y="-16764"/>
                        <a:pt x="33937" y="10028"/>
                      </a:cubicBezTo>
                      <a:cubicBezTo>
                        <a:pt x="342" y="36822"/>
                        <a:pt x="-1078" y="45560"/>
                        <a:pt x="353" y="67795"/>
                      </a:cubicBezTo>
                      <a:cubicBezTo>
                        <a:pt x="1784" y="90031"/>
                        <a:pt x="32691" y="101699"/>
                        <a:pt x="39599" y="109917"/>
                      </a:cubicBezTo>
                      <a:cubicBezTo>
                        <a:pt x="48524" y="120531"/>
                        <a:pt x="87495" y="85912"/>
                        <a:pt x="87495" y="8591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5" name="Google Shape;615;p2"/>
                <p:cNvSpPr/>
                <p:nvPr/>
              </p:nvSpPr>
              <p:spPr>
                <a:xfrm>
                  <a:off x="9674120" y="4356012"/>
                  <a:ext cx="109506" cy="111940"/>
                </a:xfrm>
                <a:custGeom>
                  <a:avLst/>
                  <a:gdLst/>
                  <a:ahLst/>
                  <a:cxnLst/>
                  <a:rect l="l" t="t" r="r" b="b"/>
                  <a:pathLst>
                    <a:path w="109506" h="111940" extrusionOk="0">
                      <a:moveTo>
                        <a:pt x="87496" y="85912"/>
                      </a:moveTo>
                      <a:cubicBezTo>
                        <a:pt x="96608" y="72367"/>
                        <a:pt x="102664" y="47658"/>
                        <a:pt x="108564" y="40731"/>
                      </a:cubicBezTo>
                      <a:cubicBezTo>
                        <a:pt x="114466" y="33805"/>
                        <a:pt x="90884" y="26250"/>
                        <a:pt x="86840" y="22203"/>
                      </a:cubicBezTo>
                      <a:cubicBezTo>
                        <a:pt x="82798" y="18157"/>
                        <a:pt x="67532" y="-16764"/>
                        <a:pt x="33937" y="10028"/>
                      </a:cubicBezTo>
                      <a:cubicBezTo>
                        <a:pt x="342" y="36820"/>
                        <a:pt x="-1078" y="45560"/>
                        <a:pt x="353" y="67795"/>
                      </a:cubicBezTo>
                      <a:cubicBezTo>
                        <a:pt x="1785" y="90031"/>
                        <a:pt x="32694" y="101699"/>
                        <a:pt x="39600" y="109917"/>
                      </a:cubicBezTo>
                      <a:cubicBezTo>
                        <a:pt x="48522" y="120534"/>
                        <a:pt x="87496" y="85912"/>
                        <a:pt x="87496" y="8591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6" name="Google Shape;616;p2"/>
                <p:cNvSpPr/>
                <p:nvPr/>
              </p:nvSpPr>
              <p:spPr>
                <a:xfrm>
                  <a:off x="9835477" y="4247876"/>
                  <a:ext cx="46173" cy="26287"/>
                </a:xfrm>
                <a:custGeom>
                  <a:avLst/>
                  <a:gdLst/>
                  <a:ahLst/>
                  <a:cxnLst/>
                  <a:rect l="l" t="t" r="r" b="b"/>
                  <a:pathLst>
                    <a:path w="46173" h="26287" extrusionOk="0">
                      <a:moveTo>
                        <a:pt x="1334" y="13680"/>
                      </a:moveTo>
                      <a:cubicBezTo>
                        <a:pt x="16068" y="-9427"/>
                        <a:pt x="44329" y="37"/>
                        <a:pt x="45920" y="17751"/>
                      </a:cubicBezTo>
                      <a:cubicBezTo>
                        <a:pt x="47512" y="35468"/>
                        <a:pt x="41780" y="20127"/>
                        <a:pt x="23319" y="20028"/>
                      </a:cubicBezTo>
                      <a:cubicBezTo>
                        <a:pt x="4855" y="19932"/>
                        <a:pt x="-3462" y="21203"/>
                        <a:pt x="1334" y="1368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7" name="Google Shape;617;p2"/>
                <p:cNvSpPr/>
                <p:nvPr/>
              </p:nvSpPr>
              <p:spPr>
                <a:xfrm>
                  <a:off x="9917225" y="4190212"/>
                  <a:ext cx="38155" cy="21723"/>
                </a:xfrm>
                <a:custGeom>
                  <a:avLst/>
                  <a:gdLst/>
                  <a:ahLst/>
                  <a:cxnLst/>
                  <a:rect l="l" t="t" r="r" b="b"/>
                  <a:pathLst>
                    <a:path w="38155" h="21723" extrusionOk="0">
                      <a:moveTo>
                        <a:pt x="1103" y="11305"/>
                      </a:moveTo>
                      <a:cubicBezTo>
                        <a:pt x="13276" y="-7790"/>
                        <a:pt x="36632" y="30"/>
                        <a:pt x="37946" y="14670"/>
                      </a:cubicBezTo>
                      <a:cubicBezTo>
                        <a:pt x="39261" y="29310"/>
                        <a:pt x="34525" y="16634"/>
                        <a:pt x="19268" y="16551"/>
                      </a:cubicBezTo>
                      <a:cubicBezTo>
                        <a:pt x="4011" y="16469"/>
                        <a:pt x="-2861" y="17523"/>
                        <a:pt x="1103" y="1130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8" name="Google Shape;618;p2"/>
                <p:cNvSpPr/>
                <p:nvPr/>
              </p:nvSpPr>
              <p:spPr>
                <a:xfrm>
                  <a:off x="9987447" y="4143580"/>
                  <a:ext cx="38154" cy="21723"/>
                </a:xfrm>
                <a:custGeom>
                  <a:avLst/>
                  <a:gdLst/>
                  <a:ahLst/>
                  <a:cxnLst/>
                  <a:rect l="l" t="t" r="r" b="b"/>
                  <a:pathLst>
                    <a:path w="38154" h="21723" extrusionOk="0">
                      <a:moveTo>
                        <a:pt x="1102" y="11305"/>
                      </a:moveTo>
                      <a:cubicBezTo>
                        <a:pt x="13275" y="-7790"/>
                        <a:pt x="36631" y="30"/>
                        <a:pt x="37945" y="14670"/>
                      </a:cubicBezTo>
                      <a:cubicBezTo>
                        <a:pt x="39260" y="29309"/>
                        <a:pt x="34524" y="16634"/>
                        <a:pt x="19267" y="16551"/>
                      </a:cubicBezTo>
                      <a:cubicBezTo>
                        <a:pt x="4010" y="16469"/>
                        <a:pt x="-2859" y="17523"/>
                        <a:pt x="1102" y="1130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9" name="Google Shape;619;p2"/>
                <p:cNvSpPr/>
                <p:nvPr/>
              </p:nvSpPr>
              <p:spPr>
                <a:xfrm>
                  <a:off x="10071891" y="4094173"/>
                  <a:ext cx="38155" cy="21723"/>
                </a:xfrm>
                <a:custGeom>
                  <a:avLst/>
                  <a:gdLst/>
                  <a:ahLst/>
                  <a:cxnLst/>
                  <a:rect l="l" t="t" r="r" b="b"/>
                  <a:pathLst>
                    <a:path w="38155" h="21723" extrusionOk="0">
                      <a:moveTo>
                        <a:pt x="1103" y="11305"/>
                      </a:moveTo>
                      <a:cubicBezTo>
                        <a:pt x="13276" y="-7790"/>
                        <a:pt x="36632" y="30"/>
                        <a:pt x="37946" y="14670"/>
                      </a:cubicBezTo>
                      <a:cubicBezTo>
                        <a:pt x="39261" y="29309"/>
                        <a:pt x="34525" y="16634"/>
                        <a:pt x="19268" y="16551"/>
                      </a:cubicBezTo>
                      <a:cubicBezTo>
                        <a:pt x="4011" y="16471"/>
                        <a:pt x="-2861" y="17523"/>
                        <a:pt x="1103" y="1130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0" name="Google Shape;620;p2"/>
                <p:cNvSpPr/>
                <p:nvPr/>
              </p:nvSpPr>
              <p:spPr>
                <a:xfrm>
                  <a:off x="10144720" y="4050481"/>
                  <a:ext cx="31308" cy="17825"/>
                </a:xfrm>
                <a:custGeom>
                  <a:avLst/>
                  <a:gdLst/>
                  <a:ahLst/>
                  <a:cxnLst/>
                  <a:rect l="l" t="t" r="r" b="b"/>
                  <a:pathLst>
                    <a:path w="31308" h="17825" extrusionOk="0">
                      <a:moveTo>
                        <a:pt x="905" y="9276"/>
                      </a:moveTo>
                      <a:cubicBezTo>
                        <a:pt x="10895" y="-6392"/>
                        <a:pt x="30059" y="25"/>
                        <a:pt x="31137" y="12038"/>
                      </a:cubicBezTo>
                      <a:cubicBezTo>
                        <a:pt x="32216" y="24051"/>
                        <a:pt x="28330" y="13649"/>
                        <a:pt x="15812" y="13583"/>
                      </a:cubicBezTo>
                      <a:cubicBezTo>
                        <a:pt x="3294" y="13514"/>
                        <a:pt x="-2348" y="14376"/>
                        <a:pt x="905" y="927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1" name="Google Shape;621;p2"/>
                <p:cNvSpPr/>
                <p:nvPr/>
              </p:nvSpPr>
              <p:spPr>
                <a:xfrm>
                  <a:off x="10201220" y="4027905"/>
                  <a:ext cx="31309" cy="17825"/>
                </a:xfrm>
                <a:custGeom>
                  <a:avLst/>
                  <a:gdLst/>
                  <a:ahLst/>
                  <a:cxnLst/>
                  <a:rect l="l" t="t" r="r" b="b"/>
                  <a:pathLst>
                    <a:path w="31309" h="17825" extrusionOk="0">
                      <a:moveTo>
                        <a:pt x="905" y="9276"/>
                      </a:moveTo>
                      <a:cubicBezTo>
                        <a:pt x="10895" y="-6392"/>
                        <a:pt x="30058" y="25"/>
                        <a:pt x="31138" y="12038"/>
                      </a:cubicBezTo>
                      <a:cubicBezTo>
                        <a:pt x="32216" y="24051"/>
                        <a:pt x="28330" y="13649"/>
                        <a:pt x="15810" y="13583"/>
                      </a:cubicBezTo>
                      <a:cubicBezTo>
                        <a:pt x="3292" y="13517"/>
                        <a:pt x="-2348" y="14378"/>
                        <a:pt x="905" y="927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2" name="Google Shape;622;p2"/>
                <p:cNvSpPr/>
                <p:nvPr/>
              </p:nvSpPr>
              <p:spPr>
                <a:xfrm>
                  <a:off x="10251713" y="4022281"/>
                  <a:ext cx="26417" cy="15040"/>
                </a:xfrm>
                <a:custGeom>
                  <a:avLst/>
                  <a:gdLst/>
                  <a:ahLst/>
                  <a:cxnLst/>
                  <a:rect l="l" t="t" r="r" b="b"/>
                  <a:pathLst>
                    <a:path w="26417" h="15040" extrusionOk="0">
                      <a:moveTo>
                        <a:pt x="764" y="7827"/>
                      </a:moveTo>
                      <a:cubicBezTo>
                        <a:pt x="9193" y="-5393"/>
                        <a:pt x="25364" y="20"/>
                        <a:pt x="26274" y="10156"/>
                      </a:cubicBezTo>
                      <a:cubicBezTo>
                        <a:pt x="27183" y="20293"/>
                        <a:pt x="23905" y="11517"/>
                        <a:pt x="13342" y="11460"/>
                      </a:cubicBezTo>
                      <a:cubicBezTo>
                        <a:pt x="2778" y="11405"/>
                        <a:pt x="-1982" y="12134"/>
                        <a:pt x="764" y="782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3" name="Google Shape;623;p2"/>
                <p:cNvSpPr/>
                <p:nvPr/>
              </p:nvSpPr>
              <p:spPr>
                <a:xfrm>
                  <a:off x="9774317" y="4309233"/>
                  <a:ext cx="46173" cy="26287"/>
                </a:xfrm>
                <a:custGeom>
                  <a:avLst/>
                  <a:gdLst/>
                  <a:ahLst/>
                  <a:cxnLst/>
                  <a:rect l="l" t="t" r="r" b="b"/>
                  <a:pathLst>
                    <a:path w="46173" h="26287" extrusionOk="0">
                      <a:moveTo>
                        <a:pt x="1334" y="13680"/>
                      </a:moveTo>
                      <a:cubicBezTo>
                        <a:pt x="16065" y="-9427"/>
                        <a:pt x="44330" y="37"/>
                        <a:pt x="45921" y="17751"/>
                      </a:cubicBezTo>
                      <a:cubicBezTo>
                        <a:pt x="47512" y="35468"/>
                        <a:pt x="41781" y="20127"/>
                        <a:pt x="23319" y="20028"/>
                      </a:cubicBezTo>
                      <a:cubicBezTo>
                        <a:pt x="4855" y="19932"/>
                        <a:pt x="-3462" y="21203"/>
                        <a:pt x="1334" y="1368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4" name="Google Shape;624;p2"/>
                <p:cNvSpPr/>
                <p:nvPr/>
              </p:nvSpPr>
              <p:spPr>
                <a:xfrm>
                  <a:off x="9911500" y="4731291"/>
                  <a:ext cx="114000" cy="115663"/>
                </a:xfrm>
                <a:custGeom>
                  <a:avLst/>
                  <a:gdLst/>
                  <a:ahLst/>
                  <a:cxnLst/>
                  <a:rect l="l" t="t" r="r" b="b"/>
                  <a:pathLst>
                    <a:path w="114000" h="115663" extrusionOk="0">
                      <a:moveTo>
                        <a:pt x="21138" y="16178"/>
                      </a:moveTo>
                      <a:cubicBezTo>
                        <a:pt x="34331" y="8486"/>
                        <a:pt x="60217" y="5971"/>
                        <a:pt x="66748" y="684"/>
                      </a:cubicBezTo>
                      <a:cubicBezTo>
                        <a:pt x="73280" y="-4604"/>
                        <a:pt x="85578" y="22346"/>
                        <a:pt x="90683" y="27420"/>
                      </a:cubicBezTo>
                      <a:cubicBezTo>
                        <a:pt x="95787" y="32496"/>
                        <a:pt x="129170" y="47531"/>
                        <a:pt x="105759" y="79716"/>
                      </a:cubicBezTo>
                      <a:cubicBezTo>
                        <a:pt x="82348" y="111900"/>
                        <a:pt x="80378" y="119373"/>
                        <a:pt x="55897" y="114138"/>
                      </a:cubicBezTo>
                      <a:cubicBezTo>
                        <a:pt x="31416" y="108903"/>
                        <a:pt x="13375" y="73292"/>
                        <a:pt x="3230" y="64406"/>
                      </a:cubicBezTo>
                      <a:cubicBezTo>
                        <a:pt x="-9876" y="52930"/>
                        <a:pt x="21138" y="16178"/>
                        <a:pt x="21138" y="1617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5" name="Google Shape;625;p2"/>
                <p:cNvSpPr/>
                <p:nvPr/>
              </p:nvSpPr>
              <p:spPr>
                <a:xfrm>
                  <a:off x="9841523" y="4797417"/>
                  <a:ext cx="121392" cy="118219"/>
                </a:xfrm>
                <a:custGeom>
                  <a:avLst/>
                  <a:gdLst/>
                  <a:ahLst/>
                  <a:cxnLst/>
                  <a:rect l="l" t="t" r="r" b="b"/>
                  <a:pathLst>
                    <a:path w="121392" h="118219" extrusionOk="0">
                      <a:moveTo>
                        <a:pt x="24335" y="19787"/>
                      </a:moveTo>
                      <a:cubicBezTo>
                        <a:pt x="38266" y="11045"/>
                        <a:pt x="64714" y="6663"/>
                        <a:pt x="71714" y="833"/>
                      </a:cubicBezTo>
                      <a:cubicBezTo>
                        <a:pt x="78714" y="-4996"/>
                        <a:pt x="89294" y="21497"/>
                        <a:pt x="94117" y="26288"/>
                      </a:cubicBezTo>
                      <a:cubicBezTo>
                        <a:pt x="98941" y="31079"/>
                        <a:pt x="138648" y="50956"/>
                        <a:pt x="112618" y="85285"/>
                      </a:cubicBezTo>
                      <a:cubicBezTo>
                        <a:pt x="86585" y="119616"/>
                        <a:pt x="77162" y="120375"/>
                        <a:pt x="52688" y="116790"/>
                      </a:cubicBezTo>
                      <a:cubicBezTo>
                        <a:pt x="28214" y="113206"/>
                        <a:pt x="12422" y="78324"/>
                        <a:pt x="2752" y="70019"/>
                      </a:cubicBezTo>
                      <a:cubicBezTo>
                        <a:pt x="-9738" y="59291"/>
                        <a:pt x="24335" y="19787"/>
                        <a:pt x="24335" y="1978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6" name="Google Shape;626;p2"/>
                <p:cNvSpPr/>
                <p:nvPr/>
              </p:nvSpPr>
              <p:spPr>
                <a:xfrm>
                  <a:off x="9779799" y="4859337"/>
                  <a:ext cx="121391" cy="118219"/>
                </a:xfrm>
                <a:custGeom>
                  <a:avLst/>
                  <a:gdLst/>
                  <a:ahLst/>
                  <a:cxnLst/>
                  <a:rect l="l" t="t" r="r" b="b"/>
                  <a:pathLst>
                    <a:path w="121391" h="118219" extrusionOk="0">
                      <a:moveTo>
                        <a:pt x="24334" y="19787"/>
                      </a:moveTo>
                      <a:cubicBezTo>
                        <a:pt x="38265" y="11045"/>
                        <a:pt x="64714" y="6663"/>
                        <a:pt x="71713" y="833"/>
                      </a:cubicBezTo>
                      <a:cubicBezTo>
                        <a:pt x="78715" y="-4996"/>
                        <a:pt x="89292" y="21497"/>
                        <a:pt x="94116" y="26288"/>
                      </a:cubicBezTo>
                      <a:cubicBezTo>
                        <a:pt x="98940" y="31079"/>
                        <a:pt x="138647" y="50956"/>
                        <a:pt x="112617" y="85285"/>
                      </a:cubicBezTo>
                      <a:cubicBezTo>
                        <a:pt x="86584" y="119616"/>
                        <a:pt x="77161" y="120375"/>
                        <a:pt x="52687" y="116791"/>
                      </a:cubicBezTo>
                      <a:cubicBezTo>
                        <a:pt x="28213" y="113206"/>
                        <a:pt x="12421" y="78324"/>
                        <a:pt x="2752" y="70020"/>
                      </a:cubicBezTo>
                      <a:cubicBezTo>
                        <a:pt x="-9737" y="59291"/>
                        <a:pt x="24334" y="19787"/>
                        <a:pt x="24334" y="1978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7" name="Google Shape;627;p2"/>
                <p:cNvSpPr/>
                <p:nvPr/>
              </p:nvSpPr>
              <p:spPr>
                <a:xfrm>
                  <a:off x="9727763" y="4932444"/>
                  <a:ext cx="121392" cy="118219"/>
                </a:xfrm>
                <a:custGeom>
                  <a:avLst/>
                  <a:gdLst/>
                  <a:ahLst/>
                  <a:cxnLst/>
                  <a:rect l="l" t="t" r="r" b="b"/>
                  <a:pathLst>
                    <a:path w="121392" h="118219" extrusionOk="0">
                      <a:moveTo>
                        <a:pt x="24334" y="19787"/>
                      </a:moveTo>
                      <a:cubicBezTo>
                        <a:pt x="38265" y="11045"/>
                        <a:pt x="64714" y="6663"/>
                        <a:pt x="71716" y="833"/>
                      </a:cubicBezTo>
                      <a:cubicBezTo>
                        <a:pt x="78718" y="-4996"/>
                        <a:pt x="89295" y="21497"/>
                        <a:pt x="94116" y="26288"/>
                      </a:cubicBezTo>
                      <a:cubicBezTo>
                        <a:pt x="98940" y="31079"/>
                        <a:pt x="138650" y="50956"/>
                        <a:pt x="112617" y="85285"/>
                      </a:cubicBezTo>
                      <a:cubicBezTo>
                        <a:pt x="86584" y="119617"/>
                        <a:pt x="77161" y="120375"/>
                        <a:pt x="52687" y="116791"/>
                      </a:cubicBezTo>
                      <a:cubicBezTo>
                        <a:pt x="28213" y="113206"/>
                        <a:pt x="12421" y="78324"/>
                        <a:pt x="2752" y="70020"/>
                      </a:cubicBezTo>
                      <a:cubicBezTo>
                        <a:pt x="-9737" y="59291"/>
                        <a:pt x="24334" y="19787"/>
                        <a:pt x="24334" y="1978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8" name="Google Shape;628;p2"/>
                <p:cNvSpPr/>
                <p:nvPr/>
              </p:nvSpPr>
              <p:spPr>
                <a:xfrm>
                  <a:off x="9924094" y="4836399"/>
                  <a:ext cx="30872" cy="51085"/>
                </a:xfrm>
                <a:custGeom>
                  <a:avLst/>
                  <a:gdLst/>
                  <a:ahLst/>
                  <a:cxnLst/>
                  <a:rect l="l" t="t" r="r" b="b"/>
                  <a:pathLst>
                    <a:path w="30872" h="51085" extrusionOk="0">
                      <a:moveTo>
                        <a:pt x="18026" y="49919"/>
                      </a:moveTo>
                      <a:cubicBezTo>
                        <a:pt x="41872" y="35897"/>
                        <a:pt x="28750" y="4108"/>
                        <a:pt x="9207" y="759"/>
                      </a:cubicBezTo>
                      <a:cubicBezTo>
                        <a:pt x="-10336" y="-2592"/>
                        <a:pt x="7012" y="5075"/>
                        <a:pt x="8925" y="25286"/>
                      </a:cubicBezTo>
                      <a:cubicBezTo>
                        <a:pt x="10839" y="45501"/>
                        <a:pt x="10260" y="54487"/>
                        <a:pt x="18026" y="4991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29" name="Google Shape;629;p2"/>
                <p:cNvSpPr/>
                <p:nvPr/>
              </p:nvSpPr>
              <p:spPr>
                <a:xfrm>
                  <a:off x="9862935" y="4897757"/>
                  <a:ext cx="30872" cy="51084"/>
                </a:xfrm>
                <a:custGeom>
                  <a:avLst/>
                  <a:gdLst/>
                  <a:ahLst/>
                  <a:cxnLst/>
                  <a:rect l="l" t="t" r="r" b="b"/>
                  <a:pathLst>
                    <a:path w="30872" h="51084" extrusionOk="0">
                      <a:moveTo>
                        <a:pt x="18026" y="49920"/>
                      </a:moveTo>
                      <a:cubicBezTo>
                        <a:pt x="41871" y="35897"/>
                        <a:pt x="28750" y="4108"/>
                        <a:pt x="9207" y="759"/>
                      </a:cubicBezTo>
                      <a:cubicBezTo>
                        <a:pt x="-10336" y="-2592"/>
                        <a:pt x="7012" y="5075"/>
                        <a:pt x="8926" y="25288"/>
                      </a:cubicBezTo>
                      <a:cubicBezTo>
                        <a:pt x="10839" y="45498"/>
                        <a:pt x="10263" y="54485"/>
                        <a:pt x="18026" y="4992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0" name="Google Shape;630;p2"/>
                <p:cNvSpPr/>
                <p:nvPr/>
              </p:nvSpPr>
              <p:spPr>
                <a:xfrm>
                  <a:off x="9801425" y="4982234"/>
                  <a:ext cx="30872" cy="51084"/>
                </a:xfrm>
                <a:custGeom>
                  <a:avLst/>
                  <a:gdLst/>
                  <a:ahLst/>
                  <a:cxnLst/>
                  <a:rect l="l" t="t" r="r" b="b"/>
                  <a:pathLst>
                    <a:path w="30872" h="51084" extrusionOk="0">
                      <a:moveTo>
                        <a:pt x="18026" y="49920"/>
                      </a:moveTo>
                      <a:cubicBezTo>
                        <a:pt x="41871" y="35898"/>
                        <a:pt x="28750" y="4108"/>
                        <a:pt x="9207" y="759"/>
                      </a:cubicBezTo>
                      <a:cubicBezTo>
                        <a:pt x="-10336" y="-2592"/>
                        <a:pt x="7012" y="5075"/>
                        <a:pt x="8926" y="25288"/>
                      </a:cubicBezTo>
                      <a:cubicBezTo>
                        <a:pt x="10839" y="45501"/>
                        <a:pt x="10263" y="54485"/>
                        <a:pt x="18026" y="4992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1" name="Google Shape;631;p2"/>
                <p:cNvSpPr/>
                <p:nvPr/>
              </p:nvSpPr>
              <p:spPr>
                <a:xfrm>
                  <a:off x="9679056" y="4982628"/>
                  <a:ext cx="124972" cy="124156"/>
                </a:xfrm>
                <a:custGeom>
                  <a:avLst/>
                  <a:gdLst/>
                  <a:ahLst/>
                  <a:cxnLst/>
                  <a:rect l="l" t="t" r="r" b="b"/>
                  <a:pathLst>
                    <a:path w="124972" h="124156" extrusionOk="0">
                      <a:moveTo>
                        <a:pt x="28286" y="18619"/>
                      </a:moveTo>
                      <a:cubicBezTo>
                        <a:pt x="43700" y="10017"/>
                        <a:pt x="72383" y="6631"/>
                        <a:pt x="80199" y="784"/>
                      </a:cubicBezTo>
                      <a:cubicBezTo>
                        <a:pt x="88014" y="-5062"/>
                        <a:pt x="98137" y="23529"/>
                        <a:pt x="103100" y="28840"/>
                      </a:cubicBezTo>
                      <a:cubicBezTo>
                        <a:pt x="108063" y="34150"/>
                        <a:pt x="142773" y="49400"/>
                        <a:pt x="113110" y="84559"/>
                      </a:cubicBezTo>
                      <a:cubicBezTo>
                        <a:pt x="83445" y="119715"/>
                        <a:pt x="80354" y="127789"/>
                        <a:pt x="54177" y="122822"/>
                      </a:cubicBezTo>
                      <a:cubicBezTo>
                        <a:pt x="28000" y="117854"/>
                        <a:pt x="12666" y="80117"/>
                        <a:pt x="2653" y="70850"/>
                      </a:cubicBezTo>
                      <a:cubicBezTo>
                        <a:pt x="-10281" y="58880"/>
                        <a:pt x="28286" y="18619"/>
                        <a:pt x="28286" y="1861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2" name="Google Shape;632;p2"/>
                <p:cNvSpPr/>
                <p:nvPr/>
              </p:nvSpPr>
              <p:spPr>
                <a:xfrm>
                  <a:off x="9593190" y="5055950"/>
                  <a:ext cx="141957" cy="135822"/>
                </a:xfrm>
                <a:custGeom>
                  <a:avLst/>
                  <a:gdLst/>
                  <a:ahLst/>
                  <a:cxnLst/>
                  <a:rect l="l" t="t" r="r" b="b"/>
                  <a:pathLst>
                    <a:path w="141957" h="135822" extrusionOk="0">
                      <a:moveTo>
                        <a:pt x="30710" y="20214"/>
                      </a:moveTo>
                      <a:cubicBezTo>
                        <a:pt x="47445" y="10873"/>
                        <a:pt x="78588" y="7197"/>
                        <a:pt x="87074" y="852"/>
                      </a:cubicBezTo>
                      <a:cubicBezTo>
                        <a:pt x="95559" y="-5497"/>
                        <a:pt x="106551" y="25547"/>
                        <a:pt x="111938" y="31312"/>
                      </a:cubicBezTo>
                      <a:cubicBezTo>
                        <a:pt x="117326" y="37078"/>
                        <a:pt x="162713" y="62011"/>
                        <a:pt x="130503" y="100183"/>
                      </a:cubicBezTo>
                      <a:cubicBezTo>
                        <a:pt x="98296" y="138354"/>
                        <a:pt x="87243" y="138740"/>
                        <a:pt x="58823" y="133348"/>
                      </a:cubicBezTo>
                      <a:cubicBezTo>
                        <a:pt x="30404" y="127955"/>
                        <a:pt x="13753" y="86983"/>
                        <a:pt x="2880" y="76922"/>
                      </a:cubicBezTo>
                      <a:cubicBezTo>
                        <a:pt x="-11163" y="63924"/>
                        <a:pt x="30710" y="20214"/>
                        <a:pt x="30710" y="2021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3" name="Google Shape;633;p2"/>
                <p:cNvSpPr/>
                <p:nvPr/>
              </p:nvSpPr>
              <p:spPr>
                <a:xfrm>
                  <a:off x="9517838" y="5124031"/>
                  <a:ext cx="141956" cy="135821"/>
                </a:xfrm>
                <a:custGeom>
                  <a:avLst/>
                  <a:gdLst/>
                  <a:ahLst/>
                  <a:cxnLst/>
                  <a:rect l="l" t="t" r="r" b="b"/>
                  <a:pathLst>
                    <a:path w="141956" h="135821" extrusionOk="0">
                      <a:moveTo>
                        <a:pt x="30709" y="20216"/>
                      </a:moveTo>
                      <a:cubicBezTo>
                        <a:pt x="47445" y="10876"/>
                        <a:pt x="78587" y="7199"/>
                        <a:pt x="87073" y="852"/>
                      </a:cubicBezTo>
                      <a:cubicBezTo>
                        <a:pt x="95559" y="-5497"/>
                        <a:pt x="106549" y="25547"/>
                        <a:pt x="111937" y="31312"/>
                      </a:cubicBezTo>
                      <a:cubicBezTo>
                        <a:pt x="117326" y="37078"/>
                        <a:pt x="162712" y="62011"/>
                        <a:pt x="130502" y="100183"/>
                      </a:cubicBezTo>
                      <a:cubicBezTo>
                        <a:pt x="98294" y="138354"/>
                        <a:pt x="87242" y="138740"/>
                        <a:pt x="58822" y="133346"/>
                      </a:cubicBezTo>
                      <a:cubicBezTo>
                        <a:pt x="30402" y="127951"/>
                        <a:pt x="13751" y="86981"/>
                        <a:pt x="2880" y="76920"/>
                      </a:cubicBezTo>
                      <a:cubicBezTo>
                        <a:pt x="-11161" y="63927"/>
                        <a:pt x="30709" y="20216"/>
                        <a:pt x="30709" y="2021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4" name="Google Shape;634;p2"/>
                <p:cNvSpPr/>
                <p:nvPr/>
              </p:nvSpPr>
              <p:spPr>
                <a:xfrm>
                  <a:off x="9443051" y="5174472"/>
                  <a:ext cx="141955" cy="135822"/>
                </a:xfrm>
                <a:custGeom>
                  <a:avLst/>
                  <a:gdLst/>
                  <a:ahLst/>
                  <a:cxnLst/>
                  <a:rect l="l" t="t" r="r" b="b"/>
                  <a:pathLst>
                    <a:path w="141955" h="135822" extrusionOk="0">
                      <a:moveTo>
                        <a:pt x="30709" y="20214"/>
                      </a:moveTo>
                      <a:cubicBezTo>
                        <a:pt x="47445" y="10873"/>
                        <a:pt x="78587" y="7197"/>
                        <a:pt x="87073" y="852"/>
                      </a:cubicBezTo>
                      <a:cubicBezTo>
                        <a:pt x="95558" y="-5497"/>
                        <a:pt x="106549" y="25547"/>
                        <a:pt x="111938" y="31312"/>
                      </a:cubicBezTo>
                      <a:cubicBezTo>
                        <a:pt x="117326" y="37078"/>
                        <a:pt x="162710" y="62013"/>
                        <a:pt x="130502" y="100183"/>
                      </a:cubicBezTo>
                      <a:cubicBezTo>
                        <a:pt x="98295" y="138354"/>
                        <a:pt x="87242" y="138741"/>
                        <a:pt x="58822" y="133348"/>
                      </a:cubicBezTo>
                      <a:cubicBezTo>
                        <a:pt x="30401" y="127953"/>
                        <a:pt x="13751" y="86983"/>
                        <a:pt x="2879" y="76923"/>
                      </a:cubicBezTo>
                      <a:cubicBezTo>
                        <a:pt x="-11161" y="63927"/>
                        <a:pt x="30709" y="20214"/>
                        <a:pt x="30709" y="2021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5" name="Google Shape;635;p2"/>
                <p:cNvSpPr/>
                <p:nvPr/>
              </p:nvSpPr>
              <p:spPr>
                <a:xfrm>
                  <a:off x="9690904" y="5101403"/>
                  <a:ext cx="34708" cy="59443"/>
                </a:xfrm>
                <a:custGeom>
                  <a:avLst/>
                  <a:gdLst/>
                  <a:ahLst/>
                  <a:cxnLst/>
                  <a:rect l="l" t="t" r="r" b="b"/>
                  <a:pathLst>
                    <a:path w="34708" h="59443" extrusionOk="0">
                      <a:moveTo>
                        <a:pt x="18557" y="58270"/>
                      </a:moveTo>
                      <a:cubicBezTo>
                        <a:pt x="47155" y="43363"/>
                        <a:pt x="33464" y="6092"/>
                        <a:pt x="10796" y="1223"/>
                      </a:cubicBezTo>
                      <a:cubicBezTo>
                        <a:pt x="-11872" y="-3646"/>
                        <a:pt x="8007" y="6076"/>
                        <a:pt x="9198" y="29444"/>
                      </a:cubicBezTo>
                      <a:cubicBezTo>
                        <a:pt x="10385" y="52809"/>
                        <a:pt x="9244" y="63124"/>
                        <a:pt x="18557" y="5827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6" name="Google Shape;636;p2"/>
                <p:cNvSpPr/>
                <p:nvPr/>
              </p:nvSpPr>
              <p:spPr>
                <a:xfrm>
                  <a:off x="9765938" y="5018099"/>
                  <a:ext cx="28681" cy="49122"/>
                </a:xfrm>
                <a:custGeom>
                  <a:avLst/>
                  <a:gdLst/>
                  <a:ahLst/>
                  <a:cxnLst/>
                  <a:rect l="l" t="t" r="r" b="b"/>
                  <a:pathLst>
                    <a:path w="28681" h="49122" extrusionOk="0">
                      <a:moveTo>
                        <a:pt x="15335" y="48152"/>
                      </a:moveTo>
                      <a:cubicBezTo>
                        <a:pt x="38967" y="35833"/>
                        <a:pt x="27654" y="5034"/>
                        <a:pt x="8922" y="1011"/>
                      </a:cubicBezTo>
                      <a:cubicBezTo>
                        <a:pt x="-9811" y="-3013"/>
                        <a:pt x="6618" y="5022"/>
                        <a:pt x="7601" y="24330"/>
                      </a:cubicBezTo>
                      <a:cubicBezTo>
                        <a:pt x="8584" y="43637"/>
                        <a:pt x="7637" y="52164"/>
                        <a:pt x="15335" y="4815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7" name="Google Shape;637;p2"/>
                <p:cNvSpPr/>
                <p:nvPr/>
              </p:nvSpPr>
              <p:spPr>
                <a:xfrm>
                  <a:off x="9616236" y="5168865"/>
                  <a:ext cx="34708" cy="59444"/>
                </a:xfrm>
                <a:custGeom>
                  <a:avLst/>
                  <a:gdLst/>
                  <a:ahLst/>
                  <a:cxnLst/>
                  <a:rect l="l" t="t" r="r" b="b"/>
                  <a:pathLst>
                    <a:path w="34708" h="59444" extrusionOk="0">
                      <a:moveTo>
                        <a:pt x="18557" y="58270"/>
                      </a:moveTo>
                      <a:cubicBezTo>
                        <a:pt x="47155" y="43363"/>
                        <a:pt x="33464" y="6092"/>
                        <a:pt x="10796" y="1223"/>
                      </a:cubicBezTo>
                      <a:cubicBezTo>
                        <a:pt x="-11872" y="-3646"/>
                        <a:pt x="8007" y="6076"/>
                        <a:pt x="9196" y="29444"/>
                      </a:cubicBezTo>
                      <a:cubicBezTo>
                        <a:pt x="10385" y="52811"/>
                        <a:pt x="9246" y="63126"/>
                        <a:pt x="18557" y="5827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8" name="Google Shape;638;p2"/>
                <p:cNvSpPr/>
                <p:nvPr/>
              </p:nvSpPr>
              <p:spPr>
                <a:xfrm>
                  <a:off x="9541463" y="5241197"/>
                  <a:ext cx="34708" cy="59443"/>
                </a:xfrm>
                <a:custGeom>
                  <a:avLst/>
                  <a:gdLst/>
                  <a:ahLst/>
                  <a:cxnLst/>
                  <a:rect l="l" t="t" r="r" b="b"/>
                  <a:pathLst>
                    <a:path w="34708" h="59443" extrusionOk="0">
                      <a:moveTo>
                        <a:pt x="18557" y="58270"/>
                      </a:moveTo>
                      <a:cubicBezTo>
                        <a:pt x="47155" y="43363"/>
                        <a:pt x="33464" y="6092"/>
                        <a:pt x="10796" y="1223"/>
                      </a:cubicBezTo>
                      <a:cubicBezTo>
                        <a:pt x="-11872" y="-3646"/>
                        <a:pt x="8007" y="6076"/>
                        <a:pt x="9196" y="29444"/>
                      </a:cubicBezTo>
                      <a:cubicBezTo>
                        <a:pt x="10385" y="52811"/>
                        <a:pt x="9244" y="63123"/>
                        <a:pt x="18557" y="5827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9" name="Google Shape;639;p2"/>
                <p:cNvSpPr/>
                <p:nvPr/>
              </p:nvSpPr>
              <p:spPr>
                <a:xfrm>
                  <a:off x="10403658" y="4089168"/>
                  <a:ext cx="14697" cy="30281"/>
                </a:xfrm>
                <a:custGeom>
                  <a:avLst/>
                  <a:gdLst/>
                  <a:ahLst/>
                  <a:cxnLst/>
                  <a:rect l="l" t="t" r="r" b="b"/>
                  <a:pathLst>
                    <a:path w="14697" h="30281" extrusionOk="0">
                      <a:moveTo>
                        <a:pt x="7593" y="38"/>
                      </a:moveTo>
                      <a:cubicBezTo>
                        <a:pt x="19492" y="-1231"/>
                        <a:pt x="14611" y="30005"/>
                        <a:pt x="6310" y="30272"/>
                      </a:cubicBezTo>
                      <a:cubicBezTo>
                        <a:pt x="-1990" y="30540"/>
                        <a:pt x="-669" y="25108"/>
                        <a:pt x="2203" y="16739"/>
                      </a:cubicBezTo>
                      <a:cubicBezTo>
                        <a:pt x="5074" y="8370"/>
                        <a:pt x="422" y="804"/>
                        <a:pt x="7593" y="3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0" name="Google Shape;640;p2"/>
                <p:cNvSpPr/>
                <p:nvPr/>
              </p:nvSpPr>
              <p:spPr>
                <a:xfrm>
                  <a:off x="10395217" y="4125676"/>
                  <a:ext cx="16883" cy="25977"/>
                </a:xfrm>
                <a:custGeom>
                  <a:avLst/>
                  <a:gdLst/>
                  <a:ahLst/>
                  <a:cxnLst/>
                  <a:rect l="l" t="t" r="r" b="b"/>
                  <a:pathLst>
                    <a:path w="16883" h="25977" extrusionOk="0">
                      <a:moveTo>
                        <a:pt x="13287" y="60"/>
                      </a:moveTo>
                      <a:cubicBezTo>
                        <a:pt x="19315" y="-1406"/>
                        <a:pt x="16860" y="24504"/>
                        <a:pt x="12539" y="25732"/>
                      </a:cubicBezTo>
                      <a:cubicBezTo>
                        <a:pt x="8219" y="26957"/>
                        <a:pt x="-1918" y="23503"/>
                        <a:pt x="318" y="17760"/>
                      </a:cubicBezTo>
                      <a:cubicBezTo>
                        <a:pt x="2554" y="12018"/>
                        <a:pt x="13287" y="60"/>
                        <a:pt x="13287" y="6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1" name="Google Shape;641;p2"/>
                <p:cNvSpPr/>
                <p:nvPr/>
              </p:nvSpPr>
              <p:spPr>
                <a:xfrm>
                  <a:off x="10372050" y="4147101"/>
                  <a:ext cx="36731" cy="42494"/>
                </a:xfrm>
                <a:custGeom>
                  <a:avLst/>
                  <a:gdLst/>
                  <a:ahLst/>
                  <a:cxnLst/>
                  <a:rect l="l" t="t" r="r" b="b"/>
                  <a:pathLst>
                    <a:path w="36731" h="42494" extrusionOk="0">
                      <a:moveTo>
                        <a:pt x="13313" y="12081"/>
                      </a:moveTo>
                      <a:cubicBezTo>
                        <a:pt x="19110" y="1182"/>
                        <a:pt x="31205" y="-4021"/>
                        <a:pt x="35036" y="3639"/>
                      </a:cubicBezTo>
                      <a:cubicBezTo>
                        <a:pt x="38868" y="11299"/>
                        <a:pt x="35876" y="29720"/>
                        <a:pt x="29363" y="38151"/>
                      </a:cubicBezTo>
                      <a:cubicBezTo>
                        <a:pt x="22850" y="46581"/>
                        <a:pt x="-1515" y="41445"/>
                        <a:pt x="74" y="33737"/>
                      </a:cubicBezTo>
                      <a:cubicBezTo>
                        <a:pt x="1663" y="26028"/>
                        <a:pt x="13313" y="12081"/>
                        <a:pt x="13313" y="1208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2" name="Google Shape;642;p2"/>
                <p:cNvSpPr/>
                <p:nvPr/>
              </p:nvSpPr>
              <p:spPr>
                <a:xfrm>
                  <a:off x="10354515" y="4185036"/>
                  <a:ext cx="46878" cy="67636"/>
                </a:xfrm>
                <a:custGeom>
                  <a:avLst/>
                  <a:gdLst/>
                  <a:ahLst/>
                  <a:cxnLst/>
                  <a:rect l="l" t="t" r="r" b="b"/>
                  <a:pathLst>
                    <a:path w="46878" h="67636" extrusionOk="0">
                      <a:moveTo>
                        <a:pt x="18674" y="12914"/>
                      </a:moveTo>
                      <a:cubicBezTo>
                        <a:pt x="24295" y="1341"/>
                        <a:pt x="25703" y="-354"/>
                        <a:pt x="35435" y="54"/>
                      </a:cubicBezTo>
                      <a:cubicBezTo>
                        <a:pt x="45166" y="460"/>
                        <a:pt x="47448" y="22187"/>
                        <a:pt x="46767" y="33886"/>
                      </a:cubicBezTo>
                      <a:cubicBezTo>
                        <a:pt x="46085" y="45588"/>
                        <a:pt x="35679" y="64503"/>
                        <a:pt x="26236" y="67196"/>
                      </a:cubicBezTo>
                      <a:cubicBezTo>
                        <a:pt x="16790" y="69891"/>
                        <a:pt x="-1249" y="59569"/>
                        <a:pt x="68" y="53953"/>
                      </a:cubicBezTo>
                      <a:cubicBezTo>
                        <a:pt x="1385" y="48336"/>
                        <a:pt x="19327" y="32444"/>
                        <a:pt x="21262" y="26201"/>
                      </a:cubicBezTo>
                      <a:cubicBezTo>
                        <a:pt x="23196" y="19958"/>
                        <a:pt x="18674" y="12914"/>
                        <a:pt x="18674" y="1291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3" name="Google Shape;643;p2"/>
                <p:cNvSpPr/>
                <p:nvPr/>
              </p:nvSpPr>
              <p:spPr>
                <a:xfrm>
                  <a:off x="10316576" y="4242091"/>
                  <a:ext cx="67744" cy="80543"/>
                </a:xfrm>
                <a:custGeom>
                  <a:avLst/>
                  <a:gdLst/>
                  <a:ahLst/>
                  <a:cxnLst/>
                  <a:rect l="l" t="t" r="r" b="b"/>
                  <a:pathLst>
                    <a:path w="67744" h="80543" extrusionOk="0">
                      <a:moveTo>
                        <a:pt x="20030" y="38043"/>
                      </a:moveTo>
                      <a:cubicBezTo>
                        <a:pt x="27894" y="27247"/>
                        <a:pt x="22830" y="16521"/>
                        <a:pt x="26504" y="10045"/>
                      </a:cubicBezTo>
                      <a:cubicBezTo>
                        <a:pt x="30178" y="3568"/>
                        <a:pt x="42563" y="-1545"/>
                        <a:pt x="46806" y="430"/>
                      </a:cubicBezTo>
                      <a:cubicBezTo>
                        <a:pt x="51046" y="2405"/>
                        <a:pt x="76085" y="1456"/>
                        <a:pt x="64888" y="34788"/>
                      </a:cubicBezTo>
                      <a:cubicBezTo>
                        <a:pt x="53691" y="68121"/>
                        <a:pt x="53458" y="74569"/>
                        <a:pt x="35961" y="79692"/>
                      </a:cubicBezTo>
                      <a:cubicBezTo>
                        <a:pt x="18462" y="84817"/>
                        <a:pt x="-4979" y="65393"/>
                        <a:pt x="933" y="58897"/>
                      </a:cubicBezTo>
                      <a:cubicBezTo>
                        <a:pt x="6844" y="52402"/>
                        <a:pt x="20030" y="38043"/>
                        <a:pt x="20030" y="38043"/>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4" name="Google Shape;644;p2"/>
                <p:cNvSpPr/>
                <p:nvPr/>
              </p:nvSpPr>
              <p:spPr>
                <a:xfrm>
                  <a:off x="10265703" y="4314839"/>
                  <a:ext cx="76254" cy="90657"/>
                </a:xfrm>
                <a:custGeom>
                  <a:avLst/>
                  <a:gdLst/>
                  <a:ahLst/>
                  <a:cxnLst/>
                  <a:rect l="l" t="t" r="r" b="b"/>
                  <a:pathLst>
                    <a:path w="76254" h="90657" extrusionOk="0">
                      <a:moveTo>
                        <a:pt x="22548" y="42821"/>
                      </a:moveTo>
                      <a:cubicBezTo>
                        <a:pt x="31399" y="30666"/>
                        <a:pt x="25700" y="18596"/>
                        <a:pt x="29833" y="11306"/>
                      </a:cubicBezTo>
                      <a:cubicBezTo>
                        <a:pt x="33969" y="4016"/>
                        <a:pt x="47908" y="-1740"/>
                        <a:pt x="52684" y="484"/>
                      </a:cubicBezTo>
                      <a:cubicBezTo>
                        <a:pt x="57459" y="2708"/>
                        <a:pt x="85641" y="1639"/>
                        <a:pt x="73038" y="39156"/>
                      </a:cubicBezTo>
                      <a:cubicBezTo>
                        <a:pt x="60436" y="76674"/>
                        <a:pt x="60175" y="83932"/>
                        <a:pt x="40477" y="89700"/>
                      </a:cubicBezTo>
                      <a:cubicBezTo>
                        <a:pt x="20781" y="95467"/>
                        <a:pt x="-5604" y="73604"/>
                        <a:pt x="1050" y="66291"/>
                      </a:cubicBezTo>
                      <a:cubicBezTo>
                        <a:pt x="7705" y="58983"/>
                        <a:pt x="22548" y="42821"/>
                        <a:pt x="22548" y="4282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5" name="Google Shape;645;p2"/>
                <p:cNvSpPr/>
                <p:nvPr/>
              </p:nvSpPr>
              <p:spPr>
                <a:xfrm>
                  <a:off x="10214064" y="4390664"/>
                  <a:ext cx="89481" cy="82254"/>
                </a:xfrm>
                <a:custGeom>
                  <a:avLst/>
                  <a:gdLst/>
                  <a:ahLst/>
                  <a:cxnLst/>
                  <a:rect l="l" t="t" r="r" b="b"/>
                  <a:pathLst>
                    <a:path w="89481" h="82254" extrusionOk="0">
                      <a:moveTo>
                        <a:pt x="30494" y="31930"/>
                      </a:moveTo>
                      <a:cubicBezTo>
                        <a:pt x="42944" y="23497"/>
                        <a:pt x="41675" y="10209"/>
                        <a:pt x="48035" y="4754"/>
                      </a:cubicBezTo>
                      <a:cubicBezTo>
                        <a:pt x="54397" y="-702"/>
                        <a:pt x="69464" y="-1390"/>
                        <a:pt x="73201" y="2322"/>
                      </a:cubicBezTo>
                      <a:cubicBezTo>
                        <a:pt x="76938" y="6035"/>
                        <a:pt x="103813" y="14584"/>
                        <a:pt x="79236" y="45605"/>
                      </a:cubicBezTo>
                      <a:cubicBezTo>
                        <a:pt x="54659" y="76626"/>
                        <a:pt x="51950" y="83365"/>
                        <a:pt x="31466" y="82115"/>
                      </a:cubicBezTo>
                      <a:cubicBezTo>
                        <a:pt x="10981" y="80862"/>
                        <a:pt x="-6427" y="51347"/>
                        <a:pt x="2312" y="46725"/>
                      </a:cubicBezTo>
                      <a:cubicBezTo>
                        <a:pt x="11052" y="42101"/>
                        <a:pt x="30494" y="31930"/>
                        <a:pt x="30494" y="3193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6" name="Google Shape;646;p2"/>
                <p:cNvSpPr/>
                <p:nvPr/>
              </p:nvSpPr>
              <p:spPr>
                <a:xfrm>
                  <a:off x="10151881" y="4448491"/>
                  <a:ext cx="96419" cy="102945"/>
                </a:xfrm>
                <a:custGeom>
                  <a:avLst/>
                  <a:gdLst/>
                  <a:ahLst/>
                  <a:cxnLst/>
                  <a:rect l="l" t="t" r="r" b="b"/>
                  <a:pathLst>
                    <a:path w="96419" h="102945" extrusionOk="0">
                      <a:moveTo>
                        <a:pt x="19532" y="24992"/>
                      </a:moveTo>
                      <a:cubicBezTo>
                        <a:pt x="31006" y="15274"/>
                        <a:pt x="53011" y="7220"/>
                        <a:pt x="58751" y="1115"/>
                      </a:cubicBezTo>
                      <a:cubicBezTo>
                        <a:pt x="64491" y="-4991"/>
                        <a:pt x="73807" y="15830"/>
                        <a:pt x="77919" y="19119"/>
                      </a:cubicBezTo>
                      <a:cubicBezTo>
                        <a:pt x="82034" y="22409"/>
                        <a:pt x="109670" y="28030"/>
                        <a:pt x="88556" y="61506"/>
                      </a:cubicBezTo>
                      <a:cubicBezTo>
                        <a:pt x="67442" y="94982"/>
                        <a:pt x="65472" y="101973"/>
                        <a:pt x="44971" y="102922"/>
                      </a:cubicBezTo>
                      <a:cubicBezTo>
                        <a:pt x="24470" y="103870"/>
                        <a:pt x="10649" y="76763"/>
                        <a:pt x="2424" y="71274"/>
                      </a:cubicBezTo>
                      <a:cubicBezTo>
                        <a:pt x="-8199" y="64185"/>
                        <a:pt x="19532" y="24992"/>
                        <a:pt x="19532" y="2499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7" name="Google Shape;647;p2"/>
                <p:cNvSpPr/>
                <p:nvPr/>
              </p:nvSpPr>
              <p:spPr>
                <a:xfrm>
                  <a:off x="10089572" y="4521465"/>
                  <a:ext cx="110054" cy="111771"/>
                </a:xfrm>
                <a:custGeom>
                  <a:avLst/>
                  <a:gdLst/>
                  <a:ahLst/>
                  <a:cxnLst/>
                  <a:rect l="l" t="t" r="r" b="b"/>
                  <a:pathLst>
                    <a:path w="110054" h="111771" extrusionOk="0">
                      <a:moveTo>
                        <a:pt x="21208" y="27134"/>
                      </a:moveTo>
                      <a:cubicBezTo>
                        <a:pt x="33664" y="16583"/>
                        <a:pt x="57555" y="7840"/>
                        <a:pt x="63789" y="1210"/>
                      </a:cubicBezTo>
                      <a:cubicBezTo>
                        <a:pt x="70021" y="-5419"/>
                        <a:pt x="80134" y="17185"/>
                        <a:pt x="84601" y="20758"/>
                      </a:cubicBezTo>
                      <a:cubicBezTo>
                        <a:pt x="89068" y="24329"/>
                        <a:pt x="125461" y="35649"/>
                        <a:pt x="102536" y="71994"/>
                      </a:cubicBezTo>
                      <a:cubicBezTo>
                        <a:pt x="79613" y="108339"/>
                        <a:pt x="71086" y="110714"/>
                        <a:pt x="48827" y="111745"/>
                      </a:cubicBezTo>
                      <a:cubicBezTo>
                        <a:pt x="26568" y="112776"/>
                        <a:pt x="11563" y="83344"/>
                        <a:pt x="2632" y="77384"/>
                      </a:cubicBezTo>
                      <a:cubicBezTo>
                        <a:pt x="-8901" y="69687"/>
                        <a:pt x="21208" y="27134"/>
                        <a:pt x="21208" y="2713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8" name="Google Shape;648;p2"/>
                <p:cNvSpPr/>
                <p:nvPr/>
              </p:nvSpPr>
              <p:spPr>
                <a:xfrm>
                  <a:off x="10034839" y="4589642"/>
                  <a:ext cx="110053" cy="111771"/>
                </a:xfrm>
                <a:custGeom>
                  <a:avLst/>
                  <a:gdLst/>
                  <a:ahLst/>
                  <a:cxnLst/>
                  <a:rect l="l" t="t" r="r" b="b"/>
                  <a:pathLst>
                    <a:path w="110053" h="111771" extrusionOk="0">
                      <a:moveTo>
                        <a:pt x="21206" y="27134"/>
                      </a:moveTo>
                      <a:cubicBezTo>
                        <a:pt x="33663" y="16584"/>
                        <a:pt x="57554" y="7840"/>
                        <a:pt x="63788" y="1210"/>
                      </a:cubicBezTo>
                      <a:cubicBezTo>
                        <a:pt x="70019" y="-5419"/>
                        <a:pt x="80132" y="17185"/>
                        <a:pt x="84599" y="20758"/>
                      </a:cubicBezTo>
                      <a:cubicBezTo>
                        <a:pt x="89066" y="24331"/>
                        <a:pt x="125459" y="35649"/>
                        <a:pt x="102535" y="71994"/>
                      </a:cubicBezTo>
                      <a:cubicBezTo>
                        <a:pt x="79611" y="108339"/>
                        <a:pt x="71084" y="110714"/>
                        <a:pt x="48825" y="111745"/>
                      </a:cubicBezTo>
                      <a:cubicBezTo>
                        <a:pt x="26567" y="112776"/>
                        <a:pt x="11561" y="83344"/>
                        <a:pt x="2633" y="77384"/>
                      </a:cubicBezTo>
                      <a:cubicBezTo>
                        <a:pt x="-8903" y="69687"/>
                        <a:pt x="21206" y="27134"/>
                        <a:pt x="21206" y="2713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9" name="Google Shape;649;p2"/>
                <p:cNvSpPr/>
                <p:nvPr/>
              </p:nvSpPr>
              <p:spPr>
                <a:xfrm>
                  <a:off x="9980852" y="4664100"/>
                  <a:ext cx="111897" cy="109572"/>
                </a:xfrm>
                <a:custGeom>
                  <a:avLst/>
                  <a:gdLst/>
                  <a:ahLst/>
                  <a:cxnLst/>
                  <a:rect l="l" t="t" r="r" b="b"/>
                  <a:pathLst>
                    <a:path w="111897" h="109572" extrusionOk="0">
                      <a:moveTo>
                        <a:pt x="25889" y="22164"/>
                      </a:moveTo>
                      <a:cubicBezTo>
                        <a:pt x="39404" y="13008"/>
                        <a:pt x="64095" y="6875"/>
                        <a:pt x="71001" y="950"/>
                      </a:cubicBezTo>
                      <a:cubicBezTo>
                        <a:pt x="77907" y="-4973"/>
                        <a:pt x="85540" y="18584"/>
                        <a:pt x="89600" y="22614"/>
                      </a:cubicBezTo>
                      <a:cubicBezTo>
                        <a:pt x="93660" y="26644"/>
                        <a:pt x="128629" y="41796"/>
                        <a:pt x="101944" y="75478"/>
                      </a:cubicBezTo>
                      <a:cubicBezTo>
                        <a:pt x="75260" y="109160"/>
                        <a:pt x="66527" y="110607"/>
                        <a:pt x="44287" y="109247"/>
                      </a:cubicBezTo>
                      <a:cubicBezTo>
                        <a:pt x="22046" y="107887"/>
                        <a:pt x="10280" y="77016"/>
                        <a:pt x="2039" y="70136"/>
                      </a:cubicBezTo>
                      <a:cubicBezTo>
                        <a:pt x="-8605" y="61247"/>
                        <a:pt x="25889" y="22164"/>
                        <a:pt x="25889" y="2216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0" name="Google Shape;650;p2"/>
                <p:cNvSpPr/>
                <p:nvPr/>
              </p:nvSpPr>
              <p:spPr>
                <a:xfrm>
                  <a:off x="10163984" y="4555066"/>
                  <a:ext cx="28531" cy="45579"/>
                </a:xfrm>
                <a:custGeom>
                  <a:avLst/>
                  <a:gdLst/>
                  <a:ahLst/>
                  <a:cxnLst/>
                  <a:rect l="l" t="t" r="r" b="b"/>
                  <a:pathLst>
                    <a:path w="28531" h="45579" extrusionOk="0">
                      <a:moveTo>
                        <a:pt x="17302" y="43868"/>
                      </a:moveTo>
                      <a:cubicBezTo>
                        <a:pt x="38642" y="26677"/>
                        <a:pt x="26119" y="-369"/>
                        <a:pt x="8334" y="4"/>
                      </a:cubicBezTo>
                      <a:cubicBezTo>
                        <a:pt x="-9449" y="376"/>
                        <a:pt x="6429" y="4382"/>
                        <a:pt x="8565" y="22720"/>
                      </a:cubicBezTo>
                      <a:cubicBezTo>
                        <a:pt x="10698" y="41058"/>
                        <a:pt x="10350" y="49466"/>
                        <a:pt x="17302" y="4386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1" name="Google Shape;651;p2"/>
                <p:cNvSpPr/>
                <p:nvPr/>
              </p:nvSpPr>
              <p:spPr>
                <a:xfrm>
                  <a:off x="10217668" y="4475041"/>
                  <a:ext cx="23576" cy="37665"/>
                </a:xfrm>
                <a:custGeom>
                  <a:avLst/>
                  <a:gdLst/>
                  <a:ahLst/>
                  <a:cxnLst/>
                  <a:rect l="l" t="t" r="r" b="b"/>
                  <a:pathLst>
                    <a:path w="23576" h="37665" extrusionOk="0">
                      <a:moveTo>
                        <a:pt x="14296" y="36250"/>
                      </a:moveTo>
                      <a:cubicBezTo>
                        <a:pt x="31931" y="22045"/>
                        <a:pt x="21582" y="-305"/>
                        <a:pt x="6887" y="3"/>
                      </a:cubicBezTo>
                      <a:cubicBezTo>
                        <a:pt x="-7809" y="312"/>
                        <a:pt x="5315" y="3619"/>
                        <a:pt x="7077" y="18776"/>
                      </a:cubicBezTo>
                      <a:cubicBezTo>
                        <a:pt x="8840" y="33932"/>
                        <a:pt x="8554" y="40877"/>
                        <a:pt x="14296" y="3625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2" name="Google Shape;652;p2"/>
                <p:cNvSpPr/>
                <p:nvPr/>
              </p:nvSpPr>
              <p:spPr>
                <a:xfrm>
                  <a:off x="10272297" y="4407096"/>
                  <a:ext cx="21777" cy="38140"/>
                </a:xfrm>
                <a:custGeom>
                  <a:avLst/>
                  <a:gdLst/>
                  <a:ahLst/>
                  <a:cxnLst/>
                  <a:rect l="l" t="t" r="r" b="b"/>
                  <a:pathLst>
                    <a:path w="21777" h="38140" extrusionOk="0">
                      <a:moveTo>
                        <a:pt x="10534" y="37029"/>
                      </a:moveTo>
                      <a:cubicBezTo>
                        <a:pt x="29587" y="24794"/>
                        <a:pt x="21694" y="1464"/>
                        <a:pt x="7050" y="197"/>
                      </a:cubicBezTo>
                      <a:cubicBezTo>
                        <a:pt x="-7594" y="-1071"/>
                        <a:pt x="5098" y="3626"/>
                        <a:pt x="5228" y="18881"/>
                      </a:cubicBezTo>
                      <a:cubicBezTo>
                        <a:pt x="5358" y="34135"/>
                        <a:pt x="4330" y="41011"/>
                        <a:pt x="10534" y="3702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3" name="Google Shape;653;p2"/>
                <p:cNvSpPr/>
                <p:nvPr/>
              </p:nvSpPr>
              <p:spPr>
                <a:xfrm>
                  <a:off x="10314313" y="4319492"/>
                  <a:ext cx="21777" cy="38141"/>
                </a:xfrm>
                <a:custGeom>
                  <a:avLst/>
                  <a:gdLst/>
                  <a:ahLst/>
                  <a:cxnLst/>
                  <a:rect l="l" t="t" r="r" b="b"/>
                  <a:pathLst>
                    <a:path w="21777" h="38141" extrusionOk="0">
                      <a:moveTo>
                        <a:pt x="10534" y="37029"/>
                      </a:moveTo>
                      <a:cubicBezTo>
                        <a:pt x="29588" y="24795"/>
                        <a:pt x="21694" y="1466"/>
                        <a:pt x="7050" y="197"/>
                      </a:cubicBezTo>
                      <a:cubicBezTo>
                        <a:pt x="-7594" y="-1072"/>
                        <a:pt x="5098" y="3626"/>
                        <a:pt x="5228" y="18881"/>
                      </a:cubicBezTo>
                      <a:cubicBezTo>
                        <a:pt x="5356" y="34135"/>
                        <a:pt x="4327" y="41014"/>
                        <a:pt x="10534" y="3702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4" name="Google Shape;654;p2"/>
                <p:cNvSpPr/>
                <p:nvPr/>
              </p:nvSpPr>
              <p:spPr>
                <a:xfrm>
                  <a:off x="10361692" y="4253357"/>
                  <a:ext cx="17869" cy="31297"/>
                </a:xfrm>
                <a:custGeom>
                  <a:avLst/>
                  <a:gdLst/>
                  <a:ahLst/>
                  <a:cxnLst/>
                  <a:rect l="l" t="t" r="r" b="b"/>
                  <a:pathLst>
                    <a:path w="17869" h="31297" extrusionOk="0">
                      <a:moveTo>
                        <a:pt x="8642" y="30385"/>
                      </a:moveTo>
                      <a:cubicBezTo>
                        <a:pt x="24279" y="20345"/>
                        <a:pt x="17800" y="1202"/>
                        <a:pt x="5785" y="162"/>
                      </a:cubicBezTo>
                      <a:cubicBezTo>
                        <a:pt x="-6231" y="-878"/>
                        <a:pt x="4182" y="2973"/>
                        <a:pt x="4289" y="15492"/>
                      </a:cubicBezTo>
                      <a:cubicBezTo>
                        <a:pt x="4395" y="28012"/>
                        <a:pt x="3549" y="33654"/>
                        <a:pt x="8642" y="3038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5" name="Google Shape;655;p2"/>
                <p:cNvSpPr/>
                <p:nvPr/>
              </p:nvSpPr>
              <p:spPr>
                <a:xfrm>
                  <a:off x="10384082" y="4196783"/>
                  <a:ext cx="17869" cy="31297"/>
                </a:xfrm>
                <a:custGeom>
                  <a:avLst/>
                  <a:gdLst/>
                  <a:ahLst/>
                  <a:cxnLst/>
                  <a:rect l="l" t="t" r="r" b="b"/>
                  <a:pathLst>
                    <a:path w="17869" h="31297" extrusionOk="0">
                      <a:moveTo>
                        <a:pt x="8643" y="30385"/>
                      </a:moveTo>
                      <a:cubicBezTo>
                        <a:pt x="24279" y="20345"/>
                        <a:pt x="17801" y="1202"/>
                        <a:pt x="5785" y="161"/>
                      </a:cubicBezTo>
                      <a:cubicBezTo>
                        <a:pt x="-6232" y="-879"/>
                        <a:pt x="4183" y="2976"/>
                        <a:pt x="4291" y="15494"/>
                      </a:cubicBezTo>
                      <a:cubicBezTo>
                        <a:pt x="4398" y="28012"/>
                        <a:pt x="3552" y="33654"/>
                        <a:pt x="8643" y="3038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6" name="Google Shape;656;p2"/>
                <p:cNvSpPr/>
                <p:nvPr/>
              </p:nvSpPr>
              <p:spPr>
                <a:xfrm>
                  <a:off x="10392342" y="4151157"/>
                  <a:ext cx="15078" cy="26408"/>
                </a:xfrm>
                <a:custGeom>
                  <a:avLst/>
                  <a:gdLst/>
                  <a:ahLst/>
                  <a:cxnLst/>
                  <a:rect l="l" t="t" r="r" b="b"/>
                  <a:pathLst>
                    <a:path w="15078" h="26408" extrusionOk="0">
                      <a:moveTo>
                        <a:pt x="7294" y="25639"/>
                      </a:moveTo>
                      <a:cubicBezTo>
                        <a:pt x="20486" y="17167"/>
                        <a:pt x="15020" y="1014"/>
                        <a:pt x="4882" y="136"/>
                      </a:cubicBezTo>
                      <a:cubicBezTo>
                        <a:pt x="-5259" y="-742"/>
                        <a:pt x="3531" y="2509"/>
                        <a:pt x="3620" y="13073"/>
                      </a:cubicBezTo>
                      <a:cubicBezTo>
                        <a:pt x="3709" y="23634"/>
                        <a:pt x="2998" y="28396"/>
                        <a:pt x="7294" y="2563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7" name="Google Shape;657;p2"/>
                <p:cNvSpPr/>
                <p:nvPr/>
              </p:nvSpPr>
              <p:spPr>
                <a:xfrm>
                  <a:off x="10109750" y="4622622"/>
                  <a:ext cx="28530" cy="45578"/>
                </a:xfrm>
                <a:custGeom>
                  <a:avLst/>
                  <a:gdLst/>
                  <a:ahLst/>
                  <a:cxnLst/>
                  <a:rect l="l" t="t" r="r" b="b"/>
                  <a:pathLst>
                    <a:path w="28530" h="45578" extrusionOk="0">
                      <a:moveTo>
                        <a:pt x="17300" y="43868"/>
                      </a:moveTo>
                      <a:cubicBezTo>
                        <a:pt x="38641" y="26677"/>
                        <a:pt x="26118" y="-369"/>
                        <a:pt x="8335" y="4"/>
                      </a:cubicBezTo>
                      <a:cubicBezTo>
                        <a:pt x="-9450" y="376"/>
                        <a:pt x="6431" y="4382"/>
                        <a:pt x="8563" y="22720"/>
                      </a:cubicBezTo>
                      <a:cubicBezTo>
                        <a:pt x="10696" y="41058"/>
                        <a:pt x="10351" y="49464"/>
                        <a:pt x="17300" y="4386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8" name="Google Shape;658;p2"/>
                <p:cNvSpPr/>
                <p:nvPr/>
              </p:nvSpPr>
              <p:spPr>
                <a:xfrm>
                  <a:off x="9691846" y="4372816"/>
                  <a:ext cx="46172" cy="26289"/>
                </a:xfrm>
                <a:custGeom>
                  <a:avLst/>
                  <a:gdLst/>
                  <a:ahLst/>
                  <a:cxnLst/>
                  <a:rect l="l" t="t" r="r" b="b"/>
                  <a:pathLst>
                    <a:path w="46172" h="26289" extrusionOk="0">
                      <a:moveTo>
                        <a:pt x="1334" y="13680"/>
                      </a:moveTo>
                      <a:cubicBezTo>
                        <a:pt x="16065" y="-9427"/>
                        <a:pt x="44329" y="37"/>
                        <a:pt x="45920" y="17754"/>
                      </a:cubicBezTo>
                      <a:cubicBezTo>
                        <a:pt x="47511" y="35470"/>
                        <a:pt x="41781" y="20129"/>
                        <a:pt x="23318" y="20030"/>
                      </a:cubicBezTo>
                      <a:cubicBezTo>
                        <a:pt x="4857" y="19932"/>
                        <a:pt x="-3462" y="21203"/>
                        <a:pt x="1334" y="1368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9" name="Google Shape;659;p2"/>
                <p:cNvSpPr/>
                <p:nvPr/>
              </p:nvSpPr>
              <p:spPr>
                <a:xfrm>
                  <a:off x="9070638" y="3801776"/>
                  <a:ext cx="1055199" cy="1360887"/>
                </a:xfrm>
                <a:custGeom>
                  <a:avLst/>
                  <a:gdLst/>
                  <a:ahLst/>
                  <a:cxnLst/>
                  <a:rect l="l" t="t" r="r" b="b"/>
                  <a:pathLst>
                    <a:path w="1055199" h="1360887" extrusionOk="0">
                      <a:moveTo>
                        <a:pt x="0" y="1360888"/>
                      </a:moveTo>
                      <a:cubicBezTo>
                        <a:pt x="35630" y="1280503"/>
                        <a:pt x="-29739" y="1323480"/>
                        <a:pt x="28586" y="1111284"/>
                      </a:cubicBezTo>
                      <a:cubicBezTo>
                        <a:pt x="86912" y="899088"/>
                        <a:pt x="655609" y="608568"/>
                        <a:pt x="1055199" y="0"/>
                      </a:cubicBezTo>
                      <a:cubicBezTo>
                        <a:pt x="995050" y="159784"/>
                        <a:pt x="633720" y="849251"/>
                        <a:pt x="467716" y="1010510"/>
                      </a:cubicBezTo>
                      <a:cubicBezTo>
                        <a:pt x="301709" y="1171769"/>
                        <a:pt x="153187" y="1259627"/>
                        <a:pt x="153187" y="1259627"/>
                      </a:cubicBezTo>
                      <a:lnTo>
                        <a:pt x="0" y="1360888"/>
                      </a:lnTo>
                      <a:close/>
                    </a:path>
                  </a:pathLst>
                </a:custGeom>
                <a:solidFill>
                  <a:srgbClr val="5F8C1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0" name="Google Shape;660;p2"/>
                <p:cNvSpPr/>
                <p:nvPr/>
              </p:nvSpPr>
              <p:spPr>
                <a:xfrm>
                  <a:off x="9084463" y="4136629"/>
                  <a:ext cx="875414" cy="836317"/>
                </a:xfrm>
                <a:custGeom>
                  <a:avLst/>
                  <a:gdLst/>
                  <a:ahLst/>
                  <a:cxnLst/>
                  <a:rect l="l" t="t" r="r" b="b"/>
                  <a:pathLst>
                    <a:path w="875414" h="836317" extrusionOk="0">
                      <a:moveTo>
                        <a:pt x="635975" y="188712"/>
                      </a:moveTo>
                      <a:cubicBezTo>
                        <a:pt x="753052" y="57034"/>
                        <a:pt x="875415" y="0"/>
                        <a:pt x="875415" y="0"/>
                      </a:cubicBezTo>
                      <a:lnTo>
                        <a:pt x="859492" y="37653"/>
                      </a:lnTo>
                      <a:cubicBezTo>
                        <a:pt x="857721" y="40970"/>
                        <a:pt x="855945" y="44294"/>
                        <a:pt x="854159" y="47624"/>
                      </a:cubicBezTo>
                      <a:cubicBezTo>
                        <a:pt x="846064" y="55090"/>
                        <a:pt x="808368" y="92590"/>
                        <a:pt x="700643" y="233264"/>
                      </a:cubicBezTo>
                      <a:cubicBezTo>
                        <a:pt x="608259" y="353903"/>
                        <a:pt x="201939" y="678210"/>
                        <a:pt x="0" y="836317"/>
                      </a:cubicBezTo>
                      <a:cubicBezTo>
                        <a:pt x="3685" y="818973"/>
                        <a:pt x="8513" y="799170"/>
                        <a:pt x="14763" y="776429"/>
                      </a:cubicBezTo>
                      <a:cubicBezTo>
                        <a:pt x="17595" y="766121"/>
                        <a:pt x="21649" y="755629"/>
                        <a:pt x="26810" y="744925"/>
                      </a:cubicBezTo>
                      <a:cubicBezTo>
                        <a:pt x="28273" y="742331"/>
                        <a:pt x="118701" y="650865"/>
                        <a:pt x="260435" y="581728"/>
                      </a:cubicBezTo>
                      <a:cubicBezTo>
                        <a:pt x="402512" y="512425"/>
                        <a:pt x="518897" y="320390"/>
                        <a:pt x="635975" y="188712"/>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1" name="Google Shape;661;p2"/>
                <p:cNvSpPr/>
                <p:nvPr/>
              </p:nvSpPr>
              <p:spPr>
                <a:xfrm>
                  <a:off x="9212787" y="4648025"/>
                  <a:ext cx="956808" cy="701653"/>
                </a:xfrm>
                <a:custGeom>
                  <a:avLst/>
                  <a:gdLst/>
                  <a:ahLst/>
                  <a:cxnLst/>
                  <a:rect l="l" t="t" r="r" b="b"/>
                  <a:pathLst>
                    <a:path w="956808" h="701653" extrusionOk="0">
                      <a:moveTo>
                        <a:pt x="40957" y="532711"/>
                      </a:moveTo>
                      <a:cubicBezTo>
                        <a:pt x="212839" y="219316"/>
                        <a:pt x="539046" y="414281"/>
                        <a:pt x="956808" y="0"/>
                      </a:cubicBezTo>
                      <a:cubicBezTo>
                        <a:pt x="759595" y="220759"/>
                        <a:pt x="634057" y="326194"/>
                        <a:pt x="488539" y="541195"/>
                      </a:cubicBezTo>
                      <a:cubicBezTo>
                        <a:pt x="343022" y="756198"/>
                        <a:pt x="89200" y="692987"/>
                        <a:pt x="89200" y="692987"/>
                      </a:cubicBezTo>
                      <a:cubicBezTo>
                        <a:pt x="89200" y="692987"/>
                        <a:pt x="13145" y="657164"/>
                        <a:pt x="13237" y="625715"/>
                      </a:cubicBezTo>
                      <a:cubicBezTo>
                        <a:pt x="13326" y="594266"/>
                        <a:pt x="-30542" y="566087"/>
                        <a:pt x="40957" y="532711"/>
                      </a:cubicBezTo>
                      <a:close/>
                    </a:path>
                  </a:pathLst>
                </a:custGeom>
                <a:solidFill>
                  <a:srgbClr val="6B9D1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2" name="Google Shape;662;p2"/>
                <p:cNvSpPr/>
                <p:nvPr/>
              </p:nvSpPr>
              <p:spPr>
                <a:xfrm>
                  <a:off x="9042201" y="4023760"/>
                  <a:ext cx="1111276" cy="1364907"/>
                </a:xfrm>
                <a:custGeom>
                  <a:avLst/>
                  <a:gdLst/>
                  <a:ahLst/>
                  <a:cxnLst/>
                  <a:rect l="l" t="t" r="r" b="b"/>
                  <a:pathLst>
                    <a:path w="1111276" h="1364907" extrusionOk="0">
                      <a:moveTo>
                        <a:pt x="264482" y="1092248"/>
                      </a:moveTo>
                      <a:cubicBezTo>
                        <a:pt x="476233" y="860482"/>
                        <a:pt x="500837" y="794106"/>
                        <a:pt x="699625" y="447930"/>
                      </a:cubicBezTo>
                      <a:cubicBezTo>
                        <a:pt x="898413" y="101754"/>
                        <a:pt x="1111276" y="0"/>
                        <a:pt x="1111276" y="0"/>
                      </a:cubicBezTo>
                      <a:cubicBezTo>
                        <a:pt x="1111276" y="0"/>
                        <a:pt x="856166" y="101587"/>
                        <a:pt x="601398" y="430390"/>
                      </a:cubicBezTo>
                      <a:cubicBezTo>
                        <a:pt x="346630" y="759192"/>
                        <a:pt x="158357" y="794726"/>
                        <a:pt x="70015" y="916535"/>
                      </a:cubicBezTo>
                      <a:cubicBezTo>
                        <a:pt x="-18328" y="1038344"/>
                        <a:pt x="44803" y="1080997"/>
                        <a:pt x="38287" y="1115054"/>
                      </a:cubicBezTo>
                      <a:cubicBezTo>
                        <a:pt x="31772" y="1149110"/>
                        <a:pt x="-7961" y="1170329"/>
                        <a:pt x="1428" y="1221929"/>
                      </a:cubicBezTo>
                      <a:cubicBezTo>
                        <a:pt x="10817" y="1273528"/>
                        <a:pt x="98105" y="1355466"/>
                        <a:pt x="128580" y="1363878"/>
                      </a:cubicBezTo>
                      <a:cubicBezTo>
                        <a:pt x="159055" y="1372290"/>
                        <a:pt x="259081" y="1326691"/>
                        <a:pt x="259785" y="1317255"/>
                      </a:cubicBezTo>
                      <a:cubicBezTo>
                        <a:pt x="260489" y="1307818"/>
                        <a:pt x="260871" y="1282855"/>
                        <a:pt x="211925" y="1232378"/>
                      </a:cubicBezTo>
                      <a:cubicBezTo>
                        <a:pt x="162982" y="1181899"/>
                        <a:pt x="264482" y="1092248"/>
                        <a:pt x="264482" y="1092248"/>
                      </a:cubicBezTo>
                      <a:close/>
                    </a:path>
                  </a:pathLst>
                </a:custGeom>
                <a:solidFill>
                  <a:srgbClr val="6B9D1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3" name="Google Shape;663;p2"/>
                <p:cNvSpPr/>
                <p:nvPr/>
              </p:nvSpPr>
              <p:spPr>
                <a:xfrm>
                  <a:off x="9257662" y="5060978"/>
                  <a:ext cx="116604" cy="288201"/>
                </a:xfrm>
                <a:custGeom>
                  <a:avLst/>
                  <a:gdLst/>
                  <a:ahLst/>
                  <a:cxnLst/>
                  <a:rect l="l" t="t" r="r" b="b"/>
                  <a:pathLst>
                    <a:path w="116604" h="288201" extrusionOk="0">
                      <a:moveTo>
                        <a:pt x="104204" y="0"/>
                      </a:moveTo>
                      <a:cubicBezTo>
                        <a:pt x="64169" y="69467"/>
                        <a:pt x="1034" y="96645"/>
                        <a:pt x="17" y="165468"/>
                      </a:cubicBezTo>
                      <a:cubicBezTo>
                        <a:pt x="-1001" y="234290"/>
                        <a:pt x="44328" y="280035"/>
                        <a:pt x="44328" y="280035"/>
                      </a:cubicBezTo>
                      <a:cubicBezTo>
                        <a:pt x="44328" y="280035"/>
                        <a:pt x="98374" y="292043"/>
                        <a:pt x="116605" y="286937"/>
                      </a:cubicBezTo>
                      <a:cubicBezTo>
                        <a:pt x="60708" y="254496"/>
                        <a:pt x="13625" y="206065"/>
                        <a:pt x="31216" y="155265"/>
                      </a:cubicBezTo>
                      <a:cubicBezTo>
                        <a:pt x="48807" y="104466"/>
                        <a:pt x="100765" y="25375"/>
                        <a:pt x="104204" y="0"/>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4" name="Google Shape;664;p2"/>
                <p:cNvSpPr/>
                <p:nvPr/>
              </p:nvSpPr>
              <p:spPr>
                <a:xfrm>
                  <a:off x="9189752" y="4728611"/>
                  <a:ext cx="363933" cy="452024"/>
                </a:xfrm>
                <a:custGeom>
                  <a:avLst/>
                  <a:gdLst/>
                  <a:ahLst/>
                  <a:cxnLst/>
                  <a:rect l="l" t="t" r="r" b="b"/>
                  <a:pathLst>
                    <a:path w="363933" h="452024" extrusionOk="0">
                      <a:moveTo>
                        <a:pt x="363933" y="0"/>
                      </a:moveTo>
                      <a:cubicBezTo>
                        <a:pt x="352771" y="22213"/>
                        <a:pt x="339014" y="43119"/>
                        <a:pt x="323951" y="62979"/>
                      </a:cubicBezTo>
                      <a:cubicBezTo>
                        <a:pt x="308784" y="82777"/>
                        <a:pt x="292208" y="101478"/>
                        <a:pt x="274825" y="119343"/>
                      </a:cubicBezTo>
                      <a:cubicBezTo>
                        <a:pt x="266155" y="128300"/>
                        <a:pt x="257264" y="137032"/>
                        <a:pt x="248203" y="145575"/>
                      </a:cubicBezTo>
                      <a:cubicBezTo>
                        <a:pt x="239154" y="154134"/>
                        <a:pt x="229985" y="162553"/>
                        <a:pt x="220734" y="170874"/>
                      </a:cubicBezTo>
                      <a:cubicBezTo>
                        <a:pt x="202178" y="187454"/>
                        <a:pt x="183232" y="203543"/>
                        <a:pt x="164384" y="219685"/>
                      </a:cubicBezTo>
                      <a:cubicBezTo>
                        <a:pt x="145428" y="235703"/>
                        <a:pt x="126542" y="251746"/>
                        <a:pt x="108119" y="268239"/>
                      </a:cubicBezTo>
                      <a:cubicBezTo>
                        <a:pt x="89629" y="284653"/>
                        <a:pt x="71744" y="301700"/>
                        <a:pt x="55195" y="319903"/>
                      </a:cubicBezTo>
                      <a:cubicBezTo>
                        <a:pt x="46957" y="329031"/>
                        <a:pt x="39141" y="338529"/>
                        <a:pt x="32052" y="348526"/>
                      </a:cubicBezTo>
                      <a:cubicBezTo>
                        <a:pt x="30303" y="351038"/>
                        <a:pt x="28502" y="353526"/>
                        <a:pt x="26874" y="356113"/>
                      </a:cubicBezTo>
                      <a:lnTo>
                        <a:pt x="24378" y="359970"/>
                      </a:lnTo>
                      <a:lnTo>
                        <a:pt x="22021" y="363907"/>
                      </a:lnTo>
                      <a:lnTo>
                        <a:pt x="20841" y="365877"/>
                      </a:lnTo>
                      <a:lnTo>
                        <a:pt x="19735" y="367884"/>
                      </a:lnTo>
                      <a:lnTo>
                        <a:pt x="17536" y="371910"/>
                      </a:lnTo>
                      <a:cubicBezTo>
                        <a:pt x="16820" y="373260"/>
                        <a:pt x="16176" y="374646"/>
                        <a:pt x="15492" y="376011"/>
                      </a:cubicBezTo>
                      <a:cubicBezTo>
                        <a:pt x="14825" y="377385"/>
                        <a:pt x="14116" y="378745"/>
                        <a:pt x="13524" y="380151"/>
                      </a:cubicBezTo>
                      <a:lnTo>
                        <a:pt x="11668" y="384343"/>
                      </a:lnTo>
                      <a:cubicBezTo>
                        <a:pt x="11039" y="385737"/>
                        <a:pt x="10548" y="387185"/>
                        <a:pt x="9981" y="388604"/>
                      </a:cubicBezTo>
                      <a:cubicBezTo>
                        <a:pt x="8813" y="391437"/>
                        <a:pt x="7939" y="394363"/>
                        <a:pt x="6975" y="397268"/>
                      </a:cubicBezTo>
                      <a:cubicBezTo>
                        <a:pt x="5283" y="403136"/>
                        <a:pt x="3797" y="409100"/>
                        <a:pt x="3008" y="415186"/>
                      </a:cubicBezTo>
                      <a:lnTo>
                        <a:pt x="2665" y="417463"/>
                      </a:lnTo>
                      <a:cubicBezTo>
                        <a:pt x="2565" y="418224"/>
                        <a:pt x="2521" y="418990"/>
                        <a:pt x="2448" y="419753"/>
                      </a:cubicBezTo>
                      <a:lnTo>
                        <a:pt x="2044" y="424346"/>
                      </a:lnTo>
                      <a:lnTo>
                        <a:pt x="1925" y="428959"/>
                      </a:lnTo>
                      <a:lnTo>
                        <a:pt x="1872" y="431270"/>
                      </a:lnTo>
                      <a:lnTo>
                        <a:pt x="1957" y="433579"/>
                      </a:lnTo>
                      <a:lnTo>
                        <a:pt x="2115" y="438208"/>
                      </a:lnTo>
                      <a:lnTo>
                        <a:pt x="2558" y="442824"/>
                      </a:lnTo>
                      <a:lnTo>
                        <a:pt x="2789" y="445135"/>
                      </a:lnTo>
                      <a:lnTo>
                        <a:pt x="3157" y="447428"/>
                      </a:lnTo>
                      <a:lnTo>
                        <a:pt x="3895" y="452025"/>
                      </a:lnTo>
                      <a:cubicBezTo>
                        <a:pt x="725" y="440042"/>
                        <a:pt x="-766" y="427421"/>
                        <a:pt x="389" y="414896"/>
                      </a:cubicBezTo>
                      <a:cubicBezTo>
                        <a:pt x="768" y="408614"/>
                        <a:pt x="2007" y="402423"/>
                        <a:pt x="3422" y="396290"/>
                      </a:cubicBezTo>
                      <a:cubicBezTo>
                        <a:pt x="4252" y="393256"/>
                        <a:pt x="4999" y="390186"/>
                        <a:pt x="6042" y="387214"/>
                      </a:cubicBezTo>
                      <a:cubicBezTo>
                        <a:pt x="6547" y="385724"/>
                        <a:pt x="6979" y="384201"/>
                        <a:pt x="7548" y="382734"/>
                      </a:cubicBezTo>
                      <a:lnTo>
                        <a:pt x="9231" y="378317"/>
                      </a:lnTo>
                      <a:cubicBezTo>
                        <a:pt x="9761" y="376829"/>
                        <a:pt x="10436" y="375407"/>
                        <a:pt x="11064" y="373962"/>
                      </a:cubicBezTo>
                      <a:cubicBezTo>
                        <a:pt x="11709" y="372527"/>
                        <a:pt x="12315" y="371068"/>
                        <a:pt x="12994" y="369649"/>
                      </a:cubicBezTo>
                      <a:lnTo>
                        <a:pt x="15083" y="365413"/>
                      </a:lnTo>
                      <a:lnTo>
                        <a:pt x="16137" y="363298"/>
                      </a:lnTo>
                      <a:lnTo>
                        <a:pt x="17264" y="361225"/>
                      </a:lnTo>
                      <a:lnTo>
                        <a:pt x="19520" y="357078"/>
                      </a:lnTo>
                      <a:lnTo>
                        <a:pt x="21916" y="353016"/>
                      </a:lnTo>
                      <a:cubicBezTo>
                        <a:pt x="23482" y="350284"/>
                        <a:pt x="25217" y="347664"/>
                        <a:pt x="26904" y="345012"/>
                      </a:cubicBezTo>
                      <a:cubicBezTo>
                        <a:pt x="33748" y="334458"/>
                        <a:pt x="41530" y="324582"/>
                        <a:pt x="49611" y="315018"/>
                      </a:cubicBezTo>
                      <a:cubicBezTo>
                        <a:pt x="51641" y="312633"/>
                        <a:pt x="53671" y="310249"/>
                        <a:pt x="55769" y="307927"/>
                      </a:cubicBezTo>
                      <a:lnTo>
                        <a:pt x="58890" y="304420"/>
                      </a:lnTo>
                      <a:lnTo>
                        <a:pt x="62065" y="300968"/>
                      </a:lnTo>
                      <a:cubicBezTo>
                        <a:pt x="64173" y="298657"/>
                        <a:pt x="66340" y="296403"/>
                        <a:pt x="68514" y="294161"/>
                      </a:cubicBezTo>
                      <a:cubicBezTo>
                        <a:pt x="70672" y="291898"/>
                        <a:pt x="72866" y="289677"/>
                        <a:pt x="75072" y="287467"/>
                      </a:cubicBezTo>
                      <a:cubicBezTo>
                        <a:pt x="83880" y="278611"/>
                        <a:pt x="92917" y="270011"/>
                        <a:pt x="102074" y="261565"/>
                      </a:cubicBezTo>
                      <a:cubicBezTo>
                        <a:pt x="120458" y="244739"/>
                        <a:pt x="139366" y="228584"/>
                        <a:pt x="158230" y="212441"/>
                      </a:cubicBezTo>
                      <a:cubicBezTo>
                        <a:pt x="177206" y="196431"/>
                        <a:pt x="196123" y="180407"/>
                        <a:pt x="214793" y="164139"/>
                      </a:cubicBezTo>
                      <a:cubicBezTo>
                        <a:pt x="233515" y="147930"/>
                        <a:pt x="251803" y="131267"/>
                        <a:pt x="269602" y="114108"/>
                      </a:cubicBezTo>
                      <a:cubicBezTo>
                        <a:pt x="278483" y="105508"/>
                        <a:pt x="287124" y="96675"/>
                        <a:pt x="295630" y="87714"/>
                      </a:cubicBezTo>
                      <a:cubicBezTo>
                        <a:pt x="304125" y="78741"/>
                        <a:pt x="312400" y="69554"/>
                        <a:pt x="320328" y="60069"/>
                      </a:cubicBezTo>
                      <a:cubicBezTo>
                        <a:pt x="336273" y="41180"/>
                        <a:pt x="350945" y="21182"/>
                        <a:pt x="363933" y="0"/>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5" name="Google Shape;665;p2"/>
                <p:cNvSpPr/>
                <p:nvPr/>
              </p:nvSpPr>
              <p:spPr>
                <a:xfrm>
                  <a:off x="9141896" y="4404441"/>
                  <a:ext cx="589678" cy="737291"/>
                </a:xfrm>
                <a:custGeom>
                  <a:avLst/>
                  <a:gdLst/>
                  <a:ahLst/>
                  <a:cxnLst/>
                  <a:rect l="l" t="t" r="r" b="b"/>
                  <a:pathLst>
                    <a:path w="589678" h="737291" extrusionOk="0">
                      <a:moveTo>
                        <a:pt x="589679" y="0"/>
                      </a:moveTo>
                      <a:cubicBezTo>
                        <a:pt x="571801" y="35664"/>
                        <a:pt x="550671" y="69696"/>
                        <a:pt x="527715" y="102394"/>
                      </a:cubicBezTo>
                      <a:cubicBezTo>
                        <a:pt x="504594" y="134993"/>
                        <a:pt x="479613" y="166265"/>
                        <a:pt x="453363" y="196395"/>
                      </a:cubicBezTo>
                      <a:cubicBezTo>
                        <a:pt x="440243" y="211466"/>
                        <a:pt x="426836" y="226284"/>
                        <a:pt x="413150" y="240837"/>
                      </a:cubicBezTo>
                      <a:cubicBezTo>
                        <a:pt x="399482" y="255406"/>
                        <a:pt x="385617" y="269782"/>
                        <a:pt x="371572" y="283974"/>
                      </a:cubicBezTo>
                      <a:cubicBezTo>
                        <a:pt x="343449" y="312327"/>
                        <a:pt x="314655" y="339974"/>
                        <a:pt x="285755" y="367463"/>
                      </a:cubicBezTo>
                      <a:cubicBezTo>
                        <a:pt x="256751" y="394840"/>
                        <a:pt x="227625" y="422053"/>
                        <a:pt x="198835" y="449567"/>
                      </a:cubicBezTo>
                      <a:cubicBezTo>
                        <a:pt x="169976" y="477006"/>
                        <a:pt x="141600" y="504922"/>
                        <a:pt x="114427" y="533923"/>
                      </a:cubicBezTo>
                      <a:cubicBezTo>
                        <a:pt x="100864" y="548444"/>
                        <a:pt x="87735" y="563353"/>
                        <a:pt x="75167" y="578710"/>
                      </a:cubicBezTo>
                      <a:cubicBezTo>
                        <a:pt x="68851" y="586366"/>
                        <a:pt x="62811" y="594229"/>
                        <a:pt x="56877" y="602178"/>
                      </a:cubicBezTo>
                      <a:cubicBezTo>
                        <a:pt x="51059" y="610202"/>
                        <a:pt x="45337" y="618306"/>
                        <a:pt x="40045" y="626682"/>
                      </a:cubicBezTo>
                      <a:cubicBezTo>
                        <a:pt x="34615" y="634976"/>
                        <a:pt x="29698" y="643582"/>
                        <a:pt x="25017" y="652313"/>
                      </a:cubicBezTo>
                      <a:cubicBezTo>
                        <a:pt x="22795" y="656736"/>
                        <a:pt x="20474" y="661120"/>
                        <a:pt x="18494" y="665660"/>
                      </a:cubicBezTo>
                      <a:cubicBezTo>
                        <a:pt x="16357" y="670134"/>
                        <a:pt x="14551" y="674743"/>
                        <a:pt x="12661" y="679328"/>
                      </a:cubicBezTo>
                      <a:cubicBezTo>
                        <a:pt x="9165" y="688596"/>
                        <a:pt x="6107" y="698053"/>
                        <a:pt x="3949" y="707750"/>
                      </a:cubicBezTo>
                      <a:cubicBezTo>
                        <a:pt x="1821" y="717447"/>
                        <a:pt x="449" y="727325"/>
                        <a:pt x="1" y="737292"/>
                      </a:cubicBezTo>
                      <a:cubicBezTo>
                        <a:pt x="-31" y="727318"/>
                        <a:pt x="865" y="717340"/>
                        <a:pt x="2540" y="707467"/>
                      </a:cubicBezTo>
                      <a:cubicBezTo>
                        <a:pt x="4308" y="697607"/>
                        <a:pt x="7026" y="687940"/>
                        <a:pt x="10185" y="678425"/>
                      </a:cubicBezTo>
                      <a:cubicBezTo>
                        <a:pt x="11906" y="673721"/>
                        <a:pt x="13545" y="668973"/>
                        <a:pt x="15569" y="664382"/>
                      </a:cubicBezTo>
                      <a:cubicBezTo>
                        <a:pt x="17425" y="659717"/>
                        <a:pt x="19619" y="655211"/>
                        <a:pt x="21725" y="650655"/>
                      </a:cubicBezTo>
                      <a:cubicBezTo>
                        <a:pt x="26169" y="641669"/>
                        <a:pt x="30864" y="632788"/>
                        <a:pt x="36076" y="624222"/>
                      </a:cubicBezTo>
                      <a:cubicBezTo>
                        <a:pt x="41183" y="615588"/>
                        <a:pt x="46772" y="607265"/>
                        <a:pt x="52439" y="598998"/>
                      </a:cubicBezTo>
                      <a:cubicBezTo>
                        <a:pt x="58223" y="590819"/>
                        <a:pt x="64121" y="582715"/>
                        <a:pt x="70291" y="574829"/>
                      </a:cubicBezTo>
                      <a:cubicBezTo>
                        <a:pt x="82567" y="559002"/>
                        <a:pt x="95604" y="543801"/>
                        <a:pt x="108954" y="528912"/>
                      </a:cubicBezTo>
                      <a:cubicBezTo>
                        <a:pt x="162622" y="469524"/>
                        <a:pt x="221551" y="415537"/>
                        <a:pt x="279222" y="360564"/>
                      </a:cubicBezTo>
                      <a:cubicBezTo>
                        <a:pt x="308222" y="333233"/>
                        <a:pt x="336971" y="305670"/>
                        <a:pt x="365221" y="277628"/>
                      </a:cubicBezTo>
                      <a:cubicBezTo>
                        <a:pt x="393545" y="249661"/>
                        <a:pt x="421091" y="220937"/>
                        <a:pt x="447833" y="191491"/>
                      </a:cubicBezTo>
                      <a:cubicBezTo>
                        <a:pt x="461178" y="176744"/>
                        <a:pt x="474156" y="161675"/>
                        <a:pt x="486905" y="146411"/>
                      </a:cubicBezTo>
                      <a:cubicBezTo>
                        <a:pt x="499643" y="131141"/>
                        <a:pt x="512021" y="115569"/>
                        <a:pt x="523964" y="99660"/>
                      </a:cubicBezTo>
                      <a:cubicBezTo>
                        <a:pt x="547861" y="67860"/>
                        <a:pt x="569953" y="34667"/>
                        <a:pt x="589679" y="0"/>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6" name="Google Shape;666;p2"/>
                <p:cNvSpPr/>
                <p:nvPr/>
              </p:nvSpPr>
              <p:spPr>
                <a:xfrm>
                  <a:off x="9102081" y="4638417"/>
                  <a:ext cx="403548" cy="473158"/>
                </a:xfrm>
                <a:custGeom>
                  <a:avLst/>
                  <a:gdLst/>
                  <a:ahLst/>
                  <a:cxnLst/>
                  <a:rect l="l" t="t" r="r" b="b"/>
                  <a:pathLst>
                    <a:path w="403548" h="473158" extrusionOk="0">
                      <a:moveTo>
                        <a:pt x="403549" y="0"/>
                      </a:moveTo>
                      <a:cubicBezTo>
                        <a:pt x="385126" y="19648"/>
                        <a:pt x="365231" y="37893"/>
                        <a:pt x="345037" y="55721"/>
                      </a:cubicBezTo>
                      <a:cubicBezTo>
                        <a:pt x="334898" y="64593"/>
                        <a:pt x="324636" y="73319"/>
                        <a:pt x="314342" y="81999"/>
                      </a:cubicBezTo>
                      <a:cubicBezTo>
                        <a:pt x="304051" y="90683"/>
                        <a:pt x="293619" y="99194"/>
                        <a:pt x="283227" y="107744"/>
                      </a:cubicBezTo>
                      <a:cubicBezTo>
                        <a:pt x="272828" y="116287"/>
                        <a:pt x="262407" y="124793"/>
                        <a:pt x="251943" y="133242"/>
                      </a:cubicBezTo>
                      <a:lnTo>
                        <a:pt x="220685" y="158722"/>
                      </a:lnTo>
                      <a:cubicBezTo>
                        <a:pt x="199882" y="175734"/>
                        <a:pt x="179173" y="192831"/>
                        <a:pt x="158965" y="210470"/>
                      </a:cubicBezTo>
                      <a:cubicBezTo>
                        <a:pt x="138674" y="228004"/>
                        <a:pt x="118846" y="246049"/>
                        <a:pt x="99911" y="264945"/>
                      </a:cubicBezTo>
                      <a:cubicBezTo>
                        <a:pt x="80912" y="283763"/>
                        <a:pt x="62944" y="303615"/>
                        <a:pt x="46935" y="324911"/>
                      </a:cubicBezTo>
                      <a:cubicBezTo>
                        <a:pt x="38961" y="335576"/>
                        <a:pt x="31630" y="346704"/>
                        <a:pt x="25134" y="358283"/>
                      </a:cubicBezTo>
                      <a:cubicBezTo>
                        <a:pt x="21837" y="364052"/>
                        <a:pt x="18934" y="370019"/>
                        <a:pt x="16170" y="376052"/>
                      </a:cubicBezTo>
                      <a:cubicBezTo>
                        <a:pt x="13569" y="382146"/>
                        <a:pt x="11095" y="388312"/>
                        <a:pt x="9189" y="394657"/>
                      </a:cubicBezTo>
                      <a:cubicBezTo>
                        <a:pt x="7101" y="400956"/>
                        <a:pt x="5682" y="407441"/>
                        <a:pt x="4489" y="413965"/>
                      </a:cubicBezTo>
                      <a:lnTo>
                        <a:pt x="3805" y="418894"/>
                      </a:lnTo>
                      <a:cubicBezTo>
                        <a:pt x="3702" y="419717"/>
                        <a:pt x="3551" y="420537"/>
                        <a:pt x="3487" y="421363"/>
                      </a:cubicBezTo>
                      <a:lnTo>
                        <a:pt x="3298" y="423843"/>
                      </a:lnTo>
                      <a:cubicBezTo>
                        <a:pt x="3179" y="425498"/>
                        <a:pt x="3021" y="427153"/>
                        <a:pt x="2937" y="428813"/>
                      </a:cubicBezTo>
                      <a:lnTo>
                        <a:pt x="2843" y="433796"/>
                      </a:lnTo>
                      <a:cubicBezTo>
                        <a:pt x="2841" y="434628"/>
                        <a:pt x="2779" y="435463"/>
                        <a:pt x="2827" y="436293"/>
                      </a:cubicBezTo>
                      <a:lnTo>
                        <a:pt x="2943" y="438784"/>
                      </a:lnTo>
                      <a:cubicBezTo>
                        <a:pt x="3037" y="440446"/>
                        <a:pt x="3062" y="442115"/>
                        <a:pt x="3211" y="443775"/>
                      </a:cubicBezTo>
                      <a:cubicBezTo>
                        <a:pt x="3629" y="447078"/>
                        <a:pt x="3844" y="450424"/>
                        <a:pt x="4539" y="453696"/>
                      </a:cubicBezTo>
                      <a:cubicBezTo>
                        <a:pt x="4843" y="455340"/>
                        <a:pt x="5087" y="456999"/>
                        <a:pt x="5442" y="458634"/>
                      </a:cubicBezTo>
                      <a:lnTo>
                        <a:pt x="6647" y="463514"/>
                      </a:lnTo>
                      <a:cubicBezTo>
                        <a:pt x="6857" y="464326"/>
                        <a:pt x="7028" y="465151"/>
                        <a:pt x="7271" y="465953"/>
                      </a:cubicBezTo>
                      <a:lnTo>
                        <a:pt x="8037" y="468351"/>
                      </a:lnTo>
                      <a:lnTo>
                        <a:pt x="9570" y="473159"/>
                      </a:lnTo>
                      <a:cubicBezTo>
                        <a:pt x="4276" y="460810"/>
                        <a:pt x="820" y="447475"/>
                        <a:pt x="209" y="433865"/>
                      </a:cubicBezTo>
                      <a:lnTo>
                        <a:pt x="3" y="428762"/>
                      </a:lnTo>
                      <a:cubicBezTo>
                        <a:pt x="-19" y="427059"/>
                        <a:pt x="79" y="425359"/>
                        <a:pt x="111" y="423655"/>
                      </a:cubicBezTo>
                      <a:lnTo>
                        <a:pt x="184" y="421100"/>
                      </a:lnTo>
                      <a:cubicBezTo>
                        <a:pt x="207" y="420247"/>
                        <a:pt x="321" y="419401"/>
                        <a:pt x="385" y="418551"/>
                      </a:cubicBezTo>
                      <a:lnTo>
                        <a:pt x="840" y="413455"/>
                      </a:lnTo>
                      <a:cubicBezTo>
                        <a:pt x="1734" y="406700"/>
                        <a:pt x="2877" y="399945"/>
                        <a:pt x="4703" y="393366"/>
                      </a:cubicBezTo>
                      <a:cubicBezTo>
                        <a:pt x="6384" y="386741"/>
                        <a:pt x="8706" y="380315"/>
                        <a:pt x="11136" y="373939"/>
                      </a:cubicBezTo>
                      <a:cubicBezTo>
                        <a:pt x="13733" y="367637"/>
                        <a:pt x="16488" y="361387"/>
                        <a:pt x="19638" y="355345"/>
                      </a:cubicBezTo>
                      <a:cubicBezTo>
                        <a:pt x="25845" y="343207"/>
                        <a:pt x="33125" y="331673"/>
                        <a:pt x="40930" y="320554"/>
                      </a:cubicBezTo>
                      <a:cubicBezTo>
                        <a:pt x="42875" y="317770"/>
                        <a:pt x="44914" y="315056"/>
                        <a:pt x="46905" y="312302"/>
                      </a:cubicBezTo>
                      <a:cubicBezTo>
                        <a:pt x="48938" y="309584"/>
                        <a:pt x="51025" y="306907"/>
                        <a:pt x="53082" y="304207"/>
                      </a:cubicBezTo>
                      <a:cubicBezTo>
                        <a:pt x="55185" y="301546"/>
                        <a:pt x="57343" y="298929"/>
                        <a:pt x="59472" y="296288"/>
                      </a:cubicBezTo>
                      <a:lnTo>
                        <a:pt x="66025" y="288514"/>
                      </a:lnTo>
                      <a:cubicBezTo>
                        <a:pt x="74863" y="278236"/>
                        <a:pt x="84069" y="268297"/>
                        <a:pt x="93515" y="258609"/>
                      </a:cubicBezTo>
                      <a:cubicBezTo>
                        <a:pt x="112477" y="239299"/>
                        <a:pt x="132422" y="221052"/>
                        <a:pt x="152738" y="203292"/>
                      </a:cubicBezTo>
                      <a:cubicBezTo>
                        <a:pt x="173189" y="185688"/>
                        <a:pt x="193998" y="168547"/>
                        <a:pt x="215043" y="151738"/>
                      </a:cubicBezTo>
                      <a:cubicBezTo>
                        <a:pt x="236158" y="135018"/>
                        <a:pt x="257318" y="118390"/>
                        <a:pt x="278619" y="101967"/>
                      </a:cubicBezTo>
                      <a:lnTo>
                        <a:pt x="310438" y="77182"/>
                      </a:lnTo>
                      <a:cubicBezTo>
                        <a:pt x="321042" y="68923"/>
                        <a:pt x="331583" y="60588"/>
                        <a:pt x="342053" y="52167"/>
                      </a:cubicBezTo>
                      <a:cubicBezTo>
                        <a:pt x="363029" y="35369"/>
                        <a:pt x="383661" y="18146"/>
                        <a:pt x="403549" y="0"/>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7" name="Google Shape;667;p2"/>
                <p:cNvSpPr/>
                <p:nvPr/>
              </p:nvSpPr>
              <p:spPr>
                <a:xfrm>
                  <a:off x="9330165" y="4882960"/>
                  <a:ext cx="592309" cy="442408"/>
                </a:xfrm>
                <a:custGeom>
                  <a:avLst/>
                  <a:gdLst/>
                  <a:ahLst/>
                  <a:cxnLst/>
                  <a:rect l="l" t="t" r="r" b="b"/>
                  <a:pathLst>
                    <a:path w="592309" h="442408" extrusionOk="0">
                      <a:moveTo>
                        <a:pt x="592310" y="0"/>
                      </a:moveTo>
                      <a:cubicBezTo>
                        <a:pt x="570010" y="23315"/>
                        <a:pt x="547495" y="46383"/>
                        <a:pt x="525483" y="69929"/>
                      </a:cubicBezTo>
                      <a:cubicBezTo>
                        <a:pt x="503304" y="93308"/>
                        <a:pt x="481503" y="117030"/>
                        <a:pt x="459936" y="140943"/>
                      </a:cubicBezTo>
                      <a:cubicBezTo>
                        <a:pt x="449142" y="152890"/>
                        <a:pt x="438544" y="165011"/>
                        <a:pt x="427869" y="177058"/>
                      </a:cubicBezTo>
                      <a:lnTo>
                        <a:pt x="412052" y="195300"/>
                      </a:lnTo>
                      <a:lnTo>
                        <a:pt x="396416" y="213691"/>
                      </a:lnTo>
                      <a:cubicBezTo>
                        <a:pt x="375625" y="238261"/>
                        <a:pt x="355212" y="263146"/>
                        <a:pt x="335265" y="288416"/>
                      </a:cubicBezTo>
                      <a:lnTo>
                        <a:pt x="320278" y="307353"/>
                      </a:lnTo>
                      <a:lnTo>
                        <a:pt x="305391" y="326382"/>
                      </a:lnTo>
                      <a:lnTo>
                        <a:pt x="297969" y="335919"/>
                      </a:lnTo>
                      <a:cubicBezTo>
                        <a:pt x="296764" y="337505"/>
                        <a:pt x="295409" y="339108"/>
                        <a:pt x="294113" y="340703"/>
                      </a:cubicBezTo>
                      <a:cubicBezTo>
                        <a:pt x="292798" y="342294"/>
                        <a:pt x="291518" y="343913"/>
                        <a:pt x="290174" y="345476"/>
                      </a:cubicBezTo>
                      <a:cubicBezTo>
                        <a:pt x="284685" y="351624"/>
                        <a:pt x="279059" y="357659"/>
                        <a:pt x="272916" y="363122"/>
                      </a:cubicBezTo>
                      <a:cubicBezTo>
                        <a:pt x="260766" y="374189"/>
                        <a:pt x="247597" y="384050"/>
                        <a:pt x="233682" y="392627"/>
                      </a:cubicBezTo>
                      <a:cubicBezTo>
                        <a:pt x="230171" y="394717"/>
                        <a:pt x="226737" y="396936"/>
                        <a:pt x="223141" y="398875"/>
                      </a:cubicBezTo>
                      <a:lnTo>
                        <a:pt x="217799" y="401868"/>
                      </a:lnTo>
                      <a:cubicBezTo>
                        <a:pt x="216020" y="402869"/>
                        <a:pt x="214185" y="403765"/>
                        <a:pt x="212374" y="404705"/>
                      </a:cubicBezTo>
                      <a:lnTo>
                        <a:pt x="206922" y="407480"/>
                      </a:lnTo>
                      <a:lnTo>
                        <a:pt x="201390" y="410088"/>
                      </a:lnTo>
                      <a:cubicBezTo>
                        <a:pt x="197726" y="411876"/>
                        <a:pt x="193965" y="413451"/>
                        <a:pt x="190230" y="415076"/>
                      </a:cubicBezTo>
                      <a:cubicBezTo>
                        <a:pt x="160272" y="427916"/>
                        <a:pt x="128526" y="436338"/>
                        <a:pt x="96300" y="440325"/>
                      </a:cubicBezTo>
                      <a:cubicBezTo>
                        <a:pt x="92270" y="440814"/>
                        <a:pt x="88219" y="441129"/>
                        <a:pt x="84182" y="441525"/>
                      </a:cubicBezTo>
                      <a:lnTo>
                        <a:pt x="78106" y="441902"/>
                      </a:lnTo>
                      <a:cubicBezTo>
                        <a:pt x="76080" y="442026"/>
                        <a:pt x="74057" y="442176"/>
                        <a:pt x="72027" y="442201"/>
                      </a:cubicBezTo>
                      <a:cubicBezTo>
                        <a:pt x="67970" y="442307"/>
                        <a:pt x="63919" y="442476"/>
                        <a:pt x="59861" y="442380"/>
                      </a:cubicBezTo>
                      <a:cubicBezTo>
                        <a:pt x="57834" y="442351"/>
                        <a:pt x="55808" y="442373"/>
                        <a:pt x="53781" y="442300"/>
                      </a:cubicBezTo>
                      <a:lnTo>
                        <a:pt x="47707" y="441996"/>
                      </a:lnTo>
                      <a:cubicBezTo>
                        <a:pt x="31520" y="441194"/>
                        <a:pt x="15428" y="438462"/>
                        <a:pt x="0" y="433764"/>
                      </a:cubicBezTo>
                      <a:lnTo>
                        <a:pt x="5903" y="435074"/>
                      </a:lnTo>
                      <a:cubicBezTo>
                        <a:pt x="6888" y="435284"/>
                        <a:pt x="7864" y="435529"/>
                        <a:pt x="8854" y="435710"/>
                      </a:cubicBezTo>
                      <a:lnTo>
                        <a:pt x="11832" y="436215"/>
                      </a:lnTo>
                      <a:cubicBezTo>
                        <a:pt x="13819" y="436540"/>
                        <a:pt x="15794" y="436914"/>
                        <a:pt x="17783" y="437198"/>
                      </a:cubicBezTo>
                      <a:lnTo>
                        <a:pt x="23767" y="437925"/>
                      </a:lnTo>
                      <a:cubicBezTo>
                        <a:pt x="25757" y="438203"/>
                        <a:pt x="27759" y="438366"/>
                        <a:pt x="29762" y="438521"/>
                      </a:cubicBezTo>
                      <a:cubicBezTo>
                        <a:pt x="31764" y="438679"/>
                        <a:pt x="33762" y="438864"/>
                        <a:pt x="35762" y="438999"/>
                      </a:cubicBezTo>
                      <a:lnTo>
                        <a:pt x="41777" y="439241"/>
                      </a:lnTo>
                      <a:lnTo>
                        <a:pt x="44781" y="439362"/>
                      </a:lnTo>
                      <a:lnTo>
                        <a:pt x="47789" y="439365"/>
                      </a:lnTo>
                      <a:cubicBezTo>
                        <a:pt x="63826" y="439447"/>
                        <a:pt x="79855" y="438272"/>
                        <a:pt x="95660" y="435702"/>
                      </a:cubicBezTo>
                      <a:cubicBezTo>
                        <a:pt x="111475" y="433224"/>
                        <a:pt x="127102" y="429638"/>
                        <a:pt x="142405" y="425029"/>
                      </a:cubicBezTo>
                      <a:cubicBezTo>
                        <a:pt x="144327" y="424490"/>
                        <a:pt x="146226" y="423868"/>
                        <a:pt x="148124" y="423242"/>
                      </a:cubicBezTo>
                      <a:lnTo>
                        <a:pt x="153825" y="421399"/>
                      </a:lnTo>
                      <a:cubicBezTo>
                        <a:pt x="157611" y="420126"/>
                        <a:pt x="161362" y="418754"/>
                        <a:pt x="165123" y="417422"/>
                      </a:cubicBezTo>
                      <a:cubicBezTo>
                        <a:pt x="168835" y="415954"/>
                        <a:pt x="172580" y="414573"/>
                        <a:pt x="176265" y="413039"/>
                      </a:cubicBezTo>
                      <a:lnTo>
                        <a:pt x="181774" y="410703"/>
                      </a:lnTo>
                      <a:lnTo>
                        <a:pt x="184529" y="409535"/>
                      </a:lnTo>
                      <a:lnTo>
                        <a:pt x="187244" y="408284"/>
                      </a:lnTo>
                      <a:cubicBezTo>
                        <a:pt x="190863" y="406609"/>
                        <a:pt x="194505" y="404988"/>
                        <a:pt x="198045" y="403157"/>
                      </a:cubicBezTo>
                      <a:lnTo>
                        <a:pt x="203390" y="400487"/>
                      </a:lnTo>
                      <a:lnTo>
                        <a:pt x="208648" y="397655"/>
                      </a:lnTo>
                      <a:cubicBezTo>
                        <a:pt x="210388" y="396690"/>
                        <a:pt x="212173" y="395801"/>
                        <a:pt x="213890" y="394799"/>
                      </a:cubicBezTo>
                      <a:lnTo>
                        <a:pt x="219056" y="391811"/>
                      </a:lnTo>
                      <a:cubicBezTo>
                        <a:pt x="222533" y="389875"/>
                        <a:pt x="225844" y="387667"/>
                        <a:pt x="229229" y="385589"/>
                      </a:cubicBezTo>
                      <a:cubicBezTo>
                        <a:pt x="242645" y="377064"/>
                        <a:pt x="255257" y="367328"/>
                        <a:pt x="266792" y="356522"/>
                      </a:cubicBezTo>
                      <a:cubicBezTo>
                        <a:pt x="272608" y="351164"/>
                        <a:pt x="278003" y="345401"/>
                        <a:pt x="283213" y="339494"/>
                      </a:cubicBezTo>
                      <a:cubicBezTo>
                        <a:pt x="284488" y="337994"/>
                        <a:pt x="285700" y="336444"/>
                        <a:pt x="286946" y="334924"/>
                      </a:cubicBezTo>
                      <a:cubicBezTo>
                        <a:pt x="288182" y="333384"/>
                        <a:pt x="289428" y="331907"/>
                        <a:pt x="290656" y="330279"/>
                      </a:cubicBezTo>
                      <a:lnTo>
                        <a:pt x="298042" y="320696"/>
                      </a:lnTo>
                      <a:cubicBezTo>
                        <a:pt x="307892" y="307922"/>
                        <a:pt x="317814" y="295189"/>
                        <a:pt x="327815" y="282515"/>
                      </a:cubicBezTo>
                      <a:cubicBezTo>
                        <a:pt x="347966" y="257285"/>
                        <a:pt x="368481" y="232319"/>
                        <a:pt x="389583" y="207866"/>
                      </a:cubicBezTo>
                      <a:cubicBezTo>
                        <a:pt x="410739" y="183458"/>
                        <a:pt x="432292" y="159398"/>
                        <a:pt x="454489" y="135948"/>
                      </a:cubicBezTo>
                      <a:lnTo>
                        <a:pt x="462778" y="127125"/>
                      </a:lnTo>
                      <a:lnTo>
                        <a:pt x="471156" y="118385"/>
                      </a:lnTo>
                      <a:cubicBezTo>
                        <a:pt x="476755" y="112572"/>
                        <a:pt x="482303" y="106713"/>
                        <a:pt x="487975" y="100970"/>
                      </a:cubicBezTo>
                      <a:cubicBezTo>
                        <a:pt x="499334" y="89504"/>
                        <a:pt x="510622" y="77976"/>
                        <a:pt x="522155" y="66690"/>
                      </a:cubicBezTo>
                      <a:cubicBezTo>
                        <a:pt x="545129" y="44015"/>
                        <a:pt x="568547" y="21813"/>
                        <a:pt x="592310" y="0"/>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8" name="Google Shape;668;p2"/>
                <p:cNvSpPr/>
                <p:nvPr/>
              </p:nvSpPr>
              <p:spPr>
                <a:xfrm>
                  <a:off x="9296058" y="4976133"/>
                  <a:ext cx="487583" cy="307449"/>
                </a:xfrm>
                <a:custGeom>
                  <a:avLst/>
                  <a:gdLst/>
                  <a:ahLst/>
                  <a:cxnLst/>
                  <a:rect l="l" t="t" r="r" b="b"/>
                  <a:pathLst>
                    <a:path w="487583" h="307449" extrusionOk="0">
                      <a:moveTo>
                        <a:pt x="487583" y="0"/>
                      </a:moveTo>
                      <a:cubicBezTo>
                        <a:pt x="453888" y="36752"/>
                        <a:pt x="420462" y="73682"/>
                        <a:pt x="385847" y="109625"/>
                      </a:cubicBezTo>
                      <a:cubicBezTo>
                        <a:pt x="377208" y="118623"/>
                        <a:pt x="368503" y="127563"/>
                        <a:pt x="359643" y="136357"/>
                      </a:cubicBezTo>
                      <a:cubicBezTo>
                        <a:pt x="350801" y="145170"/>
                        <a:pt x="341874" y="153905"/>
                        <a:pt x="332826" y="162528"/>
                      </a:cubicBezTo>
                      <a:cubicBezTo>
                        <a:pt x="314679" y="179716"/>
                        <a:pt x="295962" y="196347"/>
                        <a:pt x="276547" y="212191"/>
                      </a:cubicBezTo>
                      <a:cubicBezTo>
                        <a:pt x="257024" y="227893"/>
                        <a:pt x="236770" y="242789"/>
                        <a:pt x="215421" y="256078"/>
                      </a:cubicBezTo>
                      <a:cubicBezTo>
                        <a:pt x="204725" y="262680"/>
                        <a:pt x="193775" y="268891"/>
                        <a:pt x="182548" y="274587"/>
                      </a:cubicBezTo>
                      <a:lnTo>
                        <a:pt x="174079" y="278759"/>
                      </a:lnTo>
                      <a:cubicBezTo>
                        <a:pt x="171217" y="280072"/>
                        <a:pt x="168375" y="281430"/>
                        <a:pt x="165495" y="282703"/>
                      </a:cubicBezTo>
                      <a:cubicBezTo>
                        <a:pt x="159716" y="285208"/>
                        <a:pt x="153894" y="287617"/>
                        <a:pt x="147989" y="289819"/>
                      </a:cubicBezTo>
                      <a:cubicBezTo>
                        <a:pt x="124418" y="298689"/>
                        <a:pt x="99683" y="304758"/>
                        <a:pt x="74583" y="306733"/>
                      </a:cubicBezTo>
                      <a:cubicBezTo>
                        <a:pt x="49506" y="308672"/>
                        <a:pt x="24177" y="306699"/>
                        <a:pt x="0" y="300554"/>
                      </a:cubicBezTo>
                      <a:cubicBezTo>
                        <a:pt x="24597" y="304626"/>
                        <a:pt x="49616" y="305275"/>
                        <a:pt x="74103" y="302088"/>
                      </a:cubicBezTo>
                      <a:cubicBezTo>
                        <a:pt x="86351" y="300577"/>
                        <a:pt x="98463" y="298110"/>
                        <a:pt x="110334" y="294821"/>
                      </a:cubicBezTo>
                      <a:cubicBezTo>
                        <a:pt x="122205" y="291540"/>
                        <a:pt x="133887" y="287586"/>
                        <a:pt x="145280" y="282909"/>
                      </a:cubicBezTo>
                      <a:cubicBezTo>
                        <a:pt x="150984" y="280588"/>
                        <a:pt x="156605" y="278062"/>
                        <a:pt x="162180" y="275445"/>
                      </a:cubicBezTo>
                      <a:lnTo>
                        <a:pt x="170499" y="271421"/>
                      </a:lnTo>
                      <a:lnTo>
                        <a:pt x="178717" y="267190"/>
                      </a:lnTo>
                      <a:cubicBezTo>
                        <a:pt x="189608" y="261413"/>
                        <a:pt x="200238" y="255131"/>
                        <a:pt x="210625" y="248459"/>
                      </a:cubicBezTo>
                      <a:cubicBezTo>
                        <a:pt x="231446" y="235181"/>
                        <a:pt x="251364" y="220448"/>
                        <a:pt x="270564" y="204807"/>
                      </a:cubicBezTo>
                      <a:cubicBezTo>
                        <a:pt x="289872" y="189288"/>
                        <a:pt x="308448" y="172824"/>
                        <a:pt x="326690" y="155974"/>
                      </a:cubicBezTo>
                      <a:cubicBezTo>
                        <a:pt x="344998" y="139188"/>
                        <a:pt x="362772" y="121796"/>
                        <a:pt x="380594" y="104427"/>
                      </a:cubicBezTo>
                      <a:cubicBezTo>
                        <a:pt x="416109" y="69556"/>
                        <a:pt x="451085" y="33990"/>
                        <a:pt x="487583" y="0"/>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9" name="Google Shape;669;p2"/>
                <p:cNvSpPr/>
                <p:nvPr/>
              </p:nvSpPr>
              <p:spPr>
                <a:xfrm>
                  <a:off x="9280392" y="4899101"/>
                  <a:ext cx="572163" cy="322949"/>
                </a:xfrm>
                <a:custGeom>
                  <a:avLst/>
                  <a:gdLst/>
                  <a:ahLst/>
                  <a:cxnLst/>
                  <a:rect l="l" t="t" r="r" b="b"/>
                  <a:pathLst>
                    <a:path w="572163" h="322949" extrusionOk="0">
                      <a:moveTo>
                        <a:pt x="572163" y="0"/>
                      </a:moveTo>
                      <a:cubicBezTo>
                        <a:pt x="523471" y="25283"/>
                        <a:pt x="474875" y="50615"/>
                        <a:pt x="426504" y="76368"/>
                      </a:cubicBezTo>
                      <a:lnTo>
                        <a:pt x="390255" y="95733"/>
                      </a:lnTo>
                      <a:cubicBezTo>
                        <a:pt x="378191" y="102221"/>
                        <a:pt x="366117" y="108693"/>
                        <a:pt x="354094" y="115255"/>
                      </a:cubicBezTo>
                      <a:cubicBezTo>
                        <a:pt x="330000" y="128291"/>
                        <a:pt x="305908" y="141332"/>
                        <a:pt x="281967" y="154643"/>
                      </a:cubicBezTo>
                      <a:cubicBezTo>
                        <a:pt x="257938" y="167797"/>
                        <a:pt x="234016" y="181140"/>
                        <a:pt x="210147" y="194582"/>
                      </a:cubicBezTo>
                      <a:cubicBezTo>
                        <a:pt x="198192" y="201264"/>
                        <a:pt x="186273" y="208008"/>
                        <a:pt x="174367" y="214779"/>
                      </a:cubicBezTo>
                      <a:lnTo>
                        <a:pt x="138722" y="235209"/>
                      </a:lnTo>
                      <a:lnTo>
                        <a:pt x="120957" y="245523"/>
                      </a:lnTo>
                      <a:lnTo>
                        <a:pt x="103247" y="255927"/>
                      </a:lnTo>
                      <a:cubicBezTo>
                        <a:pt x="91454" y="262883"/>
                        <a:pt x="79683" y="269883"/>
                        <a:pt x="68018" y="277050"/>
                      </a:cubicBezTo>
                      <a:cubicBezTo>
                        <a:pt x="56291" y="284123"/>
                        <a:pt x="44705" y="291415"/>
                        <a:pt x="33232" y="298878"/>
                      </a:cubicBezTo>
                      <a:cubicBezTo>
                        <a:pt x="27484" y="302595"/>
                        <a:pt x="21809" y="306422"/>
                        <a:pt x="16226" y="310377"/>
                      </a:cubicBezTo>
                      <a:cubicBezTo>
                        <a:pt x="13437" y="312357"/>
                        <a:pt x="10623" y="314311"/>
                        <a:pt x="7940" y="316433"/>
                      </a:cubicBezTo>
                      <a:cubicBezTo>
                        <a:pt x="6600" y="317496"/>
                        <a:pt x="5178" y="318467"/>
                        <a:pt x="3902" y="319606"/>
                      </a:cubicBezTo>
                      <a:lnTo>
                        <a:pt x="0" y="322950"/>
                      </a:lnTo>
                      <a:cubicBezTo>
                        <a:pt x="9661" y="313180"/>
                        <a:pt x="20711" y="304884"/>
                        <a:pt x="31730" y="296713"/>
                      </a:cubicBezTo>
                      <a:cubicBezTo>
                        <a:pt x="42798" y="288576"/>
                        <a:pt x="54114" y="280787"/>
                        <a:pt x="65501" y="273120"/>
                      </a:cubicBezTo>
                      <a:cubicBezTo>
                        <a:pt x="76901" y="265466"/>
                        <a:pt x="88441" y="258034"/>
                        <a:pt x="99990" y="250617"/>
                      </a:cubicBezTo>
                      <a:cubicBezTo>
                        <a:pt x="105767" y="246911"/>
                        <a:pt x="111600" y="243297"/>
                        <a:pt x="117411" y="239648"/>
                      </a:cubicBezTo>
                      <a:lnTo>
                        <a:pt x="134926" y="228833"/>
                      </a:lnTo>
                      <a:lnTo>
                        <a:pt x="152501" y="218117"/>
                      </a:lnTo>
                      <a:lnTo>
                        <a:pt x="170179" y="207576"/>
                      </a:lnTo>
                      <a:cubicBezTo>
                        <a:pt x="181993" y="200599"/>
                        <a:pt x="193823" y="193647"/>
                        <a:pt x="205688" y="186759"/>
                      </a:cubicBezTo>
                      <a:cubicBezTo>
                        <a:pt x="229462" y="173057"/>
                        <a:pt x="253389" y="159629"/>
                        <a:pt x="277381" y="146320"/>
                      </a:cubicBezTo>
                      <a:cubicBezTo>
                        <a:pt x="301448" y="133148"/>
                        <a:pt x="325590" y="120113"/>
                        <a:pt x="349868" y="107335"/>
                      </a:cubicBezTo>
                      <a:cubicBezTo>
                        <a:pt x="374191" y="94645"/>
                        <a:pt x="398525" y="81971"/>
                        <a:pt x="423114" y="69798"/>
                      </a:cubicBezTo>
                      <a:cubicBezTo>
                        <a:pt x="472185" y="45256"/>
                        <a:pt x="521782" y="21729"/>
                        <a:pt x="572163" y="0"/>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grpSp>
          <p:nvGrpSpPr>
            <p:cNvPr id="670" name="Google Shape;670;p2"/>
            <p:cNvGrpSpPr/>
            <p:nvPr/>
          </p:nvGrpSpPr>
          <p:grpSpPr>
            <a:xfrm>
              <a:off x="7138613" y="1929367"/>
              <a:ext cx="1013367" cy="777682"/>
              <a:chOff x="7138613" y="1929367"/>
              <a:chExt cx="1013367" cy="777682"/>
            </a:xfrm>
          </p:grpSpPr>
          <p:sp>
            <p:nvSpPr>
              <p:cNvPr id="671" name="Google Shape;671;p2"/>
              <p:cNvSpPr/>
              <p:nvPr/>
            </p:nvSpPr>
            <p:spPr>
              <a:xfrm>
                <a:off x="7399911" y="2456158"/>
                <a:ext cx="7125" cy="4624"/>
              </a:xfrm>
              <a:custGeom>
                <a:avLst/>
                <a:gdLst/>
                <a:ahLst/>
                <a:cxnLst/>
                <a:rect l="l" t="t" r="r" b="b"/>
                <a:pathLst>
                  <a:path w="7125" h="4624" extrusionOk="0">
                    <a:moveTo>
                      <a:pt x="6832" y="3008"/>
                    </a:moveTo>
                    <a:cubicBezTo>
                      <a:pt x="3983" y="6239"/>
                      <a:pt x="-177" y="4083"/>
                      <a:pt x="6" y="1294"/>
                    </a:cubicBezTo>
                    <a:cubicBezTo>
                      <a:pt x="189" y="-1497"/>
                      <a:pt x="708" y="1027"/>
                      <a:pt x="3572" y="1488"/>
                    </a:cubicBezTo>
                    <a:cubicBezTo>
                      <a:pt x="6439" y="1950"/>
                      <a:pt x="7760" y="1955"/>
                      <a:pt x="6832" y="300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72" name="Google Shape;672;p2"/>
              <p:cNvSpPr/>
              <p:nvPr/>
            </p:nvSpPr>
            <p:spPr>
              <a:xfrm>
                <a:off x="7405604" y="2460595"/>
                <a:ext cx="10609" cy="16737"/>
              </a:xfrm>
              <a:custGeom>
                <a:avLst/>
                <a:gdLst/>
                <a:ahLst/>
                <a:cxnLst/>
                <a:rect l="l" t="t" r="r" b="b"/>
                <a:pathLst>
                  <a:path w="10609" h="16737" extrusionOk="0">
                    <a:moveTo>
                      <a:pt x="4095" y="16661"/>
                    </a:moveTo>
                    <a:cubicBezTo>
                      <a:pt x="-2937" y="9613"/>
                      <a:pt x="485" y="-2599"/>
                      <a:pt x="4017" y="492"/>
                    </a:cubicBezTo>
                    <a:cubicBezTo>
                      <a:pt x="7549" y="3582"/>
                      <a:pt x="12142" y="10415"/>
                      <a:pt x="10109" y="13936"/>
                    </a:cubicBezTo>
                    <a:cubicBezTo>
                      <a:pt x="8075" y="17456"/>
                      <a:pt x="4095" y="16661"/>
                      <a:pt x="4095" y="1666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73" name="Google Shape;673;p2"/>
              <p:cNvSpPr/>
              <p:nvPr/>
            </p:nvSpPr>
            <p:spPr>
              <a:xfrm>
                <a:off x="7407583" y="2470866"/>
                <a:ext cx="6886" cy="5171"/>
              </a:xfrm>
              <a:custGeom>
                <a:avLst/>
                <a:gdLst/>
                <a:ahLst/>
                <a:cxnLst/>
                <a:rect l="l" t="t" r="r" b="b"/>
                <a:pathLst>
                  <a:path w="6886" h="5171" extrusionOk="0">
                    <a:moveTo>
                      <a:pt x="6496" y="4099"/>
                    </a:moveTo>
                    <a:cubicBezTo>
                      <a:pt x="3122" y="6776"/>
                      <a:pt x="-593" y="3921"/>
                      <a:pt x="80" y="1208"/>
                    </a:cubicBezTo>
                    <a:cubicBezTo>
                      <a:pt x="751" y="-1506"/>
                      <a:pt x="818" y="1066"/>
                      <a:pt x="3554" y="2028"/>
                    </a:cubicBezTo>
                    <a:cubicBezTo>
                      <a:pt x="6293" y="2991"/>
                      <a:pt x="7596" y="3228"/>
                      <a:pt x="6496" y="409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74" name="Google Shape;674;p2"/>
              <p:cNvSpPr/>
              <p:nvPr/>
            </p:nvSpPr>
            <p:spPr>
              <a:xfrm>
                <a:off x="7382799" y="2433480"/>
                <a:ext cx="15217" cy="13015"/>
              </a:xfrm>
              <a:custGeom>
                <a:avLst/>
                <a:gdLst/>
                <a:ahLst/>
                <a:cxnLst/>
                <a:rect l="l" t="t" r="r" b="b"/>
                <a:pathLst>
                  <a:path w="15217" h="13015" extrusionOk="0">
                    <a:moveTo>
                      <a:pt x="0" y="4685"/>
                    </a:moveTo>
                    <a:cubicBezTo>
                      <a:pt x="4071" y="13770"/>
                      <a:pt x="16697" y="14938"/>
                      <a:pt x="15074" y="10535"/>
                    </a:cubicBezTo>
                    <a:cubicBezTo>
                      <a:pt x="13451" y="6133"/>
                      <a:pt x="8708" y="-597"/>
                      <a:pt x="4696" y="42"/>
                    </a:cubicBezTo>
                    <a:cubicBezTo>
                      <a:pt x="681" y="683"/>
                      <a:pt x="0" y="4685"/>
                      <a:pt x="0" y="468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75" name="Google Shape;675;p2"/>
              <p:cNvSpPr/>
              <p:nvPr/>
            </p:nvSpPr>
            <p:spPr>
              <a:xfrm>
                <a:off x="7384234" y="2434700"/>
                <a:ext cx="4027" cy="7282"/>
              </a:xfrm>
              <a:custGeom>
                <a:avLst/>
                <a:gdLst/>
                <a:ahLst/>
                <a:cxnLst/>
                <a:rect l="l" t="t" r="r" b="b"/>
                <a:pathLst>
                  <a:path w="4027" h="7282" extrusionOk="0">
                    <a:moveTo>
                      <a:pt x="2269" y="192"/>
                    </a:moveTo>
                    <a:cubicBezTo>
                      <a:pt x="-1437" y="2387"/>
                      <a:pt x="-97" y="6876"/>
                      <a:pt x="2678" y="7217"/>
                    </a:cubicBezTo>
                    <a:cubicBezTo>
                      <a:pt x="5453" y="7560"/>
                      <a:pt x="3074" y="6579"/>
                      <a:pt x="3154" y="3678"/>
                    </a:cubicBezTo>
                    <a:cubicBezTo>
                      <a:pt x="3233" y="779"/>
                      <a:pt x="3476" y="-521"/>
                      <a:pt x="2269" y="19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676" name="Google Shape;676;p2"/>
              <p:cNvGrpSpPr/>
              <p:nvPr/>
            </p:nvGrpSpPr>
            <p:grpSpPr>
              <a:xfrm>
                <a:off x="7138613" y="1929367"/>
                <a:ext cx="1013367" cy="777682"/>
                <a:chOff x="7138613" y="1929367"/>
                <a:chExt cx="1013367" cy="777682"/>
              </a:xfrm>
            </p:grpSpPr>
            <p:sp>
              <p:nvSpPr>
                <p:cNvPr id="677" name="Google Shape;677;p2"/>
                <p:cNvSpPr/>
                <p:nvPr/>
              </p:nvSpPr>
              <p:spPr>
                <a:xfrm>
                  <a:off x="7138613" y="2083438"/>
                  <a:ext cx="683653" cy="359239"/>
                </a:xfrm>
                <a:custGeom>
                  <a:avLst/>
                  <a:gdLst/>
                  <a:ahLst/>
                  <a:cxnLst/>
                  <a:rect l="l" t="t" r="r" b="b"/>
                  <a:pathLst>
                    <a:path w="683653" h="359239" extrusionOk="0">
                      <a:moveTo>
                        <a:pt x="354159" y="229688"/>
                      </a:moveTo>
                      <a:cubicBezTo>
                        <a:pt x="266856" y="275577"/>
                        <a:pt x="0" y="359240"/>
                        <a:pt x="0" y="359240"/>
                      </a:cubicBezTo>
                      <a:cubicBezTo>
                        <a:pt x="0" y="359240"/>
                        <a:pt x="376267" y="110018"/>
                        <a:pt x="466932" y="45610"/>
                      </a:cubicBezTo>
                      <a:cubicBezTo>
                        <a:pt x="557597" y="-18798"/>
                        <a:pt x="683654" y="3868"/>
                        <a:pt x="683654" y="3868"/>
                      </a:cubicBezTo>
                      <a:cubicBezTo>
                        <a:pt x="683654" y="3868"/>
                        <a:pt x="675458" y="61667"/>
                        <a:pt x="458741" y="184057"/>
                      </a:cubicBezTo>
                      <a:cubicBezTo>
                        <a:pt x="242028" y="306447"/>
                        <a:pt x="354159" y="229688"/>
                        <a:pt x="354159" y="229688"/>
                      </a:cubicBezTo>
                      <a:close/>
                    </a:path>
                  </a:pathLst>
                </a:custGeom>
                <a:solidFill>
                  <a:srgbClr val="4D731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78" name="Google Shape;678;p2"/>
                <p:cNvSpPr/>
                <p:nvPr/>
              </p:nvSpPr>
              <p:spPr>
                <a:xfrm>
                  <a:off x="7236507" y="1944624"/>
                  <a:ext cx="849893" cy="608726"/>
                </a:xfrm>
                <a:custGeom>
                  <a:avLst/>
                  <a:gdLst/>
                  <a:ahLst/>
                  <a:cxnLst/>
                  <a:rect l="l" t="t" r="r" b="b"/>
                  <a:pathLst>
                    <a:path w="849893" h="608726" extrusionOk="0">
                      <a:moveTo>
                        <a:pt x="5164" y="589716"/>
                      </a:moveTo>
                      <a:cubicBezTo>
                        <a:pt x="-39763" y="516815"/>
                        <a:pt x="211060" y="272902"/>
                        <a:pt x="655739" y="8448"/>
                      </a:cubicBezTo>
                      <a:cubicBezTo>
                        <a:pt x="719713" y="-30976"/>
                        <a:pt x="831651" y="80381"/>
                        <a:pt x="831651" y="80381"/>
                      </a:cubicBezTo>
                      <a:cubicBezTo>
                        <a:pt x="831651" y="80381"/>
                        <a:pt x="881116" y="225650"/>
                        <a:pt x="817140" y="265077"/>
                      </a:cubicBezTo>
                      <a:cubicBezTo>
                        <a:pt x="391996" y="519774"/>
                        <a:pt x="50089" y="662619"/>
                        <a:pt x="5164" y="589716"/>
                      </a:cubicBezTo>
                      <a:close/>
                    </a:path>
                  </a:pathLst>
                </a:custGeom>
                <a:solidFill>
                  <a:srgbClr val="CFAA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79" name="Google Shape;679;p2"/>
                <p:cNvSpPr/>
                <p:nvPr/>
              </p:nvSpPr>
              <p:spPr>
                <a:xfrm>
                  <a:off x="7669212" y="2355809"/>
                  <a:ext cx="65934" cy="65075"/>
                </a:xfrm>
                <a:custGeom>
                  <a:avLst/>
                  <a:gdLst/>
                  <a:ahLst/>
                  <a:cxnLst/>
                  <a:rect l="l" t="t" r="r" b="b"/>
                  <a:pathLst>
                    <a:path w="65934" h="65075" extrusionOk="0">
                      <a:moveTo>
                        <a:pt x="15442" y="6859"/>
                      </a:moveTo>
                      <a:cubicBezTo>
                        <a:pt x="9368" y="13257"/>
                        <a:pt x="4522" y="27486"/>
                        <a:pt x="682" y="30457"/>
                      </a:cubicBezTo>
                      <a:cubicBezTo>
                        <a:pt x="-3157" y="33429"/>
                        <a:pt x="10370" y="43920"/>
                        <a:pt x="12546" y="47465"/>
                      </a:cubicBezTo>
                      <a:cubicBezTo>
                        <a:pt x="14722" y="51008"/>
                        <a:pt x="18755" y="71777"/>
                        <a:pt x="39960" y="62877"/>
                      </a:cubicBezTo>
                      <a:cubicBezTo>
                        <a:pt x="61165" y="53978"/>
                        <a:pt x="65629" y="53859"/>
                        <a:pt x="65931" y="39398"/>
                      </a:cubicBezTo>
                      <a:cubicBezTo>
                        <a:pt x="66233" y="24934"/>
                        <a:pt x="48594" y="10069"/>
                        <a:pt x="44941" y="3183"/>
                      </a:cubicBezTo>
                      <a:cubicBezTo>
                        <a:pt x="40225" y="-5712"/>
                        <a:pt x="15442" y="6859"/>
                        <a:pt x="15442" y="685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80" name="Google Shape;680;p2"/>
                <p:cNvSpPr/>
                <p:nvPr/>
              </p:nvSpPr>
              <p:spPr>
                <a:xfrm>
                  <a:off x="7714301" y="2325056"/>
                  <a:ext cx="68612" cy="68920"/>
                </a:xfrm>
                <a:custGeom>
                  <a:avLst/>
                  <a:gdLst/>
                  <a:ahLst/>
                  <a:cxnLst/>
                  <a:rect l="l" t="t" r="r" b="b"/>
                  <a:pathLst>
                    <a:path w="68612" h="68920" extrusionOk="0">
                      <a:moveTo>
                        <a:pt x="17749" y="8198"/>
                      </a:moveTo>
                      <a:cubicBezTo>
                        <a:pt x="10987" y="14873"/>
                        <a:pt x="5014" y="29170"/>
                        <a:pt x="807" y="32334"/>
                      </a:cubicBezTo>
                      <a:cubicBezTo>
                        <a:pt x="-3399" y="35500"/>
                        <a:pt x="10098" y="44959"/>
                        <a:pt x="12155" y="48308"/>
                      </a:cubicBezTo>
                      <a:cubicBezTo>
                        <a:pt x="14210" y="51655"/>
                        <a:pt x="20124" y="76625"/>
                        <a:pt x="42886" y="66535"/>
                      </a:cubicBezTo>
                      <a:cubicBezTo>
                        <a:pt x="65645" y="56444"/>
                        <a:pt x="67323" y="51246"/>
                        <a:pt x="68551" y="37006"/>
                      </a:cubicBezTo>
                      <a:cubicBezTo>
                        <a:pt x="69778" y="22767"/>
                        <a:pt x="52254" y="9259"/>
                        <a:pt x="48864" y="2721"/>
                      </a:cubicBezTo>
                      <a:cubicBezTo>
                        <a:pt x="44486" y="-5728"/>
                        <a:pt x="17749" y="8198"/>
                        <a:pt x="17749" y="819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81" name="Google Shape;681;p2"/>
                <p:cNvSpPr/>
                <p:nvPr/>
              </p:nvSpPr>
              <p:spPr>
                <a:xfrm>
                  <a:off x="7757310" y="2298549"/>
                  <a:ext cx="68612" cy="68920"/>
                </a:xfrm>
                <a:custGeom>
                  <a:avLst/>
                  <a:gdLst/>
                  <a:ahLst/>
                  <a:cxnLst/>
                  <a:rect l="l" t="t" r="r" b="b"/>
                  <a:pathLst>
                    <a:path w="68612" h="68920" extrusionOk="0">
                      <a:moveTo>
                        <a:pt x="17749" y="8198"/>
                      </a:moveTo>
                      <a:cubicBezTo>
                        <a:pt x="10987" y="14876"/>
                        <a:pt x="5014" y="29170"/>
                        <a:pt x="807" y="32334"/>
                      </a:cubicBezTo>
                      <a:cubicBezTo>
                        <a:pt x="-3399" y="35500"/>
                        <a:pt x="10098" y="44959"/>
                        <a:pt x="12155" y="48308"/>
                      </a:cubicBezTo>
                      <a:cubicBezTo>
                        <a:pt x="14210" y="51655"/>
                        <a:pt x="20124" y="76625"/>
                        <a:pt x="42886" y="66535"/>
                      </a:cubicBezTo>
                      <a:cubicBezTo>
                        <a:pt x="65645" y="56444"/>
                        <a:pt x="67323" y="51246"/>
                        <a:pt x="68551" y="37004"/>
                      </a:cubicBezTo>
                      <a:cubicBezTo>
                        <a:pt x="69778" y="22765"/>
                        <a:pt x="52254" y="9257"/>
                        <a:pt x="48864" y="2719"/>
                      </a:cubicBezTo>
                      <a:cubicBezTo>
                        <a:pt x="44486" y="-5726"/>
                        <a:pt x="17749" y="8198"/>
                        <a:pt x="17749" y="819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82" name="Google Shape;682;p2"/>
                <p:cNvSpPr/>
                <p:nvPr/>
              </p:nvSpPr>
              <p:spPr>
                <a:xfrm>
                  <a:off x="7805327" y="2278975"/>
                  <a:ext cx="68612" cy="68919"/>
                </a:xfrm>
                <a:custGeom>
                  <a:avLst/>
                  <a:gdLst/>
                  <a:ahLst/>
                  <a:cxnLst/>
                  <a:rect l="l" t="t" r="r" b="b"/>
                  <a:pathLst>
                    <a:path w="68612" h="68919" extrusionOk="0">
                      <a:moveTo>
                        <a:pt x="17749" y="8197"/>
                      </a:moveTo>
                      <a:cubicBezTo>
                        <a:pt x="10987" y="14872"/>
                        <a:pt x="5016" y="29167"/>
                        <a:pt x="807" y="32333"/>
                      </a:cubicBezTo>
                      <a:cubicBezTo>
                        <a:pt x="-3399" y="35497"/>
                        <a:pt x="10098" y="44958"/>
                        <a:pt x="12155" y="48307"/>
                      </a:cubicBezTo>
                      <a:cubicBezTo>
                        <a:pt x="14210" y="51654"/>
                        <a:pt x="20124" y="76624"/>
                        <a:pt x="42886" y="66534"/>
                      </a:cubicBezTo>
                      <a:cubicBezTo>
                        <a:pt x="65645" y="56443"/>
                        <a:pt x="67323" y="51245"/>
                        <a:pt x="68551" y="37005"/>
                      </a:cubicBezTo>
                      <a:cubicBezTo>
                        <a:pt x="69778" y="22766"/>
                        <a:pt x="52254" y="9258"/>
                        <a:pt x="48864" y="2720"/>
                      </a:cubicBezTo>
                      <a:cubicBezTo>
                        <a:pt x="44486" y="-5727"/>
                        <a:pt x="17749" y="8197"/>
                        <a:pt x="17749" y="81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83" name="Google Shape;683;p2"/>
                <p:cNvSpPr/>
                <p:nvPr/>
              </p:nvSpPr>
              <p:spPr>
                <a:xfrm>
                  <a:off x="7734309" y="2368717"/>
                  <a:ext cx="27641" cy="21372"/>
                </a:xfrm>
                <a:custGeom>
                  <a:avLst/>
                  <a:gdLst/>
                  <a:ahLst/>
                  <a:cxnLst/>
                  <a:rect l="l" t="t" r="r" b="b"/>
                  <a:pathLst>
                    <a:path w="27641" h="21372" extrusionOk="0">
                      <a:moveTo>
                        <a:pt x="26504" y="16594"/>
                      </a:moveTo>
                      <a:cubicBezTo>
                        <a:pt x="15455" y="28145"/>
                        <a:pt x="-684" y="16553"/>
                        <a:pt x="22" y="5116"/>
                      </a:cubicBezTo>
                      <a:cubicBezTo>
                        <a:pt x="729" y="-6319"/>
                        <a:pt x="2741" y="4453"/>
                        <a:pt x="13855" y="8209"/>
                      </a:cubicBezTo>
                      <a:cubicBezTo>
                        <a:pt x="24970" y="11965"/>
                        <a:pt x="30102" y="12831"/>
                        <a:pt x="26504" y="1659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84" name="Google Shape;684;p2"/>
                <p:cNvSpPr/>
                <p:nvPr/>
              </p:nvSpPr>
              <p:spPr>
                <a:xfrm>
                  <a:off x="7686460" y="2396289"/>
                  <a:ext cx="24284" cy="20409"/>
                </a:xfrm>
                <a:custGeom>
                  <a:avLst/>
                  <a:gdLst/>
                  <a:ahLst/>
                  <a:cxnLst/>
                  <a:rect l="l" t="t" r="r" b="b"/>
                  <a:pathLst>
                    <a:path w="24284" h="20409" extrusionOk="0">
                      <a:moveTo>
                        <a:pt x="23418" y="16587"/>
                      </a:moveTo>
                      <a:cubicBezTo>
                        <a:pt x="14551" y="26558"/>
                        <a:pt x="23" y="15046"/>
                        <a:pt x="0" y="4610"/>
                      </a:cubicBezTo>
                      <a:cubicBezTo>
                        <a:pt x="-23" y="-5825"/>
                        <a:pt x="2302" y="4153"/>
                        <a:pt x="12073" y="8209"/>
                      </a:cubicBezTo>
                      <a:cubicBezTo>
                        <a:pt x="21841" y="12262"/>
                        <a:pt x="26305" y="13341"/>
                        <a:pt x="23418" y="1658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85" name="Google Shape;685;p2"/>
                <p:cNvSpPr/>
                <p:nvPr/>
              </p:nvSpPr>
              <p:spPr>
                <a:xfrm>
                  <a:off x="7776927" y="2342452"/>
                  <a:ext cx="27640" cy="21373"/>
                </a:xfrm>
                <a:custGeom>
                  <a:avLst/>
                  <a:gdLst/>
                  <a:ahLst/>
                  <a:cxnLst/>
                  <a:rect l="l" t="t" r="r" b="b"/>
                  <a:pathLst>
                    <a:path w="27640" h="21373" extrusionOk="0">
                      <a:moveTo>
                        <a:pt x="26503" y="16595"/>
                      </a:moveTo>
                      <a:cubicBezTo>
                        <a:pt x="15455" y="28146"/>
                        <a:pt x="-684" y="16554"/>
                        <a:pt x="22" y="5117"/>
                      </a:cubicBezTo>
                      <a:cubicBezTo>
                        <a:pt x="729" y="-6320"/>
                        <a:pt x="2740" y="4454"/>
                        <a:pt x="13855" y="8210"/>
                      </a:cubicBezTo>
                      <a:cubicBezTo>
                        <a:pt x="24969" y="11968"/>
                        <a:pt x="30102" y="12834"/>
                        <a:pt x="26503" y="1659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86" name="Google Shape;686;p2"/>
                <p:cNvSpPr/>
                <p:nvPr/>
              </p:nvSpPr>
              <p:spPr>
                <a:xfrm>
                  <a:off x="7832593" y="2319057"/>
                  <a:ext cx="27641" cy="21373"/>
                </a:xfrm>
                <a:custGeom>
                  <a:avLst/>
                  <a:gdLst/>
                  <a:ahLst/>
                  <a:cxnLst/>
                  <a:rect l="l" t="t" r="r" b="b"/>
                  <a:pathLst>
                    <a:path w="27641" h="21373" extrusionOk="0">
                      <a:moveTo>
                        <a:pt x="26503" y="16595"/>
                      </a:moveTo>
                      <a:cubicBezTo>
                        <a:pt x="15455" y="28146"/>
                        <a:pt x="-684" y="16554"/>
                        <a:pt x="22" y="5117"/>
                      </a:cubicBezTo>
                      <a:cubicBezTo>
                        <a:pt x="729" y="-6320"/>
                        <a:pt x="2741" y="4454"/>
                        <a:pt x="13855" y="8210"/>
                      </a:cubicBezTo>
                      <a:cubicBezTo>
                        <a:pt x="24972" y="11968"/>
                        <a:pt x="30102" y="12834"/>
                        <a:pt x="26503" y="1659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87" name="Google Shape;687;p2"/>
                <p:cNvSpPr/>
                <p:nvPr/>
              </p:nvSpPr>
              <p:spPr>
                <a:xfrm>
                  <a:off x="7838874" y="2258376"/>
                  <a:ext cx="72896" cy="70188"/>
                </a:xfrm>
                <a:custGeom>
                  <a:avLst/>
                  <a:gdLst/>
                  <a:ahLst/>
                  <a:cxnLst/>
                  <a:rect l="l" t="t" r="r" b="b"/>
                  <a:pathLst>
                    <a:path w="72896" h="70188" extrusionOk="0">
                      <a:moveTo>
                        <a:pt x="17704" y="10124"/>
                      </a:moveTo>
                      <a:cubicBezTo>
                        <a:pt x="10821" y="17654"/>
                        <a:pt x="5115" y="33336"/>
                        <a:pt x="790" y="36957"/>
                      </a:cubicBezTo>
                      <a:cubicBezTo>
                        <a:pt x="-3535" y="40578"/>
                        <a:pt x="11205" y="50063"/>
                        <a:pt x="13534" y="53558"/>
                      </a:cubicBezTo>
                      <a:cubicBezTo>
                        <a:pt x="15864" y="57053"/>
                        <a:pt x="19839" y="78599"/>
                        <a:pt x="43545" y="66575"/>
                      </a:cubicBezTo>
                      <a:cubicBezTo>
                        <a:pt x="67251" y="54550"/>
                        <a:pt x="72202" y="53883"/>
                        <a:pt x="72879" y="38503"/>
                      </a:cubicBezTo>
                      <a:cubicBezTo>
                        <a:pt x="73556" y="23122"/>
                        <a:pt x="54365" y="9493"/>
                        <a:pt x="50481" y="2633"/>
                      </a:cubicBezTo>
                      <a:cubicBezTo>
                        <a:pt x="45461" y="-6230"/>
                        <a:pt x="17704" y="10124"/>
                        <a:pt x="17704" y="1012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88" name="Google Shape;688;p2"/>
                <p:cNvSpPr/>
                <p:nvPr/>
              </p:nvSpPr>
              <p:spPr>
                <a:xfrm>
                  <a:off x="7890554" y="2220509"/>
                  <a:ext cx="79142" cy="81089"/>
                </a:xfrm>
                <a:custGeom>
                  <a:avLst/>
                  <a:gdLst/>
                  <a:ahLst/>
                  <a:cxnLst/>
                  <a:rect l="l" t="t" r="r" b="b"/>
                  <a:pathLst>
                    <a:path w="79142" h="81089" extrusionOk="0">
                      <a:moveTo>
                        <a:pt x="19221" y="10993"/>
                      </a:moveTo>
                      <a:cubicBezTo>
                        <a:pt x="11748" y="19168"/>
                        <a:pt x="5553" y="36196"/>
                        <a:pt x="857" y="40126"/>
                      </a:cubicBezTo>
                      <a:cubicBezTo>
                        <a:pt x="-3838" y="44055"/>
                        <a:pt x="12166" y="54354"/>
                        <a:pt x="14692" y="58149"/>
                      </a:cubicBezTo>
                      <a:cubicBezTo>
                        <a:pt x="17221" y="61943"/>
                        <a:pt x="25228" y="90774"/>
                        <a:pt x="50966" y="77721"/>
                      </a:cubicBezTo>
                      <a:cubicBezTo>
                        <a:pt x="76705" y="64666"/>
                        <a:pt x="78389" y="58503"/>
                        <a:pt x="79123" y="41801"/>
                      </a:cubicBezTo>
                      <a:cubicBezTo>
                        <a:pt x="79857" y="25102"/>
                        <a:pt x="59022" y="10305"/>
                        <a:pt x="54805" y="2857"/>
                      </a:cubicBezTo>
                      <a:cubicBezTo>
                        <a:pt x="49357" y="-6762"/>
                        <a:pt x="19221" y="10993"/>
                        <a:pt x="19221" y="10993"/>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89" name="Google Shape;689;p2"/>
                <p:cNvSpPr/>
                <p:nvPr/>
              </p:nvSpPr>
              <p:spPr>
                <a:xfrm>
                  <a:off x="7938837" y="2187156"/>
                  <a:ext cx="79141" cy="81089"/>
                </a:xfrm>
                <a:custGeom>
                  <a:avLst/>
                  <a:gdLst/>
                  <a:ahLst/>
                  <a:cxnLst/>
                  <a:rect l="l" t="t" r="r" b="b"/>
                  <a:pathLst>
                    <a:path w="79141" h="81089" extrusionOk="0">
                      <a:moveTo>
                        <a:pt x="19221" y="10993"/>
                      </a:moveTo>
                      <a:cubicBezTo>
                        <a:pt x="11748" y="19168"/>
                        <a:pt x="5553" y="36194"/>
                        <a:pt x="857" y="40126"/>
                      </a:cubicBezTo>
                      <a:cubicBezTo>
                        <a:pt x="-3838" y="44058"/>
                        <a:pt x="12166" y="54354"/>
                        <a:pt x="14692" y="58149"/>
                      </a:cubicBezTo>
                      <a:cubicBezTo>
                        <a:pt x="17221" y="61943"/>
                        <a:pt x="25229" y="90774"/>
                        <a:pt x="50966" y="77721"/>
                      </a:cubicBezTo>
                      <a:cubicBezTo>
                        <a:pt x="76705" y="64666"/>
                        <a:pt x="78387" y="58503"/>
                        <a:pt x="79123" y="41801"/>
                      </a:cubicBezTo>
                      <a:cubicBezTo>
                        <a:pt x="79857" y="25102"/>
                        <a:pt x="59020" y="10305"/>
                        <a:pt x="54805" y="2857"/>
                      </a:cubicBezTo>
                      <a:cubicBezTo>
                        <a:pt x="49357" y="-6762"/>
                        <a:pt x="19221" y="10993"/>
                        <a:pt x="19221" y="10993"/>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0" name="Google Shape;690;p2"/>
                <p:cNvSpPr/>
                <p:nvPr/>
              </p:nvSpPr>
              <p:spPr>
                <a:xfrm>
                  <a:off x="7993221" y="2161615"/>
                  <a:ext cx="79142" cy="81089"/>
                </a:xfrm>
                <a:custGeom>
                  <a:avLst/>
                  <a:gdLst/>
                  <a:ahLst/>
                  <a:cxnLst/>
                  <a:rect l="l" t="t" r="r" b="b"/>
                  <a:pathLst>
                    <a:path w="79142" h="81089" extrusionOk="0">
                      <a:moveTo>
                        <a:pt x="19221" y="10993"/>
                      </a:moveTo>
                      <a:cubicBezTo>
                        <a:pt x="11748" y="19168"/>
                        <a:pt x="5553" y="36196"/>
                        <a:pt x="857" y="40126"/>
                      </a:cubicBezTo>
                      <a:cubicBezTo>
                        <a:pt x="-3838" y="44058"/>
                        <a:pt x="12166" y="54354"/>
                        <a:pt x="14692" y="58149"/>
                      </a:cubicBezTo>
                      <a:cubicBezTo>
                        <a:pt x="17221" y="61943"/>
                        <a:pt x="25228" y="90774"/>
                        <a:pt x="50967" y="77721"/>
                      </a:cubicBezTo>
                      <a:cubicBezTo>
                        <a:pt x="76705" y="64668"/>
                        <a:pt x="78387" y="58503"/>
                        <a:pt x="79123" y="41801"/>
                      </a:cubicBezTo>
                      <a:cubicBezTo>
                        <a:pt x="79857" y="25102"/>
                        <a:pt x="59020" y="10305"/>
                        <a:pt x="54805" y="2857"/>
                      </a:cubicBezTo>
                      <a:cubicBezTo>
                        <a:pt x="49355" y="-6762"/>
                        <a:pt x="19221" y="10993"/>
                        <a:pt x="19221" y="10993"/>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1" name="Google Shape;691;p2"/>
                <p:cNvSpPr/>
                <p:nvPr/>
              </p:nvSpPr>
              <p:spPr>
                <a:xfrm>
                  <a:off x="7914342" y="2272713"/>
                  <a:ext cx="32271" cy="24165"/>
                </a:xfrm>
                <a:custGeom>
                  <a:avLst/>
                  <a:gdLst/>
                  <a:ahLst/>
                  <a:cxnLst/>
                  <a:rect l="l" t="t" r="r" b="b"/>
                  <a:pathLst>
                    <a:path w="32271" h="24165" extrusionOk="0">
                      <a:moveTo>
                        <a:pt x="31058" y="17983"/>
                      </a:moveTo>
                      <a:cubicBezTo>
                        <a:pt x="18883" y="32089"/>
                        <a:pt x="-265" y="19450"/>
                        <a:pt x="3" y="6054"/>
                      </a:cubicBezTo>
                      <a:cubicBezTo>
                        <a:pt x="270" y="-7342"/>
                        <a:pt x="3102" y="5128"/>
                        <a:pt x="16087" y="8896"/>
                      </a:cubicBezTo>
                      <a:cubicBezTo>
                        <a:pt x="29071" y="12663"/>
                        <a:pt x="35024" y="13388"/>
                        <a:pt x="31058" y="1798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2" name="Google Shape;692;p2"/>
                <p:cNvSpPr/>
                <p:nvPr/>
              </p:nvSpPr>
              <p:spPr>
                <a:xfrm>
                  <a:off x="7857673" y="2303839"/>
                  <a:ext cx="26666" cy="19969"/>
                </a:xfrm>
                <a:custGeom>
                  <a:avLst/>
                  <a:gdLst/>
                  <a:ahLst/>
                  <a:cxnLst/>
                  <a:rect l="l" t="t" r="r" b="b"/>
                  <a:pathLst>
                    <a:path w="26666" h="19969" extrusionOk="0">
                      <a:moveTo>
                        <a:pt x="25665" y="14860"/>
                      </a:moveTo>
                      <a:cubicBezTo>
                        <a:pt x="15604" y="26518"/>
                        <a:pt x="-220" y="16071"/>
                        <a:pt x="2" y="5003"/>
                      </a:cubicBezTo>
                      <a:cubicBezTo>
                        <a:pt x="224" y="-6066"/>
                        <a:pt x="2565" y="4237"/>
                        <a:pt x="13293" y="7350"/>
                      </a:cubicBezTo>
                      <a:cubicBezTo>
                        <a:pt x="24021" y="10464"/>
                        <a:pt x="28941" y="11063"/>
                        <a:pt x="25665" y="1486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3" name="Google Shape;693;p2"/>
                <p:cNvSpPr/>
                <p:nvPr/>
              </p:nvSpPr>
              <p:spPr>
                <a:xfrm>
                  <a:off x="7962186" y="2239662"/>
                  <a:ext cx="32270" cy="24165"/>
                </a:xfrm>
                <a:custGeom>
                  <a:avLst/>
                  <a:gdLst/>
                  <a:ahLst/>
                  <a:cxnLst/>
                  <a:rect l="l" t="t" r="r" b="b"/>
                  <a:pathLst>
                    <a:path w="32270" h="24165" extrusionOk="0">
                      <a:moveTo>
                        <a:pt x="31058" y="17983"/>
                      </a:moveTo>
                      <a:cubicBezTo>
                        <a:pt x="18883" y="32090"/>
                        <a:pt x="-265" y="19450"/>
                        <a:pt x="3" y="6054"/>
                      </a:cubicBezTo>
                      <a:cubicBezTo>
                        <a:pt x="270" y="-7342"/>
                        <a:pt x="3102" y="5128"/>
                        <a:pt x="16087" y="8896"/>
                      </a:cubicBezTo>
                      <a:cubicBezTo>
                        <a:pt x="29069" y="12663"/>
                        <a:pt x="35022" y="13390"/>
                        <a:pt x="31058" y="1798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4" name="Google Shape;694;p2"/>
                <p:cNvSpPr/>
                <p:nvPr/>
              </p:nvSpPr>
              <p:spPr>
                <a:xfrm>
                  <a:off x="8025199" y="2209235"/>
                  <a:ext cx="32270" cy="24165"/>
                </a:xfrm>
                <a:custGeom>
                  <a:avLst/>
                  <a:gdLst/>
                  <a:ahLst/>
                  <a:cxnLst/>
                  <a:rect l="l" t="t" r="r" b="b"/>
                  <a:pathLst>
                    <a:path w="32270" h="24165" extrusionOk="0">
                      <a:moveTo>
                        <a:pt x="31058" y="17983"/>
                      </a:moveTo>
                      <a:cubicBezTo>
                        <a:pt x="18883" y="32090"/>
                        <a:pt x="-265" y="19450"/>
                        <a:pt x="3" y="6054"/>
                      </a:cubicBezTo>
                      <a:cubicBezTo>
                        <a:pt x="270" y="-7342"/>
                        <a:pt x="3102" y="5128"/>
                        <a:pt x="16087" y="8896"/>
                      </a:cubicBezTo>
                      <a:cubicBezTo>
                        <a:pt x="29069" y="12663"/>
                        <a:pt x="35022" y="13388"/>
                        <a:pt x="31058" y="1798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5" name="Google Shape;695;p2"/>
                <p:cNvSpPr/>
                <p:nvPr/>
              </p:nvSpPr>
              <p:spPr>
                <a:xfrm>
                  <a:off x="7237104" y="2521336"/>
                  <a:ext cx="13670" cy="19702"/>
                </a:xfrm>
                <a:custGeom>
                  <a:avLst/>
                  <a:gdLst/>
                  <a:ahLst/>
                  <a:cxnLst/>
                  <a:rect l="l" t="t" r="r" b="b"/>
                  <a:pathLst>
                    <a:path w="13670" h="19702" extrusionOk="0">
                      <a:moveTo>
                        <a:pt x="6578" y="19697"/>
                      </a:moveTo>
                      <a:cubicBezTo>
                        <a:pt x="-2879" y="12361"/>
                        <a:pt x="-654" y="-2722"/>
                        <a:pt x="4027" y="426"/>
                      </a:cubicBezTo>
                      <a:cubicBezTo>
                        <a:pt x="8709" y="3574"/>
                        <a:pt x="15226" y="11024"/>
                        <a:pt x="13336" y="15532"/>
                      </a:cubicBezTo>
                      <a:cubicBezTo>
                        <a:pt x="11447" y="20038"/>
                        <a:pt x="6578" y="19697"/>
                        <a:pt x="6578" y="196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6" name="Google Shape;696;p2"/>
                <p:cNvSpPr/>
                <p:nvPr/>
              </p:nvSpPr>
              <p:spPr>
                <a:xfrm>
                  <a:off x="7244464" y="2512206"/>
                  <a:ext cx="18859" cy="23478"/>
                </a:xfrm>
                <a:custGeom>
                  <a:avLst/>
                  <a:gdLst/>
                  <a:ahLst/>
                  <a:cxnLst/>
                  <a:rect l="l" t="t" r="r" b="b"/>
                  <a:pathLst>
                    <a:path w="18859" h="23478" extrusionOk="0">
                      <a:moveTo>
                        <a:pt x="7952" y="0"/>
                      </a:moveTo>
                      <a:cubicBezTo>
                        <a:pt x="3043" y="64"/>
                        <a:pt x="-1204" y="4079"/>
                        <a:pt x="312" y="10484"/>
                      </a:cubicBezTo>
                      <a:cubicBezTo>
                        <a:pt x="2346" y="19082"/>
                        <a:pt x="6934" y="23727"/>
                        <a:pt x="10866" y="23468"/>
                      </a:cubicBezTo>
                      <a:cubicBezTo>
                        <a:pt x="14798" y="23210"/>
                        <a:pt x="20742" y="20753"/>
                        <a:pt x="18282" y="14809"/>
                      </a:cubicBezTo>
                      <a:cubicBezTo>
                        <a:pt x="15822" y="8865"/>
                        <a:pt x="12137" y="-55"/>
                        <a:pt x="7952" y="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7" name="Google Shape;697;p2"/>
                <p:cNvSpPr/>
                <p:nvPr/>
              </p:nvSpPr>
              <p:spPr>
                <a:xfrm>
                  <a:off x="7254985" y="2499569"/>
                  <a:ext cx="25438" cy="31670"/>
                </a:xfrm>
                <a:custGeom>
                  <a:avLst/>
                  <a:gdLst/>
                  <a:ahLst/>
                  <a:cxnLst/>
                  <a:rect l="l" t="t" r="r" b="b"/>
                  <a:pathLst>
                    <a:path w="25438" h="31670" extrusionOk="0">
                      <a:moveTo>
                        <a:pt x="10728" y="0"/>
                      </a:moveTo>
                      <a:cubicBezTo>
                        <a:pt x="4107" y="85"/>
                        <a:pt x="-1624" y="5503"/>
                        <a:pt x="420" y="14141"/>
                      </a:cubicBezTo>
                      <a:cubicBezTo>
                        <a:pt x="3165" y="25738"/>
                        <a:pt x="9354" y="32004"/>
                        <a:pt x="14657" y="31657"/>
                      </a:cubicBezTo>
                      <a:cubicBezTo>
                        <a:pt x="19961" y="31309"/>
                        <a:pt x="27978" y="27992"/>
                        <a:pt x="24658" y="19975"/>
                      </a:cubicBezTo>
                      <a:cubicBezTo>
                        <a:pt x="21344" y="11958"/>
                        <a:pt x="16376" y="-73"/>
                        <a:pt x="10728" y="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8" name="Google Shape;698;p2"/>
                <p:cNvSpPr/>
                <p:nvPr/>
              </p:nvSpPr>
              <p:spPr>
                <a:xfrm>
                  <a:off x="7271939" y="2485813"/>
                  <a:ext cx="30853" cy="34732"/>
                </a:xfrm>
                <a:custGeom>
                  <a:avLst/>
                  <a:gdLst/>
                  <a:ahLst/>
                  <a:cxnLst/>
                  <a:rect l="l" t="t" r="r" b="b"/>
                  <a:pathLst>
                    <a:path w="30853" h="34732" extrusionOk="0">
                      <a:moveTo>
                        <a:pt x="15984" y="68"/>
                      </a:moveTo>
                      <a:cubicBezTo>
                        <a:pt x="7405" y="1360"/>
                        <a:pt x="-987" y="8417"/>
                        <a:pt x="94" y="17650"/>
                      </a:cubicBezTo>
                      <a:cubicBezTo>
                        <a:pt x="1546" y="30045"/>
                        <a:pt x="8418" y="35890"/>
                        <a:pt x="15342" y="34543"/>
                      </a:cubicBezTo>
                      <a:cubicBezTo>
                        <a:pt x="22264" y="33197"/>
                        <a:pt x="33235" y="28060"/>
                        <a:pt x="30393" y="19751"/>
                      </a:cubicBezTo>
                      <a:cubicBezTo>
                        <a:pt x="27551" y="11441"/>
                        <a:pt x="23302" y="-1034"/>
                        <a:pt x="15984" y="6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99" name="Google Shape;699;p2"/>
                <p:cNvSpPr/>
                <p:nvPr/>
              </p:nvSpPr>
              <p:spPr>
                <a:xfrm>
                  <a:off x="7294363" y="2462335"/>
                  <a:ext cx="41202" cy="47579"/>
                </a:xfrm>
                <a:custGeom>
                  <a:avLst/>
                  <a:gdLst/>
                  <a:ahLst/>
                  <a:cxnLst/>
                  <a:rect l="l" t="t" r="r" b="b"/>
                  <a:pathLst>
                    <a:path w="41202" h="47579" extrusionOk="0">
                      <a:moveTo>
                        <a:pt x="20393" y="55"/>
                      </a:moveTo>
                      <a:cubicBezTo>
                        <a:pt x="9094" y="1405"/>
                        <a:pt x="-1673" y="10689"/>
                        <a:pt x="217" y="23434"/>
                      </a:cubicBezTo>
                      <a:cubicBezTo>
                        <a:pt x="2755" y="40540"/>
                        <a:pt x="12146" y="48913"/>
                        <a:pt x="21251" y="47407"/>
                      </a:cubicBezTo>
                      <a:cubicBezTo>
                        <a:pt x="30353" y="45900"/>
                        <a:pt x="44632" y="39383"/>
                        <a:pt x="40455" y="27820"/>
                      </a:cubicBezTo>
                      <a:cubicBezTo>
                        <a:pt x="36279" y="16258"/>
                        <a:pt x="30033" y="-1098"/>
                        <a:pt x="20393" y="5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00" name="Google Shape;700;p2"/>
                <p:cNvSpPr/>
                <p:nvPr/>
              </p:nvSpPr>
              <p:spPr>
                <a:xfrm>
                  <a:off x="7321592" y="2434143"/>
                  <a:ext cx="54310" cy="62134"/>
                </a:xfrm>
                <a:custGeom>
                  <a:avLst/>
                  <a:gdLst/>
                  <a:ahLst/>
                  <a:cxnLst/>
                  <a:rect l="l" t="t" r="r" b="b"/>
                  <a:pathLst>
                    <a:path w="54310" h="62134" extrusionOk="0">
                      <a:moveTo>
                        <a:pt x="27345" y="88"/>
                      </a:moveTo>
                      <a:cubicBezTo>
                        <a:pt x="12372" y="2052"/>
                        <a:pt x="-2037" y="14360"/>
                        <a:pt x="238" y="30956"/>
                      </a:cubicBezTo>
                      <a:cubicBezTo>
                        <a:pt x="3290" y="53236"/>
                        <a:pt x="15565" y="63998"/>
                        <a:pt x="27638" y="61870"/>
                      </a:cubicBezTo>
                      <a:cubicBezTo>
                        <a:pt x="39708" y="59741"/>
                        <a:pt x="58712" y="50981"/>
                        <a:pt x="53392" y="35965"/>
                      </a:cubicBezTo>
                      <a:cubicBezTo>
                        <a:pt x="48072" y="20948"/>
                        <a:pt x="40119" y="-1587"/>
                        <a:pt x="27345" y="8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01" name="Google Shape;701;p2"/>
                <p:cNvSpPr/>
                <p:nvPr/>
              </p:nvSpPr>
              <p:spPr>
                <a:xfrm>
                  <a:off x="7363854" y="2408293"/>
                  <a:ext cx="54090" cy="61885"/>
                </a:xfrm>
                <a:custGeom>
                  <a:avLst/>
                  <a:gdLst/>
                  <a:ahLst/>
                  <a:cxnLst/>
                  <a:rect l="l" t="t" r="r" b="b"/>
                  <a:pathLst>
                    <a:path w="54090" h="61885" extrusionOk="0">
                      <a:moveTo>
                        <a:pt x="27235" y="88"/>
                      </a:moveTo>
                      <a:cubicBezTo>
                        <a:pt x="12321" y="2045"/>
                        <a:pt x="-2028" y="14303"/>
                        <a:pt x="237" y="30833"/>
                      </a:cubicBezTo>
                      <a:cubicBezTo>
                        <a:pt x="3277" y="53023"/>
                        <a:pt x="15503" y="63742"/>
                        <a:pt x="27525" y="61623"/>
                      </a:cubicBezTo>
                      <a:cubicBezTo>
                        <a:pt x="39547" y="59504"/>
                        <a:pt x="58473" y="50778"/>
                        <a:pt x="53176" y="35823"/>
                      </a:cubicBezTo>
                      <a:cubicBezTo>
                        <a:pt x="47880" y="20866"/>
                        <a:pt x="39956" y="-1583"/>
                        <a:pt x="27235" y="8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02" name="Google Shape;702;p2"/>
                <p:cNvSpPr/>
                <p:nvPr/>
              </p:nvSpPr>
              <p:spPr>
                <a:xfrm>
                  <a:off x="7402632" y="2384393"/>
                  <a:ext cx="54092" cy="61885"/>
                </a:xfrm>
                <a:custGeom>
                  <a:avLst/>
                  <a:gdLst/>
                  <a:ahLst/>
                  <a:cxnLst/>
                  <a:rect l="l" t="t" r="r" b="b"/>
                  <a:pathLst>
                    <a:path w="54092" h="61885" extrusionOk="0">
                      <a:moveTo>
                        <a:pt x="27237" y="88"/>
                      </a:moveTo>
                      <a:cubicBezTo>
                        <a:pt x="12323" y="2045"/>
                        <a:pt x="-2027" y="14302"/>
                        <a:pt x="237" y="30833"/>
                      </a:cubicBezTo>
                      <a:cubicBezTo>
                        <a:pt x="3277" y="53023"/>
                        <a:pt x="15505" y="63742"/>
                        <a:pt x="27527" y="61623"/>
                      </a:cubicBezTo>
                      <a:cubicBezTo>
                        <a:pt x="39549" y="59504"/>
                        <a:pt x="58475" y="50778"/>
                        <a:pt x="53178" y="35823"/>
                      </a:cubicBezTo>
                      <a:cubicBezTo>
                        <a:pt x="47881" y="20868"/>
                        <a:pt x="39958" y="-1581"/>
                        <a:pt x="27237" y="8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03" name="Google Shape;703;p2"/>
                <p:cNvSpPr/>
                <p:nvPr/>
              </p:nvSpPr>
              <p:spPr>
                <a:xfrm>
                  <a:off x="7444447" y="2353667"/>
                  <a:ext cx="59685" cy="68281"/>
                </a:xfrm>
                <a:custGeom>
                  <a:avLst/>
                  <a:gdLst/>
                  <a:ahLst/>
                  <a:cxnLst/>
                  <a:rect l="l" t="t" r="r" b="b"/>
                  <a:pathLst>
                    <a:path w="59685" h="68281" extrusionOk="0">
                      <a:moveTo>
                        <a:pt x="30051" y="97"/>
                      </a:moveTo>
                      <a:cubicBezTo>
                        <a:pt x="13596" y="2257"/>
                        <a:pt x="-2239" y="15781"/>
                        <a:pt x="262" y="34019"/>
                      </a:cubicBezTo>
                      <a:cubicBezTo>
                        <a:pt x="3618" y="58504"/>
                        <a:pt x="17107" y="70330"/>
                        <a:pt x="30373" y="67991"/>
                      </a:cubicBezTo>
                      <a:cubicBezTo>
                        <a:pt x="43639" y="65653"/>
                        <a:pt x="64521" y="56026"/>
                        <a:pt x="58676" y="39524"/>
                      </a:cubicBezTo>
                      <a:cubicBezTo>
                        <a:pt x="52831" y="23023"/>
                        <a:pt x="44089" y="-1745"/>
                        <a:pt x="30051" y="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04" name="Google Shape;704;p2"/>
                <p:cNvSpPr/>
                <p:nvPr/>
              </p:nvSpPr>
              <p:spPr>
                <a:xfrm>
                  <a:off x="7490891" y="2325257"/>
                  <a:ext cx="59444" cy="68009"/>
                </a:xfrm>
                <a:custGeom>
                  <a:avLst/>
                  <a:gdLst/>
                  <a:ahLst/>
                  <a:cxnLst/>
                  <a:rect l="l" t="t" r="r" b="b"/>
                  <a:pathLst>
                    <a:path w="59444" h="68009" extrusionOk="0">
                      <a:moveTo>
                        <a:pt x="29930" y="97"/>
                      </a:moveTo>
                      <a:cubicBezTo>
                        <a:pt x="13542" y="2248"/>
                        <a:pt x="-2229" y="15717"/>
                        <a:pt x="260" y="33884"/>
                      </a:cubicBezTo>
                      <a:cubicBezTo>
                        <a:pt x="3603" y="58271"/>
                        <a:pt x="17037" y="70048"/>
                        <a:pt x="30250" y="67721"/>
                      </a:cubicBezTo>
                      <a:cubicBezTo>
                        <a:pt x="43461" y="65391"/>
                        <a:pt x="64261" y="55804"/>
                        <a:pt x="58439" y="39368"/>
                      </a:cubicBezTo>
                      <a:cubicBezTo>
                        <a:pt x="52617" y="22931"/>
                        <a:pt x="43912" y="-1737"/>
                        <a:pt x="29930" y="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05" name="Google Shape;705;p2"/>
                <p:cNvSpPr/>
                <p:nvPr/>
              </p:nvSpPr>
              <p:spPr>
                <a:xfrm>
                  <a:off x="7533506" y="2298993"/>
                  <a:ext cx="59444" cy="68009"/>
                </a:xfrm>
                <a:custGeom>
                  <a:avLst/>
                  <a:gdLst/>
                  <a:ahLst/>
                  <a:cxnLst/>
                  <a:rect l="l" t="t" r="r" b="b"/>
                  <a:pathLst>
                    <a:path w="59444" h="68009" extrusionOk="0">
                      <a:moveTo>
                        <a:pt x="29930" y="97"/>
                      </a:moveTo>
                      <a:cubicBezTo>
                        <a:pt x="13542" y="2248"/>
                        <a:pt x="-2229" y="15717"/>
                        <a:pt x="260" y="33884"/>
                      </a:cubicBezTo>
                      <a:cubicBezTo>
                        <a:pt x="3603" y="58271"/>
                        <a:pt x="17037" y="70048"/>
                        <a:pt x="30250" y="67721"/>
                      </a:cubicBezTo>
                      <a:cubicBezTo>
                        <a:pt x="43461" y="65392"/>
                        <a:pt x="64262" y="55804"/>
                        <a:pt x="58439" y="39368"/>
                      </a:cubicBezTo>
                      <a:cubicBezTo>
                        <a:pt x="52619" y="22931"/>
                        <a:pt x="43912" y="-1737"/>
                        <a:pt x="29930" y="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06" name="Google Shape;706;p2"/>
                <p:cNvSpPr/>
                <p:nvPr/>
              </p:nvSpPr>
              <p:spPr>
                <a:xfrm>
                  <a:off x="7577691" y="2271554"/>
                  <a:ext cx="59682" cy="68281"/>
                </a:xfrm>
                <a:custGeom>
                  <a:avLst/>
                  <a:gdLst/>
                  <a:ahLst/>
                  <a:cxnLst/>
                  <a:rect l="l" t="t" r="r" b="b"/>
                  <a:pathLst>
                    <a:path w="59682" h="68281" extrusionOk="0">
                      <a:moveTo>
                        <a:pt x="30051" y="97"/>
                      </a:moveTo>
                      <a:cubicBezTo>
                        <a:pt x="13596" y="2257"/>
                        <a:pt x="-2239" y="15781"/>
                        <a:pt x="262" y="34019"/>
                      </a:cubicBezTo>
                      <a:cubicBezTo>
                        <a:pt x="3615" y="58504"/>
                        <a:pt x="17107" y="70330"/>
                        <a:pt x="30371" y="67991"/>
                      </a:cubicBezTo>
                      <a:cubicBezTo>
                        <a:pt x="43636" y="65653"/>
                        <a:pt x="64519" y="56026"/>
                        <a:pt x="58674" y="39524"/>
                      </a:cubicBezTo>
                      <a:cubicBezTo>
                        <a:pt x="52828" y="23023"/>
                        <a:pt x="44089" y="-1745"/>
                        <a:pt x="30051" y="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07" name="Google Shape;707;p2"/>
                <p:cNvSpPr/>
                <p:nvPr/>
              </p:nvSpPr>
              <p:spPr>
                <a:xfrm>
                  <a:off x="7624133" y="2243144"/>
                  <a:ext cx="59444" cy="68009"/>
                </a:xfrm>
                <a:custGeom>
                  <a:avLst/>
                  <a:gdLst/>
                  <a:ahLst/>
                  <a:cxnLst/>
                  <a:rect l="l" t="t" r="r" b="b"/>
                  <a:pathLst>
                    <a:path w="59444" h="68009" extrusionOk="0">
                      <a:moveTo>
                        <a:pt x="29930" y="97"/>
                      </a:moveTo>
                      <a:cubicBezTo>
                        <a:pt x="13542" y="2248"/>
                        <a:pt x="-2229" y="15717"/>
                        <a:pt x="260" y="33884"/>
                      </a:cubicBezTo>
                      <a:cubicBezTo>
                        <a:pt x="3602" y="58271"/>
                        <a:pt x="17037" y="70048"/>
                        <a:pt x="30250" y="67721"/>
                      </a:cubicBezTo>
                      <a:cubicBezTo>
                        <a:pt x="43461" y="65392"/>
                        <a:pt x="64261" y="55804"/>
                        <a:pt x="58439" y="39368"/>
                      </a:cubicBezTo>
                      <a:cubicBezTo>
                        <a:pt x="52617" y="22931"/>
                        <a:pt x="43912" y="-1737"/>
                        <a:pt x="29930" y="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08" name="Google Shape;708;p2"/>
                <p:cNvSpPr/>
                <p:nvPr/>
              </p:nvSpPr>
              <p:spPr>
                <a:xfrm>
                  <a:off x="7666751" y="2216882"/>
                  <a:ext cx="59444" cy="68010"/>
                </a:xfrm>
                <a:custGeom>
                  <a:avLst/>
                  <a:gdLst/>
                  <a:ahLst/>
                  <a:cxnLst/>
                  <a:rect l="l" t="t" r="r" b="b"/>
                  <a:pathLst>
                    <a:path w="59444" h="68010" extrusionOk="0">
                      <a:moveTo>
                        <a:pt x="29930" y="97"/>
                      </a:moveTo>
                      <a:cubicBezTo>
                        <a:pt x="13542" y="2248"/>
                        <a:pt x="-2229" y="15717"/>
                        <a:pt x="260" y="33884"/>
                      </a:cubicBezTo>
                      <a:cubicBezTo>
                        <a:pt x="3603" y="58271"/>
                        <a:pt x="17037" y="70048"/>
                        <a:pt x="30250" y="67721"/>
                      </a:cubicBezTo>
                      <a:cubicBezTo>
                        <a:pt x="43461" y="65392"/>
                        <a:pt x="64262" y="55804"/>
                        <a:pt x="58439" y="39368"/>
                      </a:cubicBezTo>
                      <a:cubicBezTo>
                        <a:pt x="52617" y="22929"/>
                        <a:pt x="43912" y="-1739"/>
                        <a:pt x="29930" y="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09" name="Google Shape;709;p2"/>
                <p:cNvSpPr/>
                <p:nvPr/>
              </p:nvSpPr>
              <p:spPr>
                <a:xfrm>
                  <a:off x="7710933" y="2189440"/>
                  <a:ext cx="59685" cy="68281"/>
                </a:xfrm>
                <a:custGeom>
                  <a:avLst/>
                  <a:gdLst/>
                  <a:ahLst/>
                  <a:cxnLst/>
                  <a:rect l="l" t="t" r="r" b="b"/>
                  <a:pathLst>
                    <a:path w="59685" h="68281" extrusionOk="0">
                      <a:moveTo>
                        <a:pt x="30051" y="97"/>
                      </a:moveTo>
                      <a:cubicBezTo>
                        <a:pt x="13596" y="2257"/>
                        <a:pt x="-2239" y="15781"/>
                        <a:pt x="262" y="34019"/>
                      </a:cubicBezTo>
                      <a:cubicBezTo>
                        <a:pt x="3618" y="58505"/>
                        <a:pt x="17107" y="70330"/>
                        <a:pt x="30373" y="67991"/>
                      </a:cubicBezTo>
                      <a:cubicBezTo>
                        <a:pt x="43639" y="65653"/>
                        <a:pt x="64521" y="56026"/>
                        <a:pt x="58676" y="39524"/>
                      </a:cubicBezTo>
                      <a:cubicBezTo>
                        <a:pt x="52831" y="23024"/>
                        <a:pt x="44089" y="-1745"/>
                        <a:pt x="30051" y="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0" name="Google Shape;710;p2"/>
                <p:cNvSpPr/>
                <p:nvPr/>
              </p:nvSpPr>
              <p:spPr>
                <a:xfrm>
                  <a:off x="7757377" y="2161031"/>
                  <a:ext cx="59444" cy="68009"/>
                </a:xfrm>
                <a:custGeom>
                  <a:avLst/>
                  <a:gdLst/>
                  <a:ahLst/>
                  <a:cxnLst/>
                  <a:rect l="l" t="t" r="r" b="b"/>
                  <a:pathLst>
                    <a:path w="59444" h="68009" extrusionOk="0">
                      <a:moveTo>
                        <a:pt x="29930" y="97"/>
                      </a:moveTo>
                      <a:cubicBezTo>
                        <a:pt x="13542" y="2248"/>
                        <a:pt x="-2229" y="15717"/>
                        <a:pt x="260" y="33884"/>
                      </a:cubicBezTo>
                      <a:cubicBezTo>
                        <a:pt x="3603" y="58271"/>
                        <a:pt x="17037" y="70048"/>
                        <a:pt x="30250" y="67721"/>
                      </a:cubicBezTo>
                      <a:cubicBezTo>
                        <a:pt x="43461" y="65392"/>
                        <a:pt x="64261" y="55804"/>
                        <a:pt x="58439" y="39368"/>
                      </a:cubicBezTo>
                      <a:cubicBezTo>
                        <a:pt x="52617" y="22931"/>
                        <a:pt x="43912" y="-1737"/>
                        <a:pt x="29930" y="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1" name="Google Shape;711;p2"/>
                <p:cNvSpPr/>
                <p:nvPr/>
              </p:nvSpPr>
              <p:spPr>
                <a:xfrm>
                  <a:off x="7799992" y="2134769"/>
                  <a:ext cx="59444" cy="68010"/>
                </a:xfrm>
                <a:custGeom>
                  <a:avLst/>
                  <a:gdLst/>
                  <a:ahLst/>
                  <a:cxnLst/>
                  <a:rect l="l" t="t" r="r" b="b"/>
                  <a:pathLst>
                    <a:path w="59444" h="68010" extrusionOk="0">
                      <a:moveTo>
                        <a:pt x="29930" y="97"/>
                      </a:moveTo>
                      <a:cubicBezTo>
                        <a:pt x="13542" y="2248"/>
                        <a:pt x="-2229" y="15717"/>
                        <a:pt x="260" y="33884"/>
                      </a:cubicBezTo>
                      <a:cubicBezTo>
                        <a:pt x="3603" y="58271"/>
                        <a:pt x="17037" y="70048"/>
                        <a:pt x="30250" y="67721"/>
                      </a:cubicBezTo>
                      <a:cubicBezTo>
                        <a:pt x="43461" y="65392"/>
                        <a:pt x="64262" y="55804"/>
                        <a:pt x="58439" y="39368"/>
                      </a:cubicBezTo>
                      <a:cubicBezTo>
                        <a:pt x="52619" y="22929"/>
                        <a:pt x="43914" y="-1739"/>
                        <a:pt x="29930" y="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2" name="Google Shape;712;p2"/>
                <p:cNvSpPr/>
                <p:nvPr/>
              </p:nvSpPr>
              <p:spPr>
                <a:xfrm>
                  <a:off x="7844177" y="2107327"/>
                  <a:ext cx="59685" cy="68281"/>
                </a:xfrm>
                <a:custGeom>
                  <a:avLst/>
                  <a:gdLst/>
                  <a:ahLst/>
                  <a:cxnLst/>
                  <a:rect l="l" t="t" r="r" b="b"/>
                  <a:pathLst>
                    <a:path w="59685" h="68281" extrusionOk="0">
                      <a:moveTo>
                        <a:pt x="30051" y="97"/>
                      </a:moveTo>
                      <a:cubicBezTo>
                        <a:pt x="13596" y="2257"/>
                        <a:pt x="-2239" y="15779"/>
                        <a:pt x="262" y="34019"/>
                      </a:cubicBezTo>
                      <a:cubicBezTo>
                        <a:pt x="3618" y="58504"/>
                        <a:pt x="17107" y="70330"/>
                        <a:pt x="30373" y="67991"/>
                      </a:cubicBezTo>
                      <a:cubicBezTo>
                        <a:pt x="43639" y="65653"/>
                        <a:pt x="64521" y="56026"/>
                        <a:pt x="58676" y="39524"/>
                      </a:cubicBezTo>
                      <a:cubicBezTo>
                        <a:pt x="52831" y="23021"/>
                        <a:pt x="44089" y="-1745"/>
                        <a:pt x="30051" y="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3" name="Google Shape;713;p2"/>
                <p:cNvSpPr/>
                <p:nvPr/>
              </p:nvSpPr>
              <p:spPr>
                <a:xfrm>
                  <a:off x="7890619" y="2078919"/>
                  <a:ext cx="59444" cy="68007"/>
                </a:xfrm>
                <a:custGeom>
                  <a:avLst/>
                  <a:gdLst/>
                  <a:ahLst/>
                  <a:cxnLst/>
                  <a:rect l="l" t="t" r="r" b="b"/>
                  <a:pathLst>
                    <a:path w="59444" h="68007" extrusionOk="0">
                      <a:moveTo>
                        <a:pt x="29930" y="97"/>
                      </a:moveTo>
                      <a:cubicBezTo>
                        <a:pt x="13542" y="2248"/>
                        <a:pt x="-2229" y="15717"/>
                        <a:pt x="260" y="33882"/>
                      </a:cubicBezTo>
                      <a:cubicBezTo>
                        <a:pt x="3602" y="58269"/>
                        <a:pt x="17037" y="70046"/>
                        <a:pt x="30250" y="67719"/>
                      </a:cubicBezTo>
                      <a:cubicBezTo>
                        <a:pt x="43461" y="65390"/>
                        <a:pt x="64261" y="55802"/>
                        <a:pt x="58439" y="39366"/>
                      </a:cubicBezTo>
                      <a:cubicBezTo>
                        <a:pt x="52619" y="22929"/>
                        <a:pt x="43914" y="-1739"/>
                        <a:pt x="29930" y="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4" name="Google Shape;714;p2"/>
                <p:cNvSpPr/>
                <p:nvPr/>
              </p:nvSpPr>
              <p:spPr>
                <a:xfrm>
                  <a:off x="7933236" y="2052656"/>
                  <a:ext cx="59444" cy="68010"/>
                </a:xfrm>
                <a:custGeom>
                  <a:avLst/>
                  <a:gdLst/>
                  <a:ahLst/>
                  <a:cxnLst/>
                  <a:rect l="l" t="t" r="r" b="b"/>
                  <a:pathLst>
                    <a:path w="59444" h="68010" extrusionOk="0">
                      <a:moveTo>
                        <a:pt x="29930" y="97"/>
                      </a:moveTo>
                      <a:cubicBezTo>
                        <a:pt x="13542" y="2248"/>
                        <a:pt x="-2229" y="15717"/>
                        <a:pt x="260" y="33884"/>
                      </a:cubicBezTo>
                      <a:cubicBezTo>
                        <a:pt x="3603" y="58271"/>
                        <a:pt x="17037" y="70049"/>
                        <a:pt x="30250" y="67721"/>
                      </a:cubicBezTo>
                      <a:cubicBezTo>
                        <a:pt x="43461" y="65392"/>
                        <a:pt x="64262" y="55804"/>
                        <a:pt x="58439" y="39368"/>
                      </a:cubicBezTo>
                      <a:cubicBezTo>
                        <a:pt x="52619" y="22932"/>
                        <a:pt x="43912" y="-1739"/>
                        <a:pt x="29930" y="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5" name="Google Shape;715;p2"/>
                <p:cNvSpPr/>
                <p:nvPr/>
              </p:nvSpPr>
              <p:spPr>
                <a:xfrm>
                  <a:off x="7281222" y="2510031"/>
                  <a:ext cx="11913" cy="8063"/>
                </a:xfrm>
                <a:custGeom>
                  <a:avLst/>
                  <a:gdLst/>
                  <a:ahLst/>
                  <a:cxnLst/>
                  <a:rect l="l" t="t" r="r" b="b"/>
                  <a:pathLst>
                    <a:path w="11913" h="8063" extrusionOk="0">
                      <a:moveTo>
                        <a:pt x="11372" y="5613"/>
                      </a:moveTo>
                      <a:cubicBezTo>
                        <a:pt x="6301" y="10809"/>
                        <a:pt x="-515" y="6827"/>
                        <a:pt x="31" y="2146"/>
                      </a:cubicBezTo>
                      <a:cubicBezTo>
                        <a:pt x="577" y="-2536"/>
                        <a:pt x="1233" y="1752"/>
                        <a:pt x="6015" y="2776"/>
                      </a:cubicBezTo>
                      <a:cubicBezTo>
                        <a:pt x="10798" y="3803"/>
                        <a:pt x="13024" y="3922"/>
                        <a:pt x="11372" y="561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6" name="Google Shape;716;p2"/>
                <p:cNvSpPr/>
                <p:nvPr/>
              </p:nvSpPr>
              <p:spPr>
                <a:xfrm>
                  <a:off x="7264349" y="2520431"/>
                  <a:ext cx="11912" cy="8062"/>
                </a:xfrm>
                <a:custGeom>
                  <a:avLst/>
                  <a:gdLst/>
                  <a:ahLst/>
                  <a:cxnLst/>
                  <a:rect l="l" t="t" r="r" b="b"/>
                  <a:pathLst>
                    <a:path w="11912" h="8062" extrusionOk="0">
                      <a:moveTo>
                        <a:pt x="11372" y="5612"/>
                      </a:moveTo>
                      <a:cubicBezTo>
                        <a:pt x="6301" y="10808"/>
                        <a:pt x="-515" y="6826"/>
                        <a:pt x="31" y="2144"/>
                      </a:cubicBezTo>
                      <a:cubicBezTo>
                        <a:pt x="577" y="-2535"/>
                        <a:pt x="1233" y="1751"/>
                        <a:pt x="6016" y="2775"/>
                      </a:cubicBezTo>
                      <a:cubicBezTo>
                        <a:pt x="10798" y="3799"/>
                        <a:pt x="13022" y="3920"/>
                        <a:pt x="11372" y="561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7" name="Google Shape;717;p2"/>
                <p:cNvSpPr/>
                <p:nvPr/>
              </p:nvSpPr>
              <p:spPr>
                <a:xfrm>
                  <a:off x="7249211" y="2528231"/>
                  <a:ext cx="8497" cy="5751"/>
                </a:xfrm>
                <a:custGeom>
                  <a:avLst/>
                  <a:gdLst/>
                  <a:ahLst/>
                  <a:cxnLst/>
                  <a:rect l="l" t="t" r="r" b="b"/>
                  <a:pathLst>
                    <a:path w="8497" h="5751" extrusionOk="0">
                      <a:moveTo>
                        <a:pt x="8112" y="4004"/>
                      </a:moveTo>
                      <a:cubicBezTo>
                        <a:pt x="4496" y="7709"/>
                        <a:pt x="-369" y="4870"/>
                        <a:pt x="22" y="1530"/>
                      </a:cubicBezTo>
                      <a:cubicBezTo>
                        <a:pt x="411" y="-1810"/>
                        <a:pt x="879" y="1251"/>
                        <a:pt x="4293" y="1980"/>
                      </a:cubicBezTo>
                      <a:cubicBezTo>
                        <a:pt x="7701" y="2710"/>
                        <a:pt x="9290" y="2797"/>
                        <a:pt x="8112" y="400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8" name="Google Shape;718;p2"/>
                <p:cNvSpPr/>
                <p:nvPr/>
              </p:nvSpPr>
              <p:spPr>
                <a:xfrm>
                  <a:off x="7306392" y="2496250"/>
                  <a:ext cx="17112" cy="11578"/>
                </a:xfrm>
                <a:custGeom>
                  <a:avLst/>
                  <a:gdLst/>
                  <a:ahLst/>
                  <a:cxnLst/>
                  <a:rect l="l" t="t" r="r" b="b"/>
                  <a:pathLst>
                    <a:path w="17112" h="11578" extrusionOk="0">
                      <a:moveTo>
                        <a:pt x="16336" y="8058"/>
                      </a:moveTo>
                      <a:cubicBezTo>
                        <a:pt x="9053" y="15522"/>
                        <a:pt x="-738" y="9800"/>
                        <a:pt x="44" y="3079"/>
                      </a:cubicBezTo>
                      <a:cubicBezTo>
                        <a:pt x="826" y="-3642"/>
                        <a:pt x="1770" y="2517"/>
                        <a:pt x="8639" y="3987"/>
                      </a:cubicBezTo>
                      <a:cubicBezTo>
                        <a:pt x="15511" y="5454"/>
                        <a:pt x="18707" y="5628"/>
                        <a:pt x="16336" y="805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9" name="Google Shape;719;p2"/>
                <p:cNvSpPr/>
                <p:nvPr/>
              </p:nvSpPr>
              <p:spPr>
                <a:xfrm>
                  <a:off x="7336029" y="2474620"/>
                  <a:ext cx="25987" cy="17585"/>
                </a:xfrm>
                <a:custGeom>
                  <a:avLst/>
                  <a:gdLst/>
                  <a:ahLst/>
                  <a:cxnLst/>
                  <a:rect l="l" t="t" r="r" b="b"/>
                  <a:pathLst>
                    <a:path w="25987" h="17585" extrusionOk="0">
                      <a:moveTo>
                        <a:pt x="24808" y="12240"/>
                      </a:moveTo>
                      <a:cubicBezTo>
                        <a:pt x="13749" y="23574"/>
                        <a:pt x="-1122" y="14887"/>
                        <a:pt x="67" y="4678"/>
                      </a:cubicBezTo>
                      <a:cubicBezTo>
                        <a:pt x="1256" y="-5532"/>
                        <a:pt x="2689" y="3823"/>
                        <a:pt x="13122" y="6056"/>
                      </a:cubicBezTo>
                      <a:cubicBezTo>
                        <a:pt x="23556" y="8287"/>
                        <a:pt x="28409" y="8550"/>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0" name="Google Shape;720;p2"/>
                <p:cNvSpPr/>
                <p:nvPr/>
              </p:nvSpPr>
              <p:spPr>
                <a:xfrm>
                  <a:off x="7378414" y="2448500"/>
                  <a:ext cx="25987" cy="17585"/>
                </a:xfrm>
                <a:custGeom>
                  <a:avLst/>
                  <a:gdLst/>
                  <a:ahLst/>
                  <a:cxnLst/>
                  <a:rect l="l" t="t" r="r" b="b"/>
                  <a:pathLst>
                    <a:path w="25987" h="17585" extrusionOk="0">
                      <a:moveTo>
                        <a:pt x="24808" y="12240"/>
                      </a:moveTo>
                      <a:cubicBezTo>
                        <a:pt x="13749" y="23574"/>
                        <a:pt x="-1122" y="14887"/>
                        <a:pt x="67" y="4678"/>
                      </a:cubicBezTo>
                      <a:cubicBezTo>
                        <a:pt x="1256" y="-5532"/>
                        <a:pt x="2689" y="3823"/>
                        <a:pt x="13122" y="6056"/>
                      </a:cubicBezTo>
                      <a:cubicBezTo>
                        <a:pt x="23553" y="8287"/>
                        <a:pt x="28409" y="8550"/>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1" name="Google Shape;721;p2"/>
                <p:cNvSpPr/>
                <p:nvPr/>
              </p:nvSpPr>
              <p:spPr>
                <a:xfrm>
                  <a:off x="7416151" y="2423626"/>
                  <a:ext cx="25987" cy="17585"/>
                </a:xfrm>
                <a:custGeom>
                  <a:avLst/>
                  <a:gdLst/>
                  <a:ahLst/>
                  <a:cxnLst/>
                  <a:rect l="l" t="t" r="r" b="b"/>
                  <a:pathLst>
                    <a:path w="25987" h="17585" extrusionOk="0">
                      <a:moveTo>
                        <a:pt x="24808" y="12240"/>
                      </a:moveTo>
                      <a:cubicBezTo>
                        <a:pt x="13749" y="23574"/>
                        <a:pt x="-1122" y="14887"/>
                        <a:pt x="67" y="4678"/>
                      </a:cubicBezTo>
                      <a:cubicBezTo>
                        <a:pt x="1256" y="-5532"/>
                        <a:pt x="2689" y="3823"/>
                        <a:pt x="13123" y="6056"/>
                      </a:cubicBezTo>
                      <a:cubicBezTo>
                        <a:pt x="23554" y="8287"/>
                        <a:pt x="28409" y="8550"/>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2" name="Google Shape;722;p2"/>
                <p:cNvSpPr/>
                <p:nvPr/>
              </p:nvSpPr>
              <p:spPr>
                <a:xfrm>
                  <a:off x="7460267" y="2398057"/>
                  <a:ext cx="25987" cy="17585"/>
                </a:xfrm>
                <a:custGeom>
                  <a:avLst/>
                  <a:gdLst/>
                  <a:ahLst/>
                  <a:cxnLst/>
                  <a:rect l="l" t="t" r="r" b="b"/>
                  <a:pathLst>
                    <a:path w="25987" h="17585" extrusionOk="0">
                      <a:moveTo>
                        <a:pt x="24809" y="12240"/>
                      </a:moveTo>
                      <a:cubicBezTo>
                        <a:pt x="13749" y="23574"/>
                        <a:pt x="-1121" y="14887"/>
                        <a:pt x="67" y="4678"/>
                      </a:cubicBezTo>
                      <a:cubicBezTo>
                        <a:pt x="1256" y="-5532"/>
                        <a:pt x="2689" y="3823"/>
                        <a:pt x="13122" y="6056"/>
                      </a:cubicBezTo>
                      <a:cubicBezTo>
                        <a:pt x="23553" y="8289"/>
                        <a:pt x="28409" y="8550"/>
                        <a:pt x="24809"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3" name="Google Shape;723;p2"/>
                <p:cNvSpPr/>
                <p:nvPr/>
              </p:nvSpPr>
              <p:spPr>
                <a:xfrm>
                  <a:off x="7507358" y="2369036"/>
                  <a:ext cx="25988" cy="17585"/>
                </a:xfrm>
                <a:custGeom>
                  <a:avLst/>
                  <a:gdLst/>
                  <a:ahLst/>
                  <a:cxnLst/>
                  <a:rect l="l" t="t" r="r" b="b"/>
                  <a:pathLst>
                    <a:path w="25988" h="17585" extrusionOk="0">
                      <a:moveTo>
                        <a:pt x="24808" y="12240"/>
                      </a:moveTo>
                      <a:cubicBezTo>
                        <a:pt x="13749" y="23574"/>
                        <a:pt x="-1122" y="14887"/>
                        <a:pt x="67" y="4678"/>
                      </a:cubicBezTo>
                      <a:cubicBezTo>
                        <a:pt x="1256" y="-5532"/>
                        <a:pt x="2689" y="3823"/>
                        <a:pt x="13122" y="6056"/>
                      </a:cubicBezTo>
                      <a:cubicBezTo>
                        <a:pt x="23555" y="8287"/>
                        <a:pt x="28411" y="8548"/>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4" name="Google Shape;724;p2"/>
                <p:cNvSpPr/>
                <p:nvPr/>
              </p:nvSpPr>
              <p:spPr>
                <a:xfrm>
                  <a:off x="7550920" y="2342192"/>
                  <a:ext cx="25987" cy="17585"/>
                </a:xfrm>
                <a:custGeom>
                  <a:avLst/>
                  <a:gdLst/>
                  <a:ahLst/>
                  <a:cxnLst/>
                  <a:rect l="l" t="t" r="r" b="b"/>
                  <a:pathLst>
                    <a:path w="25987" h="17585" extrusionOk="0">
                      <a:moveTo>
                        <a:pt x="24808" y="12240"/>
                      </a:moveTo>
                      <a:cubicBezTo>
                        <a:pt x="13749" y="23574"/>
                        <a:pt x="-1121" y="14887"/>
                        <a:pt x="67" y="4678"/>
                      </a:cubicBezTo>
                      <a:cubicBezTo>
                        <a:pt x="1256" y="-5532"/>
                        <a:pt x="2689" y="3823"/>
                        <a:pt x="13122" y="6056"/>
                      </a:cubicBezTo>
                      <a:cubicBezTo>
                        <a:pt x="23553" y="8287"/>
                        <a:pt x="28409" y="8548"/>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5" name="Google Shape;725;p2"/>
                <p:cNvSpPr/>
                <p:nvPr/>
              </p:nvSpPr>
              <p:spPr>
                <a:xfrm>
                  <a:off x="7594482" y="2315345"/>
                  <a:ext cx="25987" cy="17585"/>
                </a:xfrm>
                <a:custGeom>
                  <a:avLst/>
                  <a:gdLst/>
                  <a:ahLst/>
                  <a:cxnLst/>
                  <a:rect l="l" t="t" r="r" b="b"/>
                  <a:pathLst>
                    <a:path w="25987" h="17585" extrusionOk="0">
                      <a:moveTo>
                        <a:pt x="24808" y="12240"/>
                      </a:moveTo>
                      <a:cubicBezTo>
                        <a:pt x="13749" y="23574"/>
                        <a:pt x="-1122" y="14887"/>
                        <a:pt x="67" y="4678"/>
                      </a:cubicBezTo>
                      <a:cubicBezTo>
                        <a:pt x="1256" y="-5532"/>
                        <a:pt x="2689" y="3823"/>
                        <a:pt x="13123" y="6056"/>
                      </a:cubicBezTo>
                      <a:cubicBezTo>
                        <a:pt x="23554" y="8290"/>
                        <a:pt x="28409" y="8550"/>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6" name="Google Shape;726;p2"/>
                <p:cNvSpPr/>
                <p:nvPr/>
              </p:nvSpPr>
              <p:spPr>
                <a:xfrm>
                  <a:off x="7647479" y="2282685"/>
                  <a:ext cx="25987" cy="17585"/>
                </a:xfrm>
                <a:custGeom>
                  <a:avLst/>
                  <a:gdLst/>
                  <a:ahLst/>
                  <a:cxnLst/>
                  <a:rect l="l" t="t" r="r" b="b"/>
                  <a:pathLst>
                    <a:path w="25987" h="17585" extrusionOk="0">
                      <a:moveTo>
                        <a:pt x="24808" y="12240"/>
                      </a:moveTo>
                      <a:cubicBezTo>
                        <a:pt x="13749" y="23574"/>
                        <a:pt x="-1122" y="14887"/>
                        <a:pt x="67" y="4678"/>
                      </a:cubicBezTo>
                      <a:cubicBezTo>
                        <a:pt x="1256" y="-5532"/>
                        <a:pt x="2689" y="3823"/>
                        <a:pt x="13123" y="6056"/>
                      </a:cubicBezTo>
                      <a:cubicBezTo>
                        <a:pt x="23554" y="8290"/>
                        <a:pt x="28409" y="8550"/>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7" name="Google Shape;727;p2"/>
                <p:cNvSpPr/>
                <p:nvPr/>
              </p:nvSpPr>
              <p:spPr>
                <a:xfrm>
                  <a:off x="7691038" y="2255840"/>
                  <a:ext cx="25988" cy="17585"/>
                </a:xfrm>
                <a:custGeom>
                  <a:avLst/>
                  <a:gdLst/>
                  <a:ahLst/>
                  <a:cxnLst/>
                  <a:rect l="l" t="t" r="r" b="b"/>
                  <a:pathLst>
                    <a:path w="25988" h="17585" extrusionOk="0">
                      <a:moveTo>
                        <a:pt x="24808" y="12240"/>
                      </a:moveTo>
                      <a:cubicBezTo>
                        <a:pt x="13749" y="23574"/>
                        <a:pt x="-1122" y="14887"/>
                        <a:pt x="67" y="4678"/>
                      </a:cubicBezTo>
                      <a:cubicBezTo>
                        <a:pt x="1256" y="-5532"/>
                        <a:pt x="2689" y="3823"/>
                        <a:pt x="13122" y="6056"/>
                      </a:cubicBezTo>
                      <a:cubicBezTo>
                        <a:pt x="23556" y="8287"/>
                        <a:pt x="28411" y="8550"/>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8" name="Google Shape;728;p2"/>
                <p:cNvSpPr/>
                <p:nvPr/>
              </p:nvSpPr>
              <p:spPr>
                <a:xfrm>
                  <a:off x="7734600" y="2228996"/>
                  <a:ext cx="25987" cy="17585"/>
                </a:xfrm>
                <a:custGeom>
                  <a:avLst/>
                  <a:gdLst/>
                  <a:ahLst/>
                  <a:cxnLst/>
                  <a:rect l="l" t="t" r="r" b="b"/>
                  <a:pathLst>
                    <a:path w="25987" h="17585" extrusionOk="0">
                      <a:moveTo>
                        <a:pt x="24808" y="12240"/>
                      </a:moveTo>
                      <a:cubicBezTo>
                        <a:pt x="13749" y="23574"/>
                        <a:pt x="-1122" y="14887"/>
                        <a:pt x="67" y="4678"/>
                      </a:cubicBezTo>
                      <a:cubicBezTo>
                        <a:pt x="1256" y="-5532"/>
                        <a:pt x="2689" y="3823"/>
                        <a:pt x="13122" y="6056"/>
                      </a:cubicBezTo>
                      <a:cubicBezTo>
                        <a:pt x="23553" y="8287"/>
                        <a:pt x="28409" y="8548"/>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29" name="Google Shape;729;p2"/>
                <p:cNvSpPr/>
                <p:nvPr/>
              </p:nvSpPr>
              <p:spPr>
                <a:xfrm>
                  <a:off x="7779834" y="2201120"/>
                  <a:ext cx="25987" cy="17585"/>
                </a:xfrm>
                <a:custGeom>
                  <a:avLst/>
                  <a:gdLst/>
                  <a:ahLst/>
                  <a:cxnLst/>
                  <a:rect l="l" t="t" r="r" b="b"/>
                  <a:pathLst>
                    <a:path w="25987" h="17585" extrusionOk="0">
                      <a:moveTo>
                        <a:pt x="24808" y="12240"/>
                      </a:moveTo>
                      <a:cubicBezTo>
                        <a:pt x="13749" y="23574"/>
                        <a:pt x="-1122" y="14887"/>
                        <a:pt x="67" y="4678"/>
                      </a:cubicBezTo>
                      <a:cubicBezTo>
                        <a:pt x="1256" y="-5532"/>
                        <a:pt x="2689" y="3823"/>
                        <a:pt x="13122" y="6056"/>
                      </a:cubicBezTo>
                      <a:cubicBezTo>
                        <a:pt x="23553" y="8287"/>
                        <a:pt x="28409" y="8548"/>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30" name="Google Shape;730;p2"/>
                <p:cNvSpPr/>
                <p:nvPr/>
              </p:nvSpPr>
              <p:spPr>
                <a:xfrm>
                  <a:off x="7823396" y="2174276"/>
                  <a:ext cx="25987" cy="17585"/>
                </a:xfrm>
                <a:custGeom>
                  <a:avLst/>
                  <a:gdLst/>
                  <a:ahLst/>
                  <a:cxnLst/>
                  <a:rect l="l" t="t" r="r" b="b"/>
                  <a:pathLst>
                    <a:path w="25987" h="17585" extrusionOk="0">
                      <a:moveTo>
                        <a:pt x="24808" y="12240"/>
                      </a:moveTo>
                      <a:cubicBezTo>
                        <a:pt x="13749" y="23574"/>
                        <a:pt x="-1122" y="14887"/>
                        <a:pt x="67" y="4678"/>
                      </a:cubicBezTo>
                      <a:cubicBezTo>
                        <a:pt x="1256" y="-5532"/>
                        <a:pt x="2689" y="3823"/>
                        <a:pt x="13122" y="6056"/>
                      </a:cubicBezTo>
                      <a:cubicBezTo>
                        <a:pt x="23553" y="8287"/>
                        <a:pt x="28409" y="8548"/>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31" name="Google Shape;731;p2"/>
                <p:cNvSpPr/>
                <p:nvPr/>
              </p:nvSpPr>
              <p:spPr>
                <a:xfrm>
                  <a:off x="7866955" y="2147429"/>
                  <a:ext cx="25988" cy="17585"/>
                </a:xfrm>
                <a:custGeom>
                  <a:avLst/>
                  <a:gdLst/>
                  <a:ahLst/>
                  <a:cxnLst/>
                  <a:rect l="l" t="t" r="r" b="b"/>
                  <a:pathLst>
                    <a:path w="25988" h="17585" extrusionOk="0">
                      <a:moveTo>
                        <a:pt x="24808" y="12240"/>
                      </a:moveTo>
                      <a:cubicBezTo>
                        <a:pt x="13749" y="23574"/>
                        <a:pt x="-1122" y="14887"/>
                        <a:pt x="67" y="4678"/>
                      </a:cubicBezTo>
                      <a:cubicBezTo>
                        <a:pt x="1256" y="-5532"/>
                        <a:pt x="2689" y="3823"/>
                        <a:pt x="13123" y="6056"/>
                      </a:cubicBezTo>
                      <a:cubicBezTo>
                        <a:pt x="23556" y="8287"/>
                        <a:pt x="28411" y="8550"/>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32" name="Google Shape;732;p2"/>
                <p:cNvSpPr/>
                <p:nvPr/>
              </p:nvSpPr>
              <p:spPr>
                <a:xfrm>
                  <a:off x="7904631" y="2124212"/>
                  <a:ext cx="25987" cy="17585"/>
                </a:xfrm>
                <a:custGeom>
                  <a:avLst/>
                  <a:gdLst/>
                  <a:ahLst/>
                  <a:cxnLst/>
                  <a:rect l="l" t="t" r="r" b="b"/>
                  <a:pathLst>
                    <a:path w="25987" h="17585" extrusionOk="0">
                      <a:moveTo>
                        <a:pt x="24808" y="12240"/>
                      </a:moveTo>
                      <a:cubicBezTo>
                        <a:pt x="13749" y="23574"/>
                        <a:pt x="-1121" y="14887"/>
                        <a:pt x="67" y="4678"/>
                      </a:cubicBezTo>
                      <a:cubicBezTo>
                        <a:pt x="1256" y="-5532"/>
                        <a:pt x="2689" y="3823"/>
                        <a:pt x="13122" y="6056"/>
                      </a:cubicBezTo>
                      <a:cubicBezTo>
                        <a:pt x="23553" y="8287"/>
                        <a:pt x="28409" y="8548"/>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33" name="Google Shape;733;p2"/>
                <p:cNvSpPr/>
                <p:nvPr/>
              </p:nvSpPr>
              <p:spPr>
                <a:xfrm>
                  <a:off x="7948191" y="2097368"/>
                  <a:ext cx="25988" cy="17585"/>
                </a:xfrm>
                <a:custGeom>
                  <a:avLst/>
                  <a:gdLst/>
                  <a:ahLst/>
                  <a:cxnLst/>
                  <a:rect l="l" t="t" r="r" b="b"/>
                  <a:pathLst>
                    <a:path w="25988" h="17585" extrusionOk="0">
                      <a:moveTo>
                        <a:pt x="24808" y="12240"/>
                      </a:moveTo>
                      <a:cubicBezTo>
                        <a:pt x="13749" y="23574"/>
                        <a:pt x="-1122" y="14887"/>
                        <a:pt x="67" y="4678"/>
                      </a:cubicBezTo>
                      <a:cubicBezTo>
                        <a:pt x="1256" y="-5532"/>
                        <a:pt x="2689" y="3823"/>
                        <a:pt x="13122" y="6056"/>
                      </a:cubicBezTo>
                      <a:cubicBezTo>
                        <a:pt x="23556" y="8287"/>
                        <a:pt x="28411" y="8548"/>
                        <a:pt x="24808" y="1224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34" name="Google Shape;734;p2"/>
                <p:cNvSpPr/>
                <p:nvPr/>
              </p:nvSpPr>
              <p:spPr>
                <a:xfrm>
                  <a:off x="7255299" y="2532579"/>
                  <a:ext cx="17137" cy="23812"/>
                </a:xfrm>
                <a:custGeom>
                  <a:avLst/>
                  <a:gdLst/>
                  <a:ahLst/>
                  <a:cxnLst/>
                  <a:rect l="l" t="t" r="r" b="b"/>
                  <a:pathLst>
                    <a:path w="17137" h="23812" extrusionOk="0">
                      <a:moveTo>
                        <a:pt x="9389" y="121"/>
                      </a:moveTo>
                      <a:cubicBezTo>
                        <a:pt x="4548" y="-681"/>
                        <a:pt x="-342" y="2522"/>
                        <a:pt x="19" y="9094"/>
                      </a:cubicBezTo>
                      <a:cubicBezTo>
                        <a:pt x="506" y="17916"/>
                        <a:pt x="4202" y="23297"/>
                        <a:pt x="8118" y="23738"/>
                      </a:cubicBezTo>
                      <a:cubicBezTo>
                        <a:pt x="12034" y="24177"/>
                        <a:pt x="18318" y="22805"/>
                        <a:pt x="16945" y="16521"/>
                      </a:cubicBezTo>
                      <a:cubicBezTo>
                        <a:pt x="15571" y="10235"/>
                        <a:pt x="13520" y="805"/>
                        <a:pt x="9389" y="12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35" name="Google Shape;735;p2"/>
                <p:cNvSpPr/>
                <p:nvPr/>
              </p:nvSpPr>
              <p:spPr>
                <a:xfrm>
                  <a:off x="7268353" y="2527905"/>
                  <a:ext cx="23115" cy="32118"/>
                </a:xfrm>
                <a:custGeom>
                  <a:avLst/>
                  <a:gdLst/>
                  <a:ahLst/>
                  <a:cxnLst/>
                  <a:rect l="l" t="t" r="r" b="b"/>
                  <a:pathLst>
                    <a:path w="23115" h="32118" extrusionOk="0">
                      <a:moveTo>
                        <a:pt x="12665" y="164"/>
                      </a:moveTo>
                      <a:cubicBezTo>
                        <a:pt x="6134" y="-920"/>
                        <a:pt x="-462" y="3401"/>
                        <a:pt x="25" y="12266"/>
                      </a:cubicBezTo>
                      <a:cubicBezTo>
                        <a:pt x="681" y="24165"/>
                        <a:pt x="5670" y="31425"/>
                        <a:pt x="10950" y="32017"/>
                      </a:cubicBezTo>
                      <a:cubicBezTo>
                        <a:pt x="16233" y="32612"/>
                        <a:pt x="24707" y="30757"/>
                        <a:pt x="22856" y="22281"/>
                      </a:cubicBezTo>
                      <a:cubicBezTo>
                        <a:pt x="21004" y="13804"/>
                        <a:pt x="18238" y="1090"/>
                        <a:pt x="12665" y="16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36" name="Google Shape;736;p2"/>
                <p:cNvSpPr/>
                <p:nvPr/>
              </p:nvSpPr>
              <p:spPr>
                <a:xfrm>
                  <a:off x="7286485" y="2518506"/>
                  <a:ext cx="29624" cy="33829"/>
                </a:xfrm>
                <a:custGeom>
                  <a:avLst/>
                  <a:gdLst/>
                  <a:ahLst/>
                  <a:cxnLst/>
                  <a:rect l="l" t="t" r="r" b="b"/>
                  <a:pathLst>
                    <a:path w="29624" h="33829" extrusionOk="0">
                      <a:moveTo>
                        <a:pt x="18808" y="8"/>
                      </a:moveTo>
                      <a:cubicBezTo>
                        <a:pt x="10135" y="-232"/>
                        <a:pt x="632" y="5233"/>
                        <a:pt x="67" y="14512"/>
                      </a:cubicBezTo>
                      <a:cubicBezTo>
                        <a:pt x="-690" y="26969"/>
                        <a:pt x="5044" y="33934"/>
                        <a:pt x="12096" y="33829"/>
                      </a:cubicBezTo>
                      <a:cubicBezTo>
                        <a:pt x="19148" y="33724"/>
                        <a:pt x="30850" y="30603"/>
                        <a:pt x="29520" y="21921"/>
                      </a:cubicBezTo>
                      <a:cubicBezTo>
                        <a:pt x="28190" y="13241"/>
                        <a:pt x="26208" y="213"/>
                        <a:pt x="18808" y="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37" name="Google Shape;737;p2"/>
                <p:cNvSpPr/>
                <p:nvPr/>
              </p:nvSpPr>
              <p:spPr>
                <a:xfrm>
                  <a:off x="7312444" y="2505049"/>
                  <a:ext cx="40796" cy="47488"/>
                </a:xfrm>
                <a:custGeom>
                  <a:avLst/>
                  <a:gdLst/>
                  <a:ahLst/>
                  <a:cxnLst/>
                  <a:rect l="l" t="t" r="r" b="b"/>
                  <a:pathLst>
                    <a:path w="40796" h="47488" extrusionOk="0">
                      <a:moveTo>
                        <a:pt x="21113" y="27"/>
                      </a:moveTo>
                      <a:cubicBezTo>
                        <a:pt x="9772" y="980"/>
                        <a:pt x="-1315" y="9880"/>
                        <a:pt x="127" y="22681"/>
                      </a:cubicBezTo>
                      <a:cubicBezTo>
                        <a:pt x="2061" y="39868"/>
                        <a:pt x="11152" y="48566"/>
                        <a:pt x="20303" y="47382"/>
                      </a:cubicBezTo>
                      <a:cubicBezTo>
                        <a:pt x="29454" y="46198"/>
                        <a:pt x="43952" y="40185"/>
                        <a:pt x="40184" y="28483"/>
                      </a:cubicBezTo>
                      <a:cubicBezTo>
                        <a:pt x="36419" y="16779"/>
                        <a:pt x="30787" y="-784"/>
                        <a:pt x="21113" y="2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38" name="Google Shape;738;p2"/>
                <p:cNvSpPr/>
                <p:nvPr/>
              </p:nvSpPr>
              <p:spPr>
                <a:xfrm>
                  <a:off x="7345384" y="2484827"/>
                  <a:ext cx="51983" cy="58216"/>
                </a:xfrm>
                <a:custGeom>
                  <a:avLst/>
                  <a:gdLst/>
                  <a:ahLst/>
                  <a:cxnLst/>
                  <a:rect l="l" t="t" r="r" b="b"/>
                  <a:pathLst>
                    <a:path w="51983" h="58216" extrusionOk="0">
                      <a:moveTo>
                        <a:pt x="28720" y="92"/>
                      </a:moveTo>
                      <a:cubicBezTo>
                        <a:pt x="13995" y="2033"/>
                        <a:pt x="-941" y="13653"/>
                        <a:pt x="46" y="29181"/>
                      </a:cubicBezTo>
                      <a:cubicBezTo>
                        <a:pt x="1370" y="50025"/>
                        <a:pt x="12526" y="60022"/>
                        <a:pt x="24436" y="57948"/>
                      </a:cubicBezTo>
                      <a:cubicBezTo>
                        <a:pt x="36343" y="55875"/>
                        <a:pt x="55493" y="47545"/>
                        <a:pt x="51426" y="33518"/>
                      </a:cubicBezTo>
                      <a:cubicBezTo>
                        <a:pt x="47357" y="19491"/>
                        <a:pt x="41281" y="-1563"/>
                        <a:pt x="28720" y="9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39" name="Google Shape;739;p2"/>
                <p:cNvSpPr/>
                <p:nvPr/>
              </p:nvSpPr>
              <p:spPr>
                <a:xfrm>
                  <a:off x="7391167" y="2464126"/>
                  <a:ext cx="53607" cy="61720"/>
                </a:xfrm>
                <a:custGeom>
                  <a:avLst/>
                  <a:gdLst/>
                  <a:ahLst/>
                  <a:cxnLst/>
                  <a:rect l="l" t="t" r="r" b="b"/>
                  <a:pathLst>
                    <a:path w="53607" h="61720" extrusionOk="0">
                      <a:moveTo>
                        <a:pt x="28194" y="47"/>
                      </a:moveTo>
                      <a:cubicBezTo>
                        <a:pt x="13221" y="1478"/>
                        <a:pt x="-1551" y="13224"/>
                        <a:pt x="131" y="29822"/>
                      </a:cubicBezTo>
                      <a:cubicBezTo>
                        <a:pt x="2390" y="52106"/>
                        <a:pt x="14232" y="63248"/>
                        <a:pt x="26320" y="61552"/>
                      </a:cubicBezTo>
                      <a:cubicBezTo>
                        <a:pt x="38408" y="59856"/>
                        <a:pt x="57631" y="51805"/>
                        <a:pt x="52862" y="36671"/>
                      </a:cubicBezTo>
                      <a:cubicBezTo>
                        <a:pt x="48096" y="21540"/>
                        <a:pt x="40968" y="-1174"/>
                        <a:pt x="28194" y="4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40" name="Google Shape;740;p2"/>
                <p:cNvSpPr/>
                <p:nvPr/>
              </p:nvSpPr>
              <p:spPr>
                <a:xfrm>
                  <a:off x="7430766" y="2441606"/>
                  <a:ext cx="53607" cy="61720"/>
                </a:xfrm>
                <a:custGeom>
                  <a:avLst/>
                  <a:gdLst/>
                  <a:ahLst/>
                  <a:cxnLst/>
                  <a:rect l="l" t="t" r="r" b="b"/>
                  <a:pathLst>
                    <a:path w="53607" h="61720" extrusionOk="0">
                      <a:moveTo>
                        <a:pt x="28194" y="47"/>
                      </a:moveTo>
                      <a:cubicBezTo>
                        <a:pt x="13221" y="1478"/>
                        <a:pt x="-1551" y="13224"/>
                        <a:pt x="131" y="29822"/>
                      </a:cubicBezTo>
                      <a:cubicBezTo>
                        <a:pt x="2390" y="52106"/>
                        <a:pt x="14231" y="63248"/>
                        <a:pt x="26320" y="61552"/>
                      </a:cubicBezTo>
                      <a:cubicBezTo>
                        <a:pt x="38408" y="59858"/>
                        <a:pt x="57631" y="51805"/>
                        <a:pt x="52862" y="36671"/>
                      </a:cubicBezTo>
                      <a:cubicBezTo>
                        <a:pt x="48094" y="21538"/>
                        <a:pt x="40968" y="-1173"/>
                        <a:pt x="28194" y="4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41" name="Google Shape;741;p2"/>
                <p:cNvSpPr/>
                <p:nvPr/>
              </p:nvSpPr>
              <p:spPr>
                <a:xfrm>
                  <a:off x="7471795" y="2409655"/>
                  <a:ext cx="59151" cy="68102"/>
                </a:xfrm>
                <a:custGeom>
                  <a:avLst/>
                  <a:gdLst/>
                  <a:ahLst/>
                  <a:cxnLst/>
                  <a:rect l="l" t="t" r="r" b="b"/>
                  <a:pathLst>
                    <a:path w="59151" h="68102" extrusionOk="0">
                      <a:moveTo>
                        <a:pt x="31111" y="52"/>
                      </a:moveTo>
                      <a:cubicBezTo>
                        <a:pt x="14590" y="1632"/>
                        <a:pt x="-1709" y="14589"/>
                        <a:pt x="144" y="32907"/>
                      </a:cubicBezTo>
                      <a:cubicBezTo>
                        <a:pt x="2636" y="57495"/>
                        <a:pt x="15703" y="69787"/>
                        <a:pt x="29042" y="67917"/>
                      </a:cubicBezTo>
                      <a:cubicBezTo>
                        <a:pt x="42381" y="66047"/>
                        <a:pt x="63590" y="57161"/>
                        <a:pt x="58330" y="40464"/>
                      </a:cubicBezTo>
                      <a:cubicBezTo>
                        <a:pt x="53070" y="23767"/>
                        <a:pt x="45206" y="-1294"/>
                        <a:pt x="31111" y="5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42" name="Google Shape;742;p2"/>
                <p:cNvSpPr/>
                <p:nvPr/>
              </p:nvSpPr>
              <p:spPr>
                <a:xfrm>
                  <a:off x="7517228" y="2382068"/>
                  <a:ext cx="59006" cy="67863"/>
                </a:xfrm>
                <a:custGeom>
                  <a:avLst/>
                  <a:gdLst/>
                  <a:ahLst/>
                  <a:cxnLst/>
                  <a:rect l="l" t="t" r="r" b="b"/>
                  <a:pathLst>
                    <a:path w="59006" h="67863" extrusionOk="0">
                      <a:moveTo>
                        <a:pt x="30803" y="59"/>
                      </a:moveTo>
                      <a:cubicBezTo>
                        <a:pt x="14358" y="1730"/>
                        <a:pt x="-1797" y="14735"/>
                        <a:pt x="162" y="32965"/>
                      </a:cubicBezTo>
                      <a:cubicBezTo>
                        <a:pt x="2791" y="57439"/>
                        <a:pt x="15878" y="69603"/>
                        <a:pt x="29153" y="67663"/>
                      </a:cubicBezTo>
                      <a:cubicBezTo>
                        <a:pt x="42428" y="65719"/>
                        <a:pt x="63495" y="56742"/>
                        <a:pt x="58158" y="40143"/>
                      </a:cubicBezTo>
                      <a:cubicBezTo>
                        <a:pt x="52820" y="23545"/>
                        <a:pt x="44832" y="-1368"/>
                        <a:pt x="30803" y="5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43" name="Google Shape;743;p2"/>
                <p:cNvSpPr/>
                <p:nvPr/>
              </p:nvSpPr>
              <p:spPr>
                <a:xfrm>
                  <a:off x="7560591" y="2357059"/>
                  <a:ext cx="59006" cy="67863"/>
                </a:xfrm>
                <a:custGeom>
                  <a:avLst/>
                  <a:gdLst/>
                  <a:ahLst/>
                  <a:cxnLst/>
                  <a:rect l="l" t="t" r="r" b="b"/>
                  <a:pathLst>
                    <a:path w="59006" h="67863" extrusionOk="0">
                      <a:moveTo>
                        <a:pt x="30803" y="59"/>
                      </a:moveTo>
                      <a:cubicBezTo>
                        <a:pt x="14358" y="1730"/>
                        <a:pt x="-1797" y="14735"/>
                        <a:pt x="162" y="32966"/>
                      </a:cubicBezTo>
                      <a:cubicBezTo>
                        <a:pt x="2791" y="57440"/>
                        <a:pt x="15878" y="69603"/>
                        <a:pt x="29153" y="67663"/>
                      </a:cubicBezTo>
                      <a:cubicBezTo>
                        <a:pt x="42428" y="65722"/>
                        <a:pt x="63495" y="56742"/>
                        <a:pt x="58158" y="40144"/>
                      </a:cubicBezTo>
                      <a:cubicBezTo>
                        <a:pt x="52815" y="23545"/>
                        <a:pt x="44833" y="-1368"/>
                        <a:pt x="30803" y="5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44" name="Google Shape;744;p2"/>
                <p:cNvSpPr/>
                <p:nvPr/>
              </p:nvSpPr>
              <p:spPr>
                <a:xfrm>
                  <a:off x="7605554" y="2330920"/>
                  <a:ext cx="59244" cy="68136"/>
                </a:xfrm>
                <a:custGeom>
                  <a:avLst/>
                  <a:gdLst/>
                  <a:ahLst/>
                  <a:cxnLst/>
                  <a:rect l="l" t="t" r="r" b="b"/>
                  <a:pathLst>
                    <a:path w="59244" h="68136" extrusionOk="0">
                      <a:moveTo>
                        <a:pt x="30928" y="59"/>
                      </a:moveTo>
                      <a:cubicBezTo>
                        <a:pt x="14416" y="1737"/>
                        <a:pt x="-1805" y="14794"/>
                        <a:pt x="163" y="33099"/>
                      </a:cubicBezTo>
                      <a:cubicBezTo>
                        <a:pt x="2803" y="57671"/>
                        <a:pt x="15943" y="69885"/>
                        <a:pt x="29270" y="67935"/>
                      </a:cubicBezTo>
                      <a:cubicBezTo>
                        <a:pt x="42598" y="65985"/>
                        <a:pt x="63752" y="56971"/>
                        <a:pt x="58392" y="40306"/>
                      </a:cubicBezTo>
                      <a:cubicBezTo>
                        <a:pt x="53029" y="23639"/>
                        <a:pt x="45012" y="-1374"/>
                        <a:pt x="30928" y="5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45" name="Google Shape;745;p2"/>
                <p:cNvSpPr/>
                <p:nvPr/>
              </p:nvSpPr>
              <p:spPr>
                <a:xfrm>
                  <a:off x="7651864" y="2301447"/>
                  <a:ext cx="62000" cy="73839"/>
                </a:xfrm>
                <a:custGeom>
                  <a:avLst/>
                  <a:gdLst/>
                  <a:ahLst/>
                  <a:cxnLst/>
                  <a:rect l="l" t="t" r="r" b="b"/>
                  <a:pathLst>
                    <a:path w="62000" h="73839" extrusionOk="0">
                      <a:moveTo>
                        <a:pt x="30225" y="15"/>
                      </a:moveTo>
                      <a:cubicBezTo>
                        <a:pt x="13299" y="909"/>
                        <a:pt x="-2682" y="14193"/>
                        <a:pt x="379" y="34214"/>
                      </a:cubicBezTo>
                      <a:cubicBezTo>
                        <a:pt x="4489" y="61091"/>
                        <a:pt x="18724" y="75117"/>
                        <a:pt x="32351" y="73748"/>
                      </a:cubicBezTo>
                      <a:cubicBezTo>
                        <a:pt x="45978" y="72379"/>
                        <a:pt x="67277" y="63770"/>
                        <a:pt x="60807" y="45342"/>
                      </a:cubicBezTo>
                      <a:cubicBezTo>
                        <a:pt x="54338" y="26913"/>
                        <a:pt x="44663" y="-746"/>
                        <a:pt x="30225" y="1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46" name="Google Shape;746;p2"/>
                <p:cNvSpPr/>
                <p:nvPr/>
              </p:nvSpPr>
              <p:spPr>
                <a:xfrm>
                  <a:off x="7695326" y="2276596"/>
                  <a:ext cx="62001" cy="73839"/>
                </a:xfrm>
                <a:custGeom>
                  <a:avLst/>
                  <a:gdLst/>
                  <a:ahLst/>
                  <a:cxnLst/>
                  <a:rect l="l" t="t" r="r" b="b"/>
                  <a:pathLst>
                    <a:path w="62001" h="73839" extrusionOk="0">
                      <a:moveTo>
                        <a:pt x="30225" y="15"/>
                      </a:moveTo>
                      <a:cubicBezTo>
                        <a:pt x="13299" y="909"/>
                        <a:pt x="-2682" y="14193"/>
                        <a:pt x="379" y="34214"/>
                      </a:cubicBezTo>
                      <a:cubicBezTo>
                        <a:pt x="4489" y="61090"/>
                        <a:pt x="18724" y="75117"/>
                        <a:pt x="32351" y="73748"/>
                      </a:cubicBezTo>
                      <a:cubicBezTo>
                        <a:pt x="45978" y="72379"/>
                        <a:pt x="67277" y="63770"/>
                        <a:pt x="60807" y="45342"/>
                      </a:cubicBezTo>
                      <a:cubicBezTo>
                        <a:pt x="54340" y="26912"/>
                        <a:pt x="44664" y="-746"/>
                        <a:pt x="30225" y="1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47" name="Google Shape;747;p2"/>
                <p:cNvSpPr/>
                <p:nvPr/>
              </p:nvSpPr>
              <p:spPr>
                <a:xfrm>
                  <a:off x="7736252" y="2245348"/>
                  <a:ext cx="63510" cy="75665"/>
                </a:xfrm>
                <a:custGeom>
                  <a:avLst/>
                  <a:gdLst/>
                  <a:ahLst/>
                  <a:cxnLst/>
                  <a:rect l="l" t="t" r="r" b="b"/>
                  <a:pathLst>
                    <a:path w="63510" h="75665" extrusionOk="0">
                      <a:moveTo>
                        <a:pt x="31076" y="14"/>
                      </a:moveTo>
                      <a:cubicBezTo>
                        <a:pt x="13718" y="876"/>
                        <a:pt x="-2707" y="14441"/>
                        <a:pt x="375" y="34965"/>
                      </a:cubicBezTo>
                      <a:cubicBezTo>
                        <a:pt x="4513" y="62518"/>
                        <a:pt x="19070" y="76938"/>
                        <a:pt x="33046" y="75578"/>
                      </a:cubicBezTo>
                      <a:cubicBezTo>
                        <a:pt x="47023" y="74218"/>
                        <a:pt x="68886" y="65462"/>
                        <a:pt x="62305" y="46557"/>
                      </a:cubicBezTo>
                      <a:cubicBezTo>
                        <a:pt x="55726" y="27652"/>
                        <a:pt x="45882" y="-722"/>
                        <a:pt x="31076" y="1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48" name="Google Shape;748;p2"/>
                <p:cNvSpPr/>
                <p:nvPr/>
              </p:nvSpPr>
              <p:spPr>
                <a:xfrm>
                  <a:off x="7784700" y="2218078"/>
                  <a:ext cx="63257" cy="75363"/>
                </a:xfrm>
                <a:custGeom>
                  <a:avLst/>
                  <a:gdLst/>
                  <a:ahLst/>
                  <a:cxnLst/>
                  <a:rect l="l" t="t" r="r" b="b"/>
                  <a:pathLst>
                    <a:path w="63257" h="75363" extrusionOk="0">
                      <a:moveTo>
                        <a:pt x="30951" y="14"/>
                      </a:moveTo>
                      <a:cubicBezTo>
                        <a:pt x="13664" y="873"/>
                        <a:pt x="-2697" y="14381"/>
                        <a:pt x="373" y="34825"/>
                      </a:cubicBezTo>
                      <a:cubicBezTo>
                        <a:pt x="4495" y="62268"/>
                        <a:pt x="18993" y="76629"/>
                        <a:pt x="32915" y="75276"/>
                      </a:cubicBezTo>
                      <a:cubicBezTo>
                        <a:pt x="46837" y="73920"/>
                        <a:pt x="68611" y="65201"/>
                        <a:pt x="62057" y="46372"/>
                      </a:cubicBezTo>
                      <a:cubicBezTo>
                        <a:pt x="55503" y="27542"/>
                        <a:pt x="45698" y="-718"/>
                        <a:pt x="30951" y="1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49" name="Google Shape;749;p2"/>
                <p:cNvSpPr/>
                <p:nvPr/>
              </p:nvSpPr>
              <p:spPr>
                <a:xfrm>
                  <a:off x="7829156" y="2192848"/>
                  <a:ext cx="63257" cy="75363"/>
                </a:xfrm>
                <a:custGeom>
                  <a:avLst/>
                  <a:gdLst/>
                  <a:ahLst/>
                  <a:cxnLst/>
                  <a:rect l="l" t="t" r="r" b="b"/>
                  <a:pathLst>
                    <a:path w="63257" h="75363" extrusionOk="0">
                      <a:moveTo>
                        <a:pt x="30951" y="14"/>
                      </a:moveTo>
                      <a:cubicBezTo>
                        <a:pt x="13664" y="873"/>
                        <a:pt x="-2697" y="14381"/>
                        <a:pt x="373" y="34825"/>
                      </a:cubicBezTo>
                      <a:cubicBezTo>
                        <a:pt x="4495" y="62268"/>
                        <a:pt x="18993" y="76629"/>
                        <a:pt x="32915" y="75276"/>
                      </a:cubicBezTo>
                      <a:cubicBezTo>
                        <a:pt x="46836" y="73923"/>
                        <a:pt x="68611" y="65201"/>
                        <a:pt x="62057" y="46372"/>
                      </a:cubicBezTo>
                      <a:cubicBezTo>
                        <a:pt x="55503" y="27542"/>
                        <a:pt x="45698" y="-718"/>
                        <a:pt x="30951" y="1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50" name="Google Shape;750;p2"/>
                <p:cNvSpPr/>
                <p:nvPr/>
              </p:nvSpPr>
              <p:spPr>
                <a:xfrm>
                  <a:off x="7875243" y="2166465"/>
                  <a:ext cx="63510" cy="75665"/>
                </a:xfrm>
                <a:custGeom>
                  <a:avLst/>
                  <a:gdLst/>
                  <a:ahLst/>
                  <a:cxnLst/>
                  <a:rect l="l" t="t" r="r" b="b"/>
                  <a:pathLst>
                    <a:path w="63510" h="75665" extrusionOk="0">
                      <a:moveTo>
                        <a:pt x="31076" y="14"/>
                      </a:moveTo>
                      <a:cubicBezTo>
                        <a:pt x="13718" y="876"/>
                        <a:pt x="-2707" y="14441"/>
                        <a:pt x="375" y="34965"/>
                      </a:cubicBezTo>
                      <a:cubicBezTo>
                        <a:pt x="4513" y="62518"/>
                        <a:pt x="19070" y="76938"/>
                        <a:pt x="33046" y="75578"/>
                      </a:cubicBezTo>
                      <a:cubicBezTo>
                        <a:pt x="47023" y="74218"/>
                        <a:pt x="68886" y="65462"/>
                        <a:pt x="62305" y="46557"/>
                      </a:cubicBezTo>
                      <a:cubicBezTo>
                        <a:pt x="55726" y="27654"/>
                        <a:pt x="45882" y="-720"/>
                        <a:pt x="31076" y="1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51" name="Google Shape;751;p2"/>
                <p:cNvSpPr/>
                <p:nvPr/>
              </p:nvSpPr>
              <p:spPr>
                <a:xfrm>
                  <a:off x="7921149" y="2132620"/>
                  <a:ext cx="63257" cy="75363"/>
                </a:xfrm>
                <a:custGeom>
                  <a:avLst/>
                  <a:gdLst/>
                  <a:ahLst/>
                  <a:cxnLst/>
                  <a:rect l="l" t="t" r="r" b="b"/>
                  <a:pathLst>
                    <a:path w="63257" h="75363" extrusionOk="0">
                      <a:moveTo>
                        <a:pt x="30951" y="14"/>
                      </a:moveTo>
                      <a:cubicBezTo>
                        <a:pt x="13664" y="873"/>
                        <a:pt x="-2697" y="14381"/>
                        <a:pt x="373" y="34825"/>
                      </a:cubicBezTo>
                      <a:cubicBezTo>
                        <a:pt x="4495" y="62269"/>
                        <a:pt x="18993" y="76629"/>
                        <a:pt x="32915" y="75276"/>
                      </a:cubicBezTo>
                      <a:cubicBezTo>
                        <a:pt x="46836" y="73923"/>
                        <a:pt x="68611" y="65202"/>
                        <a:pt x="62056" y="46372"/>
                      </a:cubicBezTo>
                      <a:cubicBezTo>
                        <a:pt x="55503" y="27540"/>
                        <a:pt x="45698" y="-720"/>
                        <a:pt x="30951" y="1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52" name="Google Shape;752;p2"/>
                <p:cNvSpPr/>
                <p:nvPr/>
              </p:nvSpPr>
              <p:spPr>
                <a:xfrm>
                  <a:off x="7965603" y="2107390"/>
                  <a:ext cx="63257" cy="75363"/>
                </a:xfrm>
                <a:custGeom>
                  <a:avLst/>
                  <a:gdLst/>
                  <a:ahLst/>
                  <a:cxnLst/>
                  <a:rect l="l" t="t" r="r" b="b"/>
                  <a:pathLst>
                    <a:path w="63257" h="75363" extrusionOk="0">
                      <a:moveTo>
                        <a:pt x="30951" y="14"/>
                      </a:moveTo>
                      <a:cubicBezTo>
                        <a:pt x="13664" y="873"/>
                        <a:pt x="-2697" y="14381"/>
                        <a:pt x="373" y="34825"/>
                      </a:cubicBezTo>
                      <a:cubicBezTo>
                        <a:pt x="4495" y="62268"/>
                        <a:pt x="18993" y="76629"/>
                        <a:pt x="32915" y="75276"/>
                      </a:cubicBezTo>
                      <a:cubicBezTo>
                        <a:pt x="46837" y="73920"/>
                        <a:pt x="68611" y="65201"/>
                        <a:pt x="62057" y="46372"/>
                      </a:cubicBezTo>
                      <a:cubicBezTo>
                        <a:pt x="55505" y="27540"/>
                        <a:pt x="45700" y="-718"/>
                        <a:pt x="30951" y="1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53" name="Google Shape;753;p2"/>
                <p:cNvSpPr/>
                <p:nvPr/>
              </p:nvSpPr>
              <p:spPr>
                <a:xfrm>
                  <a:off x="7293896" y="2541237"/>
                  <a:ext cx="11450" cy="8969"/>
                </a:xfrm>
                <a:custGeom>
                  <a:avLst/>
                  <a:gdLst/>
                  <a:ahLst/>
                  <a:cxnLst/>
                  <a:rect l="l" t="t" r="r" b="b"/>
                  <a:pathLst>
                    <a:path w="11450" h="8969" extrusionOk="0">
                      <a:moveTo>
                        <a:pt x="10747" y="7397"/>
                      </a:moveTo>
                      <a:cubicBezTo>
                        <a:pt x="4840" y="11617"/>
                        <a:pt x="-1167" y="6496"/>
                        <a:pt x="195" y="1983"/>
                      </a:cubicBezTo>
                      <a:cubicBezTo>
                        <a:pt x="1558" y="-2527"/>
                        <a:pt x="1448" y="1810"/>
                        <a:pt x="5974" y="3661"/>
                      </a:cubicBezTo>
                      <a:cubicBezTo>
                        <a:pt x="10500" y="5513"/>
                        <a:pt x="12672" y="6023"/>
                        <a:pt x="10747" y="739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54" name="Google Shape;754;p2"/>
                <p:cNvSpPr/>
                <p:nvPr/>
              </p:nvSpPr>
              <p:spPr>
                <a:xfrm>
                  <a:off x="7275453" y="2548497"/>
                  <a:ext cx="11449" cy="8969"/>
                </a:xfrm>
                <a:custGeom>
                  <a:avLst/>
                  <a:gdLst/>
                  <a:ahLst/>
                  <a:cxnLst/>
                  <a:rect l="l" t="t" r="r" b="b"/>
                  <a:pathLst>
                    <a:path w="11449" h="8969" extrusionOk="0">
                      <a:moveTo>
                        <a:pt x="10747" y="7398"/>
                      </a:moveTo>
                      <a:cubicBezTo>
                        <a:pt x="4840" y="11618"/>
                        <a:pt x="-1167" y="6497"/>
                        <a:pt x="195" y="1984"/>
                      </a:cubicBezTo>
                      <a:cubicBezTo>
                        <a:pt x="1558" y="-2528"/>
                        <a:pt x="1448" y="1811"/>
                        <a:pt x="5974" y="3662"/>
                      </a:cubicBezTo>
                      <a:cubicBezTo>
                        <a:pt x="10500" y="5514"/>
                        <a:pt x="12670" y="6024"/>
                        <a:pt x="10747" y="739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55" name="Google Shape;755;p2"/>
                <p:cNvSpPr/>
                <p:nvPr/>
              </p:nvSpPr>
              <p:spPr>
                <a:xfrm>
                  <a:off x="7258320" y="2548003"/>
                  <a:ext cx="8168" cy="6398"/>
                </a:xfrm>
                <a:custGeom>
                  <a:avLst/>
                  <a:gdLst/>
                  <a:ahLst/>
                  <a:cxnLst/>
                  <a:rect l="l" t="t" r="r" b="b"/>
                  <a:pathLst>
                    <a:path w="8168" h="6398" extrusionOk="0">
                      <a:moveTo>
                        <a:pt x="7667" y="5277"/>
                      </a:moveTo>
                      <a:cubicBezTo>
                        <a:pt x="3454" y="8287"/>
                        <a:pt x="-832" y="4634"/>
                        <a:pt x="139" y="1415"/>
                      </a:cubicBezTo>
                      <a:cubicBezTo>
                        <a:pt x="1111" y="-1803"/>
                        <a:pt x="1033" y="1292"/>
                        <a:pt x="4263" y="2611"/>
                      </a:cubicBezTo>
                      <a:cubicBezTo>
                        <a:pt x="7493" y="3930"/>
                        <a:pt x="9039" y="4296"/>
                        <a:pt x="7667" y="527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56" name="Google Shape;756;p2"/>
                <p:cNvSpPr/>
                <p:nvPr/>
              </p:nvSpPr>
              <p:spPr>
                <a:xfrm>
                  <a:off x="7323867" y="2538657"/>
                  <a:ext cx="17004" cy="11845"/>
                </a:xfrm>
                <a:custGeom>
                  <a:avLst/>
                  <a:gdLst/>
                  <a:ahLst/>
                  <a:cxnLst/>
                  <a:rect l="l" t="t" r="r" b="b"/>
                  <a:pathLst>
                    <a:path w="17004" h="11845" extrusionOk="0">
                      <a:moveTo>
                        <a:pt x="16182" y="8591"/>
                      </a:moveTo>
                      <a:cubicBezTo>
                        <a:pt x="8643" y="15794"/>
                        <a:pt x="-943" y="9732"/>
                        <a:pt x="75" y="3041"/>
                      </a:cubicBezTo>
                      <a:cubicBezTo>
                        <a:pt x="1092" y="-3650"/>
                        <a:pt x="1821" y="2538"/>
                        <a:pt x="8633" y="4250"/>
                      </a:cubicBezTo>
                      <a:cubicBezTo>
                        <a:pt x="15448" y="5962"/>
                        <a:pt x="18637" y="6246"/>
                        <a:pt x="16182" y="859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57" name="Google Shape;757;p2"/>
                <p:cNvSpPr/>
                <p:nvPr/>
              </p:nvSpPr>
              <p:spPr>
                <a:xfrm>
                  <a:off x="7358094" y="2522815"/>
                  <a:ext cx="25005" cy="16392"/>
                </a:xfrm>
                <a:custGeom>
                  <a:avLst/>
                  <a:gdLst/>
                  <a:ahLst/>
                  <a:cxnLst/>
                  <a:rect l="l" t="t" r="r" b="b"/>
                  <a:pathLst>
                    <a:path w="25005" h="16392" extrusionOk="0">
                      <a:moveTo>
                        <a:pt x="23706" y="11309"/>
                      </a:moveTo>
                      <a:cubicBezTo>
                        <a:pt x="12102" y="21996"/>
                        <a:pt x="-1735" y="13961"/>
                        <a:pt x="179" y="4392"/>
                      </a:cubicBezTo>
                      <a:cubicBezTo>
                        <a:pt x="2092" y="-5177"/>
                        <a:pt x="2796" y="3573"/>
                        <a:pt x="12786" y="5594"/>
                      </a:cubicBezTo>
                      <a:cubicBezTo>
                        <a:pt x="22776" y="7617"/>
                        <a:pt x="27485" y="7828"/>
                        <a:pt x="23706" y="1130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58" name="Google Shape;758;p2"/>
                <p:cNvSpPr/>
                <p:nvPr/>
              </p:nvSpPr>
              <p:spPr>
                <a:xfrm>
                  <a:off x="7405073" y="2503881"/>
                  <a:ext cx="25823" cy="17986"/>
                </a:xfrm>
                <a:custGeom>
                  <a:avLst/>
                  <a:gdLst/>
                  <a:ahLst/>
                  <a:cxnLst/>
                  <a:rect l="l" t="t" r="r" b="b"/>
                  <a:pathLst>
                    <a:path w="25823" h="17986" extrusionOk="0">
                      <a:moveTo>
                        <a:pt x="24574" y="13046"/>
                      </a:moveTo>
                      <a:cubicBezTo>
                        <a:pt x="13123" y="23983"/>
                        <a:pt x="-1434" y="14779"/>
                        <a:pt x="114" y="4618"/>
                      </a:cubicBezTo>
                      <a:cubicBezTo>
                        <a:pt x="1661" y="-5543"/>
                        <a:pt x="2765" y="3854"/>
                        <a:pt x="13112" y="6454"/>
                      </a:cubicBezTo>
                      <a:cubicBezTo>
                        <a:pt x="23461" y="9053"/>
                        <a:pt x="28302" y="9485"/>
                        <a:pt x="24574" y="1304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59" name="Google Shape;759;p2"/>
                <p:cNvSpPr/>
                <p:nvPr/>
              </p:nvSpPr>
              <p:spPr>
                <a:xfrm>
                  <a:off x="7443662" y="2480351"/>
                  <a:ext cx="25823" cy="17987"/>
                </a:xfrm>
                <a:custGeom>
                  <a:avLst/>
                  <a:gdLst/>
                  <a:ahLst/>
                  <a:cxnLst/>
                  <a:rect l="l" t="t" r="r" b="b"/>
                  <a:pathLst>
                    <a:path w="25823" h="17987" extrusionOk="0">
                      <a:moveTo>
                        <a:pt x="24574" y="13046"/>
                      </a:moveTo>
                      <a:cubicBezTo>
                        <a:pt x="13123" y="23985"/>
                        <a:pt x="-1434" y="14779"/>
                        <a:pt x="114" y="4618"/>
                      </a:cubicBezTo>
                      <a:cubicBezTo>
                        <a:pt x="1661" y="-5543"/>
                        <a:pt x="2766" y="3854"/>
                        <a:pt x="13112" y="6454"/>
                      </a:cubicBezTo>
                      <a:cubicBezTo>
                        <a:pt x="23458" y="9053"/>
                        <a:pt x="28302" y="9485"/>
                        <a:pt x="24574" y="1304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60" name="Google Shape;760;p2"/>
                <p:cNvSpPr/>
                <p:nvPr/>
              </p:nvSpPr>
              <p:spPr>
                <a:xfrm>
                  <a:off x="7486913" y="2453534"/>
                  <a:ext cx="25823" cy="17987"/>
                </a:xfrm>
                <a:custGeom>
                  <a:avLst/>
                  <a:gdLst/>
                  <a:ahLst/>
                  <a:cxnLst/>
                  <a:rect l="l" t="t" r="r" b="b"/>
                  <a:pathLst>
                    <a:path w="25823" h="17987" extrusionOk="0">
                      <a:moveTo>
                        <a:pt x="24574" y="13046"/>
                      </a:moveTo>
                      <a:cubicBezTo>
                        <a:pt x="13123" y="23985"/>
                        <a:pt x="-1434" y="14779"/>
                        <a:pt x="114" y="4618"/>
                      </a:cubicBezTo>
                      <a:cubicBezTo>
                        <a:pt x="1661" y="-5543"/>
                        <a:pt x="2766" y="3854"/>
                        <a:pt x="13112" y="6454"/>
                      </a:cubicBezTo>
                      <a:cubicBezTo>
                        <a:pt x="23458" y="9053"/>
                        <a:pt x="28303" y="9485"/>
                        <a:pt x="24574" y="1304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61" name="Google Shape;761;p2"/>
                <p:cNvSpPr/>
                <p:nvPr/>
              </p:nvSpPr>
              <p:spPr>
                <a:xfrm>
                  <a:off x="7533127" y="2425447"/>
                  <a:ext cx="25853" cy="17918"/>
                </a:xfrm>
                <a:custGeom>
                  <a:avLst/>
                  <a:gdLst/>
                  <a:ahLst/>
                  <a:cxnLst/>
                  <a:rect l="l" t="t" r="r" b="b"/>
                  <a:pathLst>
                    <a:path w="25853" h="17918" extrusionOk="0">
                      <a:moveTo>
                        <a:pt x="24615" y="12908"/>
                      </a:moveTo>
                      <a:cubicBezTo>
                        <a:pt x="13231" y="23916"/>
                        <a:pt x="-1381" y="14799"/>
                        <a:pt x="105" y="4629"/>
                      </a:cubicBezTo>
                      <a:cubicBezTo>
                        <a:pt x="1591" y="-5542"/>
                        <a:pt x="2752" y="3849"/>
                        <a:pt x="13115" y="6386"/>
                      </a:cubicBezTo>
                      <a:cubicBezTo>
                        <a:pt x="23477" y="8924"/>
                        <a:pt x="28323" y="9324"/>
                        <a:pt x="24615" y="1290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62" name="Google Shape;762;p2"/>
                <p:cNvSpPr/>
                <p:nvPr/>
              </p:nvSpPr>
              <p:spPr>
                <a:xfrm>
                  <a:off x="7577453" y="2399882"/>
                  <a:ext cx="25853" cy="17918"/>
                </a:xfrm>
                <a:custGeom>
                  <a:avLst/>
                  <a:gdLst/>
                  <a:ahLst/>
                  <a:cxnLst/>
                  <a:rect l="l" t="t" r="r" b="b"/>
                  <a:pathLst>
                    <a:path w="25853" h="17918" extrusionOk="0">
                      <a:moveTo>
                        <a:pt x="24615" y="12909"/>
                      </a:moveTo>
                      <a:cubicBezTo>
                        <a:pt x="13231" y="23916"/>
                        <a:pt x="-1381" y="14799"/>
                        <a:pt x="105" y="4629"/>
                      </a:cubicBezTo>
                      <a:cubicBezTo>
                        <a:pt x="1591" y="-5542"/>
                        <a:pt x="2752" y="3849"/>
                        <a:pt x="13115" y="6386"/>
                      </a:cubicBezTo>
                      <a:cubicBezTo>
                        <a:pt x="23477" y="8922"/>
                        <a:pt x="28323" y="9324"/>
                        <a:pt x="24615" y="1290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63" name="Google Shape;763;p2"/>
                <p:cNvSpPr/>
                <p:nvPr/>
              </p:nvSpPr>
              <p:spPr>
                <a:xfrm>
                  <a:off x="7621778" y="2374318"/>
                  <a:ext cx="25853" cy="17918"/>
                </a:xfrm>
                <a:custGeom>
                  <a:avLst/>
                  <a:gdLst/>
                  <a:ahLst/>
                  <a:cxnLst/>
                  <a:rect l="l" t="t" r="r" b="b"/>
                  <a:pathLst>
                    <a:path w="25853" h="17918" extrusionOk="0">
                      <a:moveTo>
                        <a:pt x="24615" y="12908"/>
                      </a:moveTo>
                      <a:cubicBezTo>
                        <a:pt x="13231" y="23915"/>
                        <a:pt x="-1381" y="14799"/>
                        <a:pt x="105" y="4629"/>
                      </a:cubicBezTo>
                      <a:cubicBezTo>
                        <a:pt x="1591" y="-5542"/>
                        <a:pt x="2752" y="3849"/>
                        <a:pt x="13115" y="6386"/>
                      </a:cubicBezTo>
                      <a:cubicBezTo>
                        <a:pt x="23477" y="8924"/>
                        <a:pt x="28323" y="9326"/>
                        <a:pt x="24615" y="1290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64" name="Google Shape;764;p2"/>
                <p:cNvSpPr/>
                <p:nvPr/>
              </p:nvSpPr>
              <p:spPr>
                <a:xfrm>
                  <a:off x="7676465" y="2344018"/>
                  <a:ext cx="27047" cy="20235"/>
                </a:xfrm>
                <a:custGeom>
                  <a:avLst/>
                  <a:gdLst/>
                  <a:ahLst/>
                  <a:cxnLst/>
                  <a:rect l="l" t="t" r="r" b="b"/>
                  <a:pathLst>
                    <a:path w="27047" h="20235" extrusionOk="0">
                      <a:moveTo>
                        <a:pt x="25879" y="15390"/>
                      </a:moveTo>
                      <a:cubicBezTo>
                        <a:pt x="14721" y="26763"/>
                        <a:pt x="-920" y="15980"/>
                        <a:pt x="42" y="4956"/>
                      </a:cubicBezTo>
                      <a:cubicBezTo>
                        <a:pt x="1005" y="-6067"/>
                        <a:pt x="2737" y="4257"/>
                        <a:pt x="13605" y="7613"/>
                      </a:cubicBezTo>
                      <a:cubicBezTo>
                        <a:pt x="24473" y="10973"/>
                        <a:pt x="29511" y="11686"/>
                        <a:pt x="25879" y="1539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65" name="Google Shape;765;p2"/>
                <p:cNvSpPr/>
                <p:nvPr/>
              </p:nvSpPr>
              <p:spPr>
                <a:xfrm>
                  <a:off x="7720889" y="2318616"/>
                  <a:ext cx="27047" cy="20235"/>
                </a:xfrm>
                <a:custGeom>
                  <a:avLst/>
                  <a:gdLst/>
                  <a:ahLst/>
                  <a:cxnLst/>
                  <a:rect l="l" t="t" r="r" b="b"/>
                  <a:pathLst>
                    <a:path w="27047" h="20235" extrusionOk="0">
                      <a:moveTo>
                        <a:pt x="25879" y="15390"/>
                      </a:moveTo>
                      <a:cubicBezTo>
                        <a:pt x="14721" y="26763"/>
                        <a:pt x="-920" y="15980"/>
                        <a:pt x="42" y="4956"/>
                      </a:cubicBezTo>
                      <a:cubicBezTo>
                        <a:pt x="1005" y="-6067"/>
                        <a:pt x="2737" y="4257"/>
                        <a:pt x="13605" y="7613"/>
                      </a:cubicBezTo>
                      <a:cubicBezTo>
                        <a:pt x="24475" y="10971"/>
                        <a:pt x="29511" y="11686"/>
                        <a:pt x="25879" y="1539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66" name="Google Shape;766;p2"/>
                <p:cNvSpPr/>
                <p:nvPr/>
              </p:nvSpPr>
              <p:spPr>
                <a:xfrm>
                  <a:off x="7761660" y="2288819"/>
                  <a:ext cx="27603" cy="20694"/>
                </a:xfrm>
                <a:custGeom>
                  <a:avLst/>
                  <a:gdLst/>
                  <a:ahLst/>
                  <a:cxnLst/>
                  <a:rect l="l" t="t" r="r" b="b"/>
                  <a:pathLst>
                    <a:path w="27603" h="20694" extrusionOk="0">
                      <a:moveTo>
                        <a:pt x="26403" y="15782"/>
                      </a:moveTo>
                      <a:cubicBezTo>
                        <a:pt x="14976" y="27356"/>
                        <a:pt x="-967" y="16301"/>
                        <a:pt x="46" y="5054"/>
                      </a:cubicBezTo>
                      <a:cubicBezTo>
                        <a:pt x="1059" y="-6193"/>
                        <a:pt x="2800" y="4348"/>
                        <a:pt x="13890" y="7809"/>
                      </a:cubicBezTo>
                      <a:cubicBezTo>
                        <a:pt x="24982" y="11267"/>
                        <a:pt x="30125" y="12015"/>
                        <a:pt x="26403" y="1578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67" name="Google Shape;767;p2"/>
                <p:cNvSpPr/>
                <p:nvPr/>
              </p:nvSpPr>
              <p:spPr>
                <a:xfrm>
                  <a:off x="7808843" y="2262041"/>
                  <a:ext cx="27603" cy="20694"/>
                </a:xfrm>
                <a:custGeom>
                  <a:avLst/>
                  <a:gdLst/>
                  <a:ahLst/>
                  <a:cxnLst/>
                  <a:rect l="l" t="t" r="r" b="b"/>
                  <a:pathLst>
                    <a:path w="27603" h="20694" extrusionOk="0">
                      <a:moveTo>
                        <a:pt x="26403" y="15782"/>
                      </a:moveTo>
                      <a:cubicBezTo>
                        <a:pt x="14976" y="27356"/>
                        <a:pt x="-967" y="16301"/>
                        <a:pt x="46" y="5054"/>
                      </a:cubicBezTo>
                      <a:cubicBezTo>
                        <a:pt x="1059" y="-6193"/>
                        <a:pt x="2801" y="4348"/>
                        <a:pt x="13890" y="7809"/>
                      </a:cubicBezTo>
                      <a:cubicBezTo>
                        <a:pt x="24982" y="11267"/>
                        <a:pt x="30125" y="12013"/>
                        <a:pt x="26403" y="1578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68" name="Google Shape;768;p2"/>
                <p:cNvSpPr/>
                <p:nvPr/>
              </p:nvSpPr>
              <p:spPr>
                <a:xfrm>
                  <a:off x="7854284" y="2236250"/>
                  <a:ext cx="27603" cy="20694"/>
                </a:xfrm>
                <a:custGeom>
                  <a:avLst/>
                  <a:gdLst/>
                  <a:ahLst/>
                  <a:cxnLst/>
                  <a:rect l="l" t="t" r="r" b="b"/>
                  <a:pathLst>
                    <a:path w="27603" h="20694" extrusionOk="0">
                      <a:moveTo>
                        <a:pt x="26404" y="15782"/>
                      </a:moveTo>
                      <a:cubicBezTo>
                        <a:pt x="14976" y="27356"/>
                        <a:pt x="-967" y="16301"/>
                        <a:pt x="46" y="5054"/>
                      </a:cubicBezTo>
                      <a:cubicBezTo>
                        <a:pt x="1059" y="-6193"/>
                        <a:pt x="2800" y="4348"/>
                        <a:pt x="13890" y="7809"/>
                      </a:cubicBezTo>
                      <a:cubicBezTo>
                        <a:pt x="24982" y="11270"/>
                        <a:pt x="30125" y="12015"/>
                        <a:pt x="26404" y="1578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69" name="Google Shape;769;p2"/>
                <p:cNvSpPr/>
                <p:nvPr/>
              </p:nvSpPr>
              <p:spPr>
                <a:xfrm>
                  <a:off x="7897181" y="2203887"/>
                  <a:ext cx="27603" cy="20694"/>
                </a:xfrm>
                <a:custGeom>
                  <a:avLst/>
                  <a:gdLst/>
                  <a:ahLst/>
                  <a:cxnLst/>
                  <a:rect l="l" t="t" r="r" b="b"/>
                  <a:pathLst>
                    <a:path w="27603" h="20694" extrusionOk="0">
                      <a:moveTo>
                        <a:pt x="26404" y="15782"/>
                      </a:moveTo>
                      <a:cubicBezTo>
                        <a:pt x="14976" y="27356"/>
                        <a:pt x="-967" y="16301"/>
                        <a:pt x="46" y="5054"/>
                      </a:cubicBezTo>
                      <a:cubicBezTo>
                        <a:pt x="1059" y="-6193"/>
                        <a:pt x="2800" y="4348"/>
                        <a:pt x="13890" y="7809"/>
                      </a:cubicBezTo>
                      <a:cubicBezTo>
                        <a:pt x="24982" y="11267"/>
                        <a:pt x="30125" y="12013"/>
                        <a:pt x="26404" y="1578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70" name="Google Shape;770;p2"/>
                <p:cNvSpPr/>
                <p:nvPr/>
              </p:nvSpPr>
              <p:spPr>
                <a:xfrm>
                  <a:off x="7936482" y="2181583"/>
                  <a:ext cx="27603" cy="20694"/>
                </a:xfrm>
                <a:custGeom>
                  <a:avLst/>
                  <a:gdLst/>
                  <a:ahLst/>
                  <a:cxnLst/>
                  <a:rect l="l" t="t" r="r" b="b"/>
                  <a:pathLst>
                    <a:path w="27603" h="20694" extrusionOk="0">
                      <a:moveTo>
                        <a:pt x="26404" y="15782"/>
                      </a:moveTo>
                      <a:cubicBezTo>
                        <a:pt x="14976" y="27356"/>
                        <a:pt x="-967" y="16301"/>
                        <a:pt x="46" y="5054"/>
                      </a:cubicBezTo>
                      <a:cubicBezTo>
                        <a:pt x="1059" y="-6193"/>
                        <a:pt x="2800" y="4348"/>
                        <a:pt x="13890" y="7809"/>
                      </a:cubicBezTo>
                      <a:cubicBezTo>
                        <a:pt x="24982" y="11267"/>
                        <a:pt x="30125" y="12013"/>
                        <a:pt x="26404" y="1578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71" name="Google Shape;771;p2"/>
                <p:cNvSpPr/>
                <p:nvPr/>
              </p:nvSpPr>
              <p:spPr>
                <a:xfrm>
                  <a:off x="7981923" y="2155794"/>
                  <a:ext cx="27603" cy="20694"/>
                </a:xfrm>
                <a:custGeom>
                  <a:avLst/>
                  <a:gdLst/>
                  <a:ahLst/>
                  <a:cxnLst/>
                  <a:rect l="l" t="t" r="r" b="b"/>
                  <a:pathLst>
                    <a:path w="27603" h="20694" extrusionOk="0">
                      <a:moveTo>
                        <a:pt x="26404" y="15782"/>
                      </a:moveTo>
                      <a:cubicBezTo>
                        <a:pt x="14976" y="27356"/>
                        <a:pt x="-967" y="16301"/>
                        <a:pt x="46" y="5054"/>
                      </a:cubicBezTo>
                      <a:cubicBezTo>
                        <a:pt x="1059" y="-6193"/>
                        <a:pt x="2801" y="4348"/>
                        <a:pt x="13890" y="7809"/>
                      </a:cubicBezTo>
                      <a:cubicBezTo>
                        <a:pt x="24982" y="11267"/>
                        <a:pt x="30123" y="12013"/>
                        <a:pt x="26404" y="1578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72" name="Google Shape;772;p2"/>
                <p:cNvSpPr/>
                <p:nvPr/>
              </p:nvSpPr>
              <p:spPr>
                <a:xfrm>
                  <a:off x="7229223" y="2495187"/>
                  <a:ext cx="22113" cy="21359"/>
                </a:xfrm>
                <a:custGeom>
                  <a:avLst/>
                  <a:gdLst/>
                  <a:ahLst/>
                  <a:cxnLst/>
                  <a:rect l="l" t="t" r="r" b="b"/>
                  <a:pathLst>
                    <a:path w="22113" h="21359" extrusionOk="0">
                      <a:moveTo>
                        <a:pt x="21976" y="15627"/>
                      </a:moveTo>
                      <a:cubicBezTo>
                        <a:pt x="20517" y="20314"/>
                        <a:pt x="15456" y="23242"/>
                        <a:pt x="9750" y="19964"/>
                      </a:cubicBezTo>
                      <a:cubicBezTo>
                        <a:pt x="2088" y="15564"/>
                        <a:pt x="-1058" y="9842"/>
                        <a:pt x="311" y="6147"/>
                      </a:cubicBezTo>
                      <a:cubicBezTo>
                        <a:pt x="1681" y="2453"/>
                        <a:pt x="5729" y="-2544"/>
                        <a:pt x="10727" y="1507"/>
                      </a:cubicBezTo>
                      <a:cubicBezTo>
                        <a:pt x="15721" y="5558"/>
                        <a:pt x="23222" y="11627"/>
                        <a:pt x="21976" y="1562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73" name="Google Shape;773;p2"/>
                <p:cNvSpPr/>
                <p:nvPr/>
              </p:nvSpPr>
              <p:spPr>
                <a:xfrm>
                  <a:off x="7233034" y="2477228"/>
                  <a:ext cx="29828" cy="28810"/>
                </a:xfrm>
                <a:custGeom>
                  <a:avLst/>
                  <a:gdLst/>
                  <a:ahLst/>
                  <a:cxnLst/>
                  <a:rect l="l" t="t" r="r" b="b"/>
                  <a:pathLst>
                    <a:path w="29828" h="28810" extrusionOk="0">
                      <a:moveTo>
                        <a:pt x="29643" y="21080"/>
                      </a:moveTo>
                      <a:cubicBezTo>
                        <a:pt x="27675" y="27403"/>
                        <a:pt x="20849" y="31350"/>
                        <a:pt x="13152" y="26929"/>
                      </a:cubicBezTo>
                      <a:cubicBezTo>
                        <a:pt x="2817" y="20993"/>
                        <a:pt x="-1426" y="13277"/>
                        <a:pt x="419" y="8292"/>
                      </a:cubicBezTo>
                      <a:cubicBezTo>
                        <a:pt x="2264" y="3308"/>
                        <a:pt x="7728" y="-3431"/>
                        <a:pt x="14467" y="2033"/>
                      </a:cubicBezTo>
                      <a:cubicBezTo>
                        <a:pt x="21206" y="7496"/>
                        <a:pt x="31321" y="15685"/>
                        <a:pt x="29643" y="2108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74" name="Google Shape;774;p2"/>
                <p:cNvSpPr/>
                <p:nvPr/>
              </p:nvSpPr>
              <p:spPr>
                <a:xfrm>
                  <a:off x="7247751" y="2460004"/>
                  <a:ext cx="34935" cy="32235"/>
                </a:xfrm>
                <a:custGeom>
                  <a:avLst/>
                  <a:gdLst/>
                  <a:ahLst/>
                  <a:cxnLst/>
                  <a:rect l="l" t="t" r="r" b="b"/>
                  <a:pathLst>
                    <a:path w="34935" h="32235" extrusionOk="0">
                      <a:moveTo>
                        <a:pt x="34373" y="20914"/>
                      </a:moveTo>
                      <a:cubicBezTo>
                        <a:pt x="30690" y="28769"/>
                        <a:pt x="21535" y="34802"/>
                        <a:pt x="12992" y="31135"/>
                      </a:cubicBezTo>
                      <a:cubicBezTo>
                        <a:pt x="1526" y="26211"/>
                        <a:pt x="-2118" y="17959"/>
                        <a:pt x="1144" y="11707"/>
                      </a:cubicBezTo>
                      <a:cubicBezTo>
                        <a:pt x="4406" y="5454"/>
                        <a:pt x="12457" y="-3598"/>
                        <a:pt x="19612" y="1495"/>
                      </a:cubicBezTo>
                      <a:cubicBezTo>
                        <a:pt x="26770" y="6586"/>
                        <a:pt x="37516" y="14212"/>
                        <a:pt x="34373" y="2091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75" name="Google Shape;775;p2"/>
                <p:cNvSpPr/>
                <p:nvPr/>
              </p:nvSpPr>
              <p:spPr>
                <a:xfrm>
                  <a:off x="7261948" y="2428602"/>
                  <a:ext cx="46014" cy="44762"/>
                </a:xfrm>
                <a:custGeom>
                  <a:avLst/>
                  <a:gdLst/>
                  <a:ahLst/>
                  <a:cxnLst/>
                  <a:rect l="l" t="t" r="r" b="b"/>
                  <a:pathLst>
                    <a:path w="46014" h="44762" extrusionOk="0">
                      <a:moveTo>
                        <a:pt x="44883" y="33109"/>
                      </a:moveTo>
                      <a:cubicBezTo>
                        <a:pt x="38935" y="42811"/>
                        <a:pt x="26001" y="48714"/>
                        <a:pt x="15213" y="41673"/>
                      </a:cubicBezTo>
                      <a:cubicBezTo>
                        <a:pt x="732" y="32220"/>
                        <a:pt x="-2954" y="20189"/>
                        <a:pt x="2220" y="12547"/>
                      </a:cubicBezTo>
                      <a:cubicBezTo>
                        <a:pt x="7393" y="4905"/>
                        <a:pt x="19278" y="-5344"/>
                        <a:pt x="28040" y="3282"/>
                      </a:cubicBezTo>
                      <a:cubicBezTo>
                        <a:pt x="36800" y="11907"/>
                        <a:pt x="49960" y="24832"/>
                        <a:pt x="44883" y="3310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76" name="Google Shape;776;p2"/>
                <p:cNvSpPr/>
                <p:nvPr/>
              </p:nvSpPr>
              <p:spPr>
                <a:xfrm>
                  <a:off x="7283818" y="2391481"/>
                  <a:ext cx="60652" cy="58385"/>
                </a:xfrm>
                <a:custGeom>
                  <a:avLst/>
                  <a:gdLst/>
                  <a:ahLst/>
                  <a:cxnLst/>
                  <a:rect l="l" t="t" r="r" b="b"/>
                  <a:pathLst>
                    <a:path w="60652" h="58385" extrusionOk="0">
                      <a:moveTo>
                        <a:pt x="59081" y="42802"/>
                      </a:moveTo>
                      <a:cubicBezTo>
                        <a:pt x="51039" y="55585"/>
                        <a:pt x="33839" y="63534"/>
                        <a:pt x="19710" y="54534"/>
                      </a:cubicBezTo>
                      <a:cubicBezTo>
                        <a:pt x="743" y="42452"/>
                        <a:pt x="-3905" y="26802"/>
                        <a:pt x="3070" y="16726"/>
                      </a:cubicBezTo>
                      <a:cubicBezTo>
                        <a:pt x="10047" y="6649"/>
                        <a:pt x="25944" y="-6957"/>
                        <a:pt x="37364" y="4148"/>
                      </a:cubicBezTo>
                      <a:cubicBezTo>
                        <a:pt x="48788" y="15254"/>
                        <a:pt x="65942" y="31896"/>
                        <a:pt x="59081" y="4280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77" name="Google Shape;777;p2"/>
                <p:cNvSpPr/>
                <p:nvPr/>
              </p:nvSpPr>
              <p:spPr>
                <a:xfrm>
                  <a:off x="7323097" y="2360818"/>
                  <a:ext cx="60406" cy="58152"/>
                </a:xfrm>
                <a:custGeom>
                  <a:avLst/>
                  <a:gdLst/>
                  <a:ahLst/>
                  <a:cxnLst/>
                  <a:rect l="l" t="t" r="r" b="b"/>
                  <a:pathLst>
                    <a:path w="60406" h="58152" extrusionOk="0">
                      <a:moveTo>
                        <a:pt x="58843" y="42632"/>
                      </a:moveTo>
                      <a:cubicBezTo>
                        <a:pt x="50835" y="55365"/>
                        <a:pt x="33704" y="63282"/>
                        <a:pt x="19631" y="54316"/>
                      </a:cubicBezTo>
                      <a:cubicBezTo>
                        <a:pt x="740" y="42282"/>
                        <a:pt x="-3889" y="26696"/>
                        <a:pt x="3058" y="16659"/>
                      </a:cubicBezTo>
                      <a:cubicBezTo>
                        <a:pt x="10005" y="6621"/>
                        <a:pt x="25840" y="-6928"/>
                        <a:pt x="37215" y="4131"/>
                      </a:cubicBezTo>
                      <a:cubicBezTo>
                        <a:pt x="48590" y="15193"/>
                        <a:pt x="65674" y="31769"/>
                        <a:pt x="58843" y="4263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78" name="Google Shape;778;p2"/>
                <p:cNvSpPr/>
                <p:nvPr/>
              </p:nvSpPr>
              <p:spPr>
                <a:xfrm>
                  <a:off x="7361012" y="2335569"/>
                  <a:ext cx="60407" cy="58152"/>
                </a:xfrm>
                <a:custGeom>
                  <a:avLst/>
                  <a:gdLst/>
                  <a:ahLst/>
                  <a:cxnLst/>
                  <a:rect l="l" t="t" r="r" b="b"/>
                  <a:pathLst>
                    <a:path w="60407" h="58152" extrusionOk="0">
                      <a:moveTo>
                        <a:pt x="58843" y="42632"/>
                      </a:moveTo>
                      <a:cubicBezTo>
                        <a:pt x="50835" y="55365"/>
                        <a:pt x="33704" y="63281"/>
                        <a:pt x="19631" y="54316"/>
                      </a:cubicBezTo>
                      <a:cubicBezTo>
                        <a:pt x="740" y="42282"/>
                        <a:pt x="-3889" y="26696"/>
                        <a:pt x="3058" y="16659"/>
                      </a:cubicBezTo>
                      <a:cubicBezTo>
                        <a:pt x="10005" y="6621"/>
                        <a:pt x="25840" y="-6928"/>
                        <a:pt x="37215" y="4131"/>
                      </a:cubicBezTo>
                      <a:cubicBezTo>
                        <a:pt x="48590" y="15193"/>
                        <a:pt x="65676" y="31769"/>
                        <a:pt x="58843" y="4263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79" name="Google Shape;779;p2"/>
                <p:cNvSpPr/>
                <p:nvPr/>
              </p:nvSpPr>
              <p:spPr>
                <a:xfrm>
                  <a:off x="7403220" y="2306266"/>
                  <a:ext cx="66653" cy="64162"/>
                </a:xfrm>
                <a:custGeom>
                  <a:avLst/>
                  <a:gdLst/>
                  <a:ahLst/>
                  <a:cxnLst/>
                  <a:rect l="l" t="t" r="r" b="b"/>
                  <a:pathLst>
                    <a:path w="66653" h="64162" extrusionOk="0">
                      <a:moveTo>
                        <a:pt x="64928" y="47038"/>
                      </a:moveTo>
                      <a:cubicBezTo>
                        <a:pt x="56090" y="61085"/>
                        <a:pt x="37189" y="69820"/>
                        <a:pt x="21661" y="59931"/>
                      </a:cubicBezTo>
                      <a:cubicBezTo>
                        <a:pt x="817" y="46654"/>
                        <a:pt x="-4292" y="29456"/>
                        <a:pt x="3375" y="18381"/>
                      </a:cubicBezTo>
                      <a:cubicBezTo>
                        <a:pt x="11042" y="7305"/>
                        <a:pt x="28512" y="-7645"/>
                        <a:pt x="41064" y="4559"/>
                      </a:cubicBezTo>
                      <a:cubicBezTo>
                        <a:pt x="53617" y="16764"/>
                        <a:pt x="72465" y="35052"/>
                        <a:pt x="64928" y="4703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80" name="Google Shape;780;p2"/>
                <p:cNvSpPr/>
                <p:nvPr/>
              </p:nvSpPr>
              <p:spPr>
                <a:xfrm>
                  <a:off x="7448509" y="2278335"/>
                  <a:ext cx="66313" cy="63939"/>
                </a:xfrm>
                <a:custGeom>
                  <a:avLst/>
                  <a:gdLst/>
                  <a:ahLst/>
                  <a:cxnLst/>
                  <a:rect l="l" t="t" r="r" b="b"/>
                  <a:pathLst>
                    <a:path w="66313" h="63939" extrusionOk="0">
                      <a:moveTo>
                        <a:pt x="64558" y="47058"/>
                      </a:moveTo>
                      <a:cubicBezTo>
                        <a:pt x="55672" y="60995"/>
                        <a:pt x="36795" y="69582"/>
                        <a:pt x="21389" y="59637"/>
                      </a:cubicBezTo>
                      <a:cubicBezTo>
                        <a:pt x="710" y="46287"/>
                        <a:pt x="-4276" y="29128"/>
                        <a:pt x="3428" y="18144"/>
                      </a:cubicBezTo>
                      <a:cubicBezTo>
                        <a:pt x="11129" y="7160"/>
                        <a:pt x="28620" y="-7626"/>
                        <a:pt x="41046" y="4606"/>
                      </a:cubicBezTo>
                      <a:cubicBezTo>
                        <a:pt x="53473" y="16839"/>
                        <a:pt x="72138" y="35168"/>
                        <a:pt x="64558" y="4705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81" name="Google Shape;781;p2"/>
                <p:cNvSpPr/>
                <p:nvPr/>
              </p:nvSpPr>
              <p:spPr>
                <a:xfrm>
                  <a:off x="7490343" y="2250840"/>
                  <a:ext cx="66313" cy="63940"/>
                </a:xfrm>
                <a:custGeom>
                  <a:avLst/>
                  <a:gdLst/>
                  <a:ahLst/>
                  <a:cxnLst/>
                  <a:rect l="l" t="t" r="r" b="b"/>
                  <a:pathLst>
                    <a:path w="66313" h="63940" extrusionOk="0">
                      <a:moveTo>
                        <a:pt x="64558" y="47058"/>
                      </a:moveTo>
                      <a:cubicBezTo>
                        <a:pt x="55672" y="60996"/>
                        <a:pt x="36794" y="69582"/>
                        <a:pt x="21389" y="59638"/>
                      </a:cubicBezTo>
                      <a:cubicBezTo>
                        <a:pt x="710" y="46288"/>
                        <a:pt x="-4276" y="29129"/>
                        <a:pt x="3428" y="18145"/>
                      </a:cubicBezTo>
                      <a:cubicBezTo>
                        <a:pt x="11130" y="7161"/>
                        <a:pt x="28620" y="-7625"/>
                        <a:pt x="41046" y="4605"/>
                      </a:cubicBezTo>
                      <a:cubicBezTo>
                        <a:pt x="53473" y="16835"/>
                        <a:pt x="72138" y="35167"/>
                        <a:pt x="64558" y="4705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82" name="Google Shape;782;p2"/>
                <p:cNvSpPr/>
                <p:nvPr/>
              </p:nvSpPr>
              <p:spPr>
                <a:xfrm>
                  <a:off x="7525828" y="2207531"/>
                  <a:ext cx="72789" cy="76915"/>
                </a:xfrm>
                <a:custGeom>
                  <a:avLst/>
                  <a:gdLst/>
                  <a:ahLst/>
                  <a:cxnLst/>
                  <a:rect l="l" t="t" r="r" b="b"/>
                  <a:pathLst>
                    <a:path w="72789" h="76915" extrusionOk="0">
                      <a:moveTo>
                        <a:pt x="71529" y="59963"/>
                      </a:moveTo>
                      <a:cubicBezTo>
                        <a:pt x="63574" y="75527"/>
                        <a:pt x="44271" y="83582"/>
                        <a:pt x="26584" y="69997"/>
                      </a:cubicBezTo>
                      <a:cubicBezTo>
                        <a:pt x="2842" y="51761"/>
                        <a:pt x="-4471" y="30785"/>
                        <a:pt x="2549" y="18600"/>
                      </a:cubicBezTo>
                      <a:cubicBezTo>
                        <a:pt x="9569" y="6416"/>
                        <a:pt x="26673" y="-9170"/>
                        <a:pt x="41420" y="6793"/>
                      </a:cubicBezTo>
                      <a:cubicBezTo>
                        <a:pt x="56172" y="22759"/>
                        <a:pt x="78316" y="46686"/>
                        <a:pt x="71529" y="59963"/>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83" name="Google Shape;783;p2"/>
                <p:cNvSpPr/>
                <p:nvPr/>
              </p:nvSpPr>
              <p:spPr>
                <a:xfrm>
                  <a:off x="7573697" y="2181459"/>
                  <a:ext cx="72497" cy="76604"/>
                </a:xfrm>
                <a:custGeom>
                  <a:avLst/>
                  <a:gdLst/>
                  <a:ahLst/>
                  <a:cxnLst/>
                  <a:rect l="l" t="t" r="r" b="b"/>
                  <a:pathLst>
                    <a:path w="72497" h="76604" extrusionOk="0">
                      <a:moveTo>
                        <a:pt x="71242" y="59721"/>
                      </a:moveTo>
                      <a:cubicBezTo>
                        <a:pt x="63319" y="75220"/>
                        <a:pt x="44094" y="83244"/>
                        <a:pt x="26478" y="69713"/>
                      </a:cubicBezTo>
                      <a:cubicBezTo>
                        <a:pt x="2831" y="51551"/>
                        <a:pt x="-4454" y="30659"/>
                        <a:pt x="2539" y="18525"/>
                      </a:cubicBezTo>
                      <a:cubicBezTo>
                        <a:pt x="9532" y="6391"/>
                        <a:pt x="26567" y="-9133"/>
                        <a:pt x="41255" y="6766"/>
                      </a:cubicBezTo>
                      <a:cubicBezTo>
                        <a:pt x="55944" y="22665"/>
                        <a:pt x="78002" y="46499"/>
                        <a:pt x="71242" y="5972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84" name="Google Shape;784;p2"/>
                <p:cNvSpPr/>
                <p:nvPr/>
              </p:nvSpPr>
              <p:spPr>
                <a:xfrm>
                  <a:off x="7615337" y="2153646"/>
                  <a:ext cx="72495" cy="76606"/>
                </a:xfrm>
                <a:custGeom>
                  <a:avLst/>
                  <a:gdLst/>
                  <a:ahLst/>
                  <a:cxnLst/>
                  <a:rect l="l" t="t" r="r" b="b"/>
                  <a:pathLst>
                    <a:path w="72495" h="76606" extrusionOk="0">
                      <a:moveTo>
                        <a:pt x="71240" y="59724"/>
                      </a:moveTo>
                      <a:cubicBezTo>
                        <a:pt x="63317" y="75223"/>
                        <a:pt x="44091" y="83246"/>
                        <a:pt x="26478" y="69716"/>
                      </a:cubicBezTo>
                      <a:cubicBezTo>
                        <a:pt x="2831" y="51553"/>
                        <a:pt x="-4454" y="30662"/>
                        <a:pt x="2539" y="18525"/>
                      </a:cubicBezTo>
                      <a:cubicBezTo>
                        <a:pt x="9532" y="6391"/>
                        <a:pt x="26567" y="-9133"/>
                        <a:pt x="41255" y="6766"/>
                      </a:cubicBezTo>
                      <a:cubicBezTo>
                        <a:pt x="55944" y="22667"/>
                        <a:pt x="78000" y="46501"/>
                        <a:pt x="71240" y="5972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85" name="Google Shape;785;p2"/>
                <p:cNvSpPr/>
                <p:nvPr/>
              </p:nvSpPr>
              <p:spPr>
                <a:xfrm>
                  <a:off x="7660478" y="2129439"/>
                  <a:ext cx="74340" cy="78515"/>
                </a:xfrm>
                <a:custGeom>
                  <a:avLst/>
                  <a:gdLst/>
                  <a:ahLst/>
                  <a:cxnLst/>
                  <a:rect l="l" t="t" r="r" b="b"/>
                  <a:pathLst>
                    <a:path w="74340" h="78515" extrusionOk="0">
                      <a:moveTo>
                        <a:pt x="73069" y="61111"/>
                      </a:moveTo>
                      <a:cubicBezTo>
                        <a:pt x="64995" y="77035"/>
                        <a:pt x="45319" y="85329"/>
                        <a:pt x="27237" y="71510"/>
                      </a:cubicBezTo>
                      <a:cubicBezTo>
                        <a:pt x="2962" y="52959"/>
                        <a:pt x="-4557" y="31555"/>
                        <a:pt x="2573" y="19085"/>
                      </a:cubicBezTo>
                      <a:cubicBezTo>
                        <a:pt x="9703" y="6615"/>
                        <a:pt x="27113" y="-9364"/>
                        <a:pt x="42205" y="6894"/>
                      </a:cubicBezTo>
                      <a:cubicBezTo>
                        <a:pt x="57298" y="23154"/>
                        <a:pt x="79959" y="47525"/>
                        <a:pt x="73069" y="6111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86" name="Google Shape;786;p2"/>
                <p:cNvSpPr/>
                <p:nvPr/>
              </p:nvSpPr>
              <p:spPr>
                <a:xfrm>
                  <a:off x="7706729" y="2098569"/>
                  <a:ext cx="74039" cy="78200"/>
                </a:xfrm>
                <a:custGeom>
                  <a:avLst/>
                  <a:gdLst/>
                  <a:ahLst/>
                  <a:cxnLst/>
                  <a:rect l="l" t="t" r="r" b="b"/>
                  <a:pathLst>
                    <a:path w="74039" h="78200" extrusionOk="0">
                      <a:moveTo>
                        <a:pt x="72773" y="60867"/>
                      </a:moveTo>
                      <a:cubicBezTo>
                        <a:pt x="64731" y="76727"/>
                        <a:pt x="45136" y="84987"/>
                        <a:pt x="27126" y="71223"/>
                      </a:cubicBezTo>
                      <a:cubicBezTo>
                        <a:pt x="2950" y="52745"/>
                        <a:pt x="-4539" y="31428"/>
                        <a:pt x="2563" y="19008"/>
                      </a:cubicBezTo>
                      <a:cubicBezTo>
                        <a:pt x="9666" y="6588"/>
                        <a:pt x="27005" y="-9327"/>
                        <a:pt x="42036" y="6867"/>
                      </a:cubicBezTo>
                      <a:cubicBezTo>
                        <a:pt x="57064" y="23063"/>
                        <a:pt x="79636" y="47336"/>
                        <a:pt x="72773" y="6086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87" name="Google Shape;787;p2"/>
                <p:cNvSpPr/>
                <p:nvPr/>
              </p:nvSpPr>
              <p:spPr>
                <a:xfrm>
                  <a:off x="7749142" y="2070023"/>
                  <a:ext cx="74038" cy="78197"/>
                </a:xfrm>
                <a:custGeom>
                  <a:avLst/>
                  <a:gdLst/>
                  <a:ahLst/>
                  <a:cxnLst/>
                  <a:rect l="l" t="t" r="r" b="b"/>
                  <a:pathLst>
                    <a:path w="74038" h="78197" extrusionOk="0">
                      <a:moveTo>
                        <a:pt x="72774" y="60865"/>
                      </a:moveTo>
                      <a:cubicBezTo>
                        <a:pt x="64731" y="76725"/>
                        <a:pt x="45136" y="84984"/>
                        <a:pt x="27127" y="71220"/>
                      </a:cubicBezTo>
                      <a:cubicBezTo>
                        <a:pt x="2950" y="52743"/>
                        <a:pt x="-4539" y="31426"/>
                        <a:pt x="2564" y="19008"/>
                      </a:cubicBezTo>
                      <a:cubicBezTo>
                        <a:pt x="9666" y="6588"/>
                        <a:pt x="27005" y="-9327"/>
                        <a:pt x="42036" y="6867"/>
                      </a:cubicBezTo>
                      <a:cubicBezTo>
                        <a:pt x="57064" y="23061"/>
                        <a:pt x="79634" y="47334"/>
                        <a:pt x="72774" y="6086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88" name="Google Shape;788;p2"/>
                <p:cNvSpPr/>
                <p:nvPr/>
              </p:nvSpPr>
              <p:spPr>
                <a:xfrm>
                  <a:off x="7793078" y="2040185"/>
                  <a:ext cx="74340" cy="78514"/>
                </a:xfrm>
                <a:custGeom>
                  <a:avLst/>
                  <a:gdLst/>
                  <a:ahLst/>
                  <a:cxnLst/>
                  <a:rect l="l" t="t" r="r" b="b"/>
                  <a:pathLst>
                    <a:path w="74340" h="78514" extrusionOk="0">
                      <a:moveTo>
                        <a:pt x="73069" y="61110"/>
                      </a:moveTo>
                      <a:cubicBezTo>
                        <a:pt x="64995" y="77035"/>
                        <a:pt x="45319" y="85328"/>
                        <a:pt x="27237" y="71509"/>
                      </a:cubicBezTo>
                      <a:cubicBezTo>
                        <a:pt x="2962" y="52958"/>
                        <a:pt x="-4557" y="31555"/>
                        <a:pt x="2573" y="19084"/>
                      </a:cubicBezTo>
                      <a:cubicBezTo>
                        <a:pt x="9703" y="6614"/>
                        <a:pt x="27113" y="-9365"/>
                        <a:pt x="42205" y="6896"/>
                      </a:cubicBezTo>
                      <a:cubicBezTo>
                        <a:pt x="57298" y="23154"/>
                        <a:pt x="79959" y="47525"/>
                        <a:pt x="73069" y="6111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89" name="Google Shape;789;p2"/>
                <p:cNvSpPr/>
                <p:nvPr/>
              </p:nvSpPr>
              <p:spPr>
                <a:xfrm>
                  <a:off x="7844470" y="2015210"/>
                  <a:ext cx="74039" cy="78197"/>
                </a:xfrm>
                <a:custGeom>
                  <a:avLst/>
                  <a:gdLst/>
                  <a:ahLst/>
                  <a:cxnLst/>
                  <a:rect l="l" t="t" r="r" b="b"/>
                  <a:pathLst>
                    <a:path w="74039" h="78197" extrusionOk="0">
                      <a:moveTo>
                        <a:pt x="72773" y="60865"/>
                      </a:moveTo>
                      <a:cubicBezTo>
                        <a:pt x="64731" y="76725"/>
                        <a:pt x="45136" y="84984"/>
                        <a:pt x="27126" y="71220"/>
                      </a:cubicBezTo>
                      <a:cubicBezTo>
                        <a:pt x="2950" y="52743"/>
                        <a:pt x="-4539" y="31426"/>
                        <a:pt x="2563" y="19008"/>
                      </a:cubicBezTo>
                      <a:cubicBezTo>
                        <a:pt x="9666" y="6588"/>
                        <a:pt x="27005" y="-9327"/>
                        <a:pt x="42036" y="6867"/>
                      </a:cubicBezTo>
                      <a:cubicBezTo>
                        <a:pt x="57066" y="23061"/>
                        <a:pt x="79636" y="47336"/>
                        <a:pt x="72773" y="6086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90" name="Google Shape;790;p2"/>
                <p:cNvSpPr/>
                <p:nvPr/>
              </p:nvSpPr>
              <p:spPr>
                <a:xfrm>
                  <a:off x="7886882" y="1986660"/>
                  <a:ext cx="74039" cy="78200"/>
                </a:xfrm>
                <a:custGeom>
                  <a:avLst/>
                  <a:gdLst/>
                  <a:ahLst/>
                  <a:cxnLst/>
                  <a:rect l="l" t="t" r="r" b="b"/>
                  <a:pathLst>
                    <a:path w="74039" h="78200" extrusionOk="0">
                      <a:moveTo>
                        <a:pt x="72773" y="60867"/>
                      </a:moveTo>
                      <a:cubicBezTo>
                        <a:pt x="64731" y="76727"/>
                        <a:pt x="45136" y="84987"/>
                        <a:pt x="27126" y="71223"/>
                      </a:cubicBezTo>
                      <a:cubicBezTo>
                        <a:pt x="2950" y="52745"/>
                        <a:pt x="-4539" y="31428"/>
                        <a:pt x="2563" y="19008"/>
                      </a:cubicBezTo>
                      <a:cubicBezTo>
                        <a:pt x="9666" y="6588"/>
                        <a:pt x="27005" y="-9327"/>
                        <a:pt x="42036" y="6867"/>
                      </a:cubicBezTo>
                      <a:cubicBezTo>
                        <a:pt x="57064" y="23063"/>
                        <a:pt x="79636" y="47338"/>
                        <a:pt x="72773" y="6086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91" name="Google Shape;791;p2"/>
                <p:cNvSpPr/>
                <p:nvPr/>
              </p:nvSpPr>
              <p:spPr>
                <a:xfrm>
                  <a:off x="7250790" y="2467678"/>
                  <a:ext cx="6513" cy="12324"/>
                </a:xfrm>
                <a:custGeom>
                  <a:avLst/>
                  <a:gdLst/>
                  <a:ahLst/>
                  <a:cxnLst/>
                  <a:rect l="l" t="t" r="r" b="b"/>
                  <a:pathLst>
                    <a:path w="6513" h="12324" extrusionOk="0">
                      <a:moveTo>
                        <a:pt x="4136" y="280"/>
                      </a:moveTo>
                      <a:cubicBezTo>
                        <a:pt x="-2288" y="3659"/>
                        <a:pt x="-414" y="11329"/>
                        <a:pt x="4227" y="12140"/>
                      </a:cubicBezTo>
                      <a:cubicBezTo>
                        <a:pt x="8868" y="12952"/>
                        <a:pt x="4945" y="11100"/>
                        <a:pt x="5327" y="6224"/>
                      </a:cubicBezTo>
                      <a:cubicBezTo>
                        <a:pt x="5711" y="1348"/>
                        <a:pt x="6230" y="-819"/>
                        <a:pt x="4136" y="28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92" name="Google Shape;792;p2"/>
                <p:cNvSpPr/>
                <p:nvPr/>
              </p:nvSpPr>
              <p:spPr>
                <a:xfrm>
                  <a:off x="7236012" y="2480889"/>
                  <a:ext cx="6515" cy="12324"/>
                </a:xfrm>
                <a:custGeom>
                  <a:avLst/>
                  <a:gdLst/>
                  <a:ahLst/>
                  <a:cxnLst/>
                  <a:rect l="l" t="t" r="r" b="b"/>
                  <a:pathLst>
                    <a:path w="6515" h="12324" extrusionOk="0">
                      <a:moveTo>
                        <a:pt x="4136" y="280"/>
                      </a:moveTo>
                      <a:cubicBezTo>
                        <a:pt x="-2287" y="3659"/>
                        <a:pt x="-415" y="11329"/>
                        <a:pt x="4228" y="12140"/>
                      </a:cubicBezTo>
                      <a:cubicBezTo>
                        <a:pt x="8871" y="12951"/>
                        <a:pt x="4946" y="11100"/>
                        <a:pt x="5327" y="6224"/>
                      </a:cubicBezTo>
                      <a:cubicBezTo>
                        <a:pt x="5709" y="1348"/>
                        <a:pt x="6230" y="-819"/>
                        <a:pt x="4136" y="28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93" name="Google Shape;793;p2"/>
                <p:cNvSpPr/>
                <p:nvPr/>
              </p:nvSpPr>
              <p:spPr>
                <a:xfrm>
                  <a:off x="7230449" y="2500202"/>
                  <a:ext cx="4647" cy="8791"/>
                </a:xfrm>
                <a:custGeom>
                  <a:avLst/>
                  <a:gdLst/>
                  <a:ahLst/>
                  <a:cxnLst/>
                  <a:rect l="l" t="t" r="r" b="b"/>
                  <a:pathLst>
                    <a:path w="4647" h="8791" extrusionOk="0">
                      <a:moveTo>
                        <a:pt x="2951" y="200"/>
                      </a:moveTo>
                      <a:cubicBezTo>
                        <a:pt x="-1632" y="2611"/>
                        <a:pt x="-295" y="8082"/>
                        <a:pt x="3015" y="8660"/>
                      </a:cubicBezTo>
                      <a:cubicBezTo>
                        <a:pt x="6327" y="9239"/>
                        <a:pt x="3527" y="7917"/>
                        <a:pt x="3799" y="4440"/>
                      </a:cubicBezTo>
                      <a:cubicBezTo>
                        <a:pt x="4071" y="963"/>
                        <a:pt x="4444" y="-584"/>
                        <a:pt x="2951" y="20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94" name="Google Shape;794;p2"/>
                <p:cNvSpPr/>
                <p:nvPr/>
              </p:nvSpPr>
              <p:spPr>
                <a:xfrm>
                  <a:off x="7264834" y="2436718"/>
                  <a:ext cx="9272" cy="17731"/>
                </a:xfrm>
                <a:custGeom>
                  <a:avLst/>
                  <a:gdLst/>
                  <a:ahLst/>
                  <a:cxnLst/>
                  <a:rect l="l" t="t" r="r" b="b"/>
                  <a:pathLst>
                    <a:path w="9272" h="17731" extrusionOk="0">
                      <a:moveTo>
                        <a:pt x="7245" y="238"/>
                      </a:moveTo>
                      <a:cubicBezTo>
                        <a:pt x="-2577" y="3735"/>
                        <a:pt x="-1471" y="15021"/>
                        <a:pt x="4964" y="17120"/>
                      </a:cubicBezTo>
                      <a:cubicBezTo>
                        <a:pt x="11399" y="19216"/>
                        <a:pt x="6198" y="15787"/>
                        <a:pt x="7732" y="8931"/>
                      </a:cubicBezTo>
                      <a:cubicBezTo>
                        <a:pt x="9266" y="2075"/>
                        <a:pt x="10444" y="-903"/>
                        <a:pt x="7245" y="23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95" name="Google Shape;795;p2"/>
                <p:cNvSpPr/>
                <p:nvPr/>
              </p:nvSpPr>
              <p:spPr>
                <a:xfrm>
                  <a:off x="7289054" y="2401122"/>
                  <a:ext cx="14080" cy="26926"/>
                </a:xfrm>
                <a:custGeom>
                  <a:avLst/>
                  <a:gdLst/>
                  <a:ahLst/>
                  <a:cxnLst/>
                  <a:rect l="l" t="t" r="r" b="b"/>
                  <a:pathLst>
                    <a:path w="14080" h="26926" extrusionOk="0">
                      <a:moveTo>
                        <a:pt x="11003" y="360"/>
                      </a:moveTo>
                      <a:cubicBezTo>
                        <a:pt x="-3913" y="5673"/>
                        <a:pt x="-2235" y="22813"/>
                        <a:pt x="7538" y="25998"/>
                      </a:cubicBezTo>
                      <a:cubicBezTo>
                        <a:pt x="17310" y="29182"/>
                        <a:pt x="9410" y="23972"/>
                        <a:pt x="11742" y="13562"/>
                      </a:cubicBezTo>
                      <a:cubicBezTo>
                        <a:pt x="14069" y="3152"/>
                        <a:pt x="15861" y="-1370"/>
                        <a:pt x="11003" y="36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96" name="Google Shape;796;p2"/>
                <p:cNvSpPr/>
                <p:nvPr/>
              </p:nvSpPr>
              <p:spPr>
                <a:xfrm>
                  <a:off x="7328435" y="2370188"/>
                  <a:ext cx="14081" cy="26926"/>
                </a:xfrm>
                <a:custGeom>
                  <a:avLst/>
                  <a:gdLst/>
                  <a:ahLst/>
                  <a:cxnLst/>
                  <a:rect l="l" t="t" r="r" b="b"/>
                  <a:pathLst>
                    <a:path w="14081" h="26926" extrusionOk="0">
                      <a:moveTo>
                        <a:pt x="11004" y="359"/>
                      </a:moveTo>
                      <a:cubicBezTo>
                        <a:pt x="-3914" y="5672"/>
                        <a:pt x="-2234" y="22813"/>
                        <a:pt x="7539" y="25997"/>
                      </a:cubicBezTo>
                      <a:cubicBezTo>
                        <a:pt x="17311" y="29181"/>
                        <a:pt x="9411" y="23972"/>
                        <a:pt x="11742" y="13561"/>
                      </a:cubicBezTo>
                      <a:cubicBezTo>
                        <a:pt x="14070" y="3151"/>
                        <a:pt x="15862" y="-1369"/>
                        <a:pt x="11004" y="35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97" name="Google Shape;797;p2"/>
                <p:cNvSpPr/>
                <p:nvPr/>
              </p:nvSpPr>
              <p:spPr>
                <a:xfrm>
                  <a:off x="7366801" y="2346295"/>
                  <a:ext cx="14080" cy="26926"/>
                </a:xfrm>
                <a:custGeom>
                  <a:avLst/>
                  <a:gdLst/>
                  <a:ahLst/>
                  <a:cxnLst/>
                  <a:rect l="l" t="t" r="r" b="b"/>
                  <a:pathLst>
                    <a:path w="14080" h="26926" extrusionOk="0">
                      <a:moveTo>
                        <a:pt x="11003" y="360"/>
                      </a:moveTo>
                      <a:cubicBezTo>
                        <a:pt x="-3913" y="5672"/>
                        <a:pt x="-2235" y="22813"/>
                        <a:pt x="7538" y="25997"/>
                      </a:cubicBezTo>
                      <a:cubicBezTo>
                        <a:pt x="17310" y="29181"/>
                        <a:pt x="9410" y="23972"/>
                        <a:pt x="11739" y="13561"/>
                      </a:cubicBezTo>
                      <a:cubicBezTo>
                        <a:pt x="14069" y="3151"/>
                        <a:pt x="15861" y="-1369"/>
                        <a:pt x="11003" y="36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98" name="Google Shape;798;p2"/>
                <p:cNvSpPr/>
                <p:nvPr/>
              </p:nvSpPr>
              <p:spPr>
                <a:xfrm>
                  <a:off x="7410198" y="2319715"/>
                  <a:ext cx="14081" cy="26926"/>
                </a:xfrm>
                <a:custGeom>
                  <a:avLst/>
                  <a:gdLst/>
                  <a:ahLst/>
                  <a:cxnLst/>
                  <a:rect l="l" t="t" r="r" b="b"/>
                  <a:pathLst>
                    <a:path w="14081" h="26926" extrusionOk="0">
                      <a:moveTo>
                        <a:pt x="11004" y="360"/>
                      </a:moveTo>
                      <a:cubicBezTo>
                        <a:pt x="-3914" y="5673"/>
                        <a:pt x="-2234" y="22813"/>
                        <a:pt x="7539" y="25998"/>
                      </a:cubicBezTo>
                      <a:cubicBezTo>
                        <a:pt x="17311" y="29182"/>
                        <a:pt x="9411" y="23972"/>
                        <a:pt x="11742" y="13562"/>
                      </a:cubicBezTo>
                      <a:cubicBezTo>
                        <a:pt x="14070" y="3151"/>
                        <a:pt x="15862" y="-1370"/>
                        <a:pt x="11004" y="36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799" name="Google Shape;799;p2"/>
                <p:cNvSpPr/>
                <p:nvPr/>
              </p:nvSpPr>
              <p:spPr>
                <a:xfrm>
                  <a:off x="7456116" y="2291091"/>
                  <a:ext cx="14157" cy="26919"/>
                </a:xfrm>
                <a:custGeom>
                  <a:avLst/>
                  <a:gdLst/>
                  <a:ahLst/>
                  <a:cxnLst/>
                  <a:rect l="l" t="t" r="r" b="b"/>
                  <a:pathLst>
                    <a:path w="14157" h="26919" extrusionOk="0">
                      <a:moveTo>
                        <a:pt x="11089" y="349"/>
                      </a:moveTo>
                      <a:cubicBezTo>
                        <a:pt x="-3859" y="5571"/>
                        <a:pt x="-2284" y="22722"/>
                        <a:pt x="7468" y="25966"/>
                      </a:cubicBezTo>
                      <a:cubicBezTo>
                        <a:pt x="17220" y="29210"/>
                        <a:pt x="9354" y="23952"/>
                        <a:pt x="11745" y="13556"/>
                      </a:cubicBezTo>
                      <a:cubicBezTo>
                        <a:pt x="14139" y="3159"/>
                        <a:pt x="15958" y="-1349"/>
                        <a:pt x="11089" y="34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0" name="Google Shape;800;p2"/>
                <p:cNvSpPr/>
                <p:nvPr/>
              </p:nvSpPr>
              <p:spPr>
                <a:xfrm>
                  <a:off x="7498876" y="2262989"/>
                  <a:ext cx="14157" cy="26920"/>
                </a:xfrm>
                <a:custGeom>
                  <a:avLst/>
                  <a:gdLst/>
                  <a:ahLst/>
                  <a:cxnLst/>
                  <a:rect l="l" t="t" r="r" b="b"/>
                  <a:pathLst>
                    <a:path w="14157" h="26920" extrusionOk="0">
                      <a:moveTo>
                        <a:pt x="11089" y="350"/>
                      </a:moveTo>
                      <a:cubicBezTo>
                        <a:pt x="-3859" y="5572"/>
                        <a:pt x="-2284" y="22723"/>
                        <a:pt x="7468" y="25967"/>
                      </a:cubicBezTo>
                      <a:cubicBezTo>
                        <a:pt x="17220" y="29211"/>
                        <a:pt x="9354" y="23953"/>
                        <a:pt x="11745" y="13557"/>
                      </a:cubicBezTo>
                      <a:cubicBezTo>
                        <a:pt x="14138" y="3157"/>
                        <a:pt x="15958" y="-1350"/>
                        <a:pt x="11089" y="35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1" name="Google Shape;801;p2"/>
                <p:cNvSpPr/>
                <p:nvPr/>
              </p:nvSpPr>
              <p:spPr>
                <a:xfrm>
                  <a:off x="7534145" y="2221610"/>
                  <a:ext cx="14761" cy="31763"/>
                </a:xfrm>
                <a:custGeom>
                  <a:avLst/>
                  <a:gdLst/>
                  <a:ahLst/>
                  <a:cxnLst/>
                  <a:rect l="l" t="t" r="r" b="b"/>
                  <a:pathLst>
                    <a:path w="14761" h="31763" extrusionOk="0">
                      <a:moveTo>
                        <a:pt x="10334" y="242"/>
                      </a:moveTo>
                      <a:cubicBezTo>
                        <a:pt x="-5069" y="4727"/>
                        <a:pt x="-1432" y="25221"/>
                        <a:pt x="9372" y="30173"/>
                      </a:cubicBezTo>
                      <a:cubicBezTo>
                        <a:pt x="20178" y="35124"/>
                        <a:pt x="11159" y="28001"/>
                        <a:pt x="12538" y="15959"/>
                      </a:cubicBezTo>
                      <a:cubicBezTo>
                        <a:pt x="13916" y="3916"/>
                        <a:pt x="15350" y="-1219"/>
                        <a:pt x="10334" y="24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2" name="Google Shape;802;p2"/>
                <p:cNvSpPr/>
                <p:nvPr/>
              </p:nvSpPr>
              <p:spPr>
                <a:xfrm>
                  <a:off x="7588387" y="2191024"/>
                  <a:ext cx="14761" cy="31763"/>
                </a:xfrm>
                <a:custGeom>
                  <a:avLst/>
                  <a:gdLst/>
                  <a:ahLst/>
                  <a:cxnLst/>
                  <a:rect l="l" t="t" r="r" b="b"/>
                  <a:pathLst>
                    <a:path w="14761" h="31763" extrusionOk="0">
                      <a:moveTo>
                        <a:pt x="10334" y="242"/>
                      </a:moveTo>
                      <a:cubicBezTo>
                        <a:pt x="-5069" y="4727"/>
                        <a:pt x="-1432" y="25221"/>
                        <a:pt x="9372" y="30173"/>
                      </a:cubicBezTo>
                      <a:cubicBezTo>
                        <a:pt x="20178" y="35124"/>
                        <a:pt x="11159" y="28001"/>
                        <a:pt x="12538" y="15959"/>
                      </a:cubicBezTo>
                      <a:cubicBezTo>
                        <a:pt x="13916" y="3916"/>
                        <a:pt x="15350" y="-1219"/>
                        <a:pt x="10334" y="24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3" name="Google Shape;803;p2"/>
                <p:cNvSpPr/>
                <p:nvPr/>
              </p:nvSpPr>
              <p:spPr>
                <a:xfrm>
                  <a:off x="7630948" y="2162595"/>
                  <a:ext cx="14761" cy="31763"/>
                </a:xfrm>
                <a:custGeom>
                  <a:avLst/>
                  <a:gdLst/>
                  <a:ahLst/>
                  <a:cxnLst/>
                  <a:rect l="l" t="t" r="r" b="b"/>
                  <a:pathLst>
                    <a:path w="14761" h="31763" extrusionOk="0">
                      <a:moveTo>
                        <a:pt x="10334" y="242"/>
                      </a:moveTo>
                      <a:cubicBezTo>
                        <a:pt x="-5069" y="4727"/>
                        <a:pt x="-1432" y="25221"/>
                        <a:pt x="9372" y="30173"/>
                      </a:cubicBezTo>
                      <a:cubicBezTo>
                        <a:pt x="20178" y="35124"/>
                        <a:pt x="11159" y="28001"/>
                        <a:pt x="12538" y="15958"/>
                      </a:cubicBezTo>
                      <a:cubicBezTo>
                        <a:pt x="13916" y="3918"/>
                        <a:pt x="15350" y="-1219"/>
                        <a:pt x="10334" y="24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4" name="Google Shape;804;p2"/>
                <p:cNvSpPr/>
                <p:nvPr/>
              </p:nvSpPr>
              <p:spPr>
                <a:xfrm>
                  <a:off x="7675804" y="2139240"/>
                  <a:ext cx="15109" cy="32442"/>
                </a:xfrm>
                <a:custGeom>
                  <a:avLst/>
                  <a:gdLst/>
                  <a:ahLst/>
                  <a:cxnLst/>
                  <a:rect l="l" t="t" r="r" b="b"/>
                  <a:pathLst>
                    <a:path w="15109" h="32442" extrusionOk="0">
                      <a:moveTo>
                        <a:pt x="10508" y="253"/>
                      </a:moveTo>
                      <a:cubicBezTo>
                        <a:pt x="-5197" y="4886"/>
                        <a:pt x="-1432" y="25810"/>
                        <a:pt x="9607" y="30833"/>
                      </a:cubicBezTo>
                      <a:cubicBezTo>
                        <a:pt x="20646" y="35855"/>
                        <a:pt x="11427" y="28608"/>
                        <a:pt x="12799" y="16303"/>
                      </a:cubicBezTo>
                      <a:cubicBezTo>
                        <a:pt x="14170" y="3997"/>
                        <a:pt x="15622" y="-1258"/>
                        <a:pt x="10508" y="25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5" name="Google Shape;805;p2"/>
                <p:cNvSpPr/>
                <p:nvPr/>
              </p:nvSpPr>
              <p:spPr>
                <a:xfrm>
                  <a:off x="7720817" y="2108939"/>
                  <a:ext cx="15109" cy="32442"/>
                </a:xfrm>
                <a:custGeom>
                  <a:avLst/>
                  <a:gdLst/>
                  <a:ahLst/>
                  <a:cxnLst/>
                  <a:rect l="l" t="t" r="r" b="b"/>
                  <a:pathLst>
                    <a:path w="15109" h="32442" extrusionOk="0">
                      <a:moveTo>
                        <a:pt x="10508" y="252"/>
                      </a:moveTo>
                      <a:cubicBezTo>
                        <a:pt x="-5197" y="4886"/>
                        <a:pt x="-1432" y="25810"/>
                        <a:pt x="9607" y="30832"/>
                      </a:cubicBezTo>
                      <a:cubicBezTo>
                        <a:pt x="20646" y="35854"/>
                        <a:pt x="11427" y="28608"/>
                        <a:pt x="12798" y="16302"/>
                      </a:cubicBezTo>
                      <a:cubicBezTo>
                        <a:pt x="14175" y="3994"/>
                        <a:pt x="15622" y="-1257"/>
                        <a:pt x="10508" y="25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6" name="Google Shape;806;p2"/>
                <p:cNvSpPr/>
                <p:nvPr/>
              </p:nvSpPr>
              <p:spPr>
                <a:xfrm>
                  <a:off x="7764169" y="2079759"/>
                  <a:ext cx="15109" cy="32442"/>
                </a:xfrm>
                <a:custGeom>
                  <a:avLst/>
                  <a:gdLst/>
                  <a:ahLst/>
                  <a:cxnLst/>
                  <a:rect l="l" t="t" r="r" b="b"/>
                  <a:pathLst>
                    <a:path w="15109" h="32442" extrusionOk="0">
                      <a:moveTo>
                        <a:pt x="10508" y="252"/>
                      </a:moveTo>
                      <a:cubicBezTo>
                        <a:pt x="-5197" y="4886"/>
                        <a:pt x="-1432" y="25810"/>
                        <a:pt x="9607" y="30832"/>
                      </a:cubicBezTo>
                      <a:cubicBezTo>
                        <a:pt x="20646" y="35854"/>
                        <a:pt x="11427" y="28608"/>
                        <a:pt x="12801" y="16302"/>
                      </a:cubicBezTo>
                      <a:cubicBezTo>
                        <a:pt x="14172" y="3994"/>
                        <a:pt x="15622" y="-1257"/>
                        <a:pt x="10508" y="25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7" name="Google Shape;807;p2"/>
                <p:cNvSpPr/>
                <p:nvPr/>
              </p:nvSpPr>
              <p:spPr>
                <a:xfrm>
                  <a:off x="7812662" y="2056473"/>
                  <a:ext cx="15109" cy="32442"/>
                </a:xfrm>
                <a:custGeom>
                  <a:avLst/>
                  <a:gdLst/>
                  <a:ahLst/>
                  <a:cxnLst/>
                  <a:rect l="l" t="t" r="r" b="b"/>
                  <a:pathLst>
                    <a:path w="15109" h="32442" extrusionOk="0">
                      <a:moveTo>
                        <a:pt x="10508" y="252"/>
                      </a:moveTo>
                      <a:cubicBezTo>
                        <a:pt x="-5197" y="4886"/>
                        <a:pt x="-1432" y="25810"/>
                        <a:pt x="9607" y="30832"/>
                      </a:cubicBezTo>
                      <a:cubicBezTo>
                        <a:pt x="20646" y="35854"/>
                        <a:pt x="11427" y="28608"/>
                        <a:pt x="12801" y="16302"/>
                      </a:cubicBezTo>
                      <a:cubicBezTo>
                        <a:pt x="14172" y="3994"/>
                        <a:pt x="15622" y="-1257"/>
                        <a:pt x="10508" y="25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8" name="Google Shape;808;p2"/>
                <p:cNvSpPr/>
                <p:nvPr/>
              </p:nvSpPr>
              <p:spPr>
                <a:xfrm>
                  <a:off x="7850155" y="2031236"/>
                  <a:ext cx="15109" cy="32442"/>
                </a:xfrm>
                <a:custGeom>
                  <a:avLst/>
                  <a:gdLst/>
                  <a:ahLst/>
                  <a:cxnLst/>
                  <a:rect l="l" t="t" r="r" b="b"/>
                  <a:pathLst>
                    <a:path w="15109" h="32442" extrusionOk="0">
                      <a:moveTo>
                        <a:pt x="10508" y="252"/>
                      </a:moveTo>
                      <a:cubicBezTo>
                        <a:pt x="-5197" y="4886"/>
                        <a:pt x="-1432" y="25810"/>
                        <a:pt x="9607" y="30832"/>
                      </a:cubicBezTo>
                      <a:cubicBezTo>
                        <a:pt x="20646" y="35854"/>
                        <a:pt x="11427" y="28608"/>
                        <a:pt x="12801" y="16302"/>
                      </a:cubicBezTo>
                      <a:cubicBezTo>
                        <a:pt x="14172" y="3994"/>
                        <a:pt x="15622" y="-1257"/>
                        <a:pt x="10508" y="25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09" name="Google Shape;809;p2"/>
                <p:cNvSpPr/>
                <p:nvPr/>
              </p:nvSpPr>
              <p:spPr>
                <a:xfrm>
                  <a:off x="7893504" y="2002058"/>
                  <a:ext cx="15109" cy="32441"/>
                </a:xfrm>
                <a:custGeom>
                  <a:avLst/>
                  <a:gdLst/>
                  <a:ahLst/>
                  <a:cxnLst/>
                  <a:rect l="l" t="t" r="r" b="b"/>
                  <a:pathLst>
                    <a:path w="15109" h="32441" extrusionOk="0">
                      <a:moveTo>
                        <a:pt x="10508" y="252"/>
                      </a:moveTo>
                      <a:cubicBezTo>
                        <a:pt x="-5197" y="4886"/>
                        <a:pt x="-1432" y="25810"/>
                        <a:pt x="9607" y="30832"/>
                      </a:cubicBezTo>
                      <a:cubicBezTo>
                        <a:pt x="20646" y="35854"/>
                        <a:pt x="11427" y="28608"/>
                        <a:pt x="12801" y="16302"/>
                      </a:cubicBezTo>
                      <a:cubicBezTo>
                        <a:pt x="14175" y="3997"/>
                        <a:pt x="15622" y="-1257"/>
                        <a:pt x="10508" y="25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10" name="Google Shape;810;p2"/>
                <p:cNvSpPr/>
                <p:nvPr/>
              </p:nvSpPr>
              <p:spPr>
                <a:xfrm>
                  <a:off x="7258196" y="2554773"/>
                  <a:ext cx="17642" cy="7865"/>
                </a:xfrm>
                <a:custGeom>
                  <a:avLst/>
                  <a:gdLst/>
                  <a:ahLst/>
                  <a:cxnLst/>
                  <a:rect l="l" t="t" r="r" b="b"/>
                  <a:pathLst>
                    <a:path w="17642" h="7865" extrusionOk="0">
                      <a:moveTo>
                        <a:pt x="199" y="1855"/>
                      </a:moveTo>
                      <a:cubicBezTo>
                        <a:pt x="-2092" y="8380"/>
                        <a:pt x="16123" y="9774"/>
                        <a:pt x="17374" y="5143"/>
                      </a:cubicBezTo>
                      <a:cubicBezTo>
                        <a:pt x="18624" y="509"/>
                        <a:pt x="15394" y="532"/>
                        <a:pt x="10308" y="1037"/>
                      </a:cubicBezTo>
                      <a:cubicBezTo>
                        <a:pt x="5221" y="1542"/>
                        <a:pt x="1580" y="-2076"/>
                        <a:pt x="199" y="185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11" name="Google Shape;811;p2"/>
                <p:cNvSpPr/>
                <p:nvPr/>
              </p:nvSpPr>
              <p:spPr>
                <a:xfrm>
                  <a:off x="7279182" y="2554949"/>
                  <a:ext cx="15265" cy="8918"/>
                </a:xfrm>
                <a:custGeom>
                  <a:avLst/>
                  <a:gdLst/>
                  <a:ahLst/>
                  <a:cxnLst/>
                  <a:rect l="l" t="t" r="r" b="b"/>
                  <a:pathLst>
                    <a:path w="15265" h="8918" extrusionOk="0">
                      <a:moveTo>
                        <a:pt x="123" y="4975"/>
                      </a:moveTo>
                      <a:cubicBezTo>
                        <a:pt x="-1500" y="8171"/>
                        <a:pt x="13398" y="10226"/>
                        <a:pt x="14660" y="7958"/>
                      </a:cubicBezTo>
                      <a:cubicBezTo>
                        <a:pt x="15922" y="5691"/>
                        <a:pt x="15323" y="-468"/>
                        <a:pt x="11796" y="28"/>
                      </a:cubicBezTo>
                      <a:cubicBezTo>
                        <a:pt x="8271" y="524"/>
                        <a:pt x="123" y="4975"/>
                        <a:pt x="123" y="497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12" name="Google Shape;812;p2"/>
                <p:cNvSpPr/>
                <p:nvPr/>
              </p:nvSpPr>
              <p:spPr>
                <a:xfrm>
                  <a:off x="7292174" y="2546764"/>
                  <a:ext cx="26079" cy="18587"/>
                </a:xfrm>
                <a:custGeom>
                  <a:avLst/>
                  <a:gdLst/>
                  <a:ahLst/>
                  <a:cxnLst/>
                  <a:rect l="l" t="t" r="r" b="b"/>
                  <a:pathLst>
                    <a:path w="26079" h="18587" extrusionOk="0">
                      <a:moveTo>
                        <a:pt x="9011" y="4579"/>
                      </a:moveTo>
                      <a:cubicBezTo>
                        <a:pt x="2111" y="6394"/>
                        <a:pt x="-2419" y="12507"/>
                        <a:pt x="1382" y="15677"/>
                      </a:cubicBezTo>
                      <a:cubicBezTo>
                        <a:pt x="5184" y="18848"/>
                        <a:pt x="15939" y="19607"/>
                        <a:pt x="21544" y="17060"/>
                      </a:cubicBezTo>
                      <a:cubicBezTo>
                        <a:pt x="27150" y="14514"/>
                        <a:pt x="27491" y="130"/>
                        <a:pt x="22944" y="2"/>
                      </a:cubicBezTo>
                      <a:cubicBezTo>
                        <a:pt x="18399" y="-123"/>
                        <a:pt x="9011" y="4579"/>
                        <a:pt x="9011" y="457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13" name="Google Shape;813;p2"/>
                <p:cNvSpPr/>
                <p:nvPr/>
              </p:nvSpPr>
              <p:spPr>
                <a:xfrm>
                  <a:off x="7315081" y="2544613"/>
                  <a:ext cx="40065" cy="23838"/>
                </a:xfrm>
                <a:custGeom>
                  <a:avLst/>
                  <a:gdLst/>
                  <a:ahLst/>
                  <a:cxnLst/>
                  <a:rect l="l" t="t" r="r" b="b"/>
                  <a:pathLst>
                    <a:path w="40065" h="23838" extrusionOk="0">
                      <a:moveTo>
                        <a:pt x="9521" y="5025"/>
                      </a:moveTo>
                      <a:cubicBezTo>
                        <a:pt x="2268" y="6652"/>
                        <a:pt x="1127" y="7219"/>
                        <a:pt x="66" y="12747"/>
                      </a:cubicBezTo>
                      <a:cubicBezTo>
                        <a:pt x="-994" y="18274"/>
                        <a:pt x="10923" y="22437"/>
                        <a:pt x="17593" y="23605"/>
                      </a:cubicBezTo>
                      <a:cubicBezTo>
                        <a:pt x="24264" y="24773"/>
                        <a:pt x="36281" y="21429"/>
                        <a:pt x="39050" y="16473"/>
                      </a:cubicBezTo>
                      <a:cubicBezTo>
                        <a:pt x="41818" y="11517"/>
                        <a:pt x="38405" y="2"/>
                        <a:pt x="35072" y="0"/>
                      </a:cubicBezTo>
                      <a:cubicBezTo>
                        <a:pt x="31739" y="-2"/>
                        <a:pt x="20421" y="7980"/>
                        <a:pt x="16654" y="8241"/>
                      </a:cubicBezTo>
                      <a:cubicBezTo>
                        <a:pt x="12884" y="8502"/>
                        <a:pt x="9521" y="5025"/>
                        <a:pt x="9521" y="502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14" name="Google Shape;814;p2"/>
                <p:cNvSpPr/>
                <p:nvPr/>
              </p:nvSpPr>
              <p:spPr>
                <a:xfrm>
                  <a:off x="7350926" y="2531722"/>
                  <a:ext cx="47786" cy="33205"/>
                </a:xfrm>
                <a:custGeom>
                  <a:avLst/>
                  <a:gdLst/>
                  <a:ahLst/>
                  <a:cxnLst/>
                  <a:rect l="l" t="t" r="r" b="b"/>
                  <a:pathLst>
                    <a:path w="47786" h="33205" extrusionOk="0">
                      <a:moveTo>
                        <a:pt x="24750" y="8234"/>
                      </a:moveTo>
                      <a:cubicBezTo>
                        <a:pt x="17634" y="11226"/>
                        <a:pt x="12273" y="6956"/>
                        <a:pt x="8145" y="8163"/>
                      </a:cubicBezTo>
                      <a:cubicBezTo>
                        <a:pt x="4016" y="9370"/>
                        <a:pt x="-503" y="15659"/>
                        <a:pt x="45" y="18306"/>
                      </a:cubicBezTo>
                      <a:cubicBezTo>
                        <a:pt x="594" y="20953"/>
                        <a:pt x="-3260" y="34909"/>
                        <a:pt x="16971" y="33033"/>
                      </a:cubicBezTo>
                      <a:cubicBezTo>
                        <a:pt x="37202" y="31154"/>
                        <a:pt x="40860" y="31878"/>
                        <a:pt x="46063" y="22716"/>
                      </a:cubicBezTo>
                      <a:cubicBezTo>
                        <a:pt x="51266" y="13553"/>
                        <a:pt x="43448" y="-2206"/>
                        <a:pt x="39010" y="258"/>
                      </a:cubicBezTo>
                      <a:cubicBezTo>
                        <a:pt x="34573" y="2722"/>
                        <a:pt x="24750" y="8234"/>
                        <a:pt x="24750" y="823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15" name="Google Shape;815;p2"/>
                <p:cNvSpPr/>
                <p:nvPr/>
              </p:nvSpPr>
              <p:spPr>
                <a:xfrm>
                  <a:off x="7397831" y="2513768"/>
                  <a:ext cx="53786" cy="37376"/>
                </a:xfrm>
                <a:custGeom>
                  <a:avLst/>
                  <a:gdLst/>
                  <a:ahLst/>
                  <a:cxnLst/>
                  <a:rect l="l" t="t" r="r" b="b"/>
                  <a:pathLst>
                    <a:path w="53786" h="37376" extrusionOk="0">
                      <a:moveTo>
                        <a:pt x="27858" y="9270"/>
                      </a:moveTo>
                      <a:cubicBezTo>
                        <a:pt x="19848" y="12637"/>
                        <a:pt x="13815" y="7832"/>
                        <a:pt x="9168" y="9190"/>
                      </a:cubicBezTo>
                      <a:cubicBezTo>
                        <a:pt x="4520" y="10548"/>
                        <a:pt x="-566" y="17625"/>
                        <a:pt x="51" y="20606"/>
                      </a:cubicBezTo>
                      <a:cubicBezTo>
                        <a:pt x="668" y="23587"/>
                        <a:pt x="-3668" y="39294"/>
                        <a:pt x="19103" y="37182"/>
                      </a:cubicBezTo>
                      <a:cubicBezTo>
                        <a:pt x="41876" y="35067"/>
                        <a:pt x="45993" y="35883"/>
                        <a:pt x="51847" y="25569"/>
                      </a:cubicBezTo>
                      <a:cubicBezTo>
                        <a:pt x="57702" y="15254"/>
                        <a:pt x="48905" y="-2482"/>
                        <a:pt x="43908" y="290"/>
                      </a:cubicBezTo>
                      <a:cubicBezTo>
                        <a:pt x="38911" y="3063"/>
                        <a:pt x="27858" y="9270"/>
                        <a:pt x="27858" y="927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16" name="Google Shape;816;p2"/>
                <p:cNvSpPr/>
                <p:nvPr/>
              </p:nvSpPr>
              <p:spPr>
                <a:xfrm>
                  <a:off x="7444443" y="2487975"/>
                  <a:ext cx="51103" cy="46988"/>
                </a:xfrm>
                <a:custGeom>
                  <a:avLst/>
                  <a:gdLst/>
                  <a:ahLst/>
                  <a:cxnLst/>
                  <a:rect l="l" t="t" r="r" b="b"/>
                  <a:pathLst>
                    <a:path w="51103" h="46988" extrusionOk="0">
                      <a:moveTo>
                        <a:pt x="22815" y="14697"/>
                      </a:moveTo>
                      <a:cubicBezTo>
                        <a:pt x="16421" y="20581"/>
                        <a:pt x="9115" y="18105"/>
                        <a:pt x="5204" y="20960"/>
                      </a:cubicBezTo>
                      <a:cubicBezTo>
                        <a:pt x="1292" y="23815"/>
                        <a:pt x="-1092" y="32198"/>
                        <a:pt x="499" y="34793"/>
                      </a:cubicBezTo>
                      <a:cubicBezTo>
                        <a:pt x="2090" y="37387"/>
                        <a:pt x="3336" y="53636"/>
                        <a:pt x="24043" y="43925"/>
                      </a:cubicBezTo>
                      <a:cubicBezTo>
                        <a:pt x="44749" y="34214"/>
                        <a:pt x="48899" y="33586"/>
                        <a:pt x="50910" y="21897"/>
                      </a:cubicBezTo>
                      <a:cubicBezTo>
                        <a:pt x="52922" y="10209"/>
                        <a:pt x="38630" y="-3493"/>
                        <a:pt x="34872" y="809"/>
                      </a:cubicBezTo>
                      <a:cubicBezTo>
                        <a:pt x="31113" y="5109"/>
                        <a:pt x="22815" y="14697"/>
                        <a:pt x="22815" y="146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17" name="Google Shape;817;p2"/>
                <p:cNvSpPr/>
                <p:nvPr/>
              </p:nvSpPr>
              <p:spPr>
                <a:xfrm>
                  <a:off x="7485362" y="2464500"/>
                  <a:ext cx="60372" cy="53611"/>
                </a:xfrm>
                <a:custGeom>
                  <a:avLst/>
                  <a:gdLst/>
                  <a:ahLst/>
                  <a:cxnLst/>
                  <a:rect l="l" t="t" r="r" b="b"/>
                  <a:pathLst>
                    <a:path w="60372" h="53611" extrusionOk="0">
                      <a:moveTo>
                        <a:pt x="17318" y="8356"/>
                      </a:moveTo>
                      <a:cubicBezTo>
                        <a:pt x="10924" y="14240"/>
                        <a:pt x="4733" y="26280"/>
                        <a:pt x="820" y="29135"/>
                      </a:cubicBezTo>
                      <a:cubicBezTo>
                        <a:pt x="-3092" y="31990"/>
                        <a:pt x="8178" y="38821"/>
                        <a:pt x="9772" y="41416"/>
                      </a:cubicBezTo>
                      <a:cubicBezTo>
                        <a:pt x="11363" y="44010"/>
                        <a:pt x="12609" y="60259"/>
                        <a:pt x="33315" y="50548"/>
                      </a:cubicBezTo>
                      <a:cubicBezTo>
                        <a:pt x="54022" y="40837"/>
                        <a:pt x="58171" y="40209"/>
                        <a:pt x="60183" y="28520"/>
                      </a:cubicBezTo>
                      <a:cubicBezTo>
                        <a:pt x="62194" y="16832"/>
                        <a:pt x="47639" y="6968"/>
                        <a:pt x="45081" y="1859"/>
                      </a:cubicBezTo>
                      <a:cubicBezTo>
                        <a:pt x="41776" y="-4741"/>
                        <a:pt x="17318" y="8356"/>
                        <a:pt x="17318" y="835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18" name="Google Shape;818;p2"/>
                <p:cNvSpPr/>
                <p:nvPr/>
              </p:nvSpPr>
              <p:spPr>
                <a:xfrm>
                  <a:off x="7531288" y="2434393"/>
                  <a:ext cx="65545" cy="61785"/>
                </a:xfrm>
                <a:custGeom>
                  <a:avLst/>
                  <a:gdLst/>
                  <a:ahLst/>
                  <a:cxnLst/>
                  <a:rect l="l" t="t" r="r" b="b"/>
                  <a:pathLst>
                    <a:path w="65545" h="61785" extrusionOk="0">
                      <a:moveTo>
                        <a:pt x="18801" y="9071"/>
                      </a:moveTo>
                      <a:cubicBezTo>
                        <a:pt x="11861" y="15458"/>
                        <a:pt x="5137" y="28532"/>
                        <a:pt x="890" y="31631"/>
                      </a:cubicBezTo>
                      <a:cubicBezTo>
                        <a:pt x="-3357" y="34731"/>
                        <a:pt x="8880" y="42147"/>
                        <a:pt x="10608" y="44963"/>
                      </a:cubicBezTo>
                      <a:cubicBezTo>
                        <a:pt x="12336" y="47780"/>
                        <a:pt x="16222" y="69458"/>
                        <a:pt x="38703" y="58915"/>
                      </a:cubicBezTo>
                      <a:cubicBezTo>
                        <a:pt x="61184" y="48372"/>
                        <a:pt x="63156" y="43651"/>
                        <a:pt x="65339" y="30964"/>
                      </a:cubicBezTo>
                      <a:cubicBezTo>
                        <a:pt x="67522" y="18277"/>
                        <a:pt x="51722" y="7565"/>
                        <a:pt x="48944" y="2019"/>
                      </a:cubicBezTo>
                      <a:cubicBezTo>
                        <a:pt x="45357" y="-5148"/>
                        <a:pt x="18801" y="9071"/>
                        <a:pt x="18801" y="907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19" name="Google Shape;819;p2"/>
                <p:cNvSpPr/>
                <p:nvPr/>
              </p:nvSpPr>
              <p:spPr>
                <a:xfrm>
                  <a:off x="7574300" y="2407886"/>
                  <a:ext cx="65544" cy="61786"/>
                </a:xfrm>
                <a:custGeom>
                  <a:avLst/>
                  <a:gdLst/>
                  <a:ahLst/>
                  <a:cxnLst/>
                  <a:rect l="l" t="t" r="r" b="b"/>
                  <a:pathLst>
                    <a:path w="65544" h="61786" extrusionOk="0">
                      <a:moveTo>
                        <a:pt x="18800" y="9072"/>
                      </a:moveTo>
                      <a:cubicBezTo>
                        <a:pt x="11860" y="15459"/>
                        <a:pt x="5135" y="28533"/>
                        <a:pt x="889" y="31633"/>
                      </a:cubicBezTo>
                      <a:cubicBezTo>
                        <a:pt x="-3356" y="34732"/>
                        <a:pt x="8879" y="42148"/>
                        <a:pt x="10607" y="44965"/>
                      </a:cubicBezTo>
                      <a:cubicBezTo>
                        <a:pt x="12335" y="47781"/>
                        <a:pt x="16222" y="69459"/>
                        <a:pt x="38702" y="58916"/>
                      </a:cubicBezTo>
                      <a:cubicBezTo>
                        <a:pt x="61183" y="48373"/>
                        <a:pt x="63156" y="43652"/>
                        <a:pt x="65339" y="30963"/>
                      </a:cubicBezTo>
                      <a:cubicBezTo>
                        <a:pt x="67522" y="18273"/>
                        <a:pt x="51721" y="7563"/>
                        <a:pt x="48943" y="2018"/>
                      </a:cubicBezTo>
                      <a:cubicBezTo>
                        <a:pt x="45355" y="-5147"/>
                        <a:pt x="18800" y="9072"/>
                        <a:pt x="18800" y="907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0" name="Google Shape;820;p2"/>
                <p:cNvSpPr/>
                <p:nvPr/>
              </p:nvSpPr>
              <p:spPr>
                <a:xfrm>
                  <a:off x="7621605" y="2387160"/>
                  <a:ext cx="65545" cy="61785"/>
                </a:xfrm>
                <a:custGeom>
                  <a:avLst/>
                  <a:gdLst/>
                  <a:ahLst/>
                  <a:cxnLst/>
                  <a:rect l="l" t="t" r="r" b="b"/>
                  <a:pathLst>
                    <a:path w="65545" h="61785" extrusionOk="0">
                      <a:moveTo>
                        <a:pt x="18801" y="9071"/>
                      </a:moveTo>
                      <a:cubicBezTo>
                        <a:pt x="11861" y="15458"/>
                        <a:pt x="5138" y="28532"/>
                        <a:pt x="890" y="31631"/>
                      </a:cubicBezTo>
                      <a:cubicBezTo>
                        <a:pt x="-3357" y="34731"/>
                        <a:pt x="8880" y="42147"/>
                        <a:pt x="10608" y="44963"/>
                      </a:cubicBezTo>
                      <a:cubicBezTo>
                        <a:pt x="12336" y="47780"/>
                        <a:pt x="16222" y="69458"/>
                        <a:pt x="38703" y="58915"/>
                      </a:cubicBezTo>
                      <a:cubicBezTo>
                        <a:pt x="61183" y="48372"/>
                        <a:pt x="63156" y="43651"/>
                        <a:pt x="65339" y="30964"/>
                      </a:cubicBezTo>
                      <a:cubicBezTo>
                        <a:pt x="67523" y="18277"/>
                        <a:pt x="51722" y="7565"/>
                        <a:pt x="48944" y="2019"/>
                      </a:cubicBezTo>
                      <a:cubicBezTo>
                        <a:pt x="45355" y="-5148"/>
                        <a:pt x="18801" y="9071"/>
                        <a:pt x="18801" y="907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1" name="Google Shape;821;p2"/>
                <p:cNvSpPr/>
                <p:nvPr/>
              </p:nvSpPr>
              <p:spPr>
                <a:xfrm>
                  <a:off x="7549291" y="2474584"/>
                  <a:ext cx="25852" cy="17918"/>
                </a:xfrm>
                <a:custGeom>
                  <a:avLst/>
                  <a:gdLst/>
                  <a:ahLst/>
                  <a:cxnLst/>
                  <a:rect l="l" t="t" r="r" b="b"/>
                  <a:pathLst>
                    <a:path w="25852" h="17918" extrusionOk="0">
                      <a:moveTo>
                        <a:pt x="24615" y="12908"/>
                      </a:moveTo>
                      <a:cubicBezTo>
                        <a:pt x="13231" y="23916"/>
                        <a:pt x="-1381" y="14799"/>
                        <a:pt x="105" y="4629"/>
                      </a:cubicBezTo>
                      <a:cubicBezTo>
                        <a:pt x="1591" y="-5542"/>
                        <a:pt x="2752" y="3849"/>
                        <a:pt x="13114" y="6387"/>
                      </a:cubicBezTo>
                      <a:cubicBezTo>
                        <a:pt x="23477" y="8924"/>
                        <a:pt x="28321" y="9326"/>
                        <a:pt x="24615" y="1290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2" name="Google Shape;822;p2"/>
                <p:cNvSpPr/>
                <p:nvPr/>
              </p:nvSpPr>
              <p:spPr>
                <a:xfrm>
                  <a:off x="7499685" y="2499613"/>
                  <a:ext cx="21363" cy="14806"/>
                </a:xfrm>
                <a:custGeom>
                  <a:avLst/>
                  <a:gdLst/>
                  <a:ahLst/>
                  <a:cxnLst/>
                  <a:rect l="l" t="t" r="r" b="b"/>
                  <a:pathLst>
                    <a:path w="21363" h="14806" extrusionOk="0">
                      <a:moveTo>
                        <a:pt x="20341" y="10667"/>
                      </a:moveTo>
                      <a:cubicBezTo>
                        <a:pt x="10934" y="19763"/>
                        <a:pt x="-1141" y="12228"/>
                        <a:pt x="87" y="3824"/>
                      </a:cubicBezTo>
                      <a:cubicBezTo>
                        <a:pt x="1314" y="-4579"/>
                        <a:pt x="2274" y="3180"/>
                        <a:pt x="10838" y="5276"/>
                      </a:cubicBezTo>
                      <a:cubicBezTo>
                        <a:pt x="19399" y="7372"/>
                        <a:pt x="23404" y="7706"/>
                        <a:pt x="20341" y="1066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3" name="Google Shape;823;p2"/>
                <p:cNvSpPr/>
                <p:nvPr/>
              </p:nvSpPr>
              <p:spPr>
                <a:xfrm>
                  <a:off x="7453954" y="2516384"/>
                  <a:ext cx="21363" cy="14807"/>
                </a:xfrm>
                <a:custGeom>
                  <a:avLst/>
                  <a:gdLst/>
                  <a:ahLst/>
                  <a:cxnLst/>
                  <a:rect l="l" t="t" r="r" b="b"/>
                  <a:pathLst>
                    <a:path w="21363" h="14807" extrusionOk="0">
                      <a:moveTo>
                        <a:pt x="20341" y="10668"/>
                      </a:moveTo>
                      <a:cubicBezTo>
                        <a:pt x="10934" y="19764"/>
                        <a:pt x="-1141" y="12229"/>
                        <a:pt x="87" y="3826"/>
                      </a:cubicBezTo>
                      <a:cubicBezTo>
                        <a:pt x="1314" y="-4580"/>
                        <a:pt x="2274" y="3181"/>
                        <a:pt x="10838" y="5277"/>
                      </a:cubicBezTo>
                      <a:cubicBezTo>
                        <a:pt x="19399" y="7371"/>
                        <a:pt x="23404" y="7705"/>
                        <a:pt x="20341" y="1066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4" name="Google Shape;824;p2"/>
                <p:cNvSpPr/>
                <p:nvPr/>
              </p:nvSpPr>
              <p:spPr>
                <a:xfrm>
                  <a:off x="7399856" y="2532804"/>
                  <a:ext cx="21363" cy="14806"/>
                </a:xfrm>
                <a:custGeom>
                  <a:avLst/>
                  <a:gdLst/>
                  <a:ahLst/>
                  <a:cxnLst/>
                  <a:rect l="l" t="t" r="r" b="b"/>
                  <a:pathLst>
                    <a:path w="21363" h="14806" extrusionOk="0">
                      <a:moveTo>
                        <a:pt x="20341" y="10666"/>
                      </a:moveTo>
                      <a:cubicBezTo>
                        <a:pt x="10934" y="19762"/>
                        <a:pt x="-1141" y="12227"/>
                        <a:pt x="87" y="3824"/>
                      </a:cubicBezTo>
                      <a:cubicBezTo>
                        <a:pt x="1314" y="-4579"/>
                        <a:pt x="2274" y="3182"/>
                        <a:pt x="10838" y="5276"/>
                      </a:cubicBezTo>
                      <a:cubicBezTo>
                        <a:pt x="19401" y="7372"/>
                        <a:pt x="23404" y="7706"/>
                        <a:pt x="20341" y="1066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5" name="Google Shape;825;p2"/>
                <p:cNvSpPr/>
                <p:nvPr/>
              </p:nvSpPr>
              <p:spPr>
                <a:xfrm>
                  <a:off x="7356542" y="2550652"/>
                  <a:ext cx="17530" cy="12150"/>
                </a:xfrm>
                <a:custGeom>
                  <a:avLst/>
                  <a:gdLst/>
                  <a:ahLst/>
                  <a:cxnLst/>
                  <a:rect l="l" t="t" r="r" b="b"/>
                  <a:pathLst>
                    <a:path w="17530" h="12150" extrusionOk="0">
                      <a:moveTo>
                        <a:pt x="16690" y="8753"/>
                      </a:moveTo>
                      <a:cubicBezTo>
                        <a:pt x="8971" y="16217"/>
                        <a:pt x="-937" y="10036"/>
                        <a:pt x="71" y="3139"/>
                      </a:cubicBezTo>
                      <a:cubicBezTo>
                        <a:pt x="1079" y="-3758"/>
                        <a:pt x="1866" y="2611"/>
                        <a:pt x="8893" y="4330"/>
                      </a:cubicBezTo>
                      <a:cubicBezTo>
                        <a:pt x="15918" y="6049"/>
                        <a:pt x="19205" y="6321"/>
                        <a:pt x="16690" y="875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6" name="Google Shape;826;p2"/>
                <p:cNvSpPr/>
                <p:nvPr/>
              </p:nvSpPr>
              <p:spPr>
                <a:xfrm>
                  <a:off x="7321756" y="2555746"/>
                  <a:ext cx="17529" cy="12150"/>
                </a:xfrm>
                <a:custGeom>
                  <a:avLst/>
                  <a:gdLst/>
                  <a:ahLst/>
                  <a:cxnLst/>
                  <a:rect l="l" t="t" r="r" b="b"/>
                  <a:pathLst>
                    <a:path w="17529" h="12150" extrusionOk="0">
                      <a:moveTo>
                        <a:pt x="16690" y="8753"/>
                      </a:moveTo>
                      <a:cubicBezTo>
                        <a:pt x="8971" y="16217"/>
                        <a:pt x="-937" y="10036"/>
                        <a:pt x="71" y="3139"/>
                      </a:cubicBezTo>
                      <a:cubicBezTo>
                        <a:pt x="1079" y="-3758"/>
                        <a:pt x="1866" y="2611"/>
                        <a:pt x="8893" y="4330"/>
                      </a:cubicBezTo>
                      <a:cubicBezTo>
                        <a:pt x="15920" y="6049"/>
                        <a:pt x="19203" y="6323"/>
                        <a:pt x="16690" y="875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7" name="Google Shape;827;p2"/>
                <p:cNvSpPr/>
                <p:nvPr/>
              </p:nvSpPr>
              <p:spPr>
                <a:xfrm>
                  <a:off x="7295113" y="2554320"/>
                  <a:ext cx="14793" cy="10254"/>
                </a:xfrm>
                <a:custGeom>
                  <a:avLst/>
                  <a:gdLst/>
                  <a:ahLst/>
                  <a:cxnLst/>
                  <a:rect l="l" t="t" r="r" b="b"/>
                  <a:pathLst>
                    <a:path w="14793" h="10254" extrusionOk="0">
                      <a:moveTo>
                        <a:pt x="14085" y="7388"/>
                      </a:moveTo>
                      <a:cubicBezTo>
                        <a:pt x="7572" y="13686"/>
                        <a:pt x="-791" y="8469"/>
                        <a:pt x="60" y="2649"/>
                      </a:cubicBezTo>
                      <a:cubicBezTo>
                        <a:pt x="910" y="-3171"/>
                        <a:pt x="1573" y="2203"/>
                        <a:pt x="7503" y="3654"/>
                      </a:cubicBezTo>
                      <a:cubicBezTo>
                        <a:pt x="13433" y="5106"/>
                        <a:pt x="16206" y="5337"/>
                        <a:pt x="14085" y="738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8" name="Google Shape;828;p2"/>
                <p:cNvSpPr/>
                <p:nvPr/>
              </p:nvSpPr>
              <p:spPr>
                <a:xfrm>
                  <a:off x="7591907" y="2448323"/>
                  <a:ext cx="25853" cy="17918"/>
                </a:xfrm>
                <a:custGeom>
                  <a:avLst/>
                  <a:gdLst/>
                  <a:ahLst/>
                  <a:cxnLst/>
                  <a:rect l="l" t="t" r="r" b="b"/>
                  <a:pathLst>
                    <a:path w="25853" h="17918" extrusionOk="0">
                      <a:moveTo>
                        <a:pt x="24615" y="12909"/>
                      </a:moveTo>
                      <a:cubicBezTo>
                        <a:pt x="13231" y="23916"/>
                        <a:pt x="-1381" y="14799"/>
                        <a:pt x="105" y="4629"/>
                      </a:cubicBezTo>
                      <a:cubicBezTo>
                        <a:pt x="1591" y="-5542"/>
                        <a:pt x="2752" y="3849"/>
                        <a:pt x="13115" y="6387"/>
                      </a:cubicBezTo>
                      <a:cubicBezTo>
                        <a:pt x="23477" y="8924"/>
                        <a:pt x="28323" y="9324"/>
                        <a:pt x="24615" y="1290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29" name="Google Shape;829;p2"/>
                <p:cNvSpPr/>
                <p:nvPr/>
              </p:nvSpPr>
              <p:spPr>
                <a:xfrm>
                  <a:off x="7538451" y="2138965"/>
                  <a:ext cx="64413" cy="65325"/>
                </a:xfrm>
                <a:custGeom>
                  <a:avLst/>
                  <a:gdLst/>
                  <a:ahLst/>
                  <a:cxnLst/>
                  <a:rect l="l" t="t" r="r" b="b"/>
                  <a:pathLst>
                    <a:path w="64413" h="65325" extrusionOk="0">
                      <a:moveTo>
                        <a:pt x="46902" y="62567"/>
                      </a:moveTo>
                      <a:cubicBezTo>
                        <a:pt x="38455" y="65116"/>
                        <a:pt x="23569" y="63052"/>
                        <a:pt x="19187" y="65146"/>
                      </a:cubicBezTo>
                      <a:cubicBezTo>
                        <a:pt x="14807" y="67240"/>
                        <a:pt x="11515" y="50440"/>
                        <a:pt x="9327" y="46903"/>
                      </a:cubicBezTo>
                      <a:cubicBezTo>
                        <a:pt x="7139" y="43365"/>
                        <a:pt x="-9601" y="30428"/>
                        <a:pt x="7882" y="15487"/>
                      </a:cubicBezTo>
                      <a:cubicBezTo>
                        <a:pt x="25366" y="546"/>
                        <a:pt x="27478" y="-3391"/>
                        <a:pt x="40531" y="2841"/>
                      </a:cubicBezTo>
                      <a:cubicBezTo>
                        <a:pt x="53586" y="9072"/>
                        <a:pt x="58938" y="31512"/>
                        <a:pt x="63446" y="37869"/>
                      </a:cubicBezTo>
                      <a:cubicBezTo>
                        <a:pt x="69271" y="46080"/>
                        <a:pt x="46902" y="62567"/>
                        <a:pt x="46902" y="6256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30" name="Google Shape;830;p2"/>
                <p:cNvSpPr/>
                <p:nvPr/>
              </p:nvSpPr>
              <p:spPr>
                <a:xfrm>
                  <a:off x="7583065" y="2109542"/>
                  <a:ext cx="68897" cy="66285"/>
                </a:xfrm>
                <a:custGeom>
                  <a:avLst/>
                  <a:gdLst/>
                  <a:ahLst/>
                  <a:cxnLst/>
                  <a:rect l="l" t="t" r="r" b="b"/>
                  <a:pathLst>
                    <a:path w="68897" h="66285" extrusionOk="0">
                      <a:moveTo>
                        <a:pt x="49190" y="61774"/>
                      </a:moveTo>
                      <a:cubicBezTo>
                        <a:pt x="40186" y="64814"/>
                        <a:pt x="24734" y="63722"/>
                        <a:pt x="20016" y="66058"/>
                      </a:cubicBezTo>
                      <a:cubicBezTo>
                        <a:pt x="15298" y="68392"/>
                        <a:pt x="12913" y="52081"/>
                        <a:pt x="10847" y="48742"/>
                      </a:cubicBezTo>
                      <a:cubicBezTo>
                        <a:pt x="8780" y="45402"/>
                        <a:pt x="-10866" y="28894"/>
                        <a:pt x="8378" y="13098"/>
                      </a:cubicBezTo>
                      <a:cubicBezTo>
                        <a:pt x="27622" y="-2698"/>
                        <a:pt x="33021" y="-1857"/>
                        <a:pt x="46294" y="3447"/>
                      </a:cubicBezTo>
                      <a:cubicBezTo>
                        <a:pt x="59566" y="8750"/>
                        <a:pt x="63754" y="30476"/>
                        <a:pt x="68070" y="36443"/>
                      </a:cubicBezTo>
                      <a:cubicBezTo>
                        <a:pt x="73648" y="44151"/>
                        <a:pt x="49190" y="61774"/>
                        <a:pt x="49190" y="6177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31" name="Google Shape;831;p2"/>
                <p:cNvSpPr/>
                <p:nvPr/>
              </p:nvSpPr>
              <p:spPr>
                <a:xfrm>
                  <a:off x="7626073" y="2083038"/>
                  <a:ext cx="68895" cy="66285"/>
                </a:xfrm>
                <a:custGeom>
                  <a:avLst/>
                  <a:gdLst/>
                  <a:ahLst/>
                  <a:cxnLst/>
                  <a:rect l="l" t="t" r="r" b="b"/>
                  <a:pathLst>
                    <a:path w="68895" h="66285" extrusionOk="0">
                      <a:moveTo>
                        <a:pt x="49190" y="61774"/>
                      </a:moveTo>
                      <a:cubicBezTo>
                        <a:pt x="40185" y="64814"/>
                        <a:pt x="24734" y="63724"/>
                        <a:pt x="20016" y="66058"/>
                      </a:cubicBezTo>
                      <a:cubicBezTo>
                        <a:pt x="15298" y="68392"/>
                        <a:pt x="12913" y="52081"/>
                        <a:pt x="10847" y="48742"/>
                      </a:cubicBezTo>
                      <a:cubicBezTo>
                        <a:pt x="8780" y="45400"/>
                        <a:pt x="-10866" y="28895"/>
                        <a:pt x="8378" y="13098"/>
                      </a:cubicBezTo>
                      <a:cubicBezTo>
                        <a:pt x="27622" y="-2698"/>
                        <a:pt x="33019" y="-1857"/>
                        <a:pt x="46291" y="3447"/>
                      </a:cubicBezTo>
                      <a:cubicBezTo>
                        <a:pt x="59564" y="8750"/>
                        <a:pt x="63752" y="30476"/>
                        <a:pt x="68068" y="36443"/>
                      </a:cubicBezTo>
                      <a:cubicBezTo>
                        <a:pt x="73648" y="44151"/>
                        <a:pt x="49190" y="61774"/>
                        <a:pt x="49190" y="6177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32" name="Google Shape;832;p2"/>
                <p:cNvSpPr/>
                <p:nvPr/>
              </p:nvSpPr>
              <p:spPr>
                <a:xfrm>
                  <a:off x="7665144" y="2048945"/>
                  <a:ext cx="68897" cy="66286"/>
                </a:xfrm>
                <a:custGeom>
                  <a:avLst/>
                  <a:gdLst/>
                  <a:ahLst/>
                  <a:cxnLst/>
                  <a:rect l="l" t="t" r="r" b="b"/>
                  <a:pathLst>
                    <a:path w="68897" h="66286" extrusionOk="0">
                      <a:moveTo>
                        <a:pt x="49190" y="61774"/>
                      </a:moveTo>
                      <a:cubicBezTo>
                        <a:pt x="40186" y="64814"/>
                        <a:pt x="24734" y="63724"/>
                        <a:pt x="20016" y="66058"/>
                      </a:cubicBezTo>
                      <a:cubicBezTo>
                        <a:pt x="15298" y="68394"/>
                        <a:pt x="12913" y="52084"/>
                        <a:pt x="10847" y="48742"/>
                      </a:cubicBezTo>
                      <a:cubicBezTo>
                        <a:pt x="8780" y="45402"/>
                        <a:pt x="-10866" y="28894"/>
                        <a:pt x="8378" y="13098"/>
                      </a:cubicBezTo>
                      <a:cubicBezTo>
                        <a:pt x="27621" y="-2698"/>
                        <a:pt x="33019" y="-1857"/>
                        <a:pt x="46294" y="3447"/>
                      </a:cubicBezTo>
                      <a:cubicBezTo>
                        <a:pt x="59566" y="8750"/>
                        <a:pt x="63754" y="30476"/>
                        <a:pt x="68070" y="36443"/>
                      </a:cubicBezTo>
                      <a:cubicBezTo>
                        <a:pt x="73648" y="44151"/>
                        <a:pt x="49190" y="61774"/>
                        <a:pt x="49190" y="6177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33" name="Google Shape;833;p2"/>
                <p:cNvSpPr/>
                <p:nvPr/>
              </p:nvSpPr>
              <p:spPr>
                <a:xfrm>
                  <a:off x="7588169" y="2121957"/>
                  <a:ext cx="14158" cy="30504"/>
                </a:xfrm>
                <a:custGeom>
                  <a:avLst/>
                  <a:gdLst/>
                  <a:ahLst/>
                  <a:cxnLst/>
                  <a:rect l="l" t="t" r="r" b="b"/>
                  <a:pathLst>
                    <a:path w="14158" h="30504" extrusionOk="0">
                      <a:moveTo>
                        <a:pt x="10514" y="267"/>
                      </a:moveTo>
                      <a:cubicBezTo>
                        <a:pt x="-4770" y="4945"/>
                        <a:pt x="-1668" y="24572"/>
                        <a:pt x="8863" y="29080"/>
                      </a:cubicBezTo>
                      <a:cubicBezTo>
                        <a:pt x="19397" y="33591"/>
                        <a:pt x="10676" y="26950"/>
                        <a:pt x="12317" y="15334"/>
                      </a:cubicBezTo>
                      <a:cubicBezTo>
                        <a:pt x="13959" y="3717"/>
                        <a:pt x="15490" y="-1255"/>
                        <a:pt x="10514" y="26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34" name="Google Shape;834;p2"/>
                <p:cNvSpPr/>
                <p:nvPr/>
              </p:nvSpPr>
              <p:spPr>
                <a:xfrm>
                  <a:off x="7630787" y="2095693"/>
                  <a:ext cx="14158" cy="30504"/>
                </a:xfrm>
                <a:custGeom>
                  <a:avLst/>
                  <a:gdLst/>
                  <a:ahLst/>
                  <a:cxnLst/>
                  <a:rect l="l" t="t" r="r" b="b"/>
                  <a:pathLst>
                    <a:path w="14158" h="30504" extrusionOk="0">
                      <a:moveTo>
                        <a:pt x="10514" y="267"/>
                      </a:moveTo>
                      <a:cubicBezTo>
                        <a:pt x="-4770" y="4945"/>
                        <a:pt x="-1668" y="24572"/>
                        <a:pt x="8863" y="29080"/>
                      </a:cubicBezTo>
                      <a:cubicBezTo>
                        <a:pt x="19397" y="33590"/>
                        <a:pt x="10676" y="26950"/>
                        <a:pt x="12317" y="15332"/>
                      </a:cubicBezTo>
                      <a:cubicBezTo>
                        <a:pt x="13956" y="3717"/>
                        <a:pt x="15490" y="-1255"/>
                        <a:pt x="10514" y="26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35" name="Google Shape;835;p2"/>
                <p:cNvSpPr/>
                <p:nvPr/>
              </p:nvSpPr>
              <p:spPr>
                <a:xfrm>
                  <a:off x="7676708" y="2056483"/>
                  <a:ext cx="14157" cy="30503"/>
                </a:xfrm>
                <a:custGeom>
                  <a:avLst/>
                  <a:gdLst/>
                  <a:ahLst/>
                  <a:cxnLst/>
                  <a:rect l="l" t="t" r="r" b="b"/>
                  <a:pathLst>
                    <a:path w="14157" h="30503" extrusionOk="0">
                      <a:moveTo>
                        <a:pt x="10514" y="267"/>
                      </a:moveTo>
                      <a:cubicBezTo>
                        <a:pt x="-4770" y="4945"/>
                        <a:pt x="-1668" y="24572"/>
                        <a:pt x="8863" y="29080"/>
                      </a:cubicBezTo>
                      <a:cubicBezTo>
                        <a:pt x="19395" y="33588"/>
                        <a:pt x="10676" y="26950"/>
                        <a:pt x="12317" y="15332"/>
                      </a:cubicBezTo>
                      <a:cubicBezTo>
                        <a:pt x="13956" y="3717"/>
                        <a:pt x="15490" y="-1255"/>
                        <a:pt x="10514" y="26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36" name="Google Shape;836;p2"/>
                <p:cNvSpPr/>
                <p:nvPr/>
              </p:nvSpPr>
              <p:spPr>
                <a:xfrm>
                  <a:off x="7696725" y="2024315"/>
                  <a:ext cx="71552" cy="68113"/>
                </a:xfrm>
                <a:custGeom>
                  <a:avLst/>
                  <a:gdLst/>
                  <a:ahLst/>
                  <a:cxnLst/>
                  <a:rect l="l" t="t" r="r" b="b"/>
                  <a:pathLst>
                    <a:path w="71552" h="68113" extrusionOk="0">
                      <a:moveTo>
                        <a:pt x="49350" y="64869"/>
                      </a:moveTo>
                      <a:cubicBezTo>
                        <a:pt x="39531" y="67633"/>
                        <a:pt x="22956" y="65681"/>
                        <a:pt x="17778" y="67916"/>
                      </a:cubicBezTo>
                      <a:cubicBezTo>
                        <a:pt x="12600" y="70152"/>
                        <a:pt x="10753" y="52721"/>
                        <a:pt x="8677" y="49071"/>
                      </a:cubicBezTo>
                      <a:cubicBezTo>
                        <a:pt x="6601" y="45420"/>
                        <a:pt x="-10857" y="32184"/>
                        <a:pt x="10540" y="16413"/>
                      </a:cubicBezTo>
                      <a:cubicBezTo>
                        <a:pt x="31937" y="642"/>
                        <a:pt x="34758" y="-3480"/>
                        <a:pt x="48801" y="2829"/>
                      </a:cubicBezTo>
                      <a:cubicBezTo>
                        <a:pt x="62844" y="9139"/>
                        <a:pt x="66392" y="32408"/>
                        <a:pt x="70774" y="38962"/>
                      </a:cubicBezTo>
                      <a:cubicBezTo>
                        <a:pt x="76434" y="47427"/>
                        <a:pt x="49350" y="64869"/>
                        <a:pt x="49350" y="6486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37" name="Google Shape;837;p2"/>
                <p:cNvSpPr/>
                <p:nvPr/>
              </p:nvSpPr>
              <p:spPr>
                <a:xfrm>
                  <a:off x="7747175" y="1986207"/>
                  <a:ext cx="79964" cy="75611"/>
                </a:xfrm>
                <a:custGeom>
                  <a:avLst/>
                  <a:gdLst/>
                  <a:ahLst/>
                  <a:cxnLst/>
                  <a:rect l="l" t="t" r="r" b="b"/>
                  <a:pathLst>
                    <a:path w="79964" h="75611" extrusionOk="0">
                      <a:moveTo>
                        <a:pt x="55860" y="72089"/>
                      </a:moveTo>
                      <a:cubicBezTo>
                        <a:pt x="45197" y="75091"/>
                        <a:pt x="27202" y="72969"/>
                        <a:pt x="21581" y="75397"/>
                      </a:cubicBezTo>
                      <a:cubicBezTo>
                        <a:pt x="15960" y="77825"/>
                        <a:pt x="13955" y="58901"/>
                        <a:pt x="11701" y="54935"/>
                      </a:cubicBezTo>
                      <a:cubicBezTo>
                        <a:pt x="9447" y="50971"/>
                        <a:pt x="-12709" y="30859"/>
                        <a:pt x="10521" y="13734"/>
                      </a:cubicBezTo>
                      <a:cubicBezTo>
                        <a:pt x="33752" y="-3390"/>
                        <a:pt x="40015" y="-2121"/>
                        <a:pt x="55263" y="4730"/>
                      </a:cubicBezTo>
                      <a:cubicBezTo>
                        <a:pt x="70510" y="11581"/>
                        <a:pt x="74362" y="36843"/>
                        <a:pt x="79119" y="43960"/>
                      </a:cubicBezTo>
                      <a:cubicBezTo>
                        <a:pt x="85267" y="53149"/>
                        <a:pt x="55860" y="72089"/>
                        <a:pt x="55860" y="7208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38" name="Google Shape;838;p2"/>
                <p:cNvSpPr/>
                <p:nvPr/>
              </p:nvSpPr>
              <p:spPr>
                <a:xfrm>
                  <a:off x="7798676" y="1958071"/>
                  <a:ext cx="79964" cy="75611"/>
                </a:xfrm>
                <a:custGeom>
                  <a:avLst/>
                  <a:gdLst/>
                  <a:ahLst/>
                  <a:cxnLst/>
                  <a:rect l="l" t="t" r="r" b="b"/>
                  <a:pathLst>
                    <a:path w="79964" h="75611" extrusionOk="0">
                      <a:moveTo>
                        <a:pt x="55858" y="72089"/>
                      </a:moveTo>
                      <a:cubicBezTo>
                        <a:pt x="45196" y="75090"/>
                        <a:pt x="27201" y="72969"/>
                        <a:pt x="21579" y="75397"/>
                      </a:cubicBezTo>
                      <a:cubicBezTo>
                        <a:pt x="15958" y="77825"/>
                        <a:pt x="13953" y="58901"/>
                        <a:pt x="11699" y="54935"/>
                      </a:cubicBezTo>
                      <a:cubicBezTo>
                        <a:pt x="9445" y="50971"/>
                        <a:pt x="-12708" y="30859"/>
                        <a:pt x="10522" y="13734"/>
                      </a:cubicBezTo>
                      <a:cubicBezTo>
                        <a:pt x="33752" y="-3390"/>
                        <a:pt x="40016" y="-2121"/>
                        <a:pt x="55264" y="4730"/>
                      </a:cubicBezTo>
                      <a:cubicBezTo>
                        <a:pt x="70511" y="11581"/>
                        <a:pt x="74363" y="36844"/>
                        <a:pt x="79120" y="43960"/>
                      </a:cubicBezTo>
                      <a:cubicBezTo>
                        <a:pt x="85263" y="53150"/>
                        <a:pt x="55858" y="72089"/>
                        <a:pt x="55858" y="7208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39" name="Google Shape;839;p2"/>
                <p:cNvSpPr/>
                <p:nvPr/>
              </p:nvSpPr>
              <p:spPr>
                <a:xfrm>
                  <a:off x="7847483" y="1939774"/>
                  <a:ext cx="79963" cy="75611"/>
                </a:xfrm>
                <a:custGeom>
                  <a:avLst/>
                  <a:gdLst/>
                  <a:ahLst/>
                  <a:cxnLst/>
                  <a:rect l="l" t="t" r="r" b="b"/>
                  <a:pathLst>
                    <a:path w="79963" h="75611" extrusionOk="0">
                      <a:moveTo>
                        <a:pt x="55860" y="72089"/>
                      </a:moveTo>
                      <a:cubicBezTo>
                        <a:pt x="45200" y="75091"/>
                        <a:pt x="27202" y="72969"/>
                        <a:pt x="21581" y="75397"/>
                      </a:cubicBezTo>
                      <a:cubicBezTo>
                        <a:pt x="15960" y="77825"/>
                        <a:pt x="13955" y="58901"/>
                        <a:pt x="11701" y="54935"/>
                      </a:cubicBezTo>
                      <a:cubicBezTo>
                        <a:pt x="9447" y="50971"/>
                        <a:pt x="-12709" y="30859"/>
                        <a:pt x="10521" y="13734"/>
                      </a:cubicBezTo>
                      <a:cubicBezTo>
                        <a:pt x="33752" y="-3390"/>
                        <a:pt x="40015" y="-2121"/>
                        <a:pt x="55263" y="4730"/>
                      </a:cubicBezTo>
                      <a:cubicBezTo>
                        <a:pt x="70510" y="11581"/>
                        <a:pt x="74362" y="36843"/>
                        <a:pt x="79119" y="43960"/>
                      </a:cubicBezTo>
                      <a:cubicBezTo>
                        <a:pt x="85264" y="53149"/>
                        <a:pt x="55860" y="72089"/>
                        <a:pt x="55860" y="7208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40" name="Google Shape;840;p2"/>
                <p:cNvSpPr/>
                <p:nvPr/>
              </p:nvSpPr>
              <p:spPr>
                <a:xfrm>
                  <a:off x="7753209" y="1999637"/>
                  <a:ext cx="16796" cy="35222"/>
                </a:xfrm>
                <a:custGeom>
                  <a:avLst/>
                  <a:gdLst/>
                  <a:ahLst/>
                  <a:cxnLst/>
                  <a:rect l="l" t="t" r="r" b="b"/>
                  <a:pathLst>
                    <a:path w="16796" h="35222" extrusionOk="0">
                      <a:moveTo>
                        <a:pt x="12965" y="229"/>
                      </a:moveTo>
                      <a:cubicBezTo>
                        <a:pt x="-5111" y="4764"/>
                        <a:pt x="-2427" y="27549"/>
                        <a:pt x="9659" y="33333"/>
                      </a:cubicBezTo>
                      <a:cubicBezTo>
                        <a:pt x="21745" y="39116"/>
                        <a:pt x="11879" y="30980"/>
                        <a:pt x="14350" y="17687"/>
                      </a:cubicBezTo>
                      <a:cubicBezTo>
                        <a:pt x="16823" y="4397"/>
                        <a:pt x="18851" y="-1248"/>
                        <a:pt x="12965" y="22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41" name="Google Shape;841;p2"/>
                <p:cNvSpPr/>
                <p:nvPr/>
              </p:nvSpPr>
              <p:spPr>
                <a:xfrm>
                  <a:off x="7702546" y="2042528"/>
                  <a:ext cx="13879" cy="29103"/>
                </a:xfrm>
                <a:custGeom>
                  <a:avLst/>
                  <a:gdLst/>
                  <a:ahLst/>
                  <a:cxnLst/>
                  <a:rect l="l" t="t" r="r" b="b"/>
                  <a:pathLst>
                    <a:path w="13879" h="29103" extrusionOk="0">
                      <a:moveTo>
                        <a:pt x="10713" y="189"/>
                      </a:moveTo>
                      <a:cubicBezTo>
                        <a:pt x="-4224" y="3936"/>
                        <a:pt x="-2004" y="22765"/>
                        <a:pt x="7981" y="27543"/>
                      </a:cubicBezTo>
                      <a:cubicBezTo>
                        <a:pt x="17968" y="32321"/>
                        <a:pt x="9814" y="25598"/>
                        <a:pt x="11858" y="14616"/>
                      </a:cubicBezTo>
                      <a:cubicBezTo>
                        <a:pt x="13902" y="3632"/>
                        <a:pt x="15577" y="-1030"/>
                        <a:pt x="10713" y="18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42" name="Google Shape;842;p2"/>
                <p:cNvSpPr/>
                <p:nvPr/>
              </p:nvSpPr>
              <p:spPr>
                <a:xfrm>
                  <a:off x="7804237" y="1971757"/>
                  <a:ext cx="16796" cy="35221"/>
                </a:xfrm>
                <a:custGeom>
                  <a:avLst/>
                  <a:gdLst/>
                  <a:ahLst/>
                  <a:cxnLst/>
                  <a:rect l="l" t="t" r="r" b="b"/>
                  <a:pathLst>
                    <a:path w="16796" h="35221" extrusionOk="0">
                      <a:moveTo>
                        <a:pt x="12965" y="229"/>
                      </a:moveTo>
                      <a:cubicBezTo>
                        <a:pt x="-5111" y="4765"/>
                        <a:pt x="-2427" y="27549"/>
                        <a:pt x="9659" y="33333"/>
                      </a:cubicBezTo>
                      <a:cubicBezTo>
                        <a:pt x="21745" y="39114"/>
                        <a:pt x="11879" y="30981"/>
                        <a:pt x="14350" y="17687"/>
                      </a:cubicBezTo>
                      <a:cubicBezTo>
                        <a:pt x="16823" y="4394"/>
                        <a:pt x="18851" y="-1248"/>
                        <a:pt x="12965" y="22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43" name="Google Shape;843;p2"/>
                <p:cNvSpPr/>
                <p:nvPr/>
              </p:nvSpPr>
              <p:spPr>
                <a:xfrm>
                  <a:off x="7855981" y="1941156"/>
                  <a:ext cx="16795" cy="35221"/>
                </a:xfrm>
                <a:custGeom>
                  <a:avLst/>
                  <a:gdLst/>
                  <a:ahLst/>
                  <a:cxnLst/>
                  <a:rect l="l" t="t" r="r" b="b"/>
                  <a:pathLst>
                    <a:path w="16795" h="35221" extrusionOk="0">
                      <a:moveTo>
                        <a:pt x="12964" y="229"/>
                      </a:moveTo>
                      <a:cubicBezTo>
                        <a:pt x="-5112" y="4765"/>
                        <a:pt x="-2426" y="27549"/>
                        <a:pt x="9658" y="33333"/>
                      </a:cubicBezTo>
                      <a:cubicBezTo>
                        <a:pt x="21744" y="39114"/>
                        <a:pt x="11878" y="30981"/>
                        <a:pt x="14349" y="17687"/>
                      </a:cubicBezTo>
                      <a:cubicBezTo>
                        <a:pt x="16823" y="4394"/>
                        <a:pt x="18850" y="-1248"/>
                        <a:pt x="12964" y="22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44" name="Google Shape;844;p2"/>
                <p:cNvSpPr/>
                <p:nvPr/>
              </p:nvSpPr>
              <p:spPr>
                <a:xfrm>
                  <a:off x="7225029" y="2490297"/>
                  <a:ext cx="10711" cy="16900"/>
                </a:xfrm>
                <a:custGeom>
                  <a:avLst/>
                  <a:gdLst/>
                  <a:ahLst/>
                  <a:cxnLst/>
                  <a:rect l="l" t="t" r="r" b="b"/>
                  <a:pathLst>
                    <a:path w="10711" h="16900" extrusionOk="0">
                      <a:moveTo>
                        <a:pt x="2880" y="16860"/>
                      </a:moveTo>
                      <a:cubicBezTo>
                        <a:pt x="-3978" y="15973"/>
                        <a:pt x="2962" y="-925"/>
                        <a:pt x="7664" y="40"/>
                      </a:cubicBezTo>
                      <a:cubicBezTo>
                        <a:pt x="12367" y="1004"/>
                        <a:pt x="10892" y="3880"/>
                        <a:pt x="8156" y="8196"/>
                      </a:cubicBezTo>
                      <a:cubicBezTo>
                        <a:pt x="5415" y="12515"/>
                        <a:pt x="7013" y="17395"/>
                        <a:pt x="2880" y="1686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45" name="Google Shape;845;p2"/>
                <p:cNvSpPr/>
                <p:nvPr/>
              </p:nvSpPr>
              <p:spPr>
                <a:xfrm>
                  <a:off x="7233090" y="2472667"/>
                  <a:ext cx="11396" cy="14329"/>
                </a:xfrm>
                <a:custGeom>
                  <a:avLst/>
                  <a:gdLst/>
                  <a:ahLst/>
                  <a:cxnLst/>
                  <a:rect l="l" t="t" r="r" b="b"/>
                  <a:pathLst>
                    <a:path w="11396" h="14329" extrusionOk="0">
                      <a:moveTo>
                        <a:pt x="1272" y="14329"/>
                      </a:moveTo>
                      <a:cubicBezTo>
                        <a:pt x="-2312" y="14343"/>
                        <a:pt x="2550" y="110"/>
                        <a:pt x="5142" y="3"/>
                      </a:cubicBezTo>
                      <a:cubicBezTo>
                        <a:pt x="7735" y="-105"/>
                        <a:pt x="12967" y="3199"/>
                        <a:pt x="10940" y="6125"/>
                      </a:cubicBezTo>
                      <a:cubicBezTo>
                        <a:pt x="8910" y="9051"/>
                        <a:pt x="1272" y="14329"/>
                        <a:pt x="1272" y="1432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46" name="Google Shape;846;p2"/>
                <p:cNvSpPr/>
                <p:nvPr/>
              </p:nvSpPr>
              <p:spPr>
                <a:xfrm>
                  <a:off x="7238333" y="2453278"/>
                  <a:ext cx="24073" cy="22845"/>
                </a:xfrm>
                <a:custGeom>
                  <a:avLst/>
                  <a:gdLst/>
                  <a:ahLst/>
                  <a:cxnLst/>
                  <a:rect l="l" t="t" r="r" b="b"/>
                  <a:pathLst>
                    <a:path w="24073" h="22845" extrusionOk="0">
                      <a:moveTo>
                        <a:pt x="13529" y="18032"/>
                      </a:moveTo>
                      <a:cubicBezTo>
                        <a:pt x="8806" y="23379"/>
                        <a:pt x="1310" y="24677"/>
                        <a:pt x="186" y="19856"/>
                      </a:cubicBezTo>
                      <a:cubicBezTo>
                        <a:pt x="-939" y="15035"/>
                        <a:pt x="3219" y="5086"/>
                        <a:pt x="8013" y="1223"/>
                      </a:cubicBezTo>
                      <a:cubicBezTo>
                        <a:pt x="12807" y="-2640"/>
                        <a:pt x="25809" y="3520"/>
                        <a:pt x="23880" y="7640"/>
                      </a:cubicBezTo>
                      <a:cubicBezTo>
                        <a:pt x="21951" y="11759"/>
                        <a:pt x="13529" y="18032"/>
                        <a:pt x="13529" y="1803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47" name="Google Shape;847;p2"/>
                <p:cNvSpPr/>
                <p:nvPr/>
              </p:nvSpPr>
              <p:spPr>
                <a:xfrm>
                  <a:off x="7249091" y="2419627"/>
                  <a:ext cx="30964" cy="37195"/>
                </a:xfrm>
                <a:custGeom>
                  <a:avLst/>
                  <a:gdLst/>
                  <a:ahLst/>
                  <a:cxnLst/>
                  <a:rect l="l" t="t" r="r" b="b"/>
                  <a:pathLst>
                    <a:path w="30964" h="37195" extrusionOk="0">
                      <a:moveTo>
                        <a:pt x="14823" y="31529"/>
                      </a:moveTo>
                      <a:cubicBezTo>
                        <a:pt x="10107" y="37278"/>
                        <a:pt x="9090" y="38042"/>
                        <a:pt x="3674" y="36503"/>
                      </a:cubicBezTo>
                      <a:cubicBezTo>
                        <a:pt x="-1739" y="34967"/>
                        <a:pt x="-102" y="22452"/>
                        <a:pt x="1852" y="15966"/>
                      </a:cubicBezTo>
                      <a:cubicBezTo>
                        <a:pt x="3807" y="9481"/>
                        <a:pt x="12197" y="250"/>
                        <a:pt x="17868" y="5"/>
                      </a:cubicBezTo>
                      <a:cubicBezTo>
                        <a:pt x="23540" y="-239"/>
                        <a:pt x="32290" y="7986"/>
                        <a:pt x="30795" y="10964"/>
                      </a:cubicBezTo>
                      <a:cubicBezTo>
                        <a:pt x="29300" y="13943"/>
                        <a:pt x="17082" y="20465"/>
                        <a:pt x="15155" y="23713"/>
                      </a:cubicBezTo>
                      <a:cubicBezTo>
                        <a:pt x="13227" y="26964"/>
                        <a:pt x="14823" y="31529"/>
                        <a:pt x="14823" y="3152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48" name="Google Shape;848;p2"/>
                <p:cNvSpPr/>
                <p:nvPr/>
              </p:nvSpPr>
              <p:spPr>
                <a:xfrm>
                  <a:off x="7265878" y="2384322"/>
                  <a:ext cx="44117" cy="43861"/>
                </a:xfrm>
                <a:custGeom>
                  <a:avLst/>
                  <a:gdLst/>
                  <a:ahLst/>
                  <a:cxnLst/>
                  <a:rect l="l" t="t" r="r" b="b"/>
                  <a:pathLst>
                    <a:path w="44117" h="43861" extrusionOk="0">
                      <a:moveTo>
                        <a:pt x="29640" y="25563"/>
                      </a:moveTo>
                      <a:cubicBezTo>
                        <a:pt x="23770" y="30574"/>
                        <a:pt x="25173" y="37281"/>
                        <a:pt x="22240" y="40429"/>
                      </a:cubicBezTo>
                      <a:cubicBezTo>
                        <a:pt x="19307" y="43577"/>
                        <a:pt x="11658" y="44783"/>
                        <a:pt x="9539" y="43103"/>
                      </a:cubicBezTo>
                      <a:cubicBezTo>
                        <a:pt x="7420" y="41423"/>
                        <a:pt x="-6778" y="38591"/>
                        <a:pt x="3993" y="21363"/>
                      </a:cubicBezTo>
                      <a:cubicBezTo>
                        <a:pt x="14765" y="4136"/>
                        <a:pt x="15762" y="543"/>
                        <a:pt x="26284" y="14"/>
                      </a:cubicBezTo>
                      <a:cubicBezTo>
                        <a:pt x="36807" y="-513"/>
                        <a:pt x="47370" y="13552"/>
                        <a:pt x="43175" y="16410"/>
                      </a:cubicBezTo>
                      <a:cubicBezTo>
                        <a:pt x="38980" y="19267"/>
                        <a:pt x="29640" y="25563"/>
                        <a:pt x="29640" y="25563"/>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49" name="Google Shape;849;p2"/>
                <p:cNvSpPr/>
                <p:nvPr/>
              </p:nvSpPr>
              <p:spPr>
                <a:xfrm>
                  <a:off x="7299750" y="2344041"/>
                  <a:ext cx="49659" cy="49370"/>
                </a:xfrm>
                <a:custGeom>
                  <a:avLst/>
                  <a:gdLst/>
                  <a:ahLst/>
                  <a:cxnLst/>
                  <a:rect l="l" t="t" r="r" b="b"/>
                  <a:pathLst>
                    <a:path w="49659" h="49370" extrusionOk="0">
                      <a:moveTo>
                        <a:pt x="33363" y="28774"/>
                      </a:moveTo>
                      <a:cubicBezTo>
                        <a:pt x="26754" y="34416"/>
                        <a:pt x="28336" y="41964"/>
                        <a:pt x="25033" y="45506"/>
                      </a:cubicBezTo>
                      <a:cubicBezTo>
                        <a:pt x="21729" y="49046"/>
                        <a:pt x="13120" y="50409"/>
                        <a:pt x="10736" y="48516"/>
                      </a:cubicBezTo>
                      <a:cubicBezTo>
                        <a:pt x="8352" y="46623"/>
                        <a:pt x="-7630" y="43439"/>
                        <a:pt x="4495" y="24047"/>
                      </a:cubicBezTo>
                      <a:cubicBezTo>
                        <a:pt x="16620" y="4655"/>
                        <a:pt x="17742" y="611"/>
                        <a:pt x="29586" y="16"/>
                      </a:cubicBezTo>
                      <a:cubicBezTo>
                        <a:pt x="41430" y="-578"/>
                        <a:pt x="53322" y="15255"/>
                        <a:pt x="48599" y="18469"/>
                      </a:cubicBezTo>
                      <a:cubicBezTo>
                        <a:pt x="43876" y="21683"/>
                        <a:pt x="33363" y="28774"/>
                        <a:pt x="33363" y="2877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50" name="Google Shape;850;p2"/>
                <p:cNvSpPr/>
                <p:nvPr/>
              </p:nvSpPr>
              <p:spPr>
                <a:xfrm>
                  <a:off x="7331742" y="2312614"/>
                  <a:ext cx="54595" cy="43531"/>
                </a:xfrm>
                <a:custGeom>
                  <a:avLst/>
                  <a:gdLst/>
                  <a:ahLst/>
                  <a:cxnLst/>
                  <a:rect l="l" t="t" r="r" b="b"/>
                  <a:pathLst>
                    <a:path w="54595" h="43531" extrusionOk="0">
                      <a:moveTo>
                        <a:pt x="34650" y="29580"/>
                      </a:moveTo>
                      <a:cubicBezTo>
                        <a:pt x="26522" y="32646"/>
                        <a:pt x="25449" y="40286"/>
                        <a:pt x="21140" y="42496"/>
                      </a:cubicBezTo>
                      <a:cubicBezTo>
                        <a:pt x="16831" y="44707"/>
                        <a:pt x="8272" y="43070"/>
                        <a:pt x="6670" y="40482"/>
                      </a:cubicBezTo>
                      <a:cubicBezTo>
                        <a:pt x="5067" y="37894"/>
                        <a:pt x="-8886" y="29477"/>
                        <a:pt x="9095" y="15345"/>
                      </a:cubicBezTo>
                      <a:cubicBezTo>
                        <a:pt x="27077" y="1213"/>
                        <a:pt x="29505" y="-2209"/>
                        <a:pt x="40850" y="1247"/>
                      </a:cubicBezTo>
                      <a:cubicBezTo>
                        <a:pt x="52196" y="4704"/>
                        <a:pt x="58011" y="23632"/>
                        <a:pt x="52479" y="25054"/>
                      </a:cubicBezTo>
                      <a:cubicBezTo>
                        <a:pt x="46945" y="26478"/>
                        <a:pt x="34650" y="29580"/>
                        <a:pt x="34650" y="2958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51" name="Google Shape;851;p2"/>
                <p:cNvSpPr/>
                <p:nvPr/>
              </p:nvSpPr>
              <p:spPr>
                <a:xfrm>
                  <a:off x="7372829" y="2275618"/>
                  <a:ext cx="58125" cy="56314"/>
                </a:xfrm>
                <a:custGeom>
                  <a:avLst/>
                  <a:gdLst/>
                  <a:ahLst/>
                  <a:cxnLst/>
                  <a:rect l="l" t="t" r="r" b="b"/>
                  <a:pathLst>
                    <a:path w="58125" h="56314" extrusionOk="0">
                      <a:moveTo>
                        <a:pt x="41511" y="47807"/>
                      </a:moveTo>
                      <a:cubicBezTo>
                        <a:pt x="33757" y="51727"/>
                        <a:pt x="20308" y="53295"/>
                        <a:pt x="16262" y="55956"/>
                      </a:cubicBezTo>
                      <a:cubicBezTo>
                        <a:pt x="12216" y="58617"/>
                        <a:pt x="9779" y="45665"/>
                        <a:pt x="7909" y="43262"/>
                      </a:cubicBezTo>
                      <a:cubicBezTo>
                        <a:pt x="6039" y="40859"/>
                        <a:pt x="-8738" y="33988"/>
                        <a:pt x="7628" y="18011"/>
                      </a:cubicBezTo>
                      <a:cubicBezTo>
                        <a:pt x="23993" y="2034"/>
                        <a:pt x="26039" y="-1631"/>
                        <a:pt x="37688" y="591"/>
                      </a:cubicBezTo>
                      <a:cubicBezTo>
                        <a:pt x="49338" y="2813"/>
                        <a:pt x="53462" y="19906"/>
                        <a:pt x="57346" y="24094"/>
                      </a:cubicBezTo>
                      <a:cubicBezTo>
                        <a:pt x="62364" y="29507"/>
                        <a:pt x="41511" y="47807"/>
                        <a:pt x="41511" y="4780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52" name="Google Shape;852;p2"/>
                <p:cNvSpPr/>
                <p:nvPr/>
              </p:nvSpPr>
              <p:spPr>
                <a:xfrm>
                  <a:off x="7411291" y="2236996"/>
                  <a:ext cx="65257" cy="61597"/>
                </a:xfrm>
                <a:custGeom>
                  <a:avLst/>
                  <a:gdLst/>
                  <a:ahLst/>
                  <a:cxnLst/>
                  <a:rect l="l" t="t" r="r" b="b"/>
                  <a:pathLst>
                    <a:path w="65257" h="61597" extrusionOk="0">
                      <a:moveTo>
                        <a:pt x="47218" y="52362"/>
                      </a:moveTo>
                      <a:cubicBezTo>
                        <a:pt x="38799" y="56617"/>
                        <a:pt x="24199" y="58322"/>
                        <a:pt x="19805" y="61209"/>
                      </a:cubicBezTo>
                      <a:cubicBezTo>
                        <a:pt x="15411" y="64096"/>
                        <a:pt x="12766" y="50035"/>
                        <a:pt x="10736" y="47427"/>
                      </a:cubicBezTo>
                      <a:cubicBezTo>
                        <a:pt x="8706" y="44819"/>
                        <a:pt x="-10226" y="33567"/>
                        <a:pt x="7541" y="16221"/>
                      </a:cubicBezTo>
                      <a:cubicBezTo>
                        <a:pt x="25307" y="-1126"/>
                        <a:pt x="30419" y="-1313"/>
                        <a:pt x="43067" y="1099"/>
                      </a:cubicBezTo>
                      <a:cubicBezTo>
                        <a:pt x="55716" y="3511"/>
                        <a:pt x="60194" y="22068"/>
                        <a:pt x="64411" y="26617"/>
                      </a:cubicBezTo>
                      <a:cubicBezTo>
                        <a:pt x="69859" y="32492"/>
                        <a:pt x="47218" y="52362"/>
                        <a:pt x="47218" y="5236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53" name="Google Shape;853;p2"/>
                <p:cNvSpPr/>
                <p:nvPr/>
              </p:nvSpPr>
              <p:spPr>
                <a:xfrm>
                  <a:off x="7451214" y="2206034"/>
                  <a:ext cx="65257" cy="61597"/>
                </a:xfrm>
                <a:custGeom>
                  <a:avLst/>
                  <a:gdLst/>
                  <a:ahLst/>
                  <a:cxnLst/>
                  <a:rect l="l" t="t" r="r" b="b"/>
                  <a:pathLst>
                    <a:path w="65257" h="61597" extrusionOk="0">
                      <a:moveTo>
                        <a:pt x="47218" y="52362"/>
                      </a:moveTo>
                      <a:cubicBezTo>
                        <a:pt x="38799" y="56617"/>
                        <a:pt x="24199" y="58322"/>
                        <a:pt x="19805" y="61209"/>
                      </a:cubicBezTo>
                      <a:cubicBezTo>
                        <a:pt x="15411" y="64096"/>
                        <a:pt x="12766" y="50035"/>
                        <a:pt x="10736" y="47427"/>
                      </a:cubicBezTo>
                      <a:cubicBezTo>
                        <a:pt x="8706" y="44819"/>
                        <a:pt x="-10226" y="33567"/>
                        <a:pt x="7541" y="16221"/>
                      </a:cubicBezTo>
                      <a:cubicBezTo>
                        <a:pt x="25307" y="-1126"/>
                        <a:pt x="30419" y="-1313"/>
                        <a:pt x="43067" y="1099"/>
                      </a:cubicBezTo>
                      <a:cubicBezTo>
                        <a:pt x="55716" y="3511"/>
                        <a:pt x="60194" y="22068"/>
                        <a:pt x="64411" y="26617"/>
                      </a:cubicBezTo>
                      <a:cubicBezTo>
                        <a:pt x="69859" y="32495"/>
                        <a:pt x="47218" y="52362"/>
                        <a:pt x="47218" y="5236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54" name="Google Shape;854;p2"/>
                <p:cNvSpPr/>
                <p:nvPr/>
              </p:nvSpPr>
              <p:spPr>
                <a:xfrm>
                  <a:off x="7490776" y="2172391"/>
                  <a:ext cx="65170" cy="59710"/>
                </a:xfrm>
                <a:custGeom>
                  <a:avLst/>
                  <a:gdLst/>
                  <a:ahLst/>
                  <a:cxnLst/>
                  <a:rect l="l" t="t" r="r" b="b"/>
                  <a:pathLst>
                    <a:path w="65170" h="59710" extrusionOk="0">
                      <a:moveTo>
                        <a:pt x="44703" y="53581"/>
                      </a:moveTo>
                      <a:cubicBezTo>
                        <a:pt x="35877" y="56909"/>
                        <a:pt x="21176" y="57039"/>
                        <a:pt x="16499" y="59440"/>
                      </a:cubicBezTo>
                      <a:cubicBezTo>
                        <a:pt x="11822" y="61840"/>
                        <a:pt x="10697" y="47575"/>
                        <a:pt x="8957" y="44766"/>
                      </a:cubicBezTo>
                      <a:cubicBezTo>
                        <a:pt x="7218" y="41956"/>
                        <a:pt x="-10401" y="28741"/>
                        <a:pt x="9124" y="13397"/>
                      </a:cubicBezTo>
                      <a:cubicBezTo>
                        <a:pt x="28647" y="-1946"/>
                        <a:pt x="33749" y="-1585"/>
                        <a:pt x="46066" y="2168"/>
                      </a:cubicBezTo>
                      <a:cubicBezTo>
                        <a:pt x="58383" y="5922"/>
                        <a:pt x="60847" y="24852"/>
                        <a:pt x="64553" y="29827"/>
                      </a:cubicBezTo>
                      <a:cubicBezTo>
                        <a:pt x="69342" y="36250"/>
                        <a:pt x="44703" y="53581"/>
                        <a:pt x="44703" y="5358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55" name="Google Shape;855;p2"/>
                <p:cNvSpPr/>
                <p:nvPr/>
              </p:nvSpPr>
              <p:spPr>
                <a:xfrm>
                  <a:off x="7416068" y="2251057"/>
                  <a:ext cx="13736" cy="26938"/>
                </a:xfrm>
                <a:custGeom>
                  <a:avLst/>
                  <a:gdLst/>
                  <a:ahLst/>
                  <a:cxnLst/>
                  <a:rect l="l" t="t" r="r" b="b"/>
                  <a:pathLst>
                    <a:path w="13736" h="26938" extrusionOk="0">
                      <a:moveTo>
                        <a:pt x="9583" y="536"/>
                      </a:moveTo>
                      <a:cubicBezTo>
                        <a:pt x="-4721" y="7330"/>
                        <a:pt x="-1317" y="24212"/>
                        <a:pt x="8728" y="26393"/>
                      </a:cubicBezTo>
                      <a:cubicBezTo>
                        <a:pt x="18773" y="28574"/>
                        <a:pt x="10388" y="24190"/>
                        <a:pt x="11652" y="13596"/>
                      </a:cubicBezTo>
                      <a:cubicBezTo>
                        <a:pt x="12916" y="3003"/>
                        <a:pt x="14242" y="-1674"/>
                        <a:pt x="9583" y="53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56" name="Google Shape;856;p2"/>
                <p:cNvSpPr/>
                <p:nvPr/>
              </p:nvSpPr>
              <p:spPr>
                <a:xfrm>
                  <a:off x="7377473" y="2293595"/>
                  <a:ext cx="11351" cy="22260"/>
                </a:xfrm>
                <a:custGeom>
                  <a:avLst/>
                  <a:gdLst/>
                  <a:ahLst/>
                  <a:cxnLst/>
                  <a:rect l="l" t="t" r="r" b="b"/>
                  <a:pathLst>
                    <a:path w="11351" h="22260" extrusionOk="0">
                      <a:moveTo>
                        <a:pt x="7919" y="443"/>
                      </a:moveTo>
                      <a:cubicBezTo>
                        <a:pt x="-3902" y="6057"/>
                        <a:pt x="-1088" y="20009"/>
                        <a:pt x="7213" y="21810"/>
                      </a:cubicBezTo>
                      <a:cubicBezTo>
                        <a:pt x="15513" y="23612"/>
                        <a:pt x="8584" y="19988"/>
                        <a:pt x="9629" y="11235"/>
                      </a:cubicBezTo>
                      <a:cubicBezTo>
                        <a:pt x="10671" y="2482"/>
                        <a:pt x="11766" y="-1384"/>
                        <a:pt x="7919" y="44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57" name="Google Shape;857;p2"/>
                <p:cNvSpPr/>
                <p:nvPr/>
              </p:nvSpPr>
              <p:spPr>
                <a:xfrm>
                  <a:off x="7338614" y="2324662"/>
                  <a:ext cx="11699" cy="22245"/>
                </a:xfrm>
                <a:custGeom>
                  <a:avLst/>
                  <a:gdLst/>
                  <a:ahLst/>
                  <a:cxnLst/>
                  <a:rect l="l" t="t" r="r" b="b"/>
                  <a:pathLst>
                    <a:path w="11699" h="22245" extrusionOk="0">
                      <a:moveTo>
                        <a:pt x="9164" y="290"/>
                      </a:moveTo>
                      <a:cubicBezTo>
                        <a:pt x="-3190" y="4605"/>
                        <a:pt x="-1887" y="18776"/>
                        <a:pt x="6171" y="21458"/>
                      </a:cubicBezTo>
                      <a:cubicBezTo>
                        <a:pt x="14232" y="24139"/>
                        <a:pt x="7731" y="19794"/>
                        <a:pt x="9705" y="11203"/>
                      </a:cubicBezTo>
                      <a:cubicBezTo>
                        <a:pt x="11683" y="2610"/>
                        <a:pt x="13187" y="-1116"/>
                        <a:pt x="9164" y="29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58" name="Google Shape;858;p2"/>
                <p:cNvSpPr/>
                <p:nvPr/>
              </p:nvSpPr>
              <p:spPr>
                <a:xfrm>
                  <a:off x="7303229" y="2368249"/>
                  <a:ext cx="11698" cy="22245"/>
                </a:xfrm>
                <a:custGeom>
                  <a:avLst/>
                  <a:gdLst/>
                  <a:ahLst/>
                  <a:cxnLst/>
                  <a:rect l="l" t="t" r="r" b="b"/>
                  <a:pathLst>
                    <a:path w="11698" h="22245" extrusionOk="0">
                      <a:moveTo>
                        <a:pt x="9164" y="290"/>
                      </a:moveTo>
                      <a:cubicBezTo>
                        <a:pt x="-3190" y="4605"/>
                        <a:pt x="-1887" y="18776"/>
                        <a:pt x="6171" y="21458"/>
                      </a:cubicBezTo>
                      <a:cubicBezTo>
                        <a:pt x="14232" y="24139"/>
                        <a:pt x="7731" y="19794"/>
                        <a:pt x="9706" y="11203"/>
                      </a:cubicBezTo>
                      <a:cubicBezTo>
                        <a:pt x="11683" y="2610"/>
                        <a:pt x="13185" y="-1116"/>
                        <a:pt x="9164" y="29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59" name="Google Shape;859;p2"/>
                <p:cNvSpPr/>
                <p:nvPr/>
              </p:nvSpPr>
              <p:spPr>
                <a:xfrm>
                  <a:off x="7269527" y="2403089"/>
                  <a:ext cx="9600" cy="18252"/>
                </a:xfrm>
                <a:custGeom>
                  <a:avLst/>
                  <a:gdLst/>
                  <a:ahLst/>
                  <a:cxnLst/>
                  <a:rect l="l" t="t" r="r" b="b"/>
                  <a:pathLst>
                    <a:path w="9600" h="18252" extrusionOk="0">
                      <a:moveTo>
                        <a:pt x="7519" y="237"/>
                      </a:moveTo>
                      <a:cubicBezTo>
                        <a:pt x="-2617" y="3778"/>
                        <a:pt x="-1549" y="15407"/>
                        <a:pt x="5064" y="17606"/>
                      </a:cubicBezTo>
                      <a:cubicBezTo>
                        <a:pt x="11678" y="19805"/>
                        <a:pt x="6342" y="16241"/>
                        <a:pt x="7965" y="9191"/>
                      </a:cubicBezTo>
                      <a:cubicBezTo>
                        <a:pt x="9588" y="2141"/>
                        <a:pt x="10821" y="-915"/>
                        <a:pt x="7519" y="23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60" name="Google Shape;860;p2"/>
                <p:cNvSpPr/>
                <p:nvPr/>
              </p:nvSpPr>
              <p:spPr>
                <a:xfrm>
                  <a:off x="7249342" y="2431874"/>
                  <a:ext cx="9598" cy="18252"/>
                </a:xfrm>
                <a:custGeom>
                  <a:avLst/>
                  <a:gdLst/>
                  <a:ahLst/>
                  <a:cxnLst/>
                  <a:rect l="l" t="t" r="r" b="b"/>
                  <a:pathLst>
                    <a:path w="9598" h="18252" extrusionOk="0">
                      <a:moveTo>
                        <a:pt x="7519" y="238"/>
                      </a:moveTo>
                      <a:cubicBezTo>
                        <a:pt x="-2617" y="3779"/>
                        <a:pt x="-1549" y="15408"/>
                        <a:pt x="5064" y="17607"/>
                      </a:cubicBezTo>
                      <a:cubicBezTo>
                        <a:pt x="11678" y="19806"/>
                        <a:pt x="6342" y="16242"/>
                        <a:pt x="7965" y="9192"/>
                      </a:cubicBezTo>
                      <a:cubicBezTo>
                        <a:pt x="9586" y="2142"/>
                        <a:pt x="10818" y="-917"/>
                        <a:pt x="7519" y="23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61" name="Google Shape;861;p2"/>
                <p:cNvSpPr/>
                <p:nvPr/>
              </p:nvSpPr>
              <p:spPr>
                <a:xfrm>
                  <a:off x="7239861" y="2459293"/>
                  <a:ext cx="8101" cy="15401"/>
                </a:xfrm>
                <a:custGeom>
                  <a:avLst/>
                  <a:gdLst/>
                  <a:ahLst/>
                  <a:cxnLst/>
                  <a:rect l="l" t="t" r="r" b="b"/>
                  <a:pathLst>
                    <a:path w="8101" h="15401" extrusionOk="0">
                      <a:moveTo>
                        <a:pt x="6345" y="201"/>
                      </a:moveTo>
                      <a:cubicBezTo>
                        <a:pt x="-2209" y="3188"/>
                        <a:pt x="-1306" y="13002"/>
                        <a:pt x="4274" y="14856"/>
                      </a:cubicBezTo>
                      <a:cubicBezTo>
                        <a:pt x="9854" y="16712"/>
                        <a:pt x="5353" y="13704"/>
                        <a:pt x="6722" y="7756"/>
                      </a:cubicBezTo>
                      <a:cubicBezTo>
                        <a:pt x="8092" y="1808"/>
                        <a:pt x="9132" y="-773"/>
                        <a:pt x="6345" y="20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62" name="Google Shape;862;p2"/>
                <p:cNvSpPr/>
                <p:nvPr/>
              </p:nvSpPr>
              <p:spPr>
                <a:xfrm>
                  <a:off x="7455627" y="2220380"/>
                  <a:ext cx="13736" cy="26938"/>
                </a:xfrm>
                <a:custGeom>
                  <a:avLst/>
                  <a:gdLst/>
                  <a:ahLst/>
                  <a:cxnLst/>
                  <a:rect l="l" t="t" r="r" b="b"/>
                  <a:pathLst>
                    <a:path w="13736" h="26938" extrusionOk="0">
                      <a:moveTo>
                        <a:pt x="9583" y="537"/>
                      </a:moveTo>
                      <a:cubicBezTo>
                        <a:pt x="-4721" y="7331"/>
                        <a:pt x="-1317" y="24213"/>
                        <a:pt x="8728" y="26394"/>
                      </a:cubicBezTo>
                      <a:cubicBezTo>
                        <a:pt x="18773" y="28575"/>
                        <a:pt x="10388" y="24190"/>
                        <a:pt x="11652" y="13597"/>
                      </a:cubicBezTo>
                      <a:cubicBezTo>
                        <a:pt x="12916" y="3001"/>
                        <a:pt x="14239" y="-1676"/>
                        <a:pt x="9583" y="53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63" name="Google Shape;863;p2"/>
                <p:cNvSpPr/>
                <p:nvPr/>
              </p:nvSpPr>
              <p:spPr>
                <a:xfrm>
                  <a:off x="7646801" y="2423673"/>
                  <a:ext cx="25853" cy="17918"/>
                </a:xfrm>
                <a:custGeom>
                  <a:avLst/>
                  <a:gdLst/>
                  <a:ahLst/>
                  <a:cxnLst/>
                  <a:rect l="l" t="t" r="r" b="b"/>
                  <a:pathLst>
                    <a:path w="25853" h="17918" extrusionOk="0">
                      <a:moveTo>
                        <a:pt x="24615" y="12908"/>
                      </a:moveTo>
                      <a:cubicBezTo>
                        <a:pt x="13231" y="23916"/>
                        <a:pt x="-1381" y="14799"/>
                        <a:pt x="105" y="4629"/>
                      </a:cubicBezTo>
                      <a:cubicBezTo>
                        <a:pt x="1591" y="-5542"/>
                        <a:pt x="2752" y="3849"/>
                        <a:pt x="13114" y="6386"/>
                      </a:cubicBezTo>
                      <a:cubicBezTo>
                        <a:pt x="23477" y="8924"/>
                        <a:pt x="28323" y="9324"/>
                        <a:pt x="24615" y="1290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64" name="Google Shape;864;p2"/>
                <p:cNvSpPr/>
                <p:nvPr/>
              </p:nvSpPr>
              <p:spPr>
                <a:xfrm>
                  <a:off x="7349684" y="2084034"/>
                  <a:ext cx="775909" cy="623015"/>
                </a:xfrm>
                <a:custGeom>
                  <a:avLst/>
                  <a:gdLst/>
                  <a:ahLst/>
                  <a:cxnLst/>
                  <a:rect l="l" t="t" r="r" b="b"/>
                  <a:pathLst>
                    <a:path w="775909" h="623015" extrusionOk="0">
                      <a:moveTo>
                        <a:pt x="775910" y="0"/>
                      </a:moveTo>
                      <a:cubicBezTo>
                        <a:pt x="745083" y="40389"/>
                        <a:pt x="787596" y="25020"/>
                        <a:pt x="726301" y="136435"/>
                      </a:cubicBezTo>
                      <a:cubicBezTo>
                        <a:pt x="665007" y="247850"/>
                        <a:pt x="306354" y="334698"/>
                        <a:pt x="0" y="623015"/>
                      </a:cubicBezTo>
                      <a:cubicBezTo>
                        <a:pt x="55276" y="541300"/>
                        <a:pt x="350999" y="202375"/>
                        <a:pt x="465967" y="134058"/>
                      </a:cubicBezTo>
                      <a:cubicBezTo>
                        <a:pt x="580935" y="65741"/>
                        <a:pt x="676210" y="36322"/>
                        <a:pt x="676210" y="36322"/>
                      </a:cubicBezTo>
                      <a:lnTo>
                        <a:pt x="775910" y="0"/>
                      </a:lnTo>
                      <a:close/>
                    </a:path>
                  </a:pathLst>
                </a:custGeom>
                <a:solidFill>
                  <a:srgbClr val="5F8C1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65" name="Google Shape;865;p2"/>
                <p:cNvSpPr/>
                <p:nvPr/>
              </p:nvSpPr>
              <p:spPr>
                <a:xfrm>
                  <a:off x="7487953" y="2188797"/>
                  <a:ext cx="604374" cy="352368"/>
                </a:xfrm>
                <a:custGeom>
                  <a:avLst/>
                  <a:gdLst/>
                  <a:ahLst/>
                  <a:cxnLst/>
                  <a:rect l="l" t="t" r="r" b="b"/>
                  <a:pathLst>
                    <a:path w="604374" h="352368" extrusionOk="0">
                      <a:moveTo>
                        <a:pt x="159926" y="278490"/>
                      </a:moveTo>
                      <a:cubicBezTo>
                        <a:pt x="76433" y="336760"/>
                        <a:pt x="0" y="352369"/>
                        <a:pt x="0" y="352369"/>
                      </a:cubicBezTo>
                      <a:lnTo>
                        <a:pt x="14009" y="333347"/>
                      </a:lnTo>
                      <a:cubicBezTo>
                        <a:pt x="15449" y="331721"/>
                        <a:pt x="16896" y="330091"/>
                        <a:pt x="18347" y="328459"/>
                      </a:cubicBezTo>
                      <a:cubicBezTo>
                        <a:pt x="23900" y="325353"/>
                        <a:pt x="50125" y="309341"/>
                        <a:pt x="129571" y="244760"/>
                      </a:cubicBezTo>
                      <a:cubicBezTo>
                        <a:pt x="197702" y="189377"/>
                        <a:pt x="469638" y="61720"/>
                        <a:pt x="604375" y="0"/>
                      </a:cubicBezTo>
                      <a:cubicBezTo>
                        <a:pt x="599972" y="9251"/>
                        <a:pt x="594600" y="19733"/>
                        <a:pt x="588030" y="31672"/>
                      </a:cubicBezTo>
                      <a:cubicBezTo>
                        <a:pt x="585054" y="37083"/>
                        <a:pt x="581366" y="42437"/>
                        <a:pt x="577025" y="47759"/>
                      </a:cubicBezTo>
                      <a:cubicBezTo>
                        <a:pt x="575855" y="49021"/>
                        <a:pt x="512743" y="88272"/>
                        <a:pt x="423797" y="108080"/>
                      </a:cubicBezTo>
                      <a:cubicBezTo>
                        <a:pt x="334636" y="127936"/>
                        <a:pt x="243420" y="220219"/>
                        <a:pt x="159926" y="278490"/>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66" name="Google Shape;866;p2"/>
                <p:cNvSpPr/>
                <p:nvPr/>
              </p:nvSpPr>
              <p:spPr>
                <a:xfrm>
                  <a:off x="7438818" y="1929367"/>
                  <a:ext cx="615615" cy="296206"/>
                </a:xfrm>
                <a:custGeom>
                  <a:avLst/>
                  <a:gdLst/>
                  <a:ahLst/>
                  <a:cxnLst/>
                  <a:rect l="l" t="t" r="r" b="b"/>
                  <a:pathLst>
                    <a:path w="615615" h="296206" extrusionOk="0">
                      <a:moveTo>
                        <a:pt x="586300" y="119901"/>
                      </a:moveTo>
                      <a:cubicBezTo>
                        <a:pt x="447585" y="272931"/>
                        <a:pt x="290457" y="119524"/>
                        <a:pt x="0" y="296207"/>
                      </a:cubicBezTo>
                      <a:cubicBezTo>
                        <a:pt x="140502" y="198643"/>
                        <a:pt x="225222" y="156260"/>
                        <a:pt x="335898" y="54983"/>
                      </a:cubicBezTo>
                      <a:cubicBezTo>
                        <a:pt x="446573" y="-46291"/>
                        <a:pt x="580726" y="23341"/>
                        <a:pt x="580726" y="23341"/>
                      </a:cubicBezTo>
                      <a:cubicBezTo>
                        <a:pt x="580726" y="23341"/>
                        <a:pt x="618656" y="53694"/>
                        <a:pt x="614379" y="71358"/>
                      </a:cubicBezTo>
                      <a:cubicBezTo>
                        <a:pt x="610099" y="89022"/>
                        <a:pt x="630968" y="110755"/>
                        <a:pt x="586300" y="119901"/>
                      </a:cubicBezTo>
                      <a:close/>
                    </a:path>
                  </a:pathLst>
                </a:custGeom>
                <a:solidFill>
                  <a:srgbClr val="6B9D1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67" name="Google Shape;867;p2"/>
                <p:cNvSpPr/>
                <p:nvPr/>
              </p:nvSpPr>
              <p:spPr>
                <a:xfrm>
                  <a:off x="7363983" y="1941024"/>
                  <a:ext cx="787997" cy="637556"/>
                </a:xfrm>
                <a:custGeom>
                  <a:avLst/>
                  <a:gdLst/>
                  <a:ahLst/>
                  <a:cxnLst/>
                  <a:rect l="l" t="t" r="r" b="b"/>
                  <a:pathLst>
                    <a:path w="787997" h="637556" extrusionOk="0">
                      <a:moveTo>
                        <a:pt x="622684" y="137510"/>
                      </a:moveTo>
                      <a:cubicBezTo>
                        <a:pt x="472535" y="239306"/>
                        <a:pt x="449786" y="273303"/>
                        <a:pt x="291545" y="441141"/>
                      </a:cubicBezTo>
                      <a:cubicBezTo>
                        <a:pt x="133303" y="608977"/>
                        <a:pt x="0" y="637557"/>
                        <a:pt x="0" y="637557"/>
                      </a:cubicBezTo>
                      <a:cubicBezTo>
                        <a:pt x="0" y="637557"/>
                        <a:pt x="157025" y="614747"/>
                        <a:pt x="344390" y="464198"/>
                      </a:cubicBezTo>
                      <a:cubicBezTo>
                        <a:pt x="531756" y="313649"/>
                        <a:pt x="642341" y="318979"/>
                        <a:pt x="708361" y="262394"/>
                      </a:cubicBezTo>
                      <a:cubicBezTo>
                        <a:pt x="774378" y="205809"/>
                        <a:pt x="744632" y="173354"/>
                        <a:pt x="752869" y="155089"/>
                      </a:cubicBezTo>
                      <a:cubicBezTo>
                        <a:pt x="761108" y="136824"/>
                        <a:pt x="786290" y="130240"/>
                        <a:pt x="787945" y="99978"/>
                      </a:cubicBezTo>
                      <a:cubicBezTo>
                        <a:pt x="789603" y="69716"/>
                        <a:pt x="751559" y="11938"/>
                        <a:pt x="735562" y="3116"/>
                      </a:cubicBezTo>
                      <a:cubicBezTo>
                        <a:pt x="719564" y="-5708"/>
                        <a:pt x="657223" y="6479"/>
                        <a:pt x="655559" y="11686"/>
                      </a:cubicBezTo>
                      <a:cubicBezTo>
                        <a:pt x="653894" y="16894"/>
                        <a:pt x="650326" y="30873"/>
                        <a:pt x="671048" y="65819"/>
                      </a:cubicBezTo>
                      <a:cubicBezTo>
                        <a:pt x="691773" y="100767"/>
                        <a:pt x="622684" y="137510"/>
                        <a:pt x="622684" y="137510"/>
                      </a:cubicBezTo>
                      <a:close/>
                    </a:path>
                  </a:pathLst>
                </a:custGeom>
                <a:solidFill>
                  <a:srgbClr val="6B9D1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68" name="Google Shape;868;p2"/>
                <p:cNvSpPr/>
                <p:nvPr/>
              </p:nvSpPr>
              <p:spPr>
                <a:xfrm>
                  <a:off x="7948260" y="1939109"/>
                  <a:ext cx="83572" cy="162934"/>
                </a:xfrm>
                <a:custGeom>
                  <a:avLst/>
                  <a:gdLst/>
                  <a:ahLst/>
                  <a:cxnLst/>
                  <a:rect l="l" t="t" r="r" b="b"/>
                  <a:pathLst>
                    <a:path w="83572" h="162934" extrusionOk="0">
                      <a:moveTo>
                        <a:pt x="0" y="162935"/>
                      </a:moveTo>
                      <a:cubicBezTo>
                        <a:pt x="31835" y="129276"/>
                        <a:pt x="70969" y="122484"/>
                        <a:pt x="80790" y="83944"/>
                      </a:cubicBezTo>
                      <a:cubicBezTo>
                        <a:pt x="90610" y="45402"/>
                        <a:pt x="71284" y="13602"/>
                        <a:pt x="71284" y="13602"/>
                      </a:cubicBezTo>
                      <a:cubicBezTo>
                        <a:pt x="71284" y="13602"/>
                        <a:pt x="42524" y="-409"/>
                        <a:pt x="31593" y="9"/>
                      </a:cubicBezTo>
                      <a:cubicBezTo>
                        <a:pt x="58647" y="25752"/>
                        <a:pt x="78600" y="59299"/>
                        <a:pt x="61887" y="85485"/>
                      </a:cubicBezTo>
                      <a:cubicBezTo>
                        <a:pt x="45171" y="111671"/>
                        <a:pt x="5340" y="149139"/>
                        <a:pt x="0" y="162935"/>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69" name="Google Shape;869;p2"/>
                <p:cNvSpPr/>
                <p:nvPr/>
              </p:nvSpPr>
              <p:spPr>
                <a:xfrm>
                  <a:off x="7795788" y="2057402"/>
                  <a:ext cx="263107" cy="205653"/>
                </a:xfrm>
                <a:custGeom>
                  <a:avLst/>
                  <a:gdLst/>
                  <a:ahLst/>
                  <a:cxnLst/>
                  <a:rect l="l" t="t" r="r" b="b"/>
                  <a:pathLst>
                    <a:path w="263107" h="205653" extrusionOk="0">
                      <a:moveTo>
                        <a:pt x="0" y="205653"/>
                      </a:moveTo>
                      <a:cubicBezTo>
                        <a:pt x="9258" y="194669"/>
                        <a:pt x="19799" y="184768"/>
                        <a:pt x="30934" y="175633"/>
                      </a:cubicBezTo>
                      <a:cubicBezTo>
                        <a:pt x="42120" y="166547"/>
                        <a:pt x="53947" y="158262"/>
                        <a:pt x="66118" y="150558"/>
                      </a:cubicBezTo>
                      <a:cubicBezTo>
                        <a:pt x="72194" y="146690"/>
                        <a:pt x="78364" y="142976"/>
                        <a:pt x="84605" y="139394"/>
                      </a:cubicBezTo>
                      <a:cubicBezTo>
                        <a:pt x="90841" y="135800"/>
                        <a:pt x="97125" y="132300"/>
                        <a:pt x="103442" y="128866"/>
                      </a:cubicBezTo>
                      <a:cubicBezTo>
                        <a:pt x="116097" y="122043"/>
                        <a:pt x="128908" y="115546"/>
                        <a:pt x="141670" y="109008"/>
                      </a:cubicBezTo>
                      <a:cubicBezTo>
                        <a:pt x="154474" y="102555"/>
                        <a:pt x="167246" y="96074"/>
                        <a:pt x="179817" y="89282"/>
                      </a:cubicBezTo>
                      <a:cubicBezTo>
                        <a:pt x="192413" y="82543"/>
                        <a:pt x="204757" y="75365"/>
                        <a:pt x="216503" y="67359"/>
                      </a:cubicBezTo>
                      <a:cubicBezTo>
                        <a:pt x="222359" y="63336"/>
                        <a:pt x="228029" y="59047"/>
                        <a:pt x="233355" y="54384"/>
                      </a:cubicBezTo>
                      <a:cubicBezTo>
                        <a:pt x="234676" y="53207"/>
                        <a:pt x="236020" y="52052"/>
                        <a:pt x="237285" y="50816"/>
                      </a:cubicBezTo>
                      <a:lnTo>
                        <a:pt x="239205" y="48985"/>
                      </a:lnTo>
                      <a:lnTo>
                        <a:pt x="241059" y="47089"/>
                      </a:lnTo>
                      <a:lnTo>
                        <a:pt x="241987" y="46141"/>
                      </a:lnTo>
                      <a:lnTo>
                        <a:pt x="242878" y="45160"/>
                      </a:lnTo>
                      <a:lnTo>
                        <a:pt x="244655" y="43192"/>
                      </a:lnTo>
                      <a:cubicBezTo>
                        <a:pt x="245240" y="42529"/>
                        <a:pt x="245786" y="41836"/>
                        <a:pt x="246355" y="41162"/>
                      </a:cubicBezTo>
                      <a:cubicBezTo>
                        <a:pt x="246915" y="40478"/>
                        <a:pt x="247496" y="39811"/>
                        <a:pt x="248017" y="39100"/>
                      </a:cubicBezTo>
                      <a:lnTo>
                        <a:pt x="249624" y="36992"/>
                      </a:lnTo>
                      <a:cubicBezTo>
                        <a:pt x="250166" y="36293"/>
                        <a:pt x="250635" y="35545"/>
                        <a:pt x="251145" y="34825"/>
                      </a:cubicBezTo>
                      <a:cubicBezTo>
                        <a:pt x="252180" y="33389"/>
                        <a:pt x="253065" y="31862"/>
                        <a:pt x="253997" y="30360"/>
                      </a:cubicBezTo>
                      <a:cubicBezTo>
                        <a:pt x="255737" y="27290"/>
                        <a:pt x="257374" y="24138"/>
                        <a:pt x="258634" y="20823"/>
                      </a:cubicBezTo>
                      <a:lnTo>
                        <a:pt x="259132" y="19589"/>
                      </a:lnTo>
                      <a:cubicBezTo>
                        <a:pt x="259290" y="19175"/>
                        <a:pt x="259418" y="18750"/>
                        <a:pt x="259562" y="18332"/>
                      </a:cubicBezTo>
                      <a:lnTo>
                        <a:pt x="260408" y="15805"/>
                      </a:lnTo>
                      <a:lnTo>
                        <a:pt x="261095" y="13229"/>
                      </a:lnTo>
                      <a:lnTo>
                        <a:pt x="261436" y="11938"/>
                      </a:lnTo>
                      <a:lnTo>
                        <a:pt x="261699" y="10628"/>
                      </a:lnTo>
                      <a:lnTo>
                        <a:pt x="262232" y="8006"/>
                      </a:lnTo>
                      <a:lnTo>
                        <a:pt x="262602" y="5352"/>
                      </a:lnTo>
                      <a:lnTo>
                        <a:pt x="262783" y="4021"/>
                      </a:lnTo>
                      <a:lnTo>
                        <a:pt x="262883" y="2684"/>
                      </a:lnTo>
                      <a:lnTo>
                        <a:pt x="263087" y="0"/>
                      </a:lnTo>
                      <a:cubicBezTo>
                        <a:pt x="263258" y="7160"/>
                        <a:pt x="262401" y="14454"/>
                        <a:pt x="260069" y="21338"/>
                      </a:cubicBezTo>
                      <a:cubicBezTo>
                        <a:pt x="259011" y="24817"/>
                        <a:pt x="257484" y="28129"/>
                        <a:pt x="255865" y="31387"/>
                      </a:cubicBezTo>
                      <a:cubicBezTo>
                        <a:pt x="254992" y="32980"/>
                        <a:pt x="254160" y="34605"/>
                        <a:pt x="253175" y="36135"/>
                      </a:cubicBezTo>
                      <a:cubicBezTo>
                        <a:pt x="252690" y="36905"/>
                        <a:pt x="252242" y="37703"/>
                        <a:pt x="251725" y="38451"/>
                      </a:cubicBezTo>
                      <a:lnTo>
                        <a:pt x="250187" y="40707"/>
                      </a:lnTo>
                      <a:cubicBezTo>
                        <a:pt x="249688" y="41473"/>
                        <a:pt x="249119" y="42181"/>
                        <a:pt x="248570" y="42908"/>
                      </a:cubicBezTo>
                      <a:cubicBezTo>
                        <a:pt x="248015" y="43628"/>
                        <a:pt x="247478" y="44367"/>
                        <a:pt x="246906" y="45073"/>
                      </a:cubicBezTo>
                      <a:lnTo>
                        <a:pt x="245162" y="47172"/>
                      </a:lnTo>
                      <a:lnTo>
                        <a:pt x="244287" y="48219"/>
                      </a:lnTo>
                      <a:lnTo>
                        <a:pt x="243374" y="49231"/>
                      </a:lnTo>
                      <a:lnTo>
                        <a:pt x="241548" y="51259"/>
                      </a:lnTo>
                      <a:lnTo>
                        <a:pt x="239655" y="53220"/>
                      </a:lnTo>
                      <a:cubicBezTo>
                        <a:pt x="238407" y="54546"/>
                        <a:pt x="237081" y="55783"/>
                        <a:pt x="235776" y="57047"/>
                      </a:cubicBezTo>
                      <a:cubicBezTo>
                        <a:pt x="230511" y="62060"/>
                        <a:pt x="224810" y="66564"/>
                        <a:pt x="218983" y="70852"/>
                      </a:cubicBezTo>
                      <a:cubicBezTo>
                        <a:pt x="217522" y="71920"/>
                        <a:pt x="216059" y="72988"/>
                        <a:pt x="214569" y="74009"/>
                      </a:cubicBezTo>
                      <a:lnTo>
                        <a:pt x="212344" y="75561"/>
                      </a:lnTo>
                      <a:lnTo>
                        <a:pt x="210095" y="77075"/>
                      </a:lnTo>
                      <a:cubicBezTo>
                        <a:pt x="208600" y="78092"/>
                        <a:pt x="207080" y="79066"/>
                        <a:pt x="205555" y="80033"/>
                      </a:cubicBezTo>
                      <a:cubicBezTo>
                        <a:pt x="204039" y="81014"/>
                        <a:pt x="202505" y="81967"/>
                        <a:pt x="200969" y="82913"/>
                      </a:cubicBezTo>
                      <a:cubicBezTo>
                        <a:pt x="194829" y="86706"/>
                        <a:pt x="188595" y="90324"/>
                        <a:pt x="182313" y="93843"/>
                      </a:cubicBezTo>
                      <a:cubicBezTo>
                        <a:pt x="169720" y="100826"/>
                        <a:pt x="156923" y="107364"/>
                        <a:pt x="144153" y="113902"/>
                      </a:cubicBezTo>
                      <a:cubicBezTo>
                        <a:pt x="131335" y="120349"/>
                        <a:pt x="118552" y="126814"/>
                        <a:pt x="105874" y="133445"/>
                      </a:cubicBezTo>
                      <a:cubicBezTo>
                        <a:pt x="93175" y="140038"/>
                        <a:pt x="80657" y="146946"/>
                        <a:pt x="68347" y="154198"/>
                      </a:cubicBezTo>
                      <a:cubicBezTo>
                        <a:pt x="62200" y="157837"/>
                        <a:pt x="56156" y="161641"/>
                        <a:pt x="50171" y="165534"/>
                      </a:cubicBezTo>
                      <a:cubicBezTo>
                        <a:pt x="44191" y="169434"/>
                        <a:pt x="38306" y="173487"/>
                        <a:pt x="32576" y="177750"/>
                      </a:cubicBezTo>
                      <a:cubicBezTo>
                        <a:pt x="21079" y="186229"/>
                        <a:pt x="10147" y="195497"/>
                        <a:pt x="0" y="205653"/>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70" name="Google Shape;870;p2"/>
                <p:cNvSpPr/>
                <p:nvPr/>
              </p:nvSpPr>
              <p:spPr>
                <a:xfrm>
                  <a:off x="7652250" y="2086224"/>
                  <a:ext cx="430488" cy="335111"/>
                </a:xfrm>
                <a:custGeom>
                  <a:avLst/>
                  <a:gdLst/>
                  <a:ahLst/>
                  <a:cxnLst/>
                  <a:rect l="l" t="t" r="r" b="b"/>
                  <a:pathLst>
                    <a:path w="430488" h="335111" extrusionOk="0">
                      <a:moveTo>
                        <a:pt x="0" y="335112"/>
                      </a:moveTo>
                      <a:cubicBezTo>
                        <a:pt x="14841" y="317470"/>
                        <a:pt x="31289" y="301185"/>
                        <a:pt x="48584" y="285892"/>
                      </a:cubicBezTo>
                      <a:cubicBezTo>
                        <a:pt x="65958" y="270678"/>
                        <a:pt x="84200" y="256462"/>
                        <a:pt x="103003" y="243057"/>
                      </a:cubicBezTo>
                      <a:cubicBezTo>
                        <a:pt x="112400" y="236350"/>
                        <a:pt x="121928" y="229823"/>
                        <a:pt x="131575" y="223484"/>
                      </a:cubicBezTo>
                      <a:cubicBezTo>
                        <a:pt x="141215" y="217133"/>
                        <a:pt x="150940" y="210918"/>
                        <a:pt x="160740" y="204828"/>
                      </a:cubicBezTo>
                      <a:cubicBezTo>
                        <a:pt x="180354" y="192673"/>
                        <a:pt x="200254" y="181005"/>
                        <a:pt x="220188" y="169438"/>
                      </a:cubicBezTo>
                      <a:cubicBezTo>
                        <a:pt x="240167" y="157951"/>
                        <a:pt x="260193" y="146571"/>
                        <a:pt x="280072" y="134977"/>
                      </a:cubicBezTo>
                      <a:cubicBezTo>
                        <a:pt x="299978" y="123435"/>
                        <a:pt x="319677" y="111559"/>
                        <a:pt x="338847" y="98913"/>
                      </a:cubicBezTo>
                      <a:cubicBezTo>
                        <a:pt x="348421" y="92574"/>
                        <a:pt x="357803" y="85960"/>
                        <a:pt x="366931" y="79018"/>
                      </a:cubicBezTo>
                      <a:cubicBezTo>
                        <a:pt x="371509" y="75564"/>
                        <a:pt x="375960" y="71956"/>
                        <a:pt x="380363" y="68287"/>
                      </a:cubicBezTo>
                      <a:cubicBezTo>
                        <a:pt x="384711" y="64561"/>
                        <a:pt x="389016" y="60776"/>
                        <a:pt x="393117" y="56780"/>
                      </a:cubicBezTo>
                      <a:cubicBezTo>
                        <a:pt x="397284" y="52848"/>
                        <a:pt x="401202" y="48671"/>
                        <a:pt x="405009" y="44394"/>
                      </a:cubicBezTo>
                      <a:cubicBezTo>
                        <a:pt x="406851" y="42206"/>
                        <a:pt x="408744" y="40055"/>
                        <a:pt x="410467" y="37769"/>
                      </a:cubicBezTo>
                      <a:cubicBezTo>
                        <a:pt x="412269" y="35543"/>
                        <a:pt x="413906" y="33195"/>
                        <a:pt x="415583" y="30872"/>
                      </a:cubicBezTo>
                      <a:cubicBezTo>
                        <a:pt x="418793" y="26134"/>
                        <a:pt x="421783" y="21230"/>
                        <a:pt x="424300" y="16071"/>
                      </a:cubicBezTo>
                      <a:cubicBezTo>
                        <a:pt x="426799" y="10906"/>
                        <a:pt x="428897" y="5541"/>
                        <a:pt x="430488" y="0"/>
                      </a:cubicBezTo>
                      <a:cubicBezTo>
                        <a:pt x="429165" y="5610"/>
                        <a:pt x="427322" y="11098"/>
                        <a:pt x="425055" y="16420"/>
                      </a:cubicBezTo>
                      <a:cubicBezTo>
                        <a:pt x="422736" y="21724"/>
                        <a:pt x="419911" y="26792"/>
                        <a:pt x="416855" y="31714"/>
                      </a:cubicBezTo>
                      <a:cubicBezTo>
                        <a:pt x="415254" y="34128"/>
                        <a:pt x="413695" y="36576"/>
                        <a:pt x="411942" y="38883"/>
                      </a:cubicBezTo>
                      <a:cubicBezTo>
                        <a:pt x="410273" y="41255"/>
                        <a:pt x="408433" y="43493"/>
                        <a:pt x="406636" y="45770"/>
                      </a:cubicBezTo>
                      <a:cubicBezTo>
                        <a:pt x="402930" y="50223"/>
                        <a:pt x="399099" y="54583"/>
                        <a:pt x="395019" y="58695"/>
                      </a:cubicBezTo>
                      <a:cubicBezTo>
                        <a:pt x="390988" y="62863"/>
                        <a:pt x="386727" y="66788"/>
                        <a:pt x="382432" y="70672"/>
                      </a:cubicBezTo>
                      <a:cubicBezTo>
                        <a:pt x="378082" y="74492"/>
                        <a:pt x="373679" y="78252"/>
                        <a:pt x="369150" y="81855"/>
                      </a:cubicBezTo>
                      <a:cubicBezTo>
                        <a:pt x="360125" y="89099"/>
                        <a:pt x="350755" y="95891"/>
                        <a:pt x="341250" y="102465"/>
                      </a:cubicBezTo>
                      <a:cubicBezTo>
                        <a:pt x="303108" y="128629"/>
                        <a:pt x="262735" y="151050"/>
                        <a:pt x="222936" y="174195"/>
                      </a:cubicBezTo>
                      <a:cubicBezTo>
                        <a:pt x="202963" y="185657"/>
                        <a:pt x="183104" y="197286"/>
                        <a:pt x="163458" y="209247"/>
                      </a:cubicBezTo>
                      <a:cubicBezTo>
                        <a:pt x="143781" y="221159"/>
                        <a:pt x="124441" y="233600"/>
                        <a:pt x="105456" y="246554"/>
                      </a:cubicBezTo>
                      <a:cubicBezTo>
                        <a:pt x="95973" y="253049"/>
                        <a:pt x="86656" y="259774"/>
                        <a:pt x="77441" y="266639"/>
                      </a:cubicBezTo>
                      <a:cubicBezTo>
                        <a:pt x="68230" y="273511"/>
                        <a:pt x="59180" y="280597"/>
                        <a:pt x="50331" y="287933"/>
                      </a:cubicBezTo>
                      <a:cubicBezTo>
                        <a:pt x="32621" y="302593"/>
                        <a:pt x="15744" y="318280"/>
                        <a:pt x="0" y="335112"/>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71" name="Google Shape;871;p2"/>
                <p:cNvSpPr/>
                <p:nvPr/>
              </p:nvSpPr>
              <p:spPr>
                <a:xfrm>
                  <a:off x="7810677" y="2107232"/>
                  <a:ext cx="286050" cy="212970"/>
                </a:xfrm>
                <a:custGeom>
                  <a:avLst/>
                  <a:gdLst/>
                  <a:ahLst/>
                  <a:cxnLst/>
                  <a:rect l="l" t="t" r="r" b="b"/>
                  <a:pathLst>
                    <a:path w="286050" h="212970" extrusionOk="0">
                      <a:moveTo>
                        <a:pt x="0" y="212971"/>
                      </a:moveTo>
                      <a:cubicBezTo>
                        <a:pt x="12994" y="204405"/>
                        <a:pt x="26627" y="196825"/>
                        <a:pt x="40373" y="189519"/>
                      </a:cubicBezTo>
                      <a:cubicBezTo>
                        <a:pt x="47263" y="185895"/>
                        <a:pt x="54203" y="182370"/>
                        <a:pt x="61155" y="178875"/>
                      </a:cubicBezTo>
                      <a:cubicBezTo>
                        <a:pt x="68107" y="175377"/>
                        <a:pt x="75111" y="171996"/>
                        <a:pt x="82102" y="168588"/>
                      </a:cubicBezTo>
                      <a:cubicBezTo>
                        <a:pt x="89095" y="165184"/>
                        <a:pt x="96094" y="161803"/>
                        <a:pt x="103110" y="158463"/>
                      </a:cubicBezTo>
                      <a:lnTo>
                        <a:pt x="124100" y="148345"/>
                      </a:lnTo>
                      <a:cubicBezTo>
                        <a:pt x="138077" y="141581"/>
                        <a:pt x="152014" y="134755"/>
                        <a:pt x="165742" y="127557"/>
                      </a:cubicBezTo>
                      <a:cubicBezTo>
                        <a:pt x="179501" y="120429"/>
                        <a:pt x="193071" y="112951"/>
                        <a:pt x="206252" y="104877"/>
                      </a:cubicBezTo>
                      <a:cubicBezTo>
                        <a:pt x="219458" y="96853"/>
                        <a:pt x="232225" y="88112"/>
                        <a:pt x="244083" y="78296"/>
                      </a:cubicBezTo>
                      <a:cubicBezTo>
                        <a:pt x="249997" y="73374"/>
                        <a:pt x="255611" y="68104"/>
                        <a:pt x="260821" y="62469"/>
                      </a:cubicBezTo>
                      <a:cubicBezTo>
                        <a:pt x="263448" y="59669"/>
                        <a:pt x="265882" y="56706"/>
                        <a:pt x="268246" y="53689"/>
                      </a:cubicBezTo>
                      <a:cubicBezTo>
                        <a:pt x="270527" y="50614"/>
                        <a:pt x="272745" y="47480"/>
                        <a:pt x="274670" y="44170"/>
                      </a:cubicBezTo>
                      <a:cubicBezTo>
                        <a:pt x="276688" y="40910"/>
                        <a:pt x="278359" y="37458"/>
                        <a:pt x="279907" y="33952"/>
                      </a:cubicBezTo>
                      <a:lnTo>
                        <a:pt x="280954" y="31275"/>
                      </a:lnTo>
                      <a:cubicBezTo>
                        <a:pt x="281123" y="30827"/>
                        <a:pt x="281317" y="30385"/>
                        <a:pt x="281464" y="29931"/>
                      </a:cubicBezTo>
                      <a:lnTo>
                        <a:pt x="281905" y="28561"/>
                      </a:lnTo>
                      <a:cubicBezTo>
                        <a:pt x="282193" y="27647"/>
                        <a:pt x="282506" y="26737"/>
                        <a:pt x="282776" y="25818"/>
                      </a:cubicBezTo>
                      <a:lnTo>
                        <a:pt x="283498" y="23029"/>
                      </a:lnTo>
                      <a:cubicBezTo>
                        <a:pt x="283610" y="22563"/>
                        <a:pt x="283759" y="22101"/>
                        <a:pt x="283844" y="21628"/>
                      </a:cubicBezTo>
                      <a:lnTo>
                        <a:pt x="284113" y="20211"/>
                      </a:lnTo>
                      <a:cubicBezTo>
                        <a:pt x="284285" y="19264"/>
                        <a:pt x="284495" y="18322"/>
                        <a:pt x="284634" y="17369"/>
                      </a:cubicBezTo>
                      <a:cubicBezTo>
                        <a:pt x="284842" y="15456"/>
                        <a:pt x="285172" y="13547"/>
                        <a:pt x="285220" y="11615"/>
                      </a:cubicBezTo>
                      <a:cubicBezTo>
                        <a:pt x="285270" y="10650"/>
                        <a:pt x="285354" y="9686"/>
                        <a:pt x="285377" y="8719"/>
                      </a:cubicBezTo>
                      <a:lnTo>
                        <a:pt x="285357" y="5813"/>
                      </a:lnTo>
                      <a:cubicBezTo>
                        <a:pt x="285348" y="5329"/>
                        <a:pt x="285361" y="4842"/>
                        <a:pt x="285334" y="4359"/>
                      </a:cubicBezTo>
                      <a:lnTo>
                        <a:pt x="285227" y="2908"/>
                      </a:lnTo>
                      <a:lnTo>
                        <a:pt x="285009" y="0"/>
                      </a:lnTo>
                      <a:cubicBezTo>
                        <a:pt x="286326" y="7651"/>
                        <a:pt x="286475" y="15611"/>
                        <a:pt x="284991" y="23342"/>
                      </a:cubicBezTo>
                      <a:lnTo>
                        <a:pt x="284419" y="26239"/>
                      </a:lnTo>
                      <a:cubicBezTo>
                        <a:pt x="284202" y="27199"/>
                        <a:pt x="283919" y="28141"/>
                        <a:pt x="283672" y="29094"/>
                      </a:cubicBezTo>
                      <a:lnTo>
                        <a:pt x="283288" y="30520"/>
                      </a:lnTo>
                      <a:cubicBezTo>
                        <a:pt x="283160" y="30996"/>
                        <a:pt x="282984" y="31455"/>
                        <a:pt x="282833" y="31926"/>
                      </a:cubicBezTo>
                      <a:lnTo>
                        <a:pt x="281891" y="34729"/>
                      </a:lnTo>
                      <a:cubicBezTo>
                        <a:pt x="280481" y="38405"/>
                        <a:pt x="278931" y="42049"/>
                        <a:pt x="277020" y="45501"/>
                      </a:cubicBezTo>
                      <a:cubicBezTo>
                        <a:pt x="275184" y="48998"/>
                        <a:pt x="273017" y="52297"/>
                        <a:pt x="270793" y="55554"/>
                      </a:cubicBezTo>
                      <a:cubicBezTo>
                        <a:pt x="268486" y="58748"/>
                        <a:pt x="266097" y="61889"/>
                        <a:pt x="263516" y="64861"/>
                      </a:cubicBezTo>
                      <a:cubicBezTo>
                        <a:pt x="258398" y="70848"/>
                        <a:pt x="252754" y="76352"/>
                        <a:pt x="246874" y="81551"/>
                      </a:cubicBezTo>
                      <a:cubicBezTo>
                        <a:pt x="245407" y="82854"/>
                        <a:pt x="243895" y="84104"/>
                        <a:pt x="242407" y="85384"/>
                      </a:cubicBezTo>
                      <a:cubicBezTo>
                        <a:pt x="240901" y="86639"/>
                        <a:pt x="239369" y="87862"/>
                        <a:pt x="237849" y="89104"/>
                      </a:cubicBezTo>
                      <a:cubicBezTo>
                        <a:pt x="236308" y="90315"/>
                        <a:pt x="234745" y="91497"/>
                        <a:pt x="233195" y="92695"/>
                      </a:cubicBezTo>
                      <a:lnTo>
                        <a:pt x="228467" y="96183"/>
                      </a:lnTo>
                      <a:cubicBezTo>
                        <a:pt x="222119" y="100771"/>
                        <a:pt x="215609" y="105119"/>
                        <a:pt x="209000" y="109296"/>
                      </a:cubicBezTo>
                      <a:cubicBezTo>
                        <a:pt x="195748" y="117599"/>
                        <a:pt x="182087" y="125175"/>
                        <a:pt x="168282" y="132426"/>
                      </a:cubicBezTo>
                      <a:cubicBezTo>
                        <a:pt x="154421" y="139572"/>
                        <a:pt x="140424" y="146407"/>
                        <a:pt x="126338" y="153025"/>
                      </a:cubicBezTo>
                      <a:cubicBezTo>
                        <a:pt x="112224" y="159583"/>
                        <a:pt x="98097" y="166085"/>
                        <a:pt x="83919" y="172453"/>
                      </a:cubicBezTo>
                      <a:lnTo>
                        <a:pt x="62707" y="182107"/>
                      </a:lnTo>
                      <a:cubicBezTo>
                        <a:pt x="55637" y="185324"/>
                        <a:pt x="48593" y="188593"/>
                        <a:pt x="41578" y="191919"/>
                      </a:cubicBezTo>
                      <a:cubicBezTo>
                        <a:pt x="27523" y="198539"/>
                        <a:pt x="13615" y="205445"/>
                        <a:pt x="0" y="212971"/>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72" name="Google Shape;872;p2"/>
                <p:cNvSpPr/>
                <p:nvPr/>
              </p:nvSpPr>
              <p:spPr>
                <a:xfrm>
                  <a:off x="7609274" y="1944676"/>
                  <a:ext cx="391168" cy="182076"/>
                </a:xfrm>
                <a:custGeom>
                  <a:avLst/>
                  <a:gdLst/>
                  <a:ahLst/>
                  <a:cxnLst/>
                  <a:rect l="l" t="t" r="r" b="b"/>
                  <a:pathLst>
                    <a:path w="391168" h="182076" extrusionOk="0">
                      <a:moveTo>
                        <a:pt x="0" y="182076"/>
                      </a:moveTo>
                      <a:cubicBezTo>
                        <a:pt x="15666" y="171970"/>
                        <a:pt x="31419" y="162033"/>
                        <a:pt x="46955" y="151757"/>
                      </a:cubicBezTo>
                      <a:cubicBezTo>
                        <a:pt x="62561" y="141598"/>
                        <a:pt x="78001" y="131197"/>
                        <a:pt x="93335" y="120654"/>
                      </a:cubicBezTo>
                      <a:cubicBezTo>
                        <a:pt x="101007" y="115391"/>
                        <a:pt x="108592" y="110003"/>
                        <a:pt x="116209" y="104668"/>
                      </a:cubicBezTo>
                      <a:lnTo>
                        <a:pt x="127550" y="96541"/>
                      </a:lnTo>
                      <a:lnTo>
                        <a:pt x="138810" y="88307"/>
                      </a:lnTo>
                      <a:cubicBezTo>
                        <a:pt x="153797" y="77293"/>
                        <a:pt x="168611" y="66051"/>
                        <a:pt x="183218" y="54529"/>
                      </a:cubicBezTo>
                      <a:lnTo>
                        <a:pt x="194187" y="45902"/>
                      </a:lnTo>
                      <a:lnTo>
                        <a:pt x="205111" y="37208"/>
                      </a:lnTo>
                      <a:lnTo>
                        <a:pt x="210563" y="32846"/>
                      </a:lnTo>
                      <a:cubicBezTo>
                        <a:pt x="211453" y="32117"/>
                        <a:pt x="212431" y="31397"/>
                        <a:pt x="213373" y="30675"/>
                      </a:cubicBezTo>
                      <a:cubicBezTo>
                        <a:pt x="214326" y="29957"/>
                        <a:pt x="215264" y="29221"/>
                        <a:pt x="216228" y="28521"/>
                      </a:cubicBezTo>
                      <a:cubicBezTo>
                        <a:pt x="220137" y="25803"/>
                        <a:pt x="224110" y="23167"/>
                        <a:pt x="228298" y="20925"/>
                      </a:cubicBezTo>
                      <a:cubicBezTo>
                        <a:pt x="236612" y="16339"/>
                        <a:pt x="245340" y="12565"/>
                        <a:pt x="254313" y="9616"/>
                      </a:cubicBezTo>
                      <a:cubicBezTo>
                        <a:pt x="256567" y="8914"/>
                        <a:pt x="258796" y="8128"/>
                        <a:pt x="261077" y="7520"/>
                      </a:cubicBezTo>
                      <a:lnTo>
                        <a:pt x="264483" y="6555"/>
                      </a:lnTo>
                      <a:cubicBezTo>
                        <a:pt x="265617" y="6230"/>
                        <a:pt x="266769" y="5974"/>
                        <a:pt x="267912" y="5691"/>
                      </a:cubicBezTo>
                      <a:lnTo>
                        <a:pt x="271350" y="4863"/>
                      </a:lnTo>
                      <a:lnTo>
                        <a:pt x="274809" y="4141"/>
                      </a:lnTo>
                      <a:cubicBezTo>
                        <a:pt x="277109" y="3629"/>
                        <a:pt x="279434" y="3250"/>
                        <a:pt x="281752" y="2838"/>
                      </a:cubicBezTo>
                      <a:cubicBezTo>
                        <a:pt x="300314" y="-353"/>
                        <a:pt x="319286" y="-820"/>
                        <a:pt x="337933" y="1270"/>
                      </a:cubicBezTo>
                      <a:cubicBezTo>
                        <a:pt x="340264" y="1537"/>
                        <a:pt x="342582" y="1903"/>
                        <a:pt x="344905" y="2223"/>
                      </a:cubicBezTo>
                      <a:lnTo>
                        <a:pt x="348370" y="2829"/>
                      </a:lnTo>
                      <a:cubicBezTo>
                        <a:pt x="349525" y="3032"/>
                        <a:pt x="350681" y="3220"/>
                        <a:pt x="351827" y="3478"/>
                      </a:cubicBezTo>
                      <a:cubicBezTo>
                        <a:pt x="354122" y="3965"/>
                        <a:pt x="356419" y="4413"/>
                        <a:pt x="358687" y="5012"/>
                      </a:cubicBezTo>
                      <a:cubicBezTo>
                        <a:pt x="359823" y="5302"/>
                        <a:pt x="360964" y="5561"/>
                        <a:pt x="362093" y="5874"/>
                      </a:cubicBezTo>
                      <a:lnTo>
                        <a:pt x="365465" y="6861"/>
                      </a:lnTo>
                      <a:cubicBezTo>
                        <a:pt x="374454" y="9488"/>
                        <a:pt x="383131" y="13185"/>
                        <a:pt x="391169" y="17898"/>
                      </a:cubicBezTo>
                      <a:lnTo>
                        <a:pt x="388028" y="16369"/>
                      </a:lnTo>
                      <a:cubicBezTo>
                        <a:pt x="387502" y="16120"/>
                        <a:pt x="386988" y="15850"/>
                        <a:pt x="386455" y="15617"/>
                      </a:cubicBezTo>
                      <a:lnTo>
                        <a:pt x="384850" y="14933"/>
                      </a:lnTo>
                      <a:cubicBezTo>
                        <a:pt x="383778" y="14483"/>
                        <a:pt x="382717" y="14007"/>
                        <a:pt x="381639" y="13582"/>
                      </a:cubicBezTo>
                      <a:lnTo>
                        <a:pt x="378372" y="12368"/>
                      </a:lnTo>
                      <a:cubicBezTo>
                        <a:pt x="377290" y="11943"/>
                        <a:pt x="376189" y="11584"/>
                        <a:pt x="375082" y="11228"/>
                      </a:cubicBezTo>
                      <a:cubicBezTo>
                        <a:pt x="373978" y="10871"/>
                        <a:pt x="372881" y="10498"/>
                        <a:pt x="371774" y="10153"/>
                      </a:cubicBezTo>
                      <a:lnTo>
                        <a:pt x="368426" y="9209"/>
                      </a:lnTo>
                      <a:lnTo>
                        <a:pt x="366754" y="8738"/>
                      </a:lnTo>
                      <a:lnTo>
                        <a:pt x="365063" y="8331"/>
                      </a:lnTo>
                      <a:cubicBezTo>
                        <a:pt x="356060" y="6130"/>
                        <a:pt x="346896" y="4637"/>
                        <a:pt x="337667" y="3956"/>
                      </a:cubicBezTo>
                      <a:cubicBezTo>
                        <a:pt x="328446" y="3224"/>
                        <a:pt x="319183" y="3140"/>
                        <a:pt x="309963" y="3672"/>
                      </a:cubicBezTo>
                      <a:cubicBezTo>
                        <a:pt x="308809" y="3718"/>
                        <a:pt x="307659" y="3812"/>
                        <a:pt x="306509" y="3908"/>
                      </a:cubicBezTo>
                      <a:lnTo>
                        <a:pt x="303057" y="4178"/>
                      </a:lnTo>
                      <a:cubicBezTo>
                        <a:pt x="300760" y="4386"/>
                        <a:pt x="298467" y="4651"/>
                        <a:pt x="296174" y="4895"/>
                      </a:cubicBezTo>
                      <a:cubicBezTo>
                        <a:pt x="293891" y="5220"/>
                        <a:pt x="291600" y="5494"/>
                        <a:pt x="289323" y="5860"/>
                      </a:cubicBezTo>
                      <a:lnTo>
                        <a:pt x="285912" y="6434"/>
                      </a:lnTo>
                      <a:lnTo>
                        <a:pt x="284207" y="6720"/>
                      </a:lnTo>
                      <a:lnTo>
                        <a:pt x="282511" y="7058"/>
                      </a:lnTo>
                      <a:cubicBezTo>
                        <a:pt x="280252" y="7513"/>
                        <a:pt x="277987" y="7936"/>
                        <a:pt x="275751" y="8489"/>
                      </a:cubicBezTo>
                      <a:lnTo>
                        <a:pt x="272388" y="9271"/>
                      </a:lnTo>
                      <a:lnTo>
                        <a:pt x="269053" y="10156"/>
                      </a:lnTo>
                      <a:cubicBezTo>
                        <a:pt x="267944" y="10464"/>
                        <a:pt x="266824" y="10722"/>
                        <a:pt x="265722" y="11056"/>
                      </a:cubicBezTo>
                      <a:lnTo>
                        <a:pt x="262417" y="12042"/>
                      </a:lnTo>
                      <a:cubicBezTo>
                        <a:pt x="260202" y="12661"/>
                        <a:pt x="258046" y="13459"/>
                        <a:pt x="255863" y="14172"/>
                      </a:cubicBezTo>
                      <a:cubicBezTo>
                        <a:pt x="247178" y="17160"/>
                        <a:pt x="238782" y="20939"/>
                        <a:pt x="230847" y="25458"/>
                      </a:cubicBezTo>
                      <a:cubicBezTo>
                        <a:pt x="226858" y="27689"/>
                        <a:pt x="223052" y="30201"/>
                        <a:pt x="219330" y="32821"/>
                      </a:cubicBezTo>
                      <a:cubicBezTo>
                        <a:pt x="218411" y="33493"/>
                        <a:pt x="217522" y="34200"/>
                        <a:pt x="216617" y="34888"/>
                      </a:cubicBezTo>
                      <a:cubicBezTo>
                        <a:pt x="215714" y="35587"/>
                        <a:pt x="214815" y="36250"/>
                        <a:pt x="213908" y="37000"/>
                      </a:cubicBezTo>
                      <a:lnTo>
                        <a:pt x="208469" y="41391"/>
                      </a:lnTo>
                      <a:cubicBezTo>
                        <a:pt x="201216" y="47248"/>
                        <a:pt x="193930" y="53071"/>
                        <a:pt x="186606" y="58847"/>
                      </a:cubicBezTo>
                      <a:cubicBezTo>
                        <a:pt x="171889" y="70318"/>
                        <a:pt x="157007" y="81593"/>
                        <a:pt x="141860" y="92500"/>
                      </a:cubicBezTo>
                      <a:cubicBezTo>
                        <a:pt x="126690" y="103372"/>
                        <a:pt x="111344" y="113999"/>
                        <a:pt x="95717" y="124195"/>
                      </a:cubicBezTo>
                      <a:lnTo>
                        <a:pt x="89872" y="128040"/>
                      </a:lnTo>
                      <a:lnTo>
                        <a:pt x="83990" y="131826"/>
                      </a:lnTo>
                      <a:cubicBezTo>
                        <a:pt x="80062" y="134340"/>
                        <a:pt x="76156" y="136889"/>
                        <a:pt x="72197" y="139351"/>
                      </a:cubicBezTo>
                      <a:cubicBezTo>
                        <a:pt x="64271" y="144268"/>
                        <a:pt x="56377" y="149231"/>
                        <a:pt x="48379" y="154023"/>
                      </a:cubicBezTo>
                      <a:cubicBezTo>
                        <a:pt x="32429" y="163681"/>
                        <a:pt x="16286" y="173010"/>
                        <a:pt x="0" y="182076"/>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73" name="Google Shape;873;p2"/>
                <p:cNvSpPr/>
                <p:nvPr/>
              </p:nvSpPr>
              <p:spPr>
                <a:xfrm>
                  <a:off x="7699817" y="1974453"/>
                  <a:ext cx="314409" cy="118592"/>
                </a:xfrm>
                <a:custGeom>
                  <a:avLst/>
                  <a:gdLst/>
                  <a:ahLst/>
                  <a:cxnLst/>
                  <a:rect l="l" t="t" r="r" b="b"/>
                  <a:pathLst>
                    <a:path w="314409" h="118592" extrusionOk="0">
                      <a:moveTo>
                        <a:pt x="0" y="118592"/>
                      </a:moveTo>
                      <a:cubicBezTo>
                        <a:pt x="23875" y="102465"/>
                        <a:pt x="47624" y="86204"/>
                        <a:pt x="71908" y="70655"/>
                      </a:cubicBezTo>
                      <a:cubicBezTo>
                        <a:pt x="77973" y="66757"/>
                        <a:pt x="84067" y="62903"/>
                        <a:pt x="90228" y="59152"/>
                      </a:cubicBezTo>
                      <a:cubicBezTo>
                        <a:pt x="96382" y="55387"/>
                        <a:pt x="102573" y="51679"/>
                        <a:pt x="108816" y="48049"/>
                      </a:cubicBezTo>
                      <a:cubicBezTo>
                        <a:pt x="121322" y="40827"/>
                        <a:pt x="134078" y="33996"/>
                        <a:pt x="147118" y="27701"/>
                      </a:cubicBezTo>
                      <a:cubicBezTo>
                        <a:pt x="160201" y="21499"/>
                        <a:pt x="173585" y="15850"/>
                        <a:pt x="187367" y="11251"/>
                      </a:cubicBezTo>
                      <a:cubicBezTo>
                        <a:pt x="194264" y="8979"/>
                        <a:pt x="201255" y="6960"/>
                        <a:pt x="208328" y="5266"/>
                      </a:cubicBezTo>
                      <a:lnTo>
                        <a:pt x="213649" y="4061"/>
                      </a:lnTo>
                      <a:cubicBezTo>
                        <a:pt x="215435" y="3709"/>
                        <a:pt x="217213" y="3328"/>
                        <a:pt x="219003" y="2998"/>
                      </a:cubicBezTo>
                      <a:cubicBezTo>
                        <a:pt x="222588" y="2367"/>
                        <a:pt x="226184" y="1796"/>
                        <a:pt x="229798" y="1352"/>
                      </a:cubicBezTo>
                      <a:cubicBezTo>
                        <a:pt x="244236" y="-465"/>
                        <a:pt x="258953" y="-552"/>
                        <a:pt x="273325" y="1711"/>
                      </a:cubicBezTo>
                      <a:cubicBezTo>
                        <a:pt x="287679" y="3993"/>
                        <a:pt x="301649" y="8505"/>
                        <a:pt x="314410" y="15208"/>
                      </a:cubicBezTo>
                      <a:cubicBezTo>
                        <a:pt x="301133" y="9614"/>
                        <a:pt x="287160" y="5888"/>
                        <a:pt x="272971" y="4386"/>
                      </a:cubicBezTo>
                      <a:cubicBezTo>
                        <a:pt x="265885" y="3588"/>
                        <a:pt x="258748" y="3348"/>
                        <a:pt x="251634" y="3602"/>
                      </a:cubicBezTo>
                      <a:cubicBezTo>
                        <a:pt x="244520" y="3851"/>
                        <a:pt x="237424" y="4503"/>
                        <a:pt x="230392" y="5600"/>
                      </a:cubicBezTo>
                      <a:cubicBezTo>
                        <a:pt x="226874" y="6137"/>
                        <a:pt x="223376" y="6802"/>
                        <a:pt x="219890" y="7522"/>
                      </a:cubicBezTo>
                      <a:lnTo>
                        <a:pt x="214676" y="8665"/>
                      </a:lnTo>
                      <a:lnTo>
                        <a:pt x="209489" y="9939"/>
                      </a:lnTo>
                      <a:cubicBezTo>
                        <a:pt x="202592" y="11722"/>
                        <a:pt x="195773" y="13825"/>
                        <a:pt x="189041" y="16177"/>
                      </a:cubicBezTo>
                      <a:cubicBezTo>
                        <a:pt x="175555" y="20841"/>
                        <a:pt x="162381" y="26444"/>
                        <a:pt x="149488" y="32655"/>
                      </a:cubicBezTo>
                      <a:cubicBezTo>
                        <a:pt x="136552" y="38783"/>
                        <a:pt x="123899" y="45538"/>
                        <a:pt x="111383" y="52557"/>
                      </a:cubicBezTo>
                      <a:cubicBezTo>
                        <a:pt x="98837" y="59531"/>
                        <a:pt x="86511" y="66915"/>
                        <a:pt x="74160" y="74283"/>
                      </a:cubicBezTo>
                      <a:cubicBezTo>
                        <a:pt x="49515" y="89107"/>
                        <a:pt x="25080" y="104396"/>
                        <a:pt x="0" y="118592"/>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74" name="Google Shape;874;p2"/>
                <p:cNvSpPr/>
                <p:nvPr/>
              </p:nvSpPr>
              <p:spPr>
                <a:xfrm>
                  <a:off x="7650737" y="2022463"/>
                  <a:ext cx="364959" cy="104611"/>
                </a:xfrm>
                <a:custGeom>
                  <a:avLst/>
                  <a:gdLst/>
                  <a:ahLst/>
                  <a:cxnLst/>
                  <a:rect l="l" t="t" r="r" b="b"/>
                  <a:pathLst>
                    <a:path w="364959" h="104611" extrusionOk="0">
                      <a:moveTo>
                        <a:pt x="0" y="104612"/>
                      </a:moveTo>
                      <a:cubicBezTo>
                        <a:pt x="30763" y="96947"/>
                        <a:pt x="61478" y="89241"/>
                        <a:pt x="92124" y="81267"/>
                      </a:cubicBezTo>
                      <a:lnTo>
                        <a:pt x="115098" y="75255"/>
                      </a:lnTo>
                      <a:cubicBezTo>
                        <a:pt x="122749" y="73230"/>
                        <a:pt x="130405" y="71216"/>
                        <a:pt x="138045" y="69142"/>
                      </a:cubicBezTo>
                      <a:cubicBezTo>
                        <a:pt x="153338" y="65055"/>
                        <a:pt x="168632" y="60963"/>
                        <a:pt x="183875" y="56700"/>
                      </a:cubicBezTo>
                      <a:cubicBezTo>
                        <a:pt x="199147" y="52537"/>
                        <a:pt x="214386" y="48253"/>
                        <a:pt x="229604" y="43905"/>
                      </a:cubicBezTo>
                      <a:cubicBezTo>
                        <a:pt x="237221" y="41756"/>
                        <a:pt x="244826" y="39568"/>
                        <a:pt x="252427" y="37362"/>
                      </a:cubicBezTo>
                      <a:lnTo>
                        <a:pt x="275205" y="30671"/>
                      </a:lnTo>
                      <a:lnTo>
                        <a:pt x="286575" y="27261"/>
                      </a:lnTo>
                      <a:lnTo>
                        <a:pt x="297928" y="23793"/>
                      </a:lnTo>
                      <a:cubicBezTo>
                        <a:pt x="305490" y="21468"/>
                        <a:pt x="313047" y="19116"/>
                        <a:pt x="320566" y="16656"/>
                      </a:cubicBezTo>
                      <a:cubicBezTo>
                        <a:pt x="328107" y="14258"/>
                        <a:pt x="335599" y="11716"/>
                        <a:pt x="343049" y="9064"/>
                      </a:cubicBezTo>
                      <a:cubicBezTo>
                        <a:pt x="346777" y="7747"/>
                        <a:pt x="350483" y="6360"/>
                        <a:pt x="354152" y="4887"/>
                      </a:cubicBezTo>
                      <a:cubicBezTo>
                        <a:pt x="355985" y="4149"/>
                        <a:pt x="357830" y="3429"/>
                        <a:pt x="359622" y="2597"/>
                      </a:cubicBezTo>
                      <a:cubicBezTo>
                        <a:pt x="360518" y="2181"/>
                        <a:pt x="361446" y="1824"/>
                        <a:pt x="362317" y="1356"/>
                      </a:cubicBezTo>
                      <a:lnTo>
                        <a:pt x="364960" y="0"/>
                      </a:lnTo>
                      <a:cubicBezTo>
                        <a:pt x="358219" y="4193"/>
                        <a:pt x="350892" y="7370"/>
                        <a:pt x="343602" y="10481"/>
                      </a:cubicBezTo>
                      <a:cubicBezTo>
                        <a:pt x="336287" y="13567"/>
                        <a:pt x="328882" y="16423"/>
                        <a:pt x="321453" y="19202"/>
                      </a:cubicBezTo>
                      <a:cubicBezTo>
                        <a:pt x="314016" y="21971"/>
                        <a:pt x="306534" y="24597"/>
                        <a:pt x="299045" y="27215"/>
                      </a:cubicBezTo>
                      <a:cubicBezTo>
                        <a:pt x="295301" y="28520"/>
                        <a:pt x="291538" y="29768"/>
                        <a:pt x="287780" y="31037"/>
                      </a:cubicBezTo>
                      <a:lnTo>
                        <a:pt x="276483" y="34761"/>
                      </a:lnTo>
                      <a:lnTo>
                        <a:pt x="265167" y="38423"/>
                      </a:lnTo>
                      <a:lnTo>
                        <a:pt x="253815" y="41971"/>
                      </a:lnTo>
                      <a:cubicBezTo>
                        <a:pt x="246239" y="44305"/>
                        <a:pt x="238656" y="46621"/>
                        <a:pt x="231062" y="48898"/>
                      </a:cubicBezTo>
                      <a:cubicBezTo>
                        <a:pt x="215860" y="53403"/>
                        <a:pt x="200608" y="57735"/>
                        <a:pt x="185335" y="61992"/>
                      </a:cubicBezTo>
                      <a:cubicBezTo>
                        <a:pt x="170040" y="66159"/>
                        <a:pt x="154719" y="70240"/>
                        <a:pt x="139357" y="74160"/>
                      </a:cubicBezTo>
                      <a:cubicBezTo>
                        <a:pt x="123981" y="78024"/>
                        <a:pt x="108603" y="81875"/>
                        <a:pt x="93148" y="85412"/>
                      </a:cubicBezTo>
                      <a:cubicBezTo>
                        <a:pt x="62268" y="92615"/>
                        <a:pt x="31234" y="99171"/>
                        <a:pt x="0" y="104612"/>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grpSp>
          <p:nvGrpSpPr>
            <p:cNvPr id="875" name="Google Shape;875;p2"/>
            <p:cNvGrpSpPr/>
            <p:nvPr/>
          </p:nvGrpSpPr>
          <p:grpSpPr>
            <a:xfrm>
              <a:off x="7635903" y="1932347"/>
              <a:ext cx="745074" cy="1015962"/>
              <a:chOff x="7635903" y="1932347"/>
              <a:chExt cx="745074" cy="1015962"/>
            </a:xfrm>
          </p:grpSpPr>
          <p:sp>
            <p:nvSpPr>
              <p:cNvPr id="876" name="Google Shape;876;p2"/>
              <p:cNvSpPr/>
              <p:nvPr/>
            </p:nvSpPr>
            <p:spPr>
              <a:xfrm>
                <a:off x="7876437" y="2699960"/>
                <a:ext cx="7282" cy="4100"/>
              </a:xfrm>
              <a:custGeom>
                <a:avLst/>
                <a:gdLst/>
                <a:ahLst/>
                <a:cxnLst/>
                <a:rect l="l" t="t" r="r" b="b"/>
                <a:pathLst>
                  <a:path w="7282" h="4100" extrusionOk="0">
                    <a:moveTo>
                      <a:pt x="7218" y="805"/>
                    </a:moveTo>
                    <a:cubicBezTo>
                      <a:pt x="6093" y="4963"/>
                      <a:pt x="1407" y="4870"/>
                      <a:pt x="337" y="2286"/>
                    </a:cubicBezTo>
                    <a:cubicBezTo>
                      <a:pt x="-733" y="-297"/>
                      <a:pt x="847" y="1736"/>
                      <a:pt x="3622" y="885"/>
                    </a:cubicBezTo>
                    <a:cubicBezTo>
                      <a:pt x="6395" y="32"/>
                      <a:pt x="7584" y="-548"/>
                      <a:pt x="7218" y="80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77" name="Google Shape;877;p2"/>
              <p:cNvSpPr/>
              <p:nvPr/>
            </p:nvSpPr>
            <p:spPr>
              <a:xfrm>
                <a:off x="7884846" y="2701133"/>
                <a:ext cx="13656" cy="14547"/>
              </a:xfrm>
              <a:custGeom>
                <a:avLst/>
                <a:gdLst/>
                <a:ahLst/>
                <a:cxnLst/>
                <a:rect l="l" t="t" r="r" b="b"/>
                <a:pathLst>
                  <a:path w="13656" h="14547" extrusionOk="0">
                    <a:moveTo>
                      <a:pt x="9462" y="14548"/>
                    </a:moveTo>
                    <a:cubicBezTo>
                      <a:pt x="36" y="11338"/>
                      <a:pt x="-2298" y="-1125"/>
                      <a:pt x="2238" y="82"/>
                    </a:cubicBezTo>
                    <a:cubicBezTo>
                      <a:pt x="6773" y="1291"/>
                      <a:pt x="13915" y="5385"/>
                      <a:pt x="13650" y="9443"/>
                    </a:cubicBezTo>
                    <a:cubicBezTo>
                      <a:pt x="13384" y="13499"/>
                      <a:pt x="9462" y="14548"/>
                      <a:pt x="9462" y="1454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78" name="Google Shape;878;p2"/>
              <p:cNvSpPr/>
              <p:nvPr/>
            </p:nvSpPr>
            <p:spPr>
              <a:xfrm>
                <a:off x="7890038" y="2710571"/>
                <a:ext cx="7330" cy="3731"/>
              </a:xfrm>
              <a:custGeom>
                <a:avLst/>
                <a:gdLst/>
                <a:ahLst/>
                <a:cxnLst/>
                <a:rect l="l" t="t" r="r" b="b"/>
                <a:pathLst>
                  <a:path w="7330" h="3731" extrusionOk="0">
                    <a:moveTo>
                      <a:pt x="7184" y="1118"/>
                    </a:moveTo>
                    <a:cubicBezTo>
                      <a:pt x="5344" y="5011"/>
                      <a:pt x="749" y="4095"/>
                      <a:pt x="150" y="1363"/>
                    </a:cubicBezTo>
                    <a:cubicBezTo>
                      <a:pt x="-449" y="-1369"/>
                      <a:pt x="749" y="910"/>
                      <a:pt x="3630" y="561"/>
                    </a:cubicBezTo>
                    <a:cubicBezTo>
                      <a:pt x="6512" y="211"/>
                      <a:pt x="7786" y="-150"/>
                      <a:pt x="7184" y="111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79" name="Google Shape;879;p2"/>
              <p:cNvSpPr/>
              <p:nvPr/>
            </p:nvSpPr>
            <p:spPr>
              <a:xfrm>
                <a:off x="7852693" y="2685571"/>
                <a:ext cx="16904" cy="10146"/>
              </a:xfrm>
              <a:custGeom>
                <a:avLst/>
                <a:gdLst/>
                <a:ahLst/>
                <a:cxnLst/>
                <a:rect l="l" t="t" r="r" b="b"/>
                <a:pathLst>
                  <a:path w="16904" h="10146" extrusionOk="0">
                    <a:moveTo>
                      <a:pt x="197" y="6955"/>
                    </a:moveTo>
                    <a:cubicBezTo>
                      <a:pt x="7866" y="13301"/>
                      <a:pt x="19708" y="8761"/>
                      <a:pt x="16304" y="5531"/>
                    </a:cubicBezTo>
                    <a:cubicBezTo>
                      <a:pt x="12900" y="2301"/>
                      <a:pt x="5670" y="-1638"/>
                      <a:pt x="2353" y="715"/>
                    </a:cubicBezTo>
                    <a:cubicBezTo>
                      <a:pt x="-964" y="3064"/>
                      <a:pt x="197" y="6955"/>
                      <a:pt x="197" y="695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80" name="Google Shape;880;p2"/>
              <p:cNvSpPr/>
              <p:nvPr/>
            </p:nvSpPr>
            <p:spPr>
              <a:xfrm>
                <a:off x="7853944" y="2687513"/>
                <a:ext cx="5445" cy="6710"/>
              </a:xfrm>
              <a:custGeom>
                <a:avLst/>
                <a:gdLst/>
                <a:ahLst/>
                <a:cxnLst/>
                <a:rect l="l" t="t" r="r" b="b"/>
                <a:pathLst>
                  <a:path w="5445" h="6710" extrusionOk="0">
                    <a:moveTo>
                      <a:pt x="821" y="439"/>
                    </a:moveTo>
                    <a:cubicBezTo>
                      <a:pt x="-1531" y="4047"/>
                      <a:pt x="1655" y="7480"/>
                      <a:pt x="4296" y="6559"/>
                    </a:cubicBezTo>
                    <a:cubicBezTo>
                      <a:pt x="6936" y="5637"/>
                      <a:pt x="4366" y="5811"/>
                      <a:pt x="3155" y="3176"/>
                    </a:cubicBezTo>
                    <a:cubicBezTo>
                      <a:pt x="1943" y="538"/>
                      <a:pt x="1587" y="-736"/>
                      <a:pt x="821" y="43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881" name="Google Shape;881;p2"/>
              <p:cNvGrpSpPr/>
              <p:nvPr/>
            </p:nvGrpSpPr>
            <p:grpSpPr>
              <a:xfrm>
                <a:off x="7635903" y="1932347"/>
                <a:ext cx="745074" cy="1015962"/>
                <a:chOff x="7635903" y="1932347"/>
                <a:chExt cx="745074" cy="1015962"/>
              </a:xfrm>
            </p:grpSpPr>
            <p:sp>
              <p:nvSpPr>
                <p:cNvPr id="882" name="Google Shape;882;p2"/>
                <p:cNvSpPr/>
                <p:nvPr/>
              </p:nvSpPr>
              <p:spPr>
                <a:xfrm>
                  <a:off x="7635903" y="2183432"/>
                  <a:ext cx="456640" cy="621179"/>
                </a:xfrm>
                <a:custGeom>
                  <a:avLst/>
                  <a:gdLst/>
                  <a:ahLst/>
                  <a:cxnLst/>
                  <a:rect l="l" t="t" r="r" b="b"/>
                  <a:pathLst>
                    <a:path w="456640" h="621179" extrusionOk="0">
                      <a:moveTo>
                        <a:pt x="260286" y="348302"/>
                      </a:moveTo>
                      <a:cubicBezTo>
                        <a:pt x="202297" y="428083"/>
                        <a:pt x="0" y="621179"/>
                        <a:pt x="0" y="621179"/>
                      </a:cubicBezTo>
                      <a:cubicBezTo>
                        <a:pt x="0" y="621179"/>
                        <a:pt x="227167" y="231201"/>
                        <a:pt x="279978" y="133324"/>
                      </a:cubicBezTo>
                      <a:cubicBezTo>
                        <a:pt x="332789" y="35447"/>
                        <a:pt x="455865" y="0"/>
                        <a:pt x="455865" y="0"/>
                      </a:cubicBezTo>
                      <a:cubicBezTo>
                        <a:pt x="455865" y="0"/>
                        <a:pt x="474089" y="55461"/>
                        <a:pt x="333891" y="261104"/>
                      </a:cubicBezTo>
                      <a:cubicBezTo>
                        <a:pt x="193691" y="466751"/>
                        <a:pt x="260286" y="348302"/>
                        <a:pt x="260286" y="348302"/>
                      </a:cubicBezTo>
                      <a:close/>
                    </a:path>
                  </a:pathLst>
                </a:custGeom>
                <a:solidFill>
                  <a:srgbClr val="4D731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83" name="Google Shape;883;p2"/>
                <p:cNvSpPr/>
                <p:nvPr/>
              </p:nvSpPr>
              <p:spPr>
                <a:xfrm>
                  <a:off x="7747879" y="1999879"/>
                  <a:ext cx="614355" cy="846183"/>
                </a:xfrm>
                <a:custGeom>
                  <a:avLst/>
                  <a:gdLst/>
                  <a:ahLst/>
                  <a:cxnLst/>
                  <a:rect l="l" t="t" r="r" b="b"/>
                  <a:pathLst>
                    <a:path w="614355" h="846183" extrusionOk="0">
                      <a:moveTo>
                        <a:pt x="20999" y="841338"/>
                      </a:moveTo>
                      <a:cubicBezTo>
                        <a:pt x="-51545" y="795837"/>
                        <a:pt x="65471" y="466123"/>
                        <a:pt x="347252" y="32215"/>
                      </a:cubicBezTo>
                      <a:cubicBezTo>
                        <a:pt x="387182" y="-31448"/>
                        <a:pt x="536835" y="18894"/>
                        <a:pt x="536835" y="18894"/>
                      </a:cubicBezTo>
                      <a:cubicBezTo>
                        <a:pt x="536835" y="18894"/>
                        <a:pt x="645468" y="127287"/>
                        <a:pt x="605538" y="190948"/>
                      </a:cubicBezTo>
                      <a:cubicBezTo>
                        <a:pt x="336963" y="607462"/>
                        <a:pt x="93543" y="886838"/>
                        <a:pt x="20999" y="841338"/>
                      </a:cubicBezTo>
                      <a:close/>
                    </a:path>
                  </a:pathLst>
                </a:custGeom>
                <a:solidFill>
                  <a:srgbClr val="CFAA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84" name="Google Shape;884;p2"/>
                <p:cNvSpPr/>
                <p:nvPr/>
              </p:nvSpPr>
              <p:spPr>
                <a:xfrm>
                  <a:off x="8087207" y="2473919"/>
                  <a:ext cx="65421" cy="64501"/>
                </a:xfrm>
                <a:custGeom>
                  <a:avLst/>
                  <a:gdLst/>
                  <a:ahLst/>
                  <a:cxnLst/>
                  <a:rect l="l" t="t" r="r" b="b"/>
                  <a:pathLst>
                    <a:path w="65421" h="64501" extrusionOk="0">
                      <a:moveTo>
                        <a:pt x="2982" y="17345"/>
                      </a:moveTo>
                      <a:cubicBezTo>
                        <a:pt x="364" y="25771"/>
                        <a:pt x="2314" y="40674"/>
                        <a:pt x="186" y="45038"/>
                      </a:cubicBezTo>
                      <a:cubicBezTo>
                        <a:pt x="-1942" y="49402"/>
                        <a:pt x="14830" y="52824"/>
                        <a:pt x="18350" y="55039"/>
                      </a:cubicBezTo>
                      <a:cubicBezTo>
                        <a:pt x="21871" y="57254"/>
                        <a:pt x="34675" y="74095"/>
                        <a:pt x="49753" y="56731"/>
                      </a:cubicBezTo>
                      <a:cubicBezTo>
                        <a:pt x="64832" y="39366"/>
                        <a:pt x="68784" y="37286"/>
                        <a:pt x="62656" y="24182"/>
                      </a:cubicBezTo>
                      <a:cubicBezTo>
                        <a:pt x="56527" y="11079"/>
                        <a:pt x="34131" y="5549"/>
                        <a:pt x="27810" y="991"/>
                      </a:cubicBezTo>
                      <a:cubicBezTo>
                        <a:pt x="19644" y="-4893"/>
                        <a:pt x="2982" y="17345"/>
                        <a:pt x="2982" y="1734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85" name="Google Shape;885;p2"/>
                <p:cNvSpPr/>
                <p:nvPr/>
              </p:nvSpPr>
              <p:spPr>
                <a:xfrm>
                  <a:off x="8114928" y="2424388"/>
                  <a:ext cx="66395" cy="68982"/>
                </a:xfrm>
                <a:custGeom>
                  <a:avLst/>
                  <a:gdLst/>
                  <a:ahLst/>
                  <a:cxnLst/>
                  <a:rect l="l" t="t" r="r" b="b"/>
                  <a:pathLst>
                    <a:path w="66395" h="68982" extrusionOk="0">
                      <a:moveTo>
                        <a:pt x="4750" y="19529"/>
                      </a:moveTo>
                      <a:cubicBezTo>
                        <a:pt x="1639" y="28509"/>
                        <a:pt x="2608" y="43969"/>
                        <a:pt x="235" y="48669"/>
                      </a:cubicBezTo>
                      <a:cubicBezTo>
                        <a:pt x="-2138" y="53369"/>
                        <a:pt x="14155" y="55881"/>
                        <a:pt x="17479" y="57973"/>
                      </a:cubicBezTo>
                      <a:cubicBezTo>
                        <a:pt x="20802" y="60067"/>
                        <a:pt x="37154" y="79841"/>
                        <a:pt x="53101" y="60723"/>
                      </a:cubicBezTo>
                      <a:cubicBezTo>
                        <a:pt x="69048" y="41603"/>
                        <a:pt x="68251" y="36199"/>
                        <a:pt x="63052" y="22885"/>
                      </a:cubicBezTo>
                      <a:cubicBezTo>
                        <a:pt x="57854" y="9571"/>
                        <a:pt x="36160" y="5212"/>
                        <a:pt x="30227" y="848"/>
                      </a:cubicBezTo>
                      <a:cubicBezTo>
                        <a:pt x="22565" y="-4789"/>
                        <a:pt x="4750" y="19529"/>
                        <a:pt x="4750" y="1952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86" name="Google Shape;886;p2"/>
                <p:cNvSpPr/>
                <p:nvPr/>
              </p:nvSpPr>
              <p:spPr>
                <a:xfrm>
                  <a:off x="8141775" y="2381591"/>
                  <a:ext cx="66395" cy="68982"/>
                </a:xfrm>
                <a:custGeom>
                  <a:avLst/>
                  <a:gdLst/>
                  <a:ahLst/>
                  <a:cxnLst/>
                  <a:rect l="l" t="t" r="r" b="b"/>
                  <a:pathLst>
                    <a:path w="66395" h="68982" extrusionOk="0">
                      <a:moveTo>
                        <a:pt x="4748" y="19527"/>
                      </a:moveTo>
                      <a:cubicBezTo>
                        <a:pt x="1636" y="28507"/>
                        <a:pt x="2606" y="43967"/>
                        <a:pt x="235" y="48667"/>
                      </a:cubicBezTo>
                      <a:cubicBezTo>
                        <a:pt x="-2138" y="53367"/>
                        <a:pt x="14155" y="55879"/>
                        <a:pt x="17478" y="57973"/>
                      </a:cubicBezTo>
                      <a:cubicBezTo>
                        <a:pt x="20802" y="60065"/>
                        <a:pt x="37154" y="79841"/>
                        <a:pt x="53101" y="60723"/>
                      </a:cubicBezTo>
                      <a:cubicBezTo>
                        <a:pt x="69048" y="41603"/>
                        <a:pt x="68251" y="36199"/>
                        <a:pt x="63052" y="22886"/>
                      </a:cubicBezTo>
                      <a:cubicBezTo>
                        <a:pt x="57854" y="9572"/>
                        <a:pt x="36160" y="5212"/>
                        <a:pt x="30227" y="849"/>
                      </a:cubicBezTo>
                      <a:cubicBezTo>
                        <a:pt x="22562" y="-4791"/>
                        <a:pt x="4748" y="19527"/>
                        <a:pt x="4748" y="1952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87" name="Google Shape;887;p2"/>
                <p:cNvSpPr/>
                <p:nvPr/>
              </p:nvSpPr>
              <p:spPr>
                <a:xfrm>
                  <a:off x="8176172" y="2342791"/>
                  <a:ext cx="66395" cy="68982"/>
                </a:xfrm>
                <a:custGeom>
                  <a:avLst/>
                  <a:gdLst/>
                  <a:ahLst/>
                  <a:cxnLst/>
                  <a:rect l="l" t="t" r="r" b="b"/>
                  <a:pathLst>
                    <a:path w="66395" h="68982" extrusionOk="0">
                      <a:moveTo>
                        <a:pt x="4750" y="19527"/>
                      </a:moveTo>
                      <a:cubicBezTo>
                        <a:pt x="1639" y="28507"/>
                        <a:pt x="2608" y="43967"/>
                        <a:pt x="235" y="48667"/>
                      </a:cubicBezTo>
                      <a:cubicBezTo>
                        <a:pt x="-2138" y="53367"/>
                        <a:pt x="14155" y="55879"/>
                        <a:pt x="17478" y="57973"/>
                      </a:cubicBezTo>
                      <a:cubicBezTo>
                        <a:pt x="20802" y="60065"/>
                        <a:pt x="37154" y="79841"/>
                        <a:pt x="53101" y="60723"/>
                      </a:cubicBezTo>
                      <a:cubicBezTo>
                        <a:pt x="69048" y="41603"/>
                        <a:pt x="68251" y="36199"/>
                        <a:pt x="63052" y="22886"/>
                      </a:cubicBezTo>
                      <a:cubicBezTo>
                        <a:pt x="57854" y="9572"/>
                        <a:pt x="36160" y="5212"/>
                        <a:pt x="30227" y="849"/>
                      </a:cubicBezTo>
                      <a:cubicBezTo>
                        <a:pt x="22565" y="-4791"/>
                        <a:pt x="4750" y="19527"/>
                        <a:pt x="4750" y="1952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88" name="Google Shape;888;p2"/>
                <p:cNvSpPr/>
                <p:nvPr/>
              </p:nvSpPr>
              <p:spPr>
                <a:xfrm>
                  <a:off x="8138289" y="2473998"/>
                  <a:ext cx="30494" cy="14281"/>
                </a:xfrm>
                <a:custGeom>
                  <a:avLst/>
                  <a:gdLst/>
                  <a:ahLst/>
                  <a:cxnLst/>
                  <a:rect l="l" t="t" r="r" b="b"/>
                  <a:pathLst>
                    <a:path w="30494" h="14281" extrusionOk="0">
                      <a:moveTo>
                        <a:pt x="30215" y="3878"/>
                      </a:moveTo>
                      <a:cubicBezTo>
                        <a:pt x="25417" y="19125"/>
                        <a:pt x="5815" y="15868"/>
                        <a:pt x="1389" y="5300"/>
                      </a:cubicBezTo>
                      <a:cubicBezTo>
                        <a:pt x="-3037" y="-5269"/>
                        <a:pt x="3533" y="3503"/>
                        <a:pt x="15162" y="1953"/>
                      </a:cubicBezTo>
                      <a:cubicBezTo>
                        <a:pt x="26791" y="403"/>
                        <a:pt x="31779" y="-1087"/>
                        <a:pt x="30215" y="387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89" name="Google Shape;889;p2"/>
                <p:cNvSpPr/>
                <p:nvPr/>
              </p:nvSpPr>
              <p:spPr>
                <a:xfrm>
                  <a:off x="8107204" y="2520156"/>
                  <a:ext cx="27994" cy="13192"/>
                </a:xfrm>
                <a:custGeom>
                  <a:avLst/>
                  <a:gdLst/>
                  <a:ahLst/>
                  <a:cxnLst/>
                  <a:rect l="l" t="t" r="r" b="b"/>
                  <a:pathLst>
                    <a:path w="27994" h="13192" extrusionOk="0">
                      <a:moveTo>
                        <a:pt x="27818" y="4976"/>
                      </a:moveTo>
                      <a:cubicBezTo>
                        <a:pt x="24277" y="17841"/>
                        <a:pt x="6158" y="13946"/>
                        <a:pt x="1520" y="4596"/>
                      </a:cubicBezTo>
                      <a:cubicBezTo>
                        <a:pt x="-3118" y="-4751"/>
                        <a:pt x="3383" y="3167"/>
                        <a:pt x="13937" y="2481"/>
                      </a:cubicBezTo>
                      <a:cubicBezTo>
                        <a:pt x="24492" y="1793"/>
                        <a:pt x="28970" y="785"/>
                        <a:pt x="27818" y="497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0" name="Google Shape;890;p2"/>
                <p:cNvSpPr/>
                <p:nvPr/>
              </p:nvSpPr>
              <p:spPr>
                <a:xfrm>
                  <a:off x="8164889" y="2431588"/>
                  <a:ext cx="30494" cy="14281"/>
                </a:xfrm>
                <a:custGeom>
                  <a:avLst/>
                  <a:gdLst/>
                  <a:ahLst/>
                  <a:cxnLst/>
                  <a:rect l="l" t="t" r="r" b="b"/>
                  <a:pathLst>
                    <a:path w="30494" h="14281" extrusionOk="0">
                      <a:moveTo>
                        <a:pt x="30215" y="3878"/>
                      </a:moveTo>
                      <a:cubicBezTo>
                        <a:pt x="25417" y="19125"/>
                        <a:pt x="5815" y="15868"/>
                        <a:pt x="1389" y="5300"/>
                      </a:cubicBezTo>
                      <a:cubicBezTo>
                        <a:pt x="-3037" y="-5269"/>
                        <a:pt x="3533" y="3503"/>
                        <a:pt x="15162" y="1953"/>
                      </a:cubicBezTo>
                      <a:cubicBezTo>
                        <a:pt x="26791" y="405"/>
                        <a:pt x="31777" y="-1087"/>
                        <a:pt x="30215" y="387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1" name="Google Shape;891;p2"/>
                <p:cNvSpPr/>
                <p:nvPr/>
              </p:nvSpPr>
              <p:spPr>
                <a:xfrm>
                  <a:off x="8204460" y="2385978"/>
                  <a:ext cx="30494" cy="14281"/>
                </a:xfrm>
                <a:custGeom>
                  <a:avLst/>
                  <a:gdLst/>
                  <a:ahLst/>
                  <a:cxnLst/>
                  <a:rect l="l" t="t" r="r" b="b"/>
                  <a:pathLst>
                    <a:path w="30494" h="14281" extrusionOk="0">
                      <a:moveTo>
                        <a:pt x="30215" y="3878"/>
                      </a:moveTo>
                      <a:cubicBezTo>
                        <a:pt x="25419" y="19125"/>
                        <a:pt x="5815" y="15868"/>
                        <a:pt x="1389" y="5300"/>
                      </a:cubicBezTo>
                      <a:cubicBezTo>
                        <a:pt x="-3037" y="-5268"/>
                        <a:pt x="3533" y="3503"/>
                        <a:pt x="15162" y="1953"/>
                      </a:cubicBezTo>
                      <a:cubicBezTo>
                        <a:pt x="26793" y="405"/>
                        <a:pt x="31777" y="-1087"/>
                        <a:pt x="30215" y="387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2" name="Google Shape;892;p2"/>
                <p:cNvSpPr/>
                <p:nvPr/>
              </p:nvSpPr>
              <p:spPr>
                <a:xfrm>
                  <a:off x="8199204" y="2308731"/>
                  <a:ext cx="68282" cy="71621"/>
                </a:xfrm>
                <a:custGeom>
                  <a:avLst/>
                  <a:gdLst/>
                  <a:ahLst/>
                  <a:cxnLst/>
                  <a:rect l="l" t="t" r="r" b="b"/>
                  <a:pathLst>
                    <a:path w="68282" h="71621" extrusionOk="0">
                      <a:moveTo>
                        <a:pt x="3501" y="22018"/>
                      </a:moveTo>
                      <a:cubicBezTo>
                        <a:pt x="659" y="31816"/>
                        <a:pt x="2481" y="48405"/>
                        <a:pt x="204" y="53565"/>
                      </a:cubicBezTo>
                      <a:cubicBezTo>
                        <a:pt x="-2072" y="58724"/>
                        <a:pt x="15342" y="60708"/>
                        <a:pt x="18977" y="62814"/>
                      </a:cubicBezTo>
                      <a:cubicBezTo>
                        <a:pt x="22612" y="64919"/>
                        <a:pt x="35708" y="82480"/>
                        <a:pt x="51649" y="61209"/>
                      </a:cubicBezTo>
                      <a:cubicBezTo>
                        <a:pt x="67589" y="39938"/>
                        <a:pt x="71733" y="37149"/>
                        <a:pt x="65534" y="23056"/>
                      </a:cubicBezTo>
                      <a:cubicBezTo>
                        <a:pt x="59334" y="8962"/>
                        <a:pt x="36095" y="5232"/>
                        <a:pt x="29577" y="799"/>
                      </a:cubicBezTo>
                      <a:cubicBezTo>
                        <a:pt x="21156" y="-4930"/>
                        <a:pt x="3501" y="22018"/>
                        <a:pt x="3501" y="2201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3" name="Google Shape;893;p2"/>
                <p:cNvSpPr/>
                <p:nvPr/>
              </p:nvSpPr>
              <p:spPr>
                <a:xfrm>
                  <a:off x="8230242" y="2250129"/>
                  <a:ext cx="75752" cy="80083"/>
                </a:xfrm>
                <a:custGeom>
                  <a:avLst/>
                  <a:gdLst/>
                  <a:ahLst/>
                  <a:cxnLst/>
                  <a:rect l="l" t="t" r="r" b="b"/>
                  <a:pathLst>
                    <a:path w="75752" h="80083" extrusionOk="0">
                      <a:moveTo>
                        <a:pt x="3800" y="23904"/>
                      </a:moveTo>
                      <a:cubicBezTo>
                        <a:pt x="716" y="34541"/>
                        <a:pt x="2693" y="52552"/>
                        <a:pt x="222" y="58155"/>
                      </a:cubicBezTo>
                      <a:cubicBezTo>
                        <a:pt x="-2249" y="63758"/>
                        <a:pt x="16658" y="65911"/>
                        <a:pt x="20604" y="68197"/>
                      </a:cubicBezTo>
                      <a:cubicBezTo>
                        <a:pt x="24550" y="70483"/>
                        <a:pt x="44488" y="92795"/>
                        <a:pt x="61793" y="69702"/>
                      </a:cubicBezTo>
                      <a:cubicBezTo>
                        <a:pt x="79098" y="46608"/>
                        <a:pt x="77882" y="40333"/>
                        <a:pt x="71152" y="25033"/>
                      </a:cubicBezTo>
                      <a:cubicBezTo>
                        <a:pt x="64422" y="9733"/>
                        <a:pt x="39189" y="5682"/>
                        <a:pt x="32112" y="868"/>
                      </a:cubicBezTo>
                      <a:cubicBezTo>
                        <a:pt x="22970" y="-5352"/>
                        <a:pt x="3800" y="23904"/>
                        <a:pt x="3800" y="2390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4" name="Google Shape;894;p2"/>
                <p:cNvSpPr/>
                <p:nvPr/>
              </p:nvSpPr>
              <p:spPr>
                <a:xfrm>
                  <a:off x="8258785" y="2198854"/>
                  <a:ext cx="75753" cy="80083"/>
                </a:xfrm>
                <a:custGeom>
                  <a:avLst/>
                  <a:gdLst/>
                  <a:ahLst/>
                  <a:cxnLst/>
                  <a:rect l="l" t="t" r="r" b="b"/>
                  <a:pathLst>
                    <a:path w="75753" h="80083" extrusionOk="0">
                      <a:moveTo>
                        <a:pt x="3799" y="23904"/>
                      </a:moveTo>
                      <a:cubicBezTo>
                        <a:pt x="715" y="34541"/>
                        <a:pt x="2693" y="52552"/>
                        <a:pt x="222" y="58155"/>
                      </a:cubicBezTo>
                      <a:cubicBezTo>
                        <a:pt x="-2249" y="63758"/>
                        <a:pt x="16658" y="65911"/>
                        <a:pt x="20604" y="68197"/>
                      </a:cubicBezTo>
                      <a:cubicBezTo>
                        <a:pt x="24549" y="70481"/>
                        <a:pt x="44488" y="92795"/>
                        <a:pt x="61793" y="69702"/>
                      </a:cubicBezTo>
                      <a:cubicBezTo>
                        <a:pt x="79100" y="46606"/>
                        <a:pt x="77882" y="40333"/>
                        <a:pt x="71152" y="25033"/>
                      </a:cubicBezTo>
                      <a:cubicBezTo>
                        <a:pt x="64422" y="9733"/>
                        <a:pt x="39189" y="5682"/>
                        <a:pt x="32111" y="868"/>
                      </a:cubicBezTo>
                      <a:cubicBezTo>
                        <a:pt x="22967" y="-5352"/>
                        <a:pt x="3799" y="23904"/>
                        <a:pt x="3799" y="2390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5" name="Google Shape;895;p2"/>
                <p:cNvSpPr/>
                <p:nvPr/>
              </p:nvSpPr>
              <p:spPr>
                <a:xfrm>
                  <a:off x="8296253" y="2151888"/>
                  <a:ext cx="75753" cy="80083"/>
                </a:xfrm>
                <a:custGeom>
                  <a:avLst/>
                  <a:gdLst/>
                  <a:ahLst/>
                  <a:cxnLst/>
                  <a:rect l="l" t="t" r="r" b="b"/>
                  <a:pathLst>
                    <a:path w="75753" h="80083" extrusionOk="0">
                      <a:moveTo>
                        <a:pt x="3799" y="23904"/>
                      </a:moveTo>
                      <a:cubicBezTo>
                        <a:pt x="715" y="34541"/>
                        <a:pt x="2693" y="52552"/>
                        <a:pt x="222" y="58155"/>
                      </a:cubicBezTo>
                      <a:cubicBezTo>
                        <a:pt x="-2249" y="63758"/>
                        <a:pt x="16658" y="65911"/>
                        <a:pt x="20604" y="68197"/>
                      </a:cubicBezTo>
                      <a:cubicBezTo>
                        <a:pt x="24549" y="70483"/>
                        <a:pt x="44488" y="92795"/>
                        <a:pt x="61793" y="69702"/>
                      </a:cubicBezTo>
                      <a:cubicBezTo>
                        <a:pt x="79100" y="46606"/>
                        <a:pt x="77882" y="40333"/>
                        <a:pt x="71152" y="25033"/>
                      </a:cubicBezTo>
                      <a:cubicBezTo>
                        <a:pt x="64422" y="9733"/>
                        <a:pt x="39189" y="5682"/>
                        <a:pt x="32111" y="868"/>
                      </a:cubicBezTo>
                      <a:cubicBezTo>
                        <a:pt x="22970" y="-5352"/>
                        <a:pt x="3799" y="23904"/>
                        <a:pt x="3799" y="2390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6" name="Google Shape;896;p2"/>
                <p:cNvSpPr/>
                <p:nvPr/>
              </p:nvSpPr>
              <p:spPr>
                <a:xfrm>
                  <a:off x="8257202" y="2307499"/>
                  <a:ext cx="35219" cy="16690"/>
                </a:xfrm>
                <a:custGeom>
                  <a:avLst/>
                  <a:gdLst/>
                  <a:ahLst/>
                  <a:cxnLst/>
                  <a:rect l="l" t="t" r="r" b="b"/>
                  <a:pathLst>
                    <a:path w="35219" h="16690" extrusionOk="0">
                      <a:moveTo>
                        <a:pt x="34977" y="3855"/>
                      </a:moveTo>
                      <a:cubicBezTo>
                        <a:pt x="30300" y="21894"/>
                        <a:pt x="7536" y="19030"/>
                        <a:pt x="1848" y="6898"/>
                      </a:cubicBezTo>
                      <a:cubicBezTo>
                        <a:pt x="-3839" y="-5234"/>
                        <a:pt x="4219" y="4696"/>
                        <a:pt x="17530" y="2330"/>
                      </a:cubicBezTo>
                      <a:cubicBezTo>
                        <a:pt x="30842" y="-36"/>
                        <a:pt x="36502" y="-2020"/>
                        <a:pt x="34977" y="385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7" name="Google Shape;897;p2"/>
                <p:cNvSpPr/>
                <p:nvPr/>
              </p:nvSpPr>
              <p:spPr>
                <a:xfrm>
                  <a:off x="8220010" y="2360743"/>
                  <a:ext cx="29102" cy="13791"/>
                </a:xfrm>
                <a:custGeom>
                  <a:avLst/>
                  <a:gdLst/>
                  <a:ahLst/>
                  <a:cxnLst/>
                  <a:rect l="l" t="t" r="r" b="b"/>
                  <a:pathLst>
                    <a:path w="29102" h="13791" extrusionOk="0">
                      <a:moveTo>
                        <a:pt x="28902" y="3185"/>
                      </a:moveTo>
                      <a:cubicBezTo>
                        <a:pt x="25037" y="18092"/>
                        <a:pt x="6225" y="15723"/>
                        <a:pt x="1528" y="5699"/>
                      </a:cubicBezTo>
                      <a:cubicBezTo>
                        <a:pt x="-3173" y="-4325"/>
                        <a:pt x="3487" y="3880"/>
                        <a:pt x="14487" y="1925"/>
                      </a:cubicBezTo>
                      <a:cubicBezTo>
                        <a:pt x="25485" y="-29"/>
                        <a:pt x="30162" y="-1669"/>
                        <a:pt x="28902" y="318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8" name="Google Shape;898;p2"/>
                <p:cNvSpPr/>
                <p:nvPr/>
              </p:nvSpPr>
              <p:spPr>
                <a:xfrm>
                  <a:off x="8285485" y="2256692"/>
                  <a:ext cx="35218" cy="16690"/>
                </a:xfrm>
                <a:custGeom>
                  <a:avLst/>
                  <a:gdLst/>
                  <a:ahLst/>
                  <a:cxnLst/>
                  <a:rect l="l" t="t" r="r" b="b"/>
                  <a:pathLst>
                    <a:path w="35218" h="16690" extrusionOk="0">
                      <a:moveTo>
                        <a:pt x="34977" y="3855"/>
                      </a:moveTo>
                      <a:cubicBezTo>
                        <a:pt x="30300" y="21894"/>
                        <a:pt x="7536" y="19030"/>
                        <a:pt x="1849" y="6898"/>
                      </a:cubicBezTo>
                      <a:cubicBezTo>
                        <a:pt x="-3839" y="-5234"/>
                        <a:pt x="4219" y="4696"/>
                        <a:pt x="17530" y="2330"/>
                      </a:cubicBezTo>
                      <a:cubicBezTo>
                        <a:pt x="30842" y="-36"/>
                        <a:pt x="36500" y="-2020"/>
                        <a:pt x="34977" y="385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899" name="Google Shape;899;p2"/>
                <p:cNvSpPr/>
                <p:nvPr/>
              </p:nvSpPr>
              <p:spPr>
                <a:xfrm>
                  <a:off x="8328532" y="2201524"/>
                  <a:ext cx="35219" cy="16690"/>
                </a:xfrm>
                <a:custGeom>
                  <a:avLst/>
                  <a:gdLst/>
                  <a:ahLst/>
                  <a:cxnLst/>
                  <a:rect l="l" t="t" r="r" b="b"/>
                  <a:pathLst>
                    <a:path w="35219" h="16690" extrusionOk="0">
                      <a:moveTo>
                        <a:pt x="34977" y="3855"/>
                      </a:moveTo>
                      <a:cubicBezTo>
                        <a:pt x="30300" y="21894"/>
                        <a:pt x="7536" y="19030"/>
                        <a:pt x="1848" y="6898"/>
                      </a:cubicBezTo>
                      <a:cubicBezTo>
                        <a:pt x="-3839" y="-5234"/>
                        <a:pt x="4219" y="4696"/>
                        <a:pt x="17530" y="2330"/>
                      </a:cubicBezTo>
                      <a:cubicBezTo>
                        <a:pt x="30842" y="-36"/>
                        <a:pt x="36502" y="-2020"/>
                        <a:pt x="34977" y="385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00" name="Google Shape;900;p2"/>
                <p:cNvSpPr/>
                <p:nvPr/>
              </p:nvSpPr>
              <p:spPr>
                <a:xfrm>
                  <a:off x="7760476" y="2830147"/>
                  <a:ext cx="17399" cy="16181"/>
                </a:xfrm>
                <a:custGeom>
                  <a:avLst/>
                  <a:gdLst/>
                  <a:ahLst/>
                  <a:cxnLst/>
                  <a:rect l="l" t="t" r="r" b="b"/>
                  <a:pathLst>
                    <a:path w="17399" h="16181" extrusionOk="0">
                      <a:moveTo>
                        <a:pt x="13168" y="16181"/>
                      </a:moveTo>
                      <a:cubicBezTo>
                        <a:pt x="1440" y="13788"/>
                        <a:pt x="-3239" y="-724"/>
                        <a:pt x="2353" y="28"/>
                      </a:cubicBezTo>
                      <a:cubicBezTo>
                        <a:pt x="7944" y="780"/>
                        <a:pt x="17084" y="4577"/>
                        <a:pt x="17385" y="9456"/>
                      </a:cubicBezTo>
                      <a:cubicBezTo>
                        <a:pt x="17685" y="14334"/>
                        <a:pt x="13168" y="16181"/>
                        <a:pt x="13168" y="1618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01" name="Google Shape;901;p2"/>
                <p:cNvSpPr/>
                <p:nvPr/>
              </p:nvSpPr>
              <p:spPr>
                <a:xfrm>
                  <a:off x="7764211" y="2816267"/>
                  <a:ext cx="22503" cy="20802"/>
                </a:xfrm>
                <a:custGeom>
                  <a:avLst/>
                  <a:gdLst/>
                  <a:ahLst/>
                  <a:cxnLst/>
                  <a:rect l="l" t="t" r="r" b="b"/>
                  <a:pathLst>
                    <a:path w="22503" h="20802" extrusionOk="0">
                      <a:moveTo>
                        <a:pt x="4509" y="345"/>
                      </a:moveTo>
                      <a:cubicBezTo>
                        <a:pt x="136" y="2574"/>
                        <a:pt x="-1896" y="8053"/>
                        <a:pt x="2296" y="13126"/>
                      </a:cubicBezTo>
                      <a:cubicBezTo>
                        <a:pt x="7924" y="19936"/>
                        <a:pt x="14094" y="22071"/>
                        <a:pt x="17507" y="20101"/>
                      </a:cubicBezTo>
                      <a:cubicBezTo>
                        <a:pt x="20920" y="18130"/>
                        <a:pt x="25161" y="13295"/>
                        <a:pt x="20326" y="9052"/>
                      </a:cubicBezTo>
                      <a:cubicBezTo>
                        <a:pt x="15489" y="4814"/>
                        <a:pt x="8240" y="-1555"/>
                        <a:pt x="4509" y="34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02" name="Google Shape;902;p2"/>
                <p:cNvSpPr/>
                <p:nvPr/>
              </p:nvSpPr>
              <p:spPr>
                <a:xfrm>
                  <a:off x="7768973" y="2798930"/>
                  <a:ext cx="30353" cy="28063"/>
                </a:xfrm>
                <a:custGeom>
                  <a:avLst/>
                  <a:gdLst/>
                  <a:ahLst/>
                  <a:cxnLst/>
                  <a:rect l="l" t="t" r="r" b="b"/>
                  <a:pathLst>
                    <a:path w="30353" h="28063" extrusionOk="0">
                      <a:moveTo>
                        <a:pt x="6083" y="466"/>
                      </a:moveTo>
                      <a:cubicBezTo>
                        <a:pt x="183" y="3472"/>
                        <a:pt x="-2558" y="10865"/>
                        <a:pt x="3097" y="17707"/>
                      </a:cubicBezTo>
                      <a:cubicBezTo>
                        <a:pt x="10689" y="26895"/>
                        <a:pt x="19013" y="29775"/>
                        <a:pt x="23614" y="27116"/>
                      </a:cubicBezTo>
                      <a:cubicBezTo>
                        <a:pt x="28216" y="24458"/>
                        <a:pt x="33938" y="17936"/>
                        <a:pt x="27416" y="12214"/>
                      </a:cubicBezTo>
                      <a:cubicBezTo>
                        <a:pt x="20892" y="6492"/>
                        <a:pt x="11114" y="-2099"/>
                        <a:pt x="6083" y="46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03" name="Google Shape;903;p2"/>
                <p:cNvSpPr/>
                <p:nvPr/>
              </p:nvSpPr>
              <p:spPr>
                <a:xfrm>
                  <a:off x="7780267" y="2776231"/>
                  <a:ext cx="32615" cy="34316"/>
                </a:xfrm>
                <a:custGeom>
                  <a:avLst/>
                  <a:gdLst/>
                  <a:ahLst/>
                  <a:cxnLst/>
                  <a:rect l="l" t="t" r="r" b="b"/>
                  <a:pathLst>
                    <a:path w="32615" h="34316" extrusionOk="0">
                      <a:moveTo>
                        <a:pt x="8649" y="1065"/>
                      </a:moveTo>
                      <a:cubicBezTo>
                        <a:pt x="1526" y="6019"/>
                        <a:pt x="-2877" y="16061"/>
                        <a:pt x="2177" y="23861"/>
                      </a:cubicBezTo>
                      <a:cubicBezTo>
                        <a:pt x="8964" y="34333"/>
                        <a:pt x="17713" y="36535"/>
                        <a:pt x="23325" y="32264"/>
                      </a:cubicBezTo>
                      <a:cubicBezTo>
                        <a:pt x="28940" y="27994"/>
                        <a:pt x="36504" y="18534"/>
                        <a:pt x="30279" y="12337"/>
                      </a:cubicBezTo>
                      <a:cubicBezTo>
                        <a:pt x="24054" y="6144"/>
                        <a:pt x="14725" y="-3162"/>
                        <a:pt x="8649" y="106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04" name="Google Shape;904;p2"/>
                <p:cNvSpPr/>
                <p:nvPr/>
              </p:nvSpPr>
              <p:spPr>
                <a:xfrm>
                  <a:off x="7791462" y="2743111"/>
                  <a:ext cx="44890" cy="45756"/>
                </a:xfrm>
                <a:custGeom>
                  <a:avLst/>
                  <a:gdLst/>
                  <a:ahLst/>
                  <a:cxnLst/>
                  <a:rect l="l" t="t" r="r" b="b"/>
                  <a:pathLst>
                    <a:path w="44890" h="45756" extrusionOk="0">
                      <a:moveTo>
                        <a:pt x="11125" y="1246"/>
                      </a:moveTo>
                      <a:cubicBezTo>
                        <a:pt x="1588" y="7457"/>
                        <a:pt x="-3958" y="20546"/>
                        <a:pt x="3373" y="31137"/>
                      </a:cubicBezTo>
                      <a:cubicBezTo>
                        <a:pt x="13217" y="45356"/>
                        <a:pt x="25344" y="48710"/>
                        <a:pt x="32842" y="43331"/>
                      </a:cubicBezTo>
                      <a:cubicBezTo>
                        <a:pt x="40340" y="37952"/>
                        <a:pt x="50259" y="25790"/>
                        <a:pt x="41399" y="17268"/>
                      </a:cubicBezTo>
                      <a:cubicBezTo>
                        <a:pt x="32540" y="8746"/>
                        <a:pt x="19261" y="-4053"/>
                        <a:pt x="11125" y="124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05" name="Google Shape;905;p2"/>
                <p:cNvSpPr/>
                <p:nvPr/>
              </p:nvSpPr>
              <p:spPr>
                <a:xfrm>
                  <a:off x="7805912" y="2702255"/>
                  <a:ext cx="58520" cy="60351"/>
                </a:xfrm>
                <a:custGeom>
                  <a:avLst/>
                  <a:gdLst/>
                  <a:ahLst/>
                  <a:cxnLst/>
                  <a:rect l="l" t="t" r="r" b="b"/>
                  <a:pathLst>
                    <a:path w="58520" h="60351" extrusionOk="0">
                      <a:moveTo>
                        <a:pt x="14869" y="1727"/>
                      </a:moveTo>
                      <a:cubicBezTo>
                        <a:pt x="2309" y="10114"/>
                        <a:pt x="-5166" y="27524"/>
                        <a:pt x="4216" y="41402"/>
                      </a:cubicBezTo>
                      <a:cubicBezTo>
                        <a:pt x="16812" y="60033"/>
                        <a:pt x="32581" y="64251"/>
                        <a:pt x="42465" y="57004"/>
                      </a:cubicBezTo>
                      <a:cubicBezTo>
                        <a:pt x="52348" y="49755"/>
                        <a:pt x="65515" y="33493"/>
                        <a:pt x="54101" y="22378"/>
                      </a:cubicBezTo>
                      <a:cubicBezTo>
                        <a:pt x="42687" y="11264"/>
                        <a:pt x="25583" y="-5429"/>
                        <a:pt x="14869" y="172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06" name="Google Shape;906;p2"/>
                <p:cNvSpPr/>
                <p:nvPr/>
              </p:nvSpPr>
              <p:spPr>
                <a:xfrm>
                  <a:off x="7832336" y="2660428"/>
                  <a:ext cx="58286" cy="60108"/>
                </a:xfrm>
                <a:custGeom>
                  <a:avLst/>
                  <a:gdLst/>
                  <a:ahLst/>
                  <a:cxnLst/>
                  <a:rect l="l" t="t" r="r" b="b"/>
                  <a:pathLst>
                    <a:path w="58286" h="60108" extrusionOk="0">
                      <a:moveTo>
                        <a:pt x="14809" y="1719"/>
                      </a:moveTo>
                      <a:cubicBezTo>
                        <a:pt x="2300" y="10072"/>
                        <a:pt x="-5145" y="27414"/>
                        <a:pt x="4200" y="41235"/>
                      </a:cubicBezTo>
                      <a:cubicBezTo>
                        <a:pt x="16745" y="59791"/>
                        <a:pt x="32452" y="63992"/>
                        <a:pt x="42296" y="56773"/>
                      </a:cubicBezTo>
                      <a:cubicBezTo>
                        <a:pt x="52139" y="49554"/>
                        <a:pt x="65252" y="33355"/>
                        <a:pt x="53886" y="22286"/>
                      </a:cubicBezTo>
                      <a:cubicBezTo>
                        <a:pt x="42515" y="11220"/>
                        <a:pt x="25480" y="-5406"/>
                        <a:pt x="14809" y="171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07" name="Google Shape;907;p2"/>
                <p:cNvSpPr/>
                <p:nvPr/>
              </p:nvSpPr>
              <p:spPr>
                <a:xfrm>
                  <a:off x="7856538" y="2621837"/>
                  <a:ext cx="58286" cy="60109"/>
                </a:xfrm>
                <a:custGeom>
                  <a:avLst/>
                  <a:gdLst/>
                  <a:ahLst/>
                  <a:cxnLst/>
                  <a:rect l="l" t="t" r="r" b="b"/>
                  <a:pathLst>
                    <a:path w="58286" h="60109" extrusionOk="0">
                      <a:moveTo>
                        <a:pt x="14809" y="1720"/>
                      </a:moveTo>
                      <a:cubicBezTo>
                        <a:pt x="2300" y="10073"/>
                        <a:pt x="-5145" y="27415"/>
                        <a:pt x="4200" y="41236"/>
                      </a:cubicBezTo>
                      <a:cubicBezTo>
                        <a:pt x="16745" y="59791"/>
                        <a:pt x="32453" y="63993"/>
                        <a:pt x="42296" y="56774"/>
                      </a:cubicBezTo>
                      <a:cubicBezTo>
                        <a:pt x="52140" y="49555"/>
                        <a:pt x="65252" y="33356"/>
                        <a:pt x="53886" y="22287"/>
                      </a:cubicBezTo>
                      <a:cubicBezTo>
                        <a:pt x="42520" y="11218"/>
                        <a:pt x="25483" y="-5408"/>
                        <a:pt x="14809" y="172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08" name="Google Shape;908;p2"/>
                <p:cNvSpPr/>
                <p:nvPr/>
              </p:nvSpPr>
              <p:spPr>
                <a:xfrm>
                  <a:off x="7881441" y="2574365"/>
                  <a:ext cx="64309" cy="66322"/>
                </a:xfrm>
                <a:custGeom>
                  <a:avLst/>
                  <a:gdLst/>
                  <a:ahLst/>
                  <a:cxnLst/>
                  <a:rect l="l" t="t" r="r" b="b"/>
                  <a:pathLst>
                    <a:path w="64309" h="66322" extrusionOk="0">
                      <a:moveTo>
                        <a:pt x="16340" y="1898"/>
                      </a:moveTo>
                      <a:cubicBezTo>
                        <a:pt x="2539" y="11115"/>
                        <a:pt x="-5677" y="30248"/>
                        <a:pt x="4633" y="45498"/>
                      </a:cubicBezTo>
                      <a:cubicBezTo>
                        <a:pt x="18475" y="65972"/>
                        <a:pt x="35805" y="70608"/>
                        <a:pt x="46666" y="62643"/>
                      </a:cubicBezTo>
                      <a:cubicBezTo>
                        <a:pt x="57527" y="54679"/>
                        <a:pt x="71995" y="36805"/>
                        <a:pt x="59454" y="24591"/>
                      </a:cubicBezTo>
                      <a:cubicBezTo>
                        <a:pt x="46913" y="12379"/>
                        <a:pt x="28115" y="-5966"/>
                        <a:pt x="16340" y="189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09" name="Google Shape;909;p2"/>
                <p:cNvSpPr/>
                <p:nvPr/>
              </p:nvSpPr>
              <p:spPr>
                <a:xfrm>
                  <a:off x="7910479" y="2528401"/>
                  <a:ext cx="64054" cy="66057"/>
                </a:xfrm>
                <a:custGeom>
                  <a:avLst/>
                  <a:gdLst/>
                  <a:ahLst/>
                  <a:cxnLst/>
                  <a:rect l="l" t="t" r="r" b="b"/>
                  <a:pathLst>
                    <a:path w="64054" h="66057" extrusionOk="0">
                      <a:moveTo>
                        <a:pt x="16274" y="1890"/>
                      </a:moveTo>
                      <a:cubicBezTo>
                        <a:pt x="2529" y="11070"/>
                        <a:pt x="-5655" y="30126"/>
                        <a:pt x="4616" y="45317"/>
                      </a:cubicBezTo>
                      <a:cubicBezTo>
                        <a:pt x="18403" y="65708"/>
                        <a:pt x="35662" y="70326"/>
                        <a:pt x="46482" y="62393"/>
                      </a:cubicBezTo>
                      <a:cubicBezTo>
                        <a:pt x="57299" y="54459"/>
                        <a:pt x="71710" y="36658"/>
                        <a:pt x="59217" y="24494"/>
                      </a:cubicBezTo>
                      <a:cubicBezTo>
                        <a:pt x="46724" y="12330"/>
                        <a:pt x="28002" y="-5942"/>
                        <a:pt x="16274" y="189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10" name="Google Shape;910;p2"/>
                <p:cNvSpPr/>
                <p:nvPr/>
              </p:nvSpPr>
              <p:spPr>
                <a:xfrm>
                  <a:off x="7937079" y="2485991"/>
                  <a:ext cx="64054" cy="66057"/>
                </a:xfrm>
                <a:custGeom>
                  <a:avLst/>
                  <a:gdLst/>
                  <a:ahLst/>
                  <a:cxnLst/>
                  <a:rect l="l" t="t" r="r" b="b"/>
                  <a:pathLst>
                    <a:path w="64054" h="66057" extrusionOk="0">
                      <a:moveTo>
                        <a:pt x="16274" y="1890"/>
                      </a:moveTo>
                      <a:cubicBezTo>
                        <a:pt x="2529" y="11070"/>
                        <a:pt x="-5655" y="30127"/>
                        <a:pt x="4616" y="45317"/>
                      </a:cubicBezTo>
                      <a:cubicBezTo>
                        <a:pt x="18403" y="65708"/>
                        <a:pt x="35662" y="70326"/>
                        <a:pt x="46482" y="62393"/>
                      </a:cubicBezTo>
                      <a:cubicBezTo>
                        <a:pt x="57299" y="54461"/>
                        <a:pt x="71710" y="36658"/>
                        <a:pt x="59217" y="24494"/>
                      </a:cubicBezTo>
                      <a:cubicBezTo>
                        <a:pt x="46722" y="12330"/>
                        <a:pt x="28002" y="-5942"/>
                        <a:pt x="16274" y="189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11" name="Google Shape;911;p2"/>
                <p:cNvSpPr/>
                <p:nvPr/>
              </p:nvSpPr>
              <p:spPr>
                <a:xfrm>
                  <a:off x="7964602" y="2441773"/>
                  <a:ext cx="64310" cy="66321"/>
                </a:xfrm>
                <a:custGeom>
                  <a:avLst/>
                  <a:gdLst/>
                  <a:ahLst/>
                  <a:cxnLst/>
                  <a:rect l="l" t="t" r="r" b="b"/>
                  <a:pathLst>
                    <a:path w="64310" h="66321" extrusionOk="0">
                      <a:moveTo>
                        <a:pt x="16341" y="1897"/>
                      </a:moveTo>
                      <a:cubicBezTo>
                        <a:pt x="2538" y="11114"/>
                        <a:pt x="-5678" y="30248"/>
                        <a:pt x="4634" y="45498"/>
                      </a:cubicBezTo>
                      <a:cubicBezTo>
                        <a:pt x="18476" y="65971"/>
                        <a:pt x="35806" y="70607"/>
                        <a:pt x="46667" y="62643"/>
                      </a:cubicBezTo>
                      <a:cubicBezTo>
                        <a:pt x="57528" y="54678"/>
                        <a:pt x="71996" y="36804"/>
                        <a:pt x="59455" y="24590"/>
                      </a:cubicBezTo>
                      <a:cubicBezTo>
                        <a:pt x="46912" y="12380"/>
                        <a:pt x="28114" y="-5965"/>
                        <a:pt x="16341" y="18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12" name="Google Shape;912;p2"/>
                <p:cNvSpPr/>
                <p:nvPr/>
              </p:nvSpPr>
              <p:spPr>
                <a:xfrm>
                  <a:off x="7993641" y="2395809"/>
                  <a:ext cx="64051" cy="66057"/>
                </a:xfrm>
                <a:custGeom>
                  <a:avLst/>
                  <a:gdLst/>
                  <a:ahLst/>
                  <a:cxnLst/>
                  <a:rect l="l" t="t" r="r" b="b"/>
                  <a:pathLst>
                    <a:path w="64051" h="66057" extrusionOk="0">
                      <a:moveTo>
                        <a:pt x="16275" y="1890"/>
                      </a:moveTo>
                      <a:cubicBezTo>
                        <a:pt x="2529" y="11070"/>
                        <a:pt x="-5655" y="30126"/>
                        <a:pt x="4616" y="45317"/>
                      </a:cubicBezTo>
                      <a:cubicBezTo>
                        <a:pt x="18403" y="65708"/>
                        <a:pt x="35662" y="70326"/>
                        <a:pt x="46479" y="62393"/>
                      </a:cubicBezTo>
                      <a:cubicBezTo>
                        <a:pt x="57297" y="54459"/>
                        <a:pt x="71708" y="36658"/>
                        <a:pt x="59215" y="24494"/>
                      </a:cubicBezTo>
                      <a:cubicBezTo>
                        <a:pt x="46722" y="12330"/>
                        <a:pt x="27999" y="-5942"/>
                        <a:pt x="16275" y="189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13" name="Google Shape;913;p2"/>
                <p:cNvSpPr/>
                <p:nvPr/>
              </p:nvSpPr>
              <p:spPr>
                <a:xfrm>
                  <a:off x="8020239" y="2353401"/>
                  <a:ext cx="64051" cy="66057"/>
                </a:xfrm>
                <a:custGeom>
                  <a:avLst/>
                  <a:gdLst/>
                  <a:ahLst/>
                  <a:cxnLst/>
                  <a:rect l="l" t="t" r="r" b="b"/>
                  <a:pathLst>
                    <a:path w="64051" h="66057" extrusionOk="0">
                      <a:moveTo>
                        <a:pt x="16275" y="1890"/>
                      </a:moveTo>
                      <a:cubicBezTo>
                        <a:pt x="2529" y="11071"/>
                        <a:pt x="-5655" y="30127"/>
                        <a:pt x="4616" y="45317"/>
                      </a:cubicBezTo>
                      <a:cubicBezTo>
                        <a:pt x="18403" y="65708"/>
                        <a:pt x="35662" y="70326"/>
                        <a:pt x="46479" y="62393"/>
                      </a:cubicBezTo>
                      <a:cubicBezTo>
                        <a:pt x="57297" y="54461"/>
                        <a:pt x="71708" y="36658"/>
                        <a:pt x="59215" y="24494"/>
                      </a:cubicBezTo>
                      <a:cubicBezTo>
                        <a:pt x="46724" y="12328"/>
                        <a:pt x="28001" y="-5942"/>
                        <a:pt x="16275" y="189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14" name="Google Shape;914;p2"/>
                <p:cNvSpPr/>
                <p:nvPr/>
              </p:nvSpPr>
              <p:spPr>
                <a:xfrm>
                  <a:off x="8047763" y="2309182"/>
                  <a:ext cx="64309" cy="66322"/>
                </a:xfrm>
                <a:custGeom>
                  <a:avLst/>
                  <a:gdLst/>
                  <a:ahLst/>
                  <a:cxnLst/>
                  <a:rect l="l" t="t" r="r" b="b"/>
                  <a:pathLst>
                    <a:path w="64309" h="66322" extrusionOk="0">
                      <a:moveTo>
                        <a:pt x="16340" y="1898"/>
                      </a:moveTo>
                      <a:cubicBezTo>
                        <a:pt x="2537" y="11115"/>
                        <a:pt x="-5676" y="30249"/>
                        <a:pt x="4633" y="45498"/>
                      </a:cubicBezTo>
                      <a:cubicBezTo>
                        <a:pt x="18475" y="65972"/>
                        <a:pt x="35805" y="70608"/>
                        <a:pt x="46666" y="62643"/>
                      </a:cubicBezTo>
                      <a:cubicBezTo>
                        <a:pt x="57527" y="54679"/>
                        <a:pt x="71995" y="36805"/>
                        <a:pt x="59454" y="24593"/>
                      </a:cubicBezTo>
                      <a:cubicBezTo>
                        <a:pt x="46913" y="12379"/>
                        <a:pt x="28115" y="-5966"/>
                        <a:pt x="16340" y="189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15" name="Google Shape;915;p2"/>
                <p:cNvSpPr/>
                <p:nvPr/>
              </p:nvSpPr>
              <p:spPr>
                <a:xfrm>
                  <a:off x="8076801" y="2263218"/>
                  <a:ext cx="64054" cy="66057"/>
                </a:xfrm>
                <a:custGeom>
                  <a:avLst/>
                  <a:gdLst/>
                  <a:ahLst/>
                  <a:cxnLst/>
                  <a:rect l="l" t="t" r="r" b="b"/>
                  <a:pathLst>
                    <a:path w="64054" h="66057" extrusionOk="0">
                      <a:moveTo>
                        <a:pt x="16274" y="1890"/>
                      </a:moveTo>
                      <a:cubicBezTo>
                        <a:pt x="2529" y="11070"/>
                        <a:pt x="-5655" y="30127"/>
                        <a:pt x="4616" y="45317"/>
                      </a:cubicBezTo>
                      <a:cubicBezTo>
                        <a:pt x="18403" y="65708"/>
                        <a:pt x="35664" y="70326"/>
                        <a:pt x="46482" y="62393"/>
                      </a:cubicBezTo>
                      <a:cubicBezTo>
                        <a:pt x="57299" y="54459"/>
                        <a:pt x="71710" y="36658"/>
                        <a:pt x="59217" y="24494"/>
                      </a:cubicBezTo>
                      <a:cubicBezTo>
                        <a:pt x="46724" y="12328"/>
                        <a:pt x="28002" y="-5942"/>
                        <a:pt x="16274" y="189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16" name="Google Shape;916;p2"/>
                <p:cNvSpPr/>
                <p:nvPr/>
              </p:nvSpPr>
              <p:spPr>
                <a:xfrm>
                  <a:off x="8103399" y="2220809"/>
                  <a:ext cx="64051" cy="66057"/>
                </a:xfrm>
                <a:custGeom>
                  <a:avLst/>
                  <a:gdLst/>
                  <a:ahLst/>
                  <a:cxnLst/>
                  <a:rect l="l" t="t" r="r" b="b"/>
                  <a:pathLst>
                    <a:path w="64051" h="66057" extrusionOk="0">
                      <a:moveTo>
                        <a:pt x="16274" y="1890"/>
                      </a:moveTo>
                      <a:cubicBezTo>
                        <a:pt x="2529" y="11070"/>
                        <a:pt x="-5655" y="30126"/>
                        <a:pt x="4616" y="45317"/>
                      </a:cubicBezTo>
                      <a:cubicBezTo>
                        <a:pt x="18403" y="65708"/>
                        <a:pt x="35662" y="70326"/>
                        <a:pt x="46479" y="62393"/>
                      </a:cubicBezTo>
                      <a:cubicBezTo>
                        <a:pt x="57297" y="54461"/>
                        <a:pt x="71708" y="36658"/>
                        <a:pt x="59215" y="24494"/>
                      </a:cubicBezTo>
                      <a:cubicBezTo>
                        <a:pt x="46724" y="12330"/>
                        <a:pt x="28002" y="-5942"/>
                        <a:pt x="16274" y="189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17" name="Google Shape;917;p2"/>
                <p:cNvSpPr/>
                <p:nvPr/>
              </p:nvSpPr>
              <p:spPr>
                <a:xfrm>
                  <a:off x="8130926" y="2176590"/>
                  <a:ext cx="64309" cy="66322"/>
                </a:xfrm>
                <a:custGeom>
                  <a:avLst/>
                  <a:gdLst/>
                  <a:ahLst/>
                  <a:cxnLst/>
                  <a:rect l="l" t="t" r="r" b="b"/>
                  <a:pathLst>
                    <a:path w="64309" h="66322" extrusionOk="0">
                      <a:moveTo>
                        <a:pt x="16340" y="1897"/>
                      </a:moveTo>
                      <a:cubicBezTo>
                        <a:pt x="2539" y="11115"/>
                        <a:pt x="-5677" y="30248"/>
                        <a:pt x="4633" y="45498"/>
                      </a:cubicBezTo>
                      <a:cubicBezTo>
                        <a:pt x="18475" y="65972"/>
                        <a:pt x="35805" y="70608"/>
                        <a:pt x="46666" y="62643"/>
                      </a:cubicBezTo>
                      <a:cubicBezTo>
                        <a:pt x="57527" y="54679"/>
                        <a:pt x="71995" y="36805"/>
                        <a:pt x="59454" y="24591"/>
                      </a:cubicBezTo>
                      <a:cubicBezTo>
                        <a:pt x="46910" y="12381"/>
                        <a:pt x="28112" y="-5966"/>
                        <a:pt x="16340" y="18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18" name="Google Shape;918;p2"/>
                <p:cNvSpPr/>
                <p:nvPr/>
              </p:nvSpPr>
              <p:spPr>
                <a:xfrm>
                  <a:off x="8159961" y="2130626"/>
                  <a:ext cx="64053" cy="66057"/>
                </a:xfrm>
                <a:custGeom>
                  <a:avLst/>
                  <a:gdLst/>
                  <a:ahLst/>
                  <a:cxnLst/>
                  <a:rect l="l" t="t" r="r" b="b"/>
                  <a:pathLst>
                    <a:path w="64053" h="66057" extrusionOk="0">
                      <a:moveTo>
                        <a:pt x="16274" y="1890"/>
                      </a:moveTo>
                      <a:cubicBezTo>
                        <a:pt x="2529" y="11070"/>
                        <a:pt x="-5655" y="30126"/>
                        <a:pt x="4616" y="45317"/>
                      </a:cubicBezTo>
                      <a:cubicBezTo>
                        <a:pt x="18403" y="65708"/>
                        <a:pt x="35662" y="70326"/>
                        <a:pt x="46482" y="62393"/>
                      </a:cubicBezTo>
                      <a:cubicBezTo>
                        <a:pt x="57299" y="54459"/>
                        <a:pt x="71710" y="36658"/>
                        <a:pt x="59217" y="24494"/>
                      </a:cubicBezTo>
                      <a:cubicBezTo>
                        <a:pt x="46724" y="12330"/>
                        <a:pt x="28002" y="-5942"/>
                        <a:pt x="16274" y="189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19" name="Google Shape;919;p2"/>
                <p:cNvSpPr/>
                <p:nvPr/>
              </p:nvSpPr>
              <p:spPr>
                <a:xfrm>
                  <a:off x="8186561" y="2088218"/>
                  <a:ext cx="64051" cy="66057"/>
                </a:xfrm>
                <a:custGeom>
                  <a:avLst/>
                  <a:gdLst/>
                  <a:ahLst/>
                  <a:cxnLst/>
                  <a:rect l="l" t="t" r="r" b="b"/>
                  <a:pathLst>
                    <a:path w="64051" h="66057" extrusionOk="0">
                      <a:moveTo>
                        <a:pt x="16274" y="1890"/>
                      </a:moveTo>
                      <a:cubicBezTo>
                        <a:pt x="2529" y="11070"/>
                        <a:pt x="-5655" y="30127"/>
                        <a:pt x="4616" y="45317"/>
                      </a:cubicBezTo>
                      <a:cubicBezTo>
                        <a:pt x="18403" y="65708"/>
                        <a:pt x="35662" y="70326"/>
                        <a:pt x="46479" y="62394"/>
                      </a:cubicBezTo>
                      <a:cubicBezTo>
                        <a:pt x="57297" y="54459"/>
                        <a:pt x="71708" y="36658"/>
                        <a:pt x="59215" y="24494"/>
                      </a:cubicBezTo>
                      <a:cubicBezTo>
                        <a:pt x="46724" y="12328"/>
                        <a:pt x="28002" y="-5942"/>
                        <a:pt x="16274" y="189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20" name="Google Shape;920;p2"/>
                <p:cNvSpPr/>
                <p:nvPr/>
              </p:nvSpPr>
              <p:spPr>
                <a:xfrm>
                  <a:off x="7794097" y="2800527"/>
                  <a:ext cx="12324" cy="6615"/>
                </a:xfrm>
                <a:custGeom>
                  <a:avLst/>
                  <a:gdLst/>
                  <a:ahLst/>
                  <a:cxnLst/>
                  <a:rect l="l" t="t" r="r" b="b"/>
                  <a:pathLst>
                    <a:path w="12324" h="6615" extrusionOk="0">
                      <a:moveTo>
                        <a:pt x="12180" y="1393"/>
                      </a:moveTo>
                      <a:cubicBezTo>
                        <a:pt x="9933" y="8295"/>
                        <a:pt x="2057" y="7742"/>
                        <a:pt x="476" y="3302"/>
                      </a:cubicBezTo>
                      <a:cubicBezTo>
                        <a:pt x="-1106" y="-1137"/>
                        <a:pt x="1381" y="2420"/>
                        <a:pt x="6122" y="1220"/>
                      </a:cubicBezTo>
                      <a:cubicBezTo>
                        <a:pt x="10863" y="20"/>
                        <a:pt x="12911" y="-856"/>
                        <a:pt x="12180" y="139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21" name="Google Shape;921;p2"/>
                <p:cNvSpPr/>
                <p:nvPr/>
              </p:nvSpPr>
              <p:spPr>
                <a:xfrm>
                  <a:off x="7783563" y="2817320"/>
                  <a:ext cx="12325" cy="6613"/>
                </a:xfrm>
                <a:custGeom>
                  <a:avLst/>
                  <a:gdLst/>
                  <a:ahLst/>
                  <a:cxnLst/>
                  <a:rect l="l" t="t" r="r" b="b"/>
                  <a:pathLst>
                    <a:path w="12325" h="6613" extrusionOk="0">
                      <a:moveTo>
                        <a:pt x="12180" y="1391"/>
                      </a:moveTo>
                      <a:cubicBezTo>
                        <a:pt x="9933" y="8293"/>
                        <a:pt x="2057" y="7739"/>
                        <a:pt x="476" y="3300"/>
                      </a:cubicBezTo>
                      <a:cubicBezTo>
                        <a:pt x="-1106" y="-1139"/>
                        <a:pt x="1381" y="2415"/>
                        <a:pt x="6122" y="1217"/>
                      </a:cubicBezTo>
                      <a:cubicBezTo>
                        <a:pt x="10863" y="22"/>
                        <a:pt x="12914" y="-856"/>
                        <a:pt x="12180" y="139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22" name="Google Shape;922;p2"/>
                <p:cNvSpPr/>
                <p:nvPr/>
              </p:nvSpPr>
              <p:spPr>
                <a:xfrm>
                  <a:off x="7773293" y="2831410"/>
                  <a:ext cx="8793" cy="4717"/>
                </a:xfrm>
                <a:custGeom>
                  <a:avLst/>
                  <a:gdLst/>
                  <a:ahLst/>
                  <a:cxnLst/>
                  <a:rect l="l" t="t" r="r" b="b"/>
                  <a:pathLst>
                    <a:path w="8793" h="4717" extrusionOk="0">
                      <a:moveTo>
                        <a:pt x="8691" y="992"/>
                      </a:moveTo>
                      <a:cubicBezTo>
                        <a:pt x="7088" y="5916"/>
                        <a:pt x="1469" y="5520"/>
                        <a:pt x="340" y="2354"/>
                      </a:cubicBezTo>
                      <a:cubicBezTo>
                        <a:pt x="-790" y="-812"/>
                        <a:pt x="984" y="1723"/>
                        <a:pt x="4368" y="869"/>
                      </a:cubicBezTo>
                      <a:cubicBezTo>
                        <a:pt x="7751" y="16"/>
                        <a:pt x="9212" y="-611"/>
                        <a:pt x="8691" y="99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23" name="Google Shape;923;p2"/>
                <p:cNvSpPr/>
                <p:nvPr/>
              </p:nvSpPr>
              <p:spPr>
                <a:xfrm>
                  <a:off x="7810787" y="2776422"/>
                  <a:ext cx="17704" cy="9499"/>
                </a:xfrm>
                <a:custGeom>
                  <a:avLst/>
                  <a:gdLst/>
                  <a:ahLst/>
                  <a:cxnLst/>
                  <a:rect l="l" t="t" r="r" b="b"/>
                  <a:pathLst>
                    <a:path w="17704" h="9499" extrusionOk="0">
                      <a:moveTo>
                        <a:pt x="17497" y="1998"/>
                      </a:moveTo>
                      <a:cubicBezTo>
                        <a:pt x="14269" y="11913"/>
                        <a:pt x="2956" y="11115"/>
                        <a:pt x="683" y="4739"/>
                      </a:cubicBezTo>
                      <a:cubicBezTo>
                        <a:pt x="-1589" y="-1636"/>
                        <a:pt x="1982" y="3471"/>
                        <a:pt x="8794" y="1749"/>
                      </a:cubicBezTo>
                      <a:cubicBezTo>
                        <a:pt x="15604" y="30"/>
                        <a:pt x="18548" y="-1229"/>
                        <a:pt x="17497" y="199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24" name="Google Shape;924;p2"/>
                <p:cNvSpPr/>
                <p:nvPr/>
              </p:nvSpPr>
              <p:spPr>
                <a:xfrm>
                  <a:off x="7828167" y="2742876"/>
                  <a:ext cx="26888" cy="14428"/>
                </a:xfrm>
                <a:custGeom>
                  <a:avLst/>
                  <a:gdLst/>
                  <a:ahLst/>
                  <a:cxnLst/>
                  <a:rect l="l" t="t" r="r" b="b"/>
                  <a:pathLst>
                    <a:path w="26888" h="14428" extrusionOk="0">
                      <a:moveTo>
                        <a:pt x="26572" y="3036"/>
                      </a:moveTo>
                      <a:cubicBezTo>
                        <a:pt x="21669" y="18093"/>
                        <a:pt x="4490" y="16882"/>
                        <a:pt x="1038" y="7201"/>
                      </a:cubicBezTo>
                      <a:cubicBezTo>
                        <a:pt x="-2414" y="-2481"/>
                        <a:pt x="3011" y="5274"/>
                        <a:pt x="13355" y="2661"/>
                      </a:cubicBezTo>
                      <a:cubicBezTo>
                        <a:pt x="23699" y="46"/>
                        <a:pt x="28170" y="-1868"/>
                        <a:pt x="26572" y="303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25" name="Google Shape;925;p2"/>
                <p:cNvSpPr/>
                <p:nvPr/>
              </p:nvSpPr>
              <p:spPr>
                <a:xfrm>
                  <a:off x="7854624" y="2700699"/>
                  <a:ext cx="26884" cy="14427"/>
                </a:xfrm>
                <a:custGeom>
                  <a:avLst/>
                  <a:gdLst/>
                  <a:ahLst/>
                  <a:cxnLst/>
                  <a:rect l="l" t="t" r="r" b="b"/>
                  <a:pathLst>
                    <a:path w="26884" h="14427" extrusionOk="0">
                      <a:moveTo>
                        <a:pt x="26569" y="3036"/>
                      </a:moveTo>
                      <a:cubicBezTo>
                        <a:pt x="21666" y="18091"/>
                        <a:pt x="4487" y="16882"/>
                        <a:pt x="1037" y="7201"/>
                      </a:cubicBezTo>
                      <a:cubicBezTo>
                        <a:pt x="-2413" y="-2480"/>
                        <a:pt x="3010" y="5274"/>
                        <a:pt x="13354" y="2661"/>
                      </a:cubicBezTo>
                      <a:cubicBezTo>
                        <a:pt x="23696" y="46"/>
                        <a:pt x="28165" y="-1868"/>
                        <a:pt x="26569" y="303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26" name="Google Shape;926;p2"/>
                <p:cNvSpPr/>
                <p:nvPr/>
              </p:nvSpPr>
              <p:spPr>
                <a:xfrm>
                  <a:off x="7877459" y="2661696"/>
                  <a:ext cx="26886" cy="14427"/>
                </a:xfrm>
                <a:custGeom>
                  <a:avLst/>
                  <a:gdLst/>
                  <a:ahLst/>
                  <a:cxnLst/>
                  <a:rect l="l" t="t" r="r" b="b"/>
                  <a:pathLst>
                    <a:path w="26886" h="14427" extrusionOk="0">
                      <a:moveTo>
                        <a:pt x="26572" y="3035"/>
                      </a:moveTo>
                      <a:cubicBezTo>
                        <a:pt x="21668" y="18091"/>
                        <a:pt x="4489" y="16881"/>
                        <a:pt x="1037" y="7200"/>
                      </a:cubicBezTo>
                      <a:cubicBezTo>
                        <a:pt x="-2413" y="-2481"/>
                        <a:pt x="3010" y="5273"/>
                        <a:pt x="13354" y="2660"/>
                      </a:cubicBezTo>
                      <a:cubicBezTo>
                        <a:pt x="23698" y="47"/>
                        <a:pt x="28167" y="-1868"/>
                        <a:pt x="26572" y="303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27" name="Google Shape;927;p2"/>
                <p:cNvSpPr/>
                <p:nvPr/>
              </p:nvSpPr>
              <p:spPr>
                <a:xfrm>
                  <a:off x="7905708" y="2619248"/>
                  <a:ext cx="26886" cy="14426"/>
                </a:xfrm>
                <a:custGeom>
                  <a:avLst/>
                  <a:gdLst/>
                  <a:ahLst/>
                  <a:cxnLst/>
                  <a:rect l="l" t="t" r="r" b="b"/>
                  <a:pathLst>
                    <a:path w="26886" h="14426" extrusionOk="0">
                      <a:moveTo>
                        <a:pt x="26570" y="3034"/>
                      </a:moveTo>
                      <a:cubicBezTo>
                        <a:pt x="21667" y="18090"/>
                        <a:pt x="4487" y="16880"/>
                        <a:pt x="1038" y="7199"/>
                      </a:cubicBezTo>
                      <a:cubicBezTo>
                        <a:pt x="-2414" y="-2482"/>
                        <a:pt x="3011" y="5272"/>
                        <a:pt x="13355" y="2659"/>
                      </a:cubicBezTo>
                      <a:cubicBezTo>
                        <a:pt x="23699" y="46"/>
                        <a:pt x="28168" y="-1867"/>
                        <a:pt x="26570" y="303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28" name="Google Shape;928;p2"/>
                <p:cNvSpPr/>
                <p:nvPr/>
              </p:nvSpPr>
              <p:spPr>
                <a:xfrm>
                  <a:off x="7935100" y="2572385"/>
                  <a:ext cx="26887" cy="14426"/>
                </a:xfrm>
                <a:custGeom>
                  <a:avLst/>
                  <a:gdLst/>
                  <a:ahLst/>
                  <a:cxnLst/>
                  <a:rect l="l" t="t" r="r" b="b"/>
                  <a:pathLst>
                    <a:path w="26887" h="14426" extrusionOk="0">
                      <a:moveTo>
                        <a:pt x="26572" y="3034"/>
                      </a:moveTo>
                      <a:cubicBezTo>
                        <a:pt x="21668" y="18090"/>
                        <a:pt x="4489" y="16880"/>
                        <a:pt x="1037" y="7199"/>
                      </a:cubicBezTo>
                      <a:cubicBezTo>
                        <a:pt x="-2413" y="-2482"/>
                        <a:pt x="3010" y="5272"/>
                        <a:pt x="13354" y="2659"/>
                      </a:cubicBezTo>
                      <a:cubicBezTo>
                        <a:pt x="23698" y="46"/>
                        <a:pt x="28167" y="-1867"/>
                        <a:pt x="26572" y="303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29" name="Google Shape;929;p2"/>
                <p:cNvSpPr/>
                <p:nvPr/>
              </p:nvSpPr>
              <p:spPr>
                <a:xfrm>
                  <a:off x="7962287" y="2529036"/>
                  <a:ext cx="26888" cy="14427"/>
                </a:xfrm>
                <a:custGeom>
                  <a:avLst/>
                  <a:gdLst/>
                  <a:ahLst/>
                  <a:cxnLst/>
                  <a:rect l="l" t="t" r="r" b="b"/>
                  <a:pathLst>
                    <a:path w="26888" h="14427" extrusionOk="0">
                      <a:moveTo>
                        <a:pt x="26573" y="3036"/>
                      </a:moveTo>
                      <a:cubicBezTo>
                        <a:pt x="21669" y="18091"/>
                        <a:pt x="4490" y="16882"/>
                        <a:pt x="1038" y="7201"/>
                      </a:cubicBezTo>
                      <a:cubicBezTo>
                        <a:pt x="-2414" y="-2480"/>
                        <a:pt x="3011" y="5274"/>
                        <a:pt x="13355" y="2661"/>
                      </a:cubicBezTo>
                      <a:cubicBezTo>
                        <a:pt x="23699" y="46"/>
                        <a:pt x="28170" y="-1868"/>
                        <a:pt x="26573" y="303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30" name="Google Shape;930;p2"/>
                <p:cNvSpPr/>
                <p:nvPr/>
              </p:nvSpPr>
              <p:spPr>
                <a:xfrm>
                  <a:off x="7989476" y="2485688"/>
                  <a:ext cx="26887" cy="14426"/>
                </a:xfrm>
                <a:custGeom>
                  <a:avLst/>
                  <a:gdLst/>
                  <a:ahLst/>
                  <a:cxnLst/>
                  <a:rect l="l" t="t" r="r" b="b"/>
                  <a:pathLst>
                    <a:path w="26887" h="14426" extrusionOk="0">
                      <a:moveTo>
                        <a:pt x="26573" y="3034"/>
                      </a:moveTo>
                      <a:cubicBezTo>
                        <a:pt x="21669" y="18090"/>
                        <a:pt x="4490" y="16880"/>
                        <a:pt x="1038" y="7199"/>
                      </a:cubicBezTo>
                      <a:cubicBezTo>
                        <a:pt x="-2414" y="-2482"/>
                        <a:pt x="3011" y="5272"/>
                        <a:pt x="13355" y="2659"/>
                      </a:cubicBezTo>
                      <a:cubicBezTo>
                        <a:pt x="23699" y="46"/>
                        <a:pt x="28168" y="-1867"/>
                        <a:pt x="26573" y="303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31" name="Google Shape;931;p2"/>
                <p:cNvSpPr/>
                <p:nvPr/>
              </p:nvSpPr>
              <p:spPr>
                <a:xfrm>
                  <a:off x="8022552" y="2432952"/>
                  <a:ext cx="26887" cy="14427"/>
                </a:xfrm>
                <a:custGeom>
                  <a:avLst/>
                  <a:gdLst/>
                  <a:ahLst/>
                  <a:cxnLst/>
                  <a:rect l="l" t="t" r="r" b="b"/>
                  <a:pathLst>
                    <a:path w="26887" h="14427" extrusionOk="0">
                      <a:moveTo>
                        <a:pt x="26573" y="3035"/>
                      </a:moveTo>
                      <a:cubicBezTo>
                        <a:pt x="21669" y="18091"/>
                        <a:pt x="4490" y="16881"/>
                        <a:pt x="1038" y="7200"/>
                      </a:cubicBezTo>
                      <a:cubicBezTo>
                        <a:pt x="-2414" y="-2481"/>
                        <a:pt x="3011" y="5273"/>
                        <a:pt x="13355" y="2660"/>
                      </a:cubicBezTo>
                      <a:cubicBezTo>
                        <a:pt x="23699" y="47"/>
                        <a:pt x="28168" y="-1869"/>
                        <a:pt x="26573" y="303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32" name="Google Shape;932;p2"/>
                <p:cNvSpPr/>
                <p:nvPr/>
              </p:nvSpPr>
              <p:spPr>
                <a:xfrm>
                  <a:off x="8049742" y="2389603"/>
                  <a:ext cx="26885" cy="14426"/>
                </a:xfrm>
                <a:custGeom>
                  <a:avLst/>
                  <a:gdLst/>
                  <a:ahLst/>
                  <a:cxnLst/>
                  <a:rect l="l" t="t" r="r" b="b"/>
                  <a:pathLst>
                    <a:path w="26885" h="14426" extrusionOk="0">
                      <a:moveTo>
                        <a:pt x="26570" y="3034"/>
                      </a:moveTo>
                      <a:cubicBezTo>
                        <a:pt x="21667" y="18092"/>
                        <a:pt x="4488" y="16880"/>
                        <a:pt x="1038" y="7199"/>
                      </a:cubicBezTo>
                      <a:cubicBezTo>
                        <a:pt x="-2414" y="-2482"/>
                        <a:pt x="3011" y="5272"/>
                        <a:pt x="13355" y="2659"/>
                      </a:cubicBezTo>
                      <a:cubicBezTo>
                        <a:pt x="23697" y="46"/>
                        <a:pt x="28166" y="-1867"/>
                        <a:pt x="26570" y="303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33" name="Google Shape;933;p2"/>
                <p:cNvSpPr/>
                <p:nvPr/>
              </p:nvSpPr>
              <p:spPr>
                <a:xfrm>
                  <a:off x="8076927" y="2346254"/>
                  <a:ext cx="26888" cy="14427"/>
                </a:xfrm>
                <a:custGeom>
                  <a:avLst/>
                  <a:gdLst/>
                  <a:ahLst/>
                  <a:cxnLst/>
                  <a:rect l="l" t="t" r="r" b="b"/>
                  <a:pathLst>
                    <a:path w="26888" h="14427" extrusionOk="0">
                      <a:moveTo>
                        <a:pt x="26573" y="3036"/>
                      </a:moveTo>
                      <a:cubicBezTo>
                        <a:pt x="21669" y="18091"/>
                        <a:pt x="4490" y="16882"/>
                        <a:pt x="1038" y="7201"/>
                      </a:cubicBezTo>
                      <a:cubicBezTo>
                        <a:pt x="-2414" y="-2480"/>
                        <a:pt x="3011" y="5274"/>
                        <a:pt x="13355" y="2661"/>
                      </a:cubicBezTo>
                      <a:cubicBezTo>
                        <a:pt x="23699" y="46"/>
                        <a:pt x="28170" y="-1868"/>
                        <a:pt x="26573" y="303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34" name="Google Shape;934;p2"/>
                <p:cNvSpPr/>
                <p:nvPr/>
              </p:nvSpPr>
              <p:spPr>
                <a:xfrm>
                  <a:off x="8105162" y="2301243"/>
                  <a:ext cx="26885" cy="14427"/>
                </a:xfrm>
                <a:custGeom>
                  <a:avLst/>
                  <a:gdLst/>
                  <a:ahLst/>
                  <a:cxnLst/>
                  <a:rect l="l" t="t" r="r" b="b"/>
                  <a:pathLst>
                    <a:path w="26885" h="14427" extrusionOk="0">
                      <a:moveTo>
                        <a:pt x="26570" y="3036"/>
                      </a:moveTo>
                      <a:cubicBezTo>
                        <a:pt x="21667" y="18091"/>
                        <a:pt x="4487" y="16882"/>
                        <a:pt x="1038" y="7201"/>
                      </a:cubicBezTo>
                      <a:cubicBezTo>
                        <a:pt x="-2414" y="-2480"/>
                        <a:pt x="3011" y="5274"/>
                        <a:pt x="13355" y="2661"/>
                      </a:cubicBezTo>
                      <a:cubicBezTo>
                        <a:pt x="23697" y="46"/>
                        <a:pt x="28166" y="-1868"/>
                        <a:pt x="26570" y="303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35" name="Google Shape;935;p2"/>
                <p:cNvSpPr/>
                <p:nvPr/>
              </p:nvSpPr>
              <p:spPr>
                <a:xfrm>
                  <a:off x="8132347" y="2257895"/>
                  <a:ext cx="26887" cy="14426"/>
                </a:xfrm>
                <a:custGeom>
                  <a:avLst/>
                  <a:gdLst/>
                  <a:ahLst/>
                  <a:cxnLst/>
                  <a:rect l="l" t="t" r="r" b="b"/>
                  <a:pathLst>
                    <a:path w="26887" h="14426" extrusionOk="0">
                      <a:moveTo>
                        <a:pt x="26572" y="3034"/>
                      </a:moveTo>
                      <a:cubicBezTo>
                        <a:pt x="21669" y="18090"/>
                        <a:pt x="4490" y="16880"/>
                        <a:pt x="1038" y="7199"/>
                      </a:cubicBezTo>
                      <a:cubicBezTo>
                        <a:pt x="-2414" y="-2482"/>
                        <a:pt x="3011" y="5272"/>
                        <a:pt x="13355" y="2659"/>
                      </a:cubicBezTo>
                      <a:cubicBezTo>
                        <a:pt x="23699" y="46"/>
                        <a:pt x="28168" y="-1867"/>
                        <a:pt x="26572" y="303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36" name="Google Shape;936;p2"/>
                <p:cNvSpPr/>
                <p:nvPr/>
              </p:nvSpPr>
              <p:spPr>
                <a:xfrm>
                  <a:off x="8159535" y="2214547"/>
                  <a:ext cx="26887" cy="14427"/>
                </a:xfrm>
                <a:custGeom>
                  <a:avLst/>
                  <a:gdLst/>
                  <a:ahLst/>
                  <a:cxnLst/>
                  <a:rect l="l" t="t" r="r" b="b"/>
                  <a:pathLst>
                    <a:path w="26887" h="14427" extrusionOk="0">
                      <a:moveTo>
                        <a:pt x="26572" y="3036"/>
                      </a:moveTo>
                      <a:cubicBezTo>
                        <a:pt x="21668" y="18091"/>
                        <a:pt x="4489" y="16882"/>
                        <a:pt x="1037" y="7201"/>
                      </a:cubicBezTo>
                      <a:cubicBezTo>
                        <a:pt x="-2413" y="-2480"/>
                        <a:pt x="3010" y="5274"/>
                        <a:pt x="13354" y="2661"/>
                      </a:cubicBezTo>
                      <a:cubicBezTo>
                        <a:pt x="23698" y="46"/>
                        <a:pt x="28170" y="-1868"/>
                        <a:pt x="26572" y="303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37" name="Google Shape;937;p2"/>
                <p:cNvSpPr/>
                <p:nvPr/>
              </p:nvSpPr>
              <p:spPr>
                <a:xfrm>
                  <a:off x="8183050" y="2177056"/>
                  <a:ext cx="26886" cy="14427"/>
                </a:xfrm>
                <a:custGeom>
                  <a:avLst/>
                  <a:gdLst/>
                  <a:ahLst/>
                  <a:cxnLst/>
                  <a:rect l="l" t="t" r="r" b="b"/>
                  <a:pathLst>
                    <a:path w="26886" h="14427" extrusionOk="0">
                      <a:moveTo>
                        <a:pt x="26570" y="3036"/>
                      </a:moveTo>
                      <a:cubicBezTo>
                        <a:pt x="21667" y="18091"/>
                        <a:pt x="4488" y="16882"/>
                        <a:pt x="1038" y="7201"/>
                      </a:cubicBezTo>
                      <a:cubicBezTo>
                        <a:pt x="-2414" y="-2480"/>
                        <a:pt x="3011" y="5274"/>
                        <a:pt x="13355" y="2661"/>
                      </a:cubicBezTo>
                      <a:cubicBezTo>
                        <a:pt x="23697" y="46"/>
                        <a:pt x="28168" y="-1868"/>
                        <a:pt x="26570" y="303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38" name="Google Shape;938;p2"/>
                <p:cNvSpPr/>
                <p:nvPr/>
              </p:nvSpPr>
              <p:spPr>
                <a:xfrm>
                  <a:off x="8210235" y="2133708"/>
                  <a:ext cx="26888" cy="14426"/>
                </a:xfrm>
                <a:custGeom>
                  <a:avLst/>
                  <a:gdLst/>
                  <a:ahLst/>
                  <a:cxnLst/>
                  <a:rect l="l" t="t" r="r" b="b"/>
                  <a:pathLst>
                    <a:path w="26888" h="14426" extrusionOk="0">
                      <a:moveTo>
                        <a:pt x="26572" y="3034"/>
                      </a:moveTo>
                      <a:cubicBezTo>
                        <a:pt x="21669" y="18092"/>
                        <a:pt x="4490" y="16880"/>
                        <a:pt x="1038" y="7199"/>
                      </a:cubicBezTo>
                      <a:cubicBezTo>
                        <a:pt x="-2414" y="-2482"/>
                        <a:pt x="3011" y="5272"/>
                        <a:pt x="13355" y="2659"/>
                      </a:cubicBezTo>
                      <a:cubicBezTo>
                        <a:pt x="23699" y="46"/>
                        <a:pt x="28170" y="-1867"/>
                        <a:pt x="26572" y="303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39" name="Google Shape;939;p2"/>
                <p:cNvSpPr/>
                <p:nvPr/>
              </p:nvSpPr>
              <p:spPr>
                <a:xfrm>
                  <a:off x="7783006" y="2829433"/>
                  <a:ext cx="21297" cy="22166"/>
                </a:xfrm>
                <a:custGeom>
                  <a:avLst/>
                  <a:gdLst/>
                  <a:ahLst/>
                  <a:cxnLst/>
                  <a:rect l="l" t="t" r="r" b="b"/>
                  <a:pathLst>
                    <a:path w="21297" h="22166" extrusionOk="0">
                      <a:moveTo>
                        <a:pt x="5790" y="130"/>
                      </a:moveTo>
                      <a:cubicBezTo>
                        <a:pt x="1092" y="1552"/>
                        <a:pt x="-1875" y="6588"/>
                        <a:pt x="1357" y="12321"/>
                      </a:cubicBezTo>
                      <a:cubicBezTo>
                        <a:pt x="5696" y="20018"/>
                        <a:pt x="11392" y="23207"/>
                        <a:pt x="15098" y="21870"/>
                      </a:cubicBezTo>
                      <a:cubicBezTo>
                        <a:pt x="18804" y="20533"/>
                        <a:pt x="23831" y="16521"/>
                        <a:pt x="19821" y="11492"/>
                      </a:cubicBezTo>
                      <a:cubicBezTo>
                        <a:pt x="15809" y="6465"/>
                        <a:pt x="9797" y="-1084"/>
                        <a:pt x="5790" y="13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40" name="Google Shape;940;p2"/>
                <p:cNvSpPr/>
                <p:nvPr/>
              </p:nvSpPr>
              <p:spPr>
                <a:xfrm>
                  <a:off x="7793581" y="2818009"/>
                  <a:ext cx="28730" cy="29901"/>
                </a:xfrm>
                <a:custGeom>
                  <a:avLst/>
                  <a:gdLst/>
                  <a:ahLst/>
                  <a:cxnLst/>
                  <a:rect l="l" t="t" r="r" b="b"/>
                  <a:pathLst>
                    <a:path w="28730" h="29901" extrusionOk="0">
                      <a:moveTo>
                        <a:pt x="7810" y="176"/>
                      </a:moveTo>
                      <a:cubicBezTo>
                        <a:pt x="1474" y="2094"/>
                        <a:pt x="-2529" y="8888"/>
                        <a:pt x="1830" y="16621"/>
                      </a:cubicBezTo>
                      <a:cubicBezTo>
                        <a:pt x="7684" y="27002"/>
                        <a:pt x="15368" y="31307"/>
                        <a:pt x="20367" y="29501"/>
                      </a:cubicBezTo>
                      <a:cubicBezTo>
                        <a:pt x="25367" y="27695"/>
                        <a:pt x="32149" y="22284"/>
                        <a:pt x="26736" y="15503"/>
                      </a:cubicBezTo>
                      <a:cubicBezTo>
                        <a:pt x="21325" y="8719"/>
                        <a:pt x="13217" y="-1463"/>
                        <a:pt x="7810" y="17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41" name="Google Shape;941;p2"/>
                <p:cNvSpPr/>
                <p:nvPr/>
              </p:nvSpPr>
              <p:spPr>
                <a:xfrm>
                  <a:off x="7807484" y="2798331"/>
                  <a:ext cx="32211" cy="34949"/>
                </a:xfrm>
                <a:custGeom>
                  <a:avLst/>
                  <a:gdLst/>
                  <a:ahLst/>
                  <a:cxnLst/>
                  <a:rect l="l" t="t" r="r" b="b"/>
                  <a:pathLst>
                    <a:path w="32211" h="34949" extrusionOk="0">
                      <a:moveTo>
                        <a:pt x="11448" y="542"/>
                      </a:moveTo>
                      <a:cubicBezTo>
                        <a:pt x="3563" y="4163"/>
                        <a:pt x="-2543" y="13270"/>
                        <a:pt x="1060" y="21841"/>
                      </a:cubicBezTo>
                      <a:cubicBezTo>
                        <a:pt x="5893" y="33346"/>
                        <a:pt x="14115" y="37054"/>
                        <a:pt x="20395" y="33842"/>
                      </a:cubicBezTo>
                      <a:cubicBezTo>
                        <a:pt x="26673" y="30630"/>
                        <a:pt x="35787" y="22650"/>
                        <a:pt x="30753" y="15453"/>
                      </a:cubicBezTo>
                      <a:cubicBezTo>
                        <a:pt x="25717" y="8259"/>
                        <a:pt x="18175" y="-2546"/>
                        <a:pt x="11448" y="54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42" name="Google Shape;942;p2"/>
                <p:cNvSpPr/>
                <p:nvPr/>
              </p:nvSpPr>
              <p:spPr>
                <a:xfrm>
                  <a:off x="7826529" y="2773221"/>
                  <a:ext cx="44722" cy="46085"/>
                </a:xfrm>
                <a:custGeom>
                  <a:avLst/>
                  <a:gdLst/>
                  <a:ahLst/>
                  <a:cxnLst/>
                  <a:rect l="l" t="t" r="r" b="b"/>
                  <a:pathLst>
                    <a:path w="44722" h="46085" extrusionOk="0">
                      <a:moveTo>
                        <a:pt x="11807" y="1098"/>
                      </a:moveTo>
                      <a:cubicBezTo>
                        <a:pt x="2059" y="6971"/>
                        <a:pt x="-3946" y="19857"/>
                        <a:pt x="3010" y="30700"/>
                      </a:cubicBezTo>
                      <a:cubicBezTo>
                        <a:pt x="12348" y="45257"/>
                        <a:pt x="24350" y="49036"/>
                        <a:pt x="32033" y="43924"/>
                      </a:cubicBezTo>
                      <a:cubicBezTo>
                        <a:pt x="39716" y="38813"/>
                        <a:pt x="50056" y="27008"/>
                        <a:pt x="41502" y="18179"/>
                      </a:cubicBezTo>
                      <a:cubicBezTo>
                        <a:pt x="32943" y="9348"/>
                        <a:pt x="20123" y="-3913"/>
                        <a:pt x="11807" y="109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43" name="Google Shape;943;p2"/>
                <p:cNvSpPr/>
                <p:nvPr/>
              </p:nvSpPr>
              <p:spPr>
                <a:xfrm>
                  <a:off x="7849919" y="2736583"/>
                  <a:ext cx="54445" cy="58824"/>
                </a:xfrm>
                <a:custGeom>
                  <a:avLst/>
                  <a:gdLst/>
                  <a:ahLst/>
                  <a:cxnLst/>
                  <a:rect l="l" t="t" r="r" b="b"/>
                  <a:pathLst>
                    <a:path w="54445" h="58824" extrusionOk="0">
                      <a:moveTo>
                        <a:pt x="15860" y="1718"/>
                      </a:moveTo>
                      <a:cubicBezTo>
                        <a:pt x="3513" y="9973"/>
                        <a:pt x="-4739" y="27003"/>
                        <a:pt x="3015" y="40491"/>
                      </a:cubicBezTo>
                      <a:cubicBezTo>
                        <a:pt x="13425" y="58598"/>
                        <a:pt x="27852" y="62626"/>
                        <a:pt x="37613" y="55499"/>
                      </a:cubicBezTo>
                      <a:cubicBezTo>
                        <a:pt x="47377" y="48371"/>
                        <a:pt x="60862" y="32426"/>
                        <a:pt x="51007" y="21647"/>
                      </a:cubicBezTo>
                      <a:cubicBezTo>
                        <a:pt x="41156" y="10869"/>
                        <a:pt x="26391" y="-5325"/>
                        <a:pt x="15860" y="171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44" name="Google Shape;944;p2"/>
                <p:cNvSpPr/>
                <p:nvPr/>
              </p:nvSpPr>
              <p:spPr>
                <a:xfrm>
                  <a:off x="7881459" y="2698152"/>
                  <a:ext cx="58109" cy="60490"/>
                </a:xfrm>
                <a:custGeom>
                  <a:avLst/>
                  <a:gdLst/>
                  <a:ahLst/>
                  <a:cxnLst/>
                  <a:rect l="l" t="t" r="r" b="b"/>
                  <a:pathLst>
                    <a:path w="58109" h="60490" extrusionOk="0">
                      <a:moveTo>
                        <a:pt x="15727" y="1520"/>
                      </a:moveTo>
                      <a:cubicBezTo>
                        <a:pt x="2932" y="9428"/>
                        <a:pt x="-5119" y="26497"/>
                        <a:pt x="3734" y="40641"/>
                      </a:cubicBezTo>
                      <a:cubicBezTo>
                        <a:pt x="15619" y="59626"/>
                        <a:pt x="31169" y="64379"/>
                        <a:pt x="41259" y="57509"/>
                      </a:cubicBezTo>
                      <a:cubicBezTo>
                        <a:pt x="51349" y="50640"/>
                        <a:pt x="65024" y="34914"/>
                        <a:pt x="54054" y="23452"/>
                      </a:cubicBezTo>
                      <a:cubicBezTo>
                        <a:pt x="43083" y="11991"/>
                        <a:pt x="26642" y="-5225"/>
                        <a:pt x="15727" y="152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45" name="Google Shape;945;p2"/>
                <p:cNvSpPr/>
                <p:nvPr/>
              </p:nvSpPr>
              <p:spPr>
                <a:xfrm>
                  <a:off x="7907005" y="2660437"/>
                  <a:ext cx="58109" cy="60490"/>
                </a:xfrm>
                <a:custGeom>
                  <a:avLst/>
                  <a:gdLst/>
                  <a:ahLst/>
                  <a:cxnLst/>
                  <a:rect l="l" t="t" r="r" b="b"/>
                  <a:pathLst>
                    <a:path w="58109" h="60490" extrusionOk="0">
                      <a:moveTo>
                        <a:pt x="15727" y="1521"/>
                      </a:moveTo>
                      <a:cubicBezTo>
                        <a:pt x="2932" y="9428"/>
                        <a:pt x="-5119" y="26497"/>
                        <a:pt x="3735" y="40641"/>
                      </a:cubicBezTo>
                      <a:cubicBezTo>
                        <a:pt x="15619" y="59626"/>
                        <a:pt x="31169" y="64379"/>
                        <a:pt x="41259" y="57509"/>
                      </a:cubicBezTo>
                      <a:cubicBezTo>
                        <a:pt x="51352" y="50640"/>
                        <a:pt x="65025" y="34914"/>
                        <a:pt x="54054" y="23452"/>
                      </a:cubicBezTo>
                      <a:cubicBezTo>
                        <a:pt x="43083" y="11990"/>
                        <a:pt x="26643" y="-5226"/>
                        <a:pt x="15727" y="152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46" name="Google Shape;946;p2"/>
                <p:cNvSpPr/>
                <p:nvPr/>
              </p:nvSpPr>
              <p:spPr>
                <a:xfrm>
                  <a:off x="7930657" y="2612186"/>
                  <a:ext cx="64116" cy="66741"/>
                </a:xfrm>
                <a:custGeom>
                  <a:avLst/>
                  <a:gdLst/>
                  <a:ahLst/>
                  <a:cxnLst/>
                  <a:rect l="l" t="t" r="r" b="b"/>
                  <a:pathLst>
                    <a:path w="64116" h="66741" extrusionOk="0">
                      <a:moveTo>
                        <a:pt x="17354" y="1678"/>
                      </a:moveTo>
                      <a:cubicBezTo>
                        <a:pt x="3235" y="10404"/>
                        <a:pt x="-5648" y="29236"/>
                        <a:pt x="4120" y="44840"/>
                      </a:cubicBezTo>
                      <a:cubicBezTo>
                        <a:pt x="17233" y="65787"/>
                        <a:pt x="34389" y="71031"/>
                        <a:pt x="45524" y="63453"/>
                      </a:cubicBezTo>
                      <a:cubicBezTo>
                        <a:pt x="56659" y="55875"/>
                        <a:pt x="71747" y="38522"/>
                        <a:pt x="59642" y="25876"/>
                      </a:cubicBezTo>
                      <a:cubicBezTo>
                        <a:pt x="47538" y="13230"/>
                        <a:pt x="29396" y="-5767"/>
                        <a:pt x="17354" y="167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47" name="Google Shape;947;p2"/>
                <p:cNvSpPr/>
                <p:nvPr/>
              </p:nvSpPr>
              <p:spPr>
                <a:xfrm>
                  <a:off x="7959165" y="2567457"/>
                  <a:ext cx="63894" cy="66405"/>
                </a:xfrm>
                <a:custGeom>
                  <a:avLst/>
                  <a:gdLst/>
                  <a:ahLst/>
                  <a:cxnLst/>
                  <a:rect l="l" t="t" r="r" b="b"/>
                  <a:pathLst>
                    <a:path w="63894" h="66405" extrusionOk="0">
                      <a:moveTo>
                        <a:pt x="17110" y="1708"/>
                      </a:moveTo>
                      <a:cubicBezTo>
                        <a:pt x="3101" y="10484"/>
                        <a:pt x="-5634" y="29293"/>
                        <a:pt x="4189" y="44776"/>
                      </a:cubicBezTo>
                      <a:cubicBezTo>
                        <a:pt x="17375" y="65560"/>
                        <a:pt x="34495" y="70681"/>
                        <a:pt x="45539" y="63064"/>
                      </a:cubicBezTo>
                      <a:cubicBezTo>
                        <a:pt x="56582" y="55450"/>
                        <a:pt x="71505" y="38076"/>
                        <a:pt x="59373" y="25553"/>
                      </a:cubicBezTo>
                      <a:cubicBezTo>
                        <a:pt x="47242" y="13030"/>
                        <a:pt x="29061" y="-5779"/>
                        <a:pt x="17110" y="170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48" name="Google Shape;948;p2"/>
                <p:cNvSpPr/>
                <p:nvPr/>
              </p:nvSpPr>
              <p:spPr>
                <a:xfrm>
                  <a:off x="7986988" y="2525842"/>
                  <a:ext cx="63894" cy="66404"/>
                </a:xfrm>
                <a:custGeom>
                  <a:avLst/>
                  <a:gdLst/>
                  <a:ahLst/>
                  <a:cxnLst/>
                  <a:rect l="l" t="t" r="r" b="b"/>
                  <a:pathLst>
                    <a:path w="63894" h="66404" extrusionOk="0">
                      <a:moveTo>
                        <a:pt x="17110" y="1708"/>
                      </a:moveTo>
                      <a:cubicBezTo>
                        <a:pt x="3101" y="10484"/>
                        <a:pt x="-5633" y="29293"/>
                        <a:pt x="4189" y="44776"/>
                      </a:cubicBezTo>
                      <a:cubicBezTo>
                        <a:pt x="17375" y="65560"/>
                        <a:pt x="34495" y="70679"/>
                        <a:pt x="45539" y="63064"/>
                      </a:cubicBezTo>
                      <a:cubicBezTo>
                        <a:pt x="56582" y="55449"/>
                        <a:pt x="71505" y="38076"/>
                        <a:pt x="59374" y="25553"/>
                      </a:cubicBezTo>
                      <a:cubicBezTo>
                        <a:pt x="47242" y="13030"/>
                        <a:pt x="29061" y="-5779"/>
                        <a:pt x="17110" y="170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49" name="Google Shape;949;p2"/>
                <p:cNvSpPr/>
                <p:nvPr/>
              </p:nvSpPr>
              <p:spPr>
                <a:xfrm>
                  <a:off x="8015786" y="2482447"/>
                  <a:ext cx="64152" cy="66673"/>
                </a:xfrm>
                <a:custGeom>
                  <a:avLst/>
                  <a:gdLst/>
                  <a:ahLst/>
                  <a:cxnLst/>
                  <a:rect l="l" t="t" r="r" b="b"/>
                  <a:pathLst>
                    <a:path w="64152" h="66673" extrusionOk="0">
                      <a:moveTo>
                        <a:pt x="17179" y="1715"/>
                      </a:moveTo>
                      <a:cubicBezTo>
                        <a:pt x="3113" y="10525"/>
                        <a:pt x="-5656" y="29412"/>
                        <a:pt x="4206" y="44956"/>
                      </a:cubicBezTo>
                      <a:cubicBezTo>
                        <a:pt x="17444" y="65825"/>
                        <a:pt x="34632" y="70964"/>
                        <a:pt x="45722" y="63320"/>
                      </a:cubicBezTo>
                      <a:cubicBezTo>
                        <a:pt x="56811" y="55673"/>
                        <a:pt x="71794" y="38231"/>
                        <a:pt x="59614" y="25656"/>
                      </a:cubicBezTo>
                      <a:cubicBezTo>
                        <a:pt x="47432" y="13083"/>
                        <a:pt x="29178" y="-5802"/>
                        <a:pt x="17179" y="171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50" name="Google Shape;950;p2"/>
                <p:cNvSpPr/>
                <p:nvPr/>
              </p:nvSpPr>
              <p:spPr>
                <a:xfrm>
                  <a:off x="8043744" y="2436070"/>
                  <a:ext cx="70111" cy="69496"/>
                </a:xfrm>
                <a:custGeom>
                  <a:avLst/>
                  <a:gdLst/>
                  <a:ahLst/>
                  <a:cxnLst/>
                  <a:rect l="l" t="t" r="r" b="b"/>
                  <a:pathLst>
                    <a:path w="70111" h="69496" extrusionOk="0">
                      <a:moveTo>
                        <a:pt x="17064" y="1442"/>
                      </a:moveTo>
                      <a:cubicBezTo>
                        <a:pt x="2281" y="9731"/>
                        <a:pt x="-6175" y="28716"/>
                        <a:pt x="5429" y="45317"/>
                      </a:cubicBezTo>
                      <a:cubicBezTo>
                        <a:pt x="21005" y="67601"/>
                        <a:pt x="39977" y="73883"/>
                        <a:pt x="51592" y="66625"/>
                      </a:cubicBezTo>
                      <a:cubicBezTo>
                        <a:pt x="63207" y="59369"/>
                        <a:pt x="78498" y="42224"/>
                        <a:pt x="64545" y="28560"/>
                      </a:cubicBezTo>
                      <a:cubicBezTo>
                        <a:pt x="50589" y="14895"/>
                        <a:pt x="29674" y="-5629"/>
                        <a:pt x="17064" y="144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51" name="Google Shape;951;p2"/>
                <p:cNvSpPr/>
                <p:nvPr/>
              </p:nvSpPr>
              <p:spPr>
                <a:xfrm>
                  <a:off x="8071723" y="2394554"/>
                  <a:ext cx="70111" cy="69497"/>
                </a:xfrm>
                <a:custGeom>
                  <a:avLst/>
                  <a:gdLst/>
                  <a:ahLst/>
                  <a:cxnLst/>
                  <a:rect l="l" t="t" r="r" b="b"/>
                  <a:pathLst>
                    <a:path w="70111" h="69497" extrusionOk="0">
                      <a:moveTo>
                        <a:pt x="17064" y="1442"/>
                      </a:moveTo>
                      <a:cubicBezTo>
                        <a:pt x="2281" y="9731"/>
                        <a:pt x="-6175" y="28716"/>
                        <a:pt x="5429" y="45317"/>
                      </a:cubicBezTo>
                      <a:cubicBezTo>
                        <a:pt x="21005" y="67601"/>
                        <a:pt x="39977" y="73883"/>
                        <a:pt x="51592" y="66625"/>
                      </a:cubicBezTo>
                      <a:cubicBezTo>
                        <a:pt x="63207" y="59369"/>
                        <a:pt x="78498" y="42224"/>
                        <a:pt x="64545" y="28558"/>
                      </a:cubicBezTo>
                      <a:cubicBezTo>
                        <a:pt x="50591" y="14893"/>
                        <a:pt x="29676" y="-5629"/>
                        <a:pt x="17064" y="144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52" name="Google Shape;952;p2"/>
                <p:cNvSpPr/>
                <p:nvPr/>
              </p:nvSpPr>
              <p:spPr>
                <a:xfrm>
                  <a:off x="8094844" y="2348027"/>
                  <a:ext cx="71853" cy="71268"/>
                </a:xfrm>
                <a:custGeom>
                  <a:avLst/>
                  <a:gdLst/>
                  <a:ahLst/>
                  <a:cxnLst/>
                  <a:rect l="l" t="t" r="r" b="b"/>
                  <a:pathLst>
                    <a:path w="71853" h="71268" extrusionOk="0">
                      <a:moveTo>
                        <a:pt x="17582" y="1462"/>
                      </a:moveTo>
                      <a:cubicBezTo>
                        <a:pt x="2399" y="9916"/>
                        <a:pt x="-6331" y="29346"/>
                        <a:pt x="5515" y="46389"/>
                      </a:cubicBezTo>
                      <a:cubicBezTo>
                        <a:pt x="21416" y="69267"/>
                        <a:pt x="40852" y="75759"/>
                        <a:pt x="52785" y="68355"/>
                      </a:cubicBezTo>
                      <a:cubicBezTo>
                        <a:pt x="64717" y="60951"/>
                        <a:pt x="80450" y="43426"/>
                        <a:pt x="66183" y="29383"/>
                      </a:cubicBezTo>
                      <a:cubicBezTo>
                        <a:pt x="51918" y="15340"/>
                        <a:pt x="30537" y="-5750"/>
                        <a:pt x="17582" y="146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53" name="Google Shape;953;p2"/>
                <p:cNvSpPr/>
                <p:nvPr/>
              </p:nvSpPr>
              <p:spPr>
                <a:xfrm>
                  <a:off x="8126187" y="2302196"/>
                  <a:ext cx="71565" cy="70981"/>
                </a:xfrm>
                <a:custGeom>
                  <a:avLst/>
                  <a:gdLst/>
                  <a:ahLst/>
                  <a:cxnLst/>
                  <a:rect l="l" t="t" r="r" b="b"/>
                  <a:pathLst>
                    <a:path w="71565" h="70981" extrusionOk="0">
                      <a:moveTo>
                        <a:pt x="17512" y="1456"/>
                      </a:moveTo>
                      <a:cubicBezTo>
                        <a:pt x="2388" y="9875"/>
                        <a:pt x="-6305" y="29229"/>
                        <a:pt x="5492" y="46202"/>
                      </a:cubicBezTo>
                      <a:cubicBezTo>
                        <a:pt x="21330" y="68989"/>
                        <a:pt x="40688" y="75454"/>
                        <a:pt x="52573" y="68079"/>
                      </a:cubicBezTo>
                      <a:cubicBezTo>
                        <a:pt x="64458" y="60705"/>
                        <a:pt x="80126" y="43251"/>
                        <a:pt x="65918" y="29265"/>
                      </a:cubicBezTo>
                      <a:cubicBezTo>
                        <a:pt x="51709" y="15277"/>
                        <a:pt x="30412" y="-5727"/>
                        <a:pt x="17512" y="145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54" name="Google Shape;954;p2"/>
                <p:cNvSpPr/>
                <p:nvPr/>
              </p:nvSpPr>
              <p:spPr>
                <a:xfrm>
                  <a:off x="8154890" y="2259901"/>
                  <a:ext cx="71565" cy="70981"/>
                </a:xfrm>
                <a:custGeom>
                  <a:avLst/>
                  <a:gdLst/>
                  <a:ahLst/>
                  <a:cxnLst/>
                  <a:rect l="l" t="t" r="r" b="b"/>
                  <a:pathLst>
                    <a:path w="71565" h="70981" extrusionOk="0">
                      <a:moveTo>
                        <a:pt x="17512" y="1456"/>
                      </a:moveTo>
                      <a:cubicBezTo>
                        <a:pt x="2388" y="9875"/>
                        <a:pt x="-6306" y="29229"/>
                        <a:pt x="5493" y="46202"/>
                      </a:cubicBezTo>
                      <a:cubicBezTo>
                        <a:pt x="21330" y="68989"/>
                        <a:pt x="40688" y="75454"/>
                        <a:pt x="52573" y="68079"/>
                      </a:cubicBezTo>
                      <a:cubicBezTo>
                        <a:pt x="64458" y="60704"/>
                        <a:pt x="80126" y="43251"/>
                        <a:pt x="65918" y="29265"/>
                      </a:cubicBezTo>
                      <a:cubicBezTo>
                        <a:pt x="51711" y="15277"/>
                        <a:pt x="30414" y="-5727"/>
                        <a:pt x="17512" y="145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55" name="Google Shape;955;p2"/>
                <p:cNvSpPr/>
                <p:nvPr/>
              </p:nvSpPr>
              <p:spPr>
                <a:xfrm>
                  <a:off x="8184590" y="2215789"/>
                  <a:ext cx="71853" cy="71267"/>
                </a:xfrm>
                <a:custGeom>
                  <a:avLst/>
                  <a:gdLst/>
                  <a:ahLst/>
                  <a:cxnLst/>
                  <a:rect l="l" t="t" r="r" b="b"/>
                  <a:pathLst>
                    <a:path w="71853" h="71267" extrusionOk="0">
                      <a:moveTo>
                        <a:pt x="17582" y="1462"/>
                      </a:moveTo>
                      <a:cubicBezTo>
                        <a:pt x="2399" y="9916"/>
                        <a:pt x="-6331" y="29347"/>
                        <a:pt x="5515" y="46389"/>
                      </a:cubicBezTo>
                      <a:cubicBezTo>
                        <a:pt x="21416" y="69267"/>
                        <a:pt x="40852" y="75757"/>
                        <a:pt x="52785" y="68355"/>
                      </a:cubicBezTo>
                      <a:cubicBezTo>
                        <a:pt x="64717" y="60950"/>
                        <a:pt x="80450" y="43426"/>
                        <a:pt x="66183" y="29383"/>
                      </a:cubicBezTo>
                      <a:cubicBezTo>
                        <a:pt x="51918" y="15340"/>
                        <a:pt x="30535" y="-5750"/>
                        <a:pt x="17582" y="146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56" name="Google Shape;956;p2"/>
                <p:cNvSpPr/>
                <p:nvPr/>
              </p:nvSpPr>
              <p:spPr>
                <a:xfrm>
                  <a:off x="8210741" y="2165186"/>
                  <a:ext cx="71565" cy="70980"/>
                </a:xfrm>
                <a:custGeom>
                  <a:avLst/>
                  <a:gdLst/>
                  <a:ahLst/>
                  <a:cxnLst/>
                  <a:rect l="l" t="t" r="r" b="b"/>
                  <a:pathLst>
                    <a:path w="71565" h="70980" extrusionOk="0">
                      <a:moveTo>
                        <a:pt x="17512" y="1455"/>
                      </a:moveTo>
                      <a:cubicBezTo>
                        <a:pt x="2388" y="9875"/>
                        <a:pt x="-6306" y="29228"/>
                        <a:pt x="5493" y="46201"/>
                      </a:cubicBezTo>
                      <a:cubicBezTo>
                        <a:pt x="21330" y="68988"/>
                        <a:pt x="40688" y="75453"/>
                        <a:pt x="52573" y="68078"/>
                      </a:cubicBezTo>
                      <a:cubicBezTo>
                        <a:pt x="64458" y="60704"/>
                        <a:pt x="80126" y="43250"/>
                        <a:pt x="65918" y="29264"/>
                      </a:cubicBezTo>
                      <a:cubicBezTo>
                        <a:pt x="51711" y="15279"/>
                        <a:pt x="30414" y="-5725"/>
                        <a:pt x="17512" y="145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57" name="Google Shape;957;p2"/>
                <p:cNvSpPr/>
                <p:nvPr/>
              </p:nvSpPr>
              <p:spPr>
                <a:xfrm>
                  <a:off x="8239447" y="2122890"/>
                  <a:ext cx="71565" cy="70981"/>
                </a:xfrm>
                <a:custGeom>
                  <a:avLst/>
                  <a:gdLst/>
                  <a:ahLst/>
                  <a:cxnLst/>
                  <a:rect l="l" t="t" r="r" b="b"/>
                  <a:pathLst>
                    <a:path w="71565" h="70981" extrusionOk="0">
                      <a:moveTo>
                        <a:pt x="17512" y="1456"/>
                      </a:moveTo>
                      <a:cubicBezTo>
                        <a:pt x="2388" y="9875"/>
                        <a:pt x="-6306" y="29229"/>
                        <a:pt x="5493" y="46202"/>
                      </a:cubicBezTo>
                      <a:cubicBezTo>
                        <a:pt x="21330" y="68989"/>
                        <a:pt x="40688" y="75454"/>
                        <a:pt x="52573" y="68079"/>
                      </a:cubicBezTo>
                      <a:cubicBezTo>
                        <a:pt x="64458" y="60704"/>
                        <a:pt x="80126" y="43251"/>
                        <a:pt x="65918" y="29263"/>
                      </a:cubicBezTo>
                      <a:cubicBezTo>
                        <a:pt x="51709" y="15279"/>
                        <a:pt x="30414" y="-5727"/>
                        <a:pt x="17512" y="145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58" name="Google Shape;958;p2"/>
                <p:cNvSpPr/>
                <p:nvPr/>
              </p:nvSpPr>
              <p:spPr>
                <a:xfrm>
                  <a:off x="7819647" y="2823702"/>
                  <a:ext cx="12317" cy="6557"/>
                </a:xfrm>
                <a:custGeom>
                  <a:avLst/>
                  <a:gdLst/>
                  <a:ahLst/>
                  <a:cxnLst/>
                  <a:rect l="l" t="t" r="r" b="b"/>
                  <a:pathLst>
                    <a:path w="12317" h="6557" extrusionOk="0">
                      <a:moveTo>
                        <a:pt x="12029" y="2471"/>
                      </a:moveTo>
                      <a:cubicBezTo>
                        <a:pt x="8600" y="8869"/>
                        <a:pt x="945" y="6933"/>
                        <a:pt x="172" y="2285"/>
                      </a:cubicBezTo>
                      <a:cubicBezTo>
                        <a:pt x="-603" y="-2362"/>
                        <a:pt x="1219" y="1575"/>
                        <a:pt x="6097" y="1232"/>
                      </a:cubicBezTo>
                      <a:cubicBezTo>
                        <a:pt x="10976" y="891"/>
                        <a:pt x="13147" y="388"/>
                        <a:pt x="12029" y="247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59" name="Google Shape;959;p2"/>
                <p:cNvSpPr/>
                <p:nvPr/>
              </p:nvSpPr>
              <p:spPr>
                <a:xfrm>
                  <a:off x="7806319" y="2838376"/>
                  <a:ext cx="12317" cy="6557"/>
                </a:xfrm>
                <a:custGeom>
                  <a:avLst/>
                  <a:gdLst/>
                  <a:ahLst/>
                  <a:cxnLst/>
                  <a:rect l="l" t="t" r="r" b="b"/>
                  <a:pathLst>
                    <a:path w="12317" h="6557" extrusionOk="0">
                      <a:moveTo>
                        <a:pt x="12029" y="2471"/>
                      </a:moveTo>
                      <a:cubicBezTo>
                        <a:pt x="8600" y="8869"/>
                        <a:pt x="945" y="6933"/>
                        <a:pt x="172" y="2286"/>
                      </a:cubicBezTo>
                      <a:cubicBezTo>
                        <a:pt x="-603" y="-2362"/>
                        <a:pt x="1219" y="1575"/>
                        <a:pt x="6097" y="1232"/>
                      </a:cubicBezTo>
                      <a:cubicBezTo>
                        <a:pt x="10975" y="889"/>
                        <a:pt x="13147" y="386"/>
                        <a:pt x="12029" y="247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60" name="Google Shape;960;p2"/>
                <p:cNvSpPr/>
                <p:nvPr/>
              </p:nvSpPr>
              <p:spPr>
                <a:xfrm>
                  <a:off x="7790481" y="2845678"/>
                  <a:ext cx="8788" cy="4680"/>
                </a:xfrm>
                <a:custGeom>
                  <a:avLst/>
                  <a:gdLst/>
                  <a:ahLst/>
                  <a:cxnLst/>
                  <a:rect l="l" t="t" r="r" b="b"/>
                  <a:pathLst>
                    <a:path w="8788" h="4680" extrusionOk="0">
                      <a:moveTo>
                        <a:pt x="8583" y="1764"/>
                      </a:moveTo>
                      <a:cubicBezTo>
                        <a:pt x="6137" y="6329"/>
                        <a:pt x="676" y="4948"/>
                        <a:pt x="123" y="1631"/>
                      </a:cubicBezTo>
                      <a:cubicBezTo>
                        <a:pt x="-431" y="-1686"/>
                        <a:pt x="870" y="1124"/>
                        <a:pt x="4350" y="879"/>
                      </a:cubicBezTo>
                      <a:cubicBezTo>
                        <a:pt x="7831" y="637"/>
                        <a:pt x="9381" y="278"/>
                        <a:pt x="8583" y="176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61" name="Google Shape;961;p2"/>
                <p:cNvSpPr/>
                <p:nvPr/>
              </p:nvSpPr>
              <p:spPr>
                <a:xfrm>
                  <a:off x="7845327" y="2807230"/>
                  <a:ext cx="17734" cy="9207"/>
                </a:xfrm>
                <a:custGeom>
                  <a:avLst/>
                  <a:gdLst/>
                  <a:ahLst/>
                  <a:cxnLst/>
                  <a:rect l="l" t="t" r="r" b="b"/>
                  <a:pathLst>
                    <a:path w="17734" h="9207" extrusionOk="0">
                      <a:moveTo>
                        <a:pt x="17489" y="2035"/>
                      </a:moveTo>
                      <a:cubicBezTo>
                        <a:pt x="13914" y="11831"/>
                        <a:pt x="2637" y="10635"/>
                        <a:pt x="591" y="4184"/>
                      </a:cubicBezTo>
                      <a:cubicBezTo>
                        <a:pt x="-1455" y="-2267"/>
                        <a:pt x="1935" y="2961"/>
                        <a:pt x="8802" y="1482"/>
                      </a:cubicBezTo>
                      <a:cubicBezTo>
                        <a:pt x="15667" y="1"/>
                        <a:pt x="18653" y="-1154"/>
                        <a:pt x="17489" y="203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62" name="Google Shape;962;p2"/>
                <p:cNvSpPr/>
                <p:nvPr/>
              </p:nvSpPr>
              <p:spPr>
                <a:xfrm>
                  <a:off x="7869601" y="2776070"/>
                  <a:ext cx="25266" cy="14150"/>
                </a:xfrm>
                <a:custGeom>
                  <a:avLst/>
                  <a:gdLst/>
                  <a:ahLst/>
                  <a:cxnLst/>
                  <a:rect l="l" t="t" r="r" b="b"/>
                  <a:pathLst>
                    <a:path w="25266" h="14150" extrusionOk="0">
                      <a:moveTo>
                        <a:pt x="24849" y="2954"/>
                      </a:moveTo>
                      <a:cubicBezTo>
                        <a:pt x="19170" y="17673"/>
                        <a:pt x="3207" y="16590"/>
                        <a:pt x="688" y="7160"/>
                      </a:cubicBezTo>
                      <a:cubicBezTo>
                        <a:pt x="-1831" y="-2268"/>
                        <a:pt x="2672" y="5267"/>
                        <a:pt x="12527" y="2661"/>
                      </a:cubicBezTo>
                      <a:cubicBezTo>
                        <a:pt x="22382" y="53"/>
                        <a:pt x="26698" y="-1840"/>
                        <a:pt x="24849" y="295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63" name="Google Shape;963;p2"/>
                <p:cNvSpPr/>
                <p:nvPr/>
              </p:nvSpPr>
              <p:spPr>
                <a:xfrm>
                  <a:off x="7903186" y="2739341"/>
                  <a:ext cx="26937" cy="13983"/>
                </a:xfrm>
                <a:custGeom>
                  <a:avLst/>
                  <a:gdLst/>
                  <a:ahLst/>
                  <a:cxnLst/>
                  <a:rect l="l" t="t" r="r" b="b"/>
                  <a:pathLst>
                    <a:path w="26937" h="13983" extrusionOk="0">
                      <a:moveTo>
                        <a:pt x="26564" y="3091"/>
                      </a:moveTo>
                      <a:cubicBezTo>
                        <a:pt x="21135" y="17966"/>
                        <a:pt x="4008" y="16153"/>
                        <a:pt x="899" y="6355"/>
                      </a:cubicBezTo>
                      <a:cubicBezTo>
                        <a:pt x="-2210" y="-3443"/>
                        <a:pt x="2938" y="4499"/>
                        <a:pt x="13367" y="2249"/>
                      </a:cubicBezTo>
                      <a:cubicBezTo>
                        <a:pt x="23798" y="2"/>
                        <a:pt x="28333" y="-1753"/>
                        <a:pt x="26564" y="309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64" name="Google Shape;964;p2"/>
                <p:cNvSpPr/>
                <p:nvPr/>
              </p:nvSpPr>
              <p:spPr>
                <a:xfrm>
                  <a:off x="7927382" y="2701165"/>
                  <a:ext cx="26936" cy="13982"/>
                </a:xfrm>
                <a:custGeom>
                  <a:avLst/>
                  <a:gdLst/>
                  <a:ahLst/>
                  <a:cxnLst/>
                  <a:rect l="l" t="t" r="r" b="b"/>
                  <a:pathLst>
                    <a:path w="26936" h="13982" extrusionOk="0">
                      <a:moveTo>
                        <a:pt x="26563" y="3090"/>
                      </a:moveTo>
                      <a:cubicBezTo>
                        <a:pt x="21134" y="17965"/>
                        <a:pt x="4007" y="16150"/>
                        <a:pt x="898" y="6355"/>
                      </a:cubicBezTo>
                      <a:cubicBezTo>
                        <a:pt x="-2209" y="-3443"/>
                        <a:pt x="2937" y="4499"/>
                        <a:pt x="13366" y="2252"/>
                      </a:cubicBezTo>
                      <a:cubicBezTo>
                        <a:pt x="23797" y="2"/>
                        <a:pt x="28332" y="-1754"/>
                        <a:pt x="26563" y="309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65" name="Google Shape;965;p2"/>
                <p:cNvSpPr/>
                <p:nvPr/>
              </p:nvSpPr>
              <p:spPr>
                <a:xfrm>
                  <a:off x="7954304" y="2657980"/>
                  <a:ext cx="26936" cy="13982"/>
                </a:xfrm>
                <a:custGeom>
                  <a:avLst/>
                  <a:gdLst/>
                  <a:ahLst/>
                  <a:cxnLst/>
                  <a:rect l="l" t="t" r="r" b="b"/>
                  <a:pathLst>
                    <a:path w="26936" h="13982" extrusionOk="0">
                      <a:moveTo>
                        <a:pt x="26563" y="3090"/>
                      </a:moveTo>
                      <a:cubicBezTo>
                        <a:pt x="21134" y="17965"/>
                        <a:pt x="4007" y="16153"/>
                        <a:pt x="898" y="6355"/>
                      </a:cubicBezTo>
                      <a:cubicBezTo>
                        <a:pt x="-2209" y="-3443"/>
                        <a:pt x="2937" y="4499"/>
                        <a:pt x="13366" y="2252"/>
                      </a:cubicBezTo>
                      <a:cubicBezTo>
                        <a:pt x="23797" y="2"/>
                        <a:pt x="28332" y="-1754"/>
                        <a:pt x="26563" y="309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66" name="Google Shape;966;p2"/>
                <p:cNvSpPr/>
                <p:nvPr/>
              </p:nvSpPr>
              <p:spPr>
                <a:xfrm>
                  <a:off x="7983297" y="2612212"/>
                  <a:ext cx="26928" cy="14057"/>
                </a:xfrm>
                <a:custGeom>
                  <a:avLst/>
                  <a:gdLst/>
                  <a:ahLst/>
                  <a:cxnLst/>
                  <a:rect l="l" t="t" r="r" b="b"/>
                  <a:pathLst>
                    <a:path w="26928" h="14057" extrusionOk="0">
                      <a:moveTo>
                        <a:pt x="26566" y="3080"/>
                      </a:moveTo>
                      <a:cubicBezTo>
                        <a:pt x="21226" y="17987"/>
                        <a:pt x="4088" y="16277"/>
                        <a:pt x="922" y="6497"/>
                      </a:cubicBezTo>
                      <a:cubicBezTo>
                        <a:pt x="-2244" y="-3280"/>
                        <a:pt x="2950" y="4627"/>
                        <a:pt x="13365" y="2319"/>
                      </a:cubicBezTo>
                      <a:cubicBezTo>
                        <a:pt x="23780" y="10"/>
                        <a:pt x="28304" y="-1773"/>
                        <a:pt x="26566" y="308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67" name="Google Shape;967;p2"/>
                <p:cNvSpPr/>
                <p:nvPr/>
              </p:nvSpPr>
              <p:spPr>
                <a:xfrm>
                  <a:off x="8011737" y="2569674"/>
                  <a:ext cx="26928" cy="14058"/>
                </a:xfrm>
                <a:custGeom>
                  <a:avLst/>
                  <a:gdLst/>
                  <a:ahLst/>
                  <a:cxnLst/>
                  <a:rect l="l" t="t" r="r" b="b"/>
                  <a:pathLst>
                    <a:path w="26928" h="14058" extrusionOk="0">
                      <a:moveTo>
                        <a:pt x="26566" y="3082"/>
                      </a:moveTo>
                      <a:cubicBezTo>
                        <a:pt x="21226" y="17989"/>
                        <a:pt x="4090" y="16279"/>
                        <a:pt x="922" y="6499"/>
                      </a:cubicBezTo>
                      <a:cubicBezTo>
                        <a:pt x="-2244" y="-3278"/>
                        <a:pt x="2949" y="4629"/>
                        <a:pt x="13365" y="2320"/>
                      </a:cubicBezTo>
                      <a:cubicBezTo>
                        <a:pt x="23782" y="9"/>
                        <a:pt x="28304" y="-1774"/>
                        <a:pt x="26566" y="308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68" name="Google Shape;968;p2"/>
                <p:cNvSpPr/>
                <p:nvPr/>
              </p:nvSpPr>
              <p:spPr>
                <a:xfrm>
                  <a:off x="8040177" y="2527137"/>
                  <a:ext cx="26928" cy="14057"/>
                </a:xfrm>
                <a:custGeom>
                  <a:avLst/>
                  <a:gdLst/>
                  <a:ahLst/>
                  <a:cxnLst/>
                  <a:rect l="l" t="t" r="r" b="b"/>
                  <a:pathLst>
                    <a:path w="26928" h="14057" extrusionOk="0">
                      <a:moveTo>
                        <a:pt x="26566" y="3081"/>
                      </a:moveTo>
                      <a:cubicBezTo>
                        <a:pt x="21226" y="17988"/>
                        <a:pt x="4088" y="16278"/>
                        <a:pt x="922" y="6498"/>
                      </a:cubicBezTo>
                      <a:cubicBezTo>
                        <a:pt x="-2244" y="-3279"/>
                        <a:pt x="2949" y="4628"/>
                        <a:pt x="13365" y="2319"/>
                      </a:cubicBezTo>
                      <a:cubicBezTo>
                        <a:pt x="23779" y="8"/>
                        <a:pt x="28303" y="-1773"/>
                        <a:pt x="26566" y="308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69" name="Google Shape;969;p2"/>
                <p:cNvSpPr/>
                <p:nvPr/>
              </p:nvSpPr>
              <p:spPr>
                <a:xfrm>
                  <a:off x="8075588" y="2477222"/>
                  <a:ext cx="29326" cy="13875"/>
                </a:xfrm>
                <a:custGeom>
                  <a:avLst/>
                  <a:gdLst/>
                  <a:ahLst/>
                  <a:cxnLst/>
                  <a:rect l="l" t="t" r="r" b="b"/>
                  <a:pathLst>
                    <a:path w="29326" h="13875" extrusionOk="0">
                      <a:moveTo>
                        <a:pt x="29021" y="3294"/>
                      </a:moveTo>
                      <a:cubicBezTo>
                        <a:pt x="24047" y="18429"/>
                        <a:pt x="5249" y="15679"/>
                        <a:pt x="1235" y="5369"/>
                      </a:cubicBezTo>
                      <a:cubicBezTo>
                        <a:pt x="-2780" y="-4940"/>
                        <a:pt x="3342" y="3550"/>
                        <a:pt x="14573" y="1751"/>
                      </a:cubicBezTo>
                      <a:cubicBezTo>
                        <a:pt x="25807" y="-46"/>
                        <a:pt x="30642" y="-1635"/>
                        <a:pt x="29021" y="329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70" name="Google Shape;970;p2"/>
                <p:cNvSpPr/>
                <p:nvPr/>
              </p:nvSpPr>
              <p:spPr>
                <a:xfrm>
                  <a:off x="8104188" y="2434785"/>
                  <a:ext cx="29326" cy="13876"/>
                </a:xfrm>
                <a:custGeom>
                  <a:avLst/>
                  <a:gdLst/>
                  <a:ahLst/>
                  <a:cxnLst/>
                  <a:rect l="l" t="t" r="r" b="b"/>
                  <a:pathLst>
                    <a:path w="29326" h="13876" extrusionOk="0">
                      <a:moveTo>
                        <a:pt x="29021" y="3295"/>
                      </a:moveTo>
                      <a:cubicBezTo>
                        <a:pt x="24047" y="18431"/>
                        <a:pt x="5249" y="15681"/>
                        <a:pt x="1235" y="5371"/>
                      </a:cubicBezTo>
                      <a:cubicBezTo>
                        <a:pt x="-2780" y="-4939"/>
                        <a:pt x="3342" y="3551"/>
                        <a:pt x="14573" y="1752"/>
                      </a:cubicBezTo>
                      <a:cubicBezTo>
                        <a:pt x="25807" y="-47"/>
                        <a:pt x="30642" y="-1636"/>
                        <a:pt x="29021" y="329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71" name="Google Shape;971;p2"/>
                <p:cNvSpPr/>
                <p:nvPr/>
              </p:nvSpPr>
              <p:spPr>
                <a:xfrm>
                  <a:off x="8127602" y="2390070"/>
                  <a:ext cx="29948" cy="14129"/>
                </a:xfrm>
                <a:custGeom>
                  <a:avLst/>
                  <a:gdLst/>
                  <a:ahLst/>
                  <a:cxnLst/>
                  <a:rect l="l" t="t" r="r" b="b"/>
                  <a:pathLst>
                    <a:path w="29948" h="14129" extrusionOk="0">
                      <a:moveTo>
                        <a:pt x="29633" y="3370"/>
                      </a:moveTo>
                      <a:cubicBezTo>
                        <a:pt x="24505" y="18804"/>
                        <a:pt x="5316" y="15943"/>
                        <a:pt x="1247" y="5409"/>
                      </a:cubicBezTo>
                      <a:cubicBezTo>
                        <a:pt x="-2820" y="-5125"/>
                        <a:pt x="3405" y="3557"/>
                        <a:pt x="14881" y="1753"/>
                      </a:cubicBezTo>
                      <a:cubicBezTo>
                        <a:pt x="26359" y="-50"/>
                        <a:pt x="31301" y="-1657"/>
                        <a:pt x="29633" y="337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72" name="Google Shape;972;p2"/>
                <p:cNvSpPr/>
                <p:nvPr/>
              </p:nvSpPr>
              <p:spPr>
                <a:xfrm>
                  <a:off x="8158069" y="2345178"/>
                  <a:ext cx="29947" cy="14129"/>
                </a:xfrm>
                <a:custGeom>
                  <a:avLst/>
                  <a:gdLst/>
                  <a:ahLst/>
                  <a:cxnLst/>
                  <a:rect l="l" t="t" r="r" b="b"/>
                  <a:pathLst>
                    <a:path w="29947" h="14129" extrusionOk="0">
                      <a:moveTo>
                        <a:pt x="29631" y="3370"/>
                      </a:moveTo>
                      <a:cubicBezTo>
                        <a:pt x="24504" y="18805"/>
                        <a:pt x="5315" y="15943"/>
                        <a:pt x="1248" y="5409"/>
                      </a:cubicBezTo>
                      <a:cubicBezTo>
                        <a:pt x="-2821" y="-5125"/>
                        <a:pt x="3406" y="3557"/>
                        <a:pt x="14882" y="1753"/>
                      </a:cubicBezTo>
                      <a:cubicBezTo>
                        <a:pt x="26358" y="-50"/>
                        <a:pt x="31300" y="-1657"/>
                        <a:pt x="29631" y="337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73" name="Google Shape;973;p2"/>
                <p:cNvSpPr/>
                <p:nvPr/>
              </p:nvSpPr>
              <p:spPr>
                <a:xfrm>
                  <a:off x="8187411" y="2301945"/>
                  <a:ext cx="29946" cy="14129"/>
                </a:xfrm>
                <a:custGeom>
                  <a:avLst/>
                  <a:gdLst/>
                  <a:ahLst/>
                  <a:cxnLst/>
                  <a:rect l="l" t="t" r="r" b="b"/>
                  <a:pathLst>
                    <a:path w="29946" h="14129" extrusionOk="0">
                      <a:moveTo>
                        <a:pt x="29630" y="3370"/>
                      </a:moveTo>
                      <a:cubicBezTo>
                        <a:pt x="24503" y="18805"/>
                        <a:pt x="5314" y="15943"/>
                        <a:pt x="1247" y="5409"/>
                      </a:cubicBezTo>
                      <a:cubicBezTo>
                        <a:pt x="-2819" y="-5125"/>
                        <a:pt x="3405" y="3557"/>
                        <a:pt x="14881" y="1753"/>
                      </a:cubicBezTo>
                      <a:cubicBezTo>
                        <a:pt x="26357" y="-50"/>
                        <a:pt x="31299" y="-1657"/>
                        <a:pt x="29630" y="337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74" name="Google Shape;974;p2"/>
                <p:cNvSpPr/>
                <p:nvPr/>
              </p:nvSpPr>
              <p:spPr>
                <a:xfrm>
                  <a:off x="8211560" y="2253941"/>
                  <a:ext cx="29947" cy="14129"/>
                </a:xfrm>
                <a:custGeom>
                  <a:avLst/>
                  <a:gdLst/>
                  <a:ahLst/>
                  <a:cxnLst/>
                  <a:rect l="l" t="t" r="r" b="b"/>
                  <a:pathLst>
                    <a:path w="29947" h="14129" extrusionOk="0">
                      <a:moveTo>
                        <a:pt x="29630" y="3370"/>
                      </a:moveTo>
                      <a:cubicBezTo>
                        <a:pt x="24503" y="18805"/>
                        <a:pt x="5314" y="15943"/>
                        <a:pt x="1247" y="5409"/>
                      </a:cubicBezTo>
                      <a:cubicBezTo>
                        <a:pt x="-2819" y="-5125"/>
                        <a:pt x="3405" y="3557"/>
                        <a:pt x="14881" y="1753"/>
                      </a:cubicBezTo>
                      <a:cubicBezTo>
                        <a:pt x="26359" y="-50"/>
                        <a:pt x="31301" y="-1657"/>
                        <a:pt x="29630" y="337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75" name="Google Shape;975;p2"/>
                <p:cNvSpPr/>
                <p:nvPr/>
              </p:nvSpPr>
              <p:spPr>
                <a:xfrm>
                  <a:off x="8236936" y="2216551"/>
                  <a:ext cx="29947" cy="14129"/>
                </a:xfrm>
                <a:custGeom>
                  <a:avLst/>
                  <a:gdLst/>
                  <a:ahLst/>
                  <a:cxnLst/>
                  <a:rect l="l" t="t" r="r" b="b"/>
                  <a:pathLst>
                    <a:path w="29947" h="14129" extrusionOk="0">
                      <a:moveTo>
                        <a:pt x="29631" y="3370"/>
                      </a:moveTo>
                      <a:cubicBezTo>
                        <a:pt x="24504" y="18805"/>
                        <a:pt x="5315" y="15943"/>
                        <a:pt x="1248" y="5409"/>
                      </a:cubicBezTo>
                      <a:cubicBezTo>
                        <a:pt x="-2821" y="-5125"/>
                        <a:pt x="3406" y="3557"/>
                        <a:pt x="14882" y="1753"/>
                      </a:cubicBezTo>
                      <a:cubicBezTo>
                        <a:pt x="26358" y="-50"/>
                        <a:pt x="31300" y="-1657"/>
                        <a:pt x="29631" y="337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76" name="Google Shape;976;p2"/>
                <p:cNvSpPr/>
                <p:nvPr/>
              </p:nvSpPr>
              <p:spPr>
                <a:xfrm>
                  <a:off x="8266278" y="2173318"/>
                  <a:ext cx="29946" cy="14130"/>
                </a:xfrm>
                <a:custGeom>
                  <a:avLst/>
                  <a:gdLst/>
                  <a:ahLst/>
                  <a:cxnLst/>
                  <a:rect l="l" t="t" r="r" b="b"/>
                  <a:pathLst>
                    <a:path w="29946" h="14130" extrusionOk="0">
                      <a:moveTo>
                        <a:pt x="29630" y="3370"/>
                      </a:moveTo>
                      <a:cubicBezTo>
                        <a:pt x="24503" y="18805"/>
                        <a:pt x="5314" y="15945"/>
                        <a:pt x="1247" y="5409"/>
                      </a:cubicBezTo>
                      <a:cubicBezTo>
                        <a:pt x="-2819" y="-5125"/>
                        <a:pt x="3405" y="3557"/>
                        <a:pt x="14881" y="1753"/>
                      </a:cubicBezTo>
                      <a:cubicBezTo>
                        <a:pt x="26357" y="-50"/>
                        <a:pt x="31299" y="-1657"/>
                        <a:pt x="29630" y="337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77" name="Google Shape;977;p2"/>
                <p:cNvSpPr/>
                <p:nvPr/>
              </p:nvSpPr>
              <p:spPr>
                <a:xfrm>
                  <a:off x="7743326" y="2808013"/>
                  <a:ext cx="23798" cy="17213"/>
                </a:xfrm>
                <a:custGeom>
                  <a:avLst/>
                  <a:gdLst/>
                  <a:ahLst/>
                  <a:cxnLst/>
                  <a:rect l="l" t="t" r="r" b="b"/>
                  <a:pathLst>
                    <a:path w="23798" h="17213" extrusionOk="0">
                      <a:moveTo>
                        <a:pt x="23688" y="7889"/>
                      </a:moveTo>
                      <a:cubicBezTo>
                        <a:pt x="24454" y="12738"/>
                        <a:pt x="21213" y="17602"/>
                        <a:pt x="14643" y="17188"/>
                      </a:cubicBezTo>
                      <a:cubicBezTo>
                        <a:pt x="5826" y="16633"/>
                        <a:pt x="474" y="12893"/>
                        <a:pt x="65" y="8975"/>
                      </a:cubicBezTo>
                      <a:cubicBezTo>
                        <a:pt x="-344" y="5057"/>
                        <a:pt x="1078" y="-1216"/>
                        <a:pt x="7353" y="206"/>
                      </a:cubicBezTo>
                      <a:cubicBezTo>
                        <a:pt x="13628" y="1628"/>
                        <a:pt x="23037" y="3754"/>
                        <a:pt x="23688" y="788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78" name="Google Shape;978;p2"/>
                <p:cNvSpPr/>
                <p:nvPr/>
              </p:nvSpPr>
              <p:spPr>
                <a:xfrm>
                  <a:off x="7739822" y="2788966"/>
                  <a:ext cx="32100" cy="23219"/>
                </a:xfrm>
                <a:custGeom>
                  <a:avLst/>
                  <a:gdLst/>
                  <a:ahLst/>
                  <a:cxnLst/>
                  <a:rect l="l" t="t" r="r" b="b"/>
                  <a:pathLst>
                    <a:path w="32100" h="23219" extrusionOk="0">
                      <a:moveTo>
                        <a:pt x="31952" y="10643"/>
                      </a:moveTo>
                      <a:cubicBezTo>
                        <a:pt x="32983" y="17183"/>
                        <a:pt x="28609" y="23744"/>
                        <a:pt x="19751" y="23186"/>
                      </a:cubicBezTo>
                      <a:cubicBezTo>
                        <a:pt x="7857" y="22436"/>
                        <a:pt x="638" y="17391"/>
                        <a:pt x="87" y="12106"/>
                      </a:cubicBezTo>
                      <a:cubicBezTo>
                        <a:pt x="-464" y="6821"/>
                        <a:pt x="1454" y="-1642"/>
                        <a:pt x="9915" y="278"/>
                      </a:cubicBezTo>
                      <a:cubicBezTo>
                        <a:pt x="18375" y="2194"/>
                        <a:pt x="31072" y="5063"/>
                        <a:pt x="31952" y="10643"/>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79" name="Google Shape;979;p2"/>
                <p:cNvSpPr/>
                <p:nvPr/>
              </p:nvSpPr>
              <p:spPr>
                <a:xfrm>
                  <a:off x="7747647" y="2764411"/>
                  <a:ext cx="33878" cy="29676"/>
                </a:xfrm>
                <a:custGeom>
                  <a:avLst/>
                  <a:gdLst/>
                  <a:ahLst/>
                  <a:cxnLst/>
                  <a:rect l="l" t="t" r="r" b="b"/>
                  <a:pathLst>
                    <a:path w="33878" h="29676" extrusionOk="0">
                      <a:moveTo>
                        <a:pt x="33874" y="10999"/>
                      </a:moveTo>
                      <a:cubicBezTo>
                        <a:pt x="34046" y="19674"/>
                        <a:pt x="28505" y="29134"/>
                        <a:pt x="19223" y="29625"/>
                      </a:cubicBezTo>
                      <a:cubicBezTo>
                        <a:pt x="6762" y="30283"/>
                        <a:pt x="-157" y="24495"/>
                        <a:pt x="3" y="17445"/>
                      </a:cubicBezTo>
                      <a:cubicBezTo>
                        <a:pt x="163" y="10395"/>
                        <a:pt x="3377" y="-1284"/>
                        <a:pt x="12048" y="115"/>
                      </a:cubicBezTo>
                      <a:cubicBezTo>
                        <a:pt x="20716" y="1514"/>
                        <a:pt x="33728" y="3599"/>
                        <a:pt x="33874" y="1099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80" name="Google Shape;980;p2"/>
                <p:cNvSpPr/>
                <p:nvPr/>
              </p:nvSpPr>
              <p:spPr>
                <a:xfrm>
                  <a:off x="7747701" y="2727316"/>
                  <a:ext cx="47511" cy="40888"/>
                </a:xfrm>
                <a:custGeom>
                  <a:avLst/>
                  <a:gdLst/>
                  <a:ahLst/>
                  <a:cxnLst/>
                  <a:rect l="l" t="t" r="r" b="b"/>
                  <a:pathLst>
                    <a:path w="47511" h="40888" extrusionOk="0">
                      <a:moveTo>
                        <a:pt x="47479" y="19937"/>
                      </a:moveTo>
                      <a:cubicBezTo>
                        <a:pt x="46437" y="31271"/>
                        <a:pt x="37451" y="42285"/>
                        <a:pt x="24661" y="40744"/>
                      </a:cubicBezTo>
                      <a:cubicBezTo>
                        <a:pt x="7490" y="38675"/>
                        <a:pt x="-1137" y="29515"/>
                        <a:pt x="120" y="20374"/>
                      </a:cubicBezTo>
                      <a:cubicBezTo>
                        <a:pt x="1378" y="11232"/>
                        <a:pt x="7504" y="-3218"/>
                        <a:pt x="19176" y="641"/>
                      </a:cubicBezTo>
                      <a:cubicBezTo>
                        <a:pt x="30849" y="4500"/>
                        <a:pt x="48369" y="10267"/>
                        <a:pt x="47479" y="1993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81" name="Google Shape;981;p2"/>
                <p:cNvSpPr/>
                <p:nvPr/>
              </p:nvSpPr>
              <p:spPr>
                <a:xfrm>
                  <a:off x="7753434" y="2680854"/>
                  <a:ext cx="62012" cy="53936"/>
                </a:xfrm>
                <a:custGeom>
                  <a:avLst/>
                  <a:gdLst/>
                  <a:ahLst/>
                  <a:cxnLst/>
                  <a:rect l="l" t="t" r="r" b="b"/>
                  <a:pathLst>
                    <a:path w="62012" h="53936" extrusionOk="0">
                      <a:moveTo>
                        <a:pt x="61957" y="25843"/>
                      </a:moveTo>
                      <a:cubicBezTo>
                        <a:pt x="60402" y="40865"/>
                        <a:pt x="48492" y="55605"/>
                        <a:pt x="31838" y="53783"/>
                      </a:cubicBezTo>
                      <a:cubicBezTo>
                        <a:pt x="9484" y="51339"/>
                        <a:pt x="-1610" y="39363"/>
                        <a:pt x="189" y="27238"/>
                      </a:cubicBezTo>
                      <a:cubicBezTo>
                        <a:pt x="1986" y="15113"/>
                        <a:pt x="10224" y="-4122"/>
                        <a:pt x="25381" y="784"/>
                      </a:cubicBezTo>
                      <a:cubicBezTo>
                        <a:pt x="40537" y="5695"/>
                        <a:pt x="63282" y="13030"/>
                        <a:pt x="61957" y="25843"/>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82" name="Google Shape;982;p2"/>
                <p:cNvSpPr/>
                <p:nvPr/>
              </p:nvSpPr>
              <p:spPr>
                <a:xfrm>
                  <a:off x="7775049" y="2636035"/>
                  <a:ext cx="61763" cy="53717"/>
                </a:xfrm>
                <a:custGeom>
                  <a:avLst/>
                  <a:gdLst/>
                  <a:ahLst/>
                  <a:cxnLst/>
                  <a:rect l="l" t="t" r="r" b="b"/>
                  <a:pathLst>
                    <a:path w="61763" h="53717" extrusionOk="0">
                      <a:moveTo>
                        <a:pt x="61709" y="25738"/>
                      </a:moveTo>
                      <a:cubicBezTo>
                        <a:pt x="60159" y="40700"/>
                        <a:pt x="48299" y="55378"/>
                        <a:pt x="31712" y="53565"/>
                      </a:cubicBezTo>
                      <a:cubicBezTo>
                        <a:pt x="9446" y="51131"/>
                        <a:pt x="-1602" y="39202"/>
                        <a:pt x="188" y="27128"/>
                      </a:cubicBezTo>
                      <a:cubicBezTo>
                        <a:pt x="1978" y="15053"/>
                        <a:pt x="10182" y="-4106"/>
                        <a:pt x="25279" y="781"/>
                      </a:cubicBezTo>
                      <a:cubicBezTo>
                        <a:pt x="40375" y="5667"/>
                        <a:pt x="63030" y="12975"/>
                        <a:pt x="61709" y="2573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83" name="Google Shape;983;p2"/>
                <p:cNvSpPr/>
                <p:nvPr/>
              </p:nvSpPr>
              <p:spPr>
                <a:xfrm>
                  <a:off x="7797884" y="2596617"/>
                  <a:ext cx="61761" cy="53717"/>
                </a:xfrm>
                <a:custGeom>
                  <a:avLst/>
                  <a:gdLst/>
                  <a:ahLst/>
                  <a:cxnLst/>
                  <a:rect l="l" t="t" r="r" b="b"/>
                  <a:pathLst>
                    <a:path w="61761" h="53717" extrusionOk="0">
                      <a:moveTo>
                        <a:pt x="61706" y="25738"/>
                      </a:moveTo>
                      <a:cubicBezTo>
                        <a:pt x="60156" y="40700"/>
                        <a:pt x="48297" y="55378"/>
                        <a:pt x="31712" y="53565"/>
                      </a:cubicBezTo>
                      <a:cubicBezTo>
                        <a:pt x="9446" y="51131"/>
                        <a:pt x="-1602" y="39202"/>
                        <a:pt x="188" y="27128"/>
                      </a:cubicBezTo>
                      <a:cubicBezTo>
                        <a:pt x="1978" y="15053"/>
                        <a:pt x="10182" y="-4106"/>
                        <a:pt x="25276" y="781"/>
                      </a:cubicBezTo>
                      <a:cubicBezTo>
                        <a:pt x="40371" y="5669"/>
                        <a:pt x="63028" y="12973"/>
                        <a:pt x="61706" y="2573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84" name="Google Shape;984;p2"/>
                <p:cNvSpPr/>
                <p:nvPr/>
              </p:nvSpPr>
              <p:spPr>
                <a:xfrm>
                  <a:off x="7823797" y="2550262"/>
                  <a:ext cx="68146" cy="59272"/>
                </a:xfrm>
                <a:custGeom>
                  <a:avLst/>
                  <a:gdLst/>
                  <a:ahLst/>
                  <a:cxnLst/>
                  <a:rect l="l" t="t" r="r" b="b"/>
                  <a:pathLst>
                    <a:path w="68146" h="59272" extrusionOk="0">
                      <a:moveTo>
                        <a:pt x="68085" y="28399"/>
                      </a:moveTo>
                      <a:cubicBezTo>
                        <a:pt x="66375" y="44908"/>
                        <a:pt x="53288" y="61104"/>
                        <a:pt x="34989" y="59104"/>
                      </a:cubicBezTo>
                      <a:cubicBezTo>
                        <a:pt x="10421" y="56418"/>
                        <a:pt x="-1768" y="43258"/>
                        <a:pt x="207" y="29932"/>
                      </a:cubicBezTo>
                      <a:cubicBezTo>
                        <a:pt x="2182" y="16610"/>
                        <a:pt x="11235" y="-4529"/>
                        <a:pt x="27891" y="862"/>
                      </a:cubicBezTo>
                      <a:cubicBezTo>
                        <a:pt x="44544" y="6254"/>
                        <a:pt x="69541" y="14315"/>
                        <a:pt x="68085" y="2839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85" name="Google Shape;985;p2"/>
                <p:cNvSpPr/>
                <p:nvPr/>
              </p:nvSpPr>
              <p:spPr>
                <a:xfrm>
                  <a:off x="7851981" y="2505199"/>
                  <a:ext cx="67904" cy="59124"/>
                </a:xfrm>
                <a:custGeom>
                  <a:avLst/>
                  <a:gdLst/>
                  <a:ahLst/>
                  <a:cxnLst/>
                  <a:rect l="l" t="t" r="r" b="b"/>
                  <a:pathLst>
                    <a:path w="67904" h="59124" extrusionOk="0">
                      <a:moveTo>
                        <a:pt x="67836" y="28555"/>
                      </a:moveTo>
                      <a:cubicBezTo>
                        <a:pt x="66035" y="44987"/>
                        <a:pt x="52904" y="61039"/>
                        <a:pt x="34689" y="58939"/>
                      </a:cubicBezTo>
                      <a:cubicBezTo>
                        <a:pt x="10239" y="56118"/>
                        <a:pt x="-1825" y="42934"/>
                        <a:pt x="224" y="29675"/>
                      </a:cubicBezTo>
                      <a:cubicBezTo>
                        <a:pt x="2272" y="16417"/>
                        <a:pt x="11413" y="-4580"/>
                        <a:pt x="27971" y="890"/>
                      </a:cubicBezTo>
                      <a:cubicBezTo>
                        <a:pt x="44524" y="6358"/>
                        <a:pt x="69373" y="14537"/>
                        <a:pt x="67836" y="2855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86" name="Google Shape;986;p2"/>
                <p:cNvSpPr/>
                <p:nvPr/>
              </p:nvSpPr>
              <p:spPr>
                <a:xfrm>
                  <a:off x="7877333" y="2462030"/>
                  <a:ext cx="67904" cy="59124"/>
                </a:xfrm>
                <a:custGeom>
                  <a:avLst/>
                  <a:gdLst/>
                  <a:ahLst/>
                  <a:cxnLst/>
                  <a:rect l="l" t="t" r="r" b="b"/>
                  <a:pathLst>
                    <a:path w="67904" h="59124" extrusionOk="0">
                      <a:moveTo>
                        <a:pt x="67837" y="28558"/>
                      </a:moveTo>
                      <a:cubicBezTo>
                        <a:pt x="66035" y="44989"/>
                        <a:pt x="52904" y="61042"/>
                        <a:pt x="34690" y="58939"/>
                      </a:cubicBezTo>
                      <a:cubicBezTo>
                        <a:pt x="10239" y="56118"/>
                        <a:pt x="-1825" y="42934"/>
                        <a:pt x="224" y="29675"/>
                      </a:cubicBezTo>
                      <a:cubicBezTo>
                        <a:pt x="2272" y="16417"/>
                        <a:pt x="11416" y="-4580"/>
                        <a:pt x="27971" y="890"/>
                      </a:cubicBezTo>
                      <a:cubicBezTo>
                        <a:pt x="44524" y="6363"/>
                        <a:pt x="69373" y="14540"/>
                        <a:pt x="67837" y="2855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87" name="Google Shape;987;p2"/>
                <p:cNvSpPr/>
                <p:nvPr/>
              </p:nvSpPr>
              <p:spPr>
                <a:xfrm>
                  <a:off x="7889596" y="2408526"/>
                  <a:ext cx="80196" cy="65629"/>
                </a:xfrm>
                <a:custGeom>
                  <a:avLst/>
                  <a:gdLst/>
                  <a:ahLst/>
                  <a:cxnLst/>
                  <a:rect l="l" t="t" r="r" b="b"/>
                  <a:pathLst>
                    <a:path w="80196" h="65629" extrusionOk="0">
                      <a:moveTo>
                        <a:pt x="80196" y="36013"/>
                      </a:moveTo>
                      <a:cubicBezTo>
                        <a:pt x="79946" y="53489"/>
                        <a:pt x="66200" y="69253"/>
                        <a:pt x="44330" y="64896"/>
                      </a:cubicBezTo>
                      <a:cubicBezTo>
                        <a:pt x="14969" y="59046"/>
                        <a:pt x="-868" y="43472"/>
                        <a:pt x="37" y="29438"/>
                      </a:cubicBezTo>
                      <a:cubicBezTo>
                        <a:pt x="942" y="15407"/>
                        <a:pt x="9384" y="-6141"/>
                        <a:pt x="29672" y="1652"/>
                      </a:cubicBezTo>
                      <a:cubicBezTo>
                        <a:pt x="49961" y="9442"/>
                        <a:pt x="80408" y="21103"/>
                        <a:pt x="80196" y="36013"/>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88" name="Google Shape;988;p2"/>
                <p:cNvSpPr/>
                <p:nvPr/>
              </p:nvSpPr>
              <p:spPr>
                <a:xfrm>
                  <a:off x="7920946" y="2364022"/>
                  <a:ext cx="79874" cy="65363"/>
                </a:xfrm>
                <a:custGeom>
                  <a:avLst/>
                  <a:gdLst/>
                  <a:ahLst/>
                  <a:cxnLst/>
                  <a:rect l="l" t="t" r="r" b="b"/>
                  <a:pathLst>
                    <a:path w="79874" h="65363" extrusionOk="0">
                      <a:moveTo>
                        <a:pt x="79873" y="35866"/>
                      </a:moveTo>
                      <a:cubicBezTo>
                        <a:pt x="79626" y="53272"/>
                        <a:pt x="65935" y="68975"/>
                        <a:pt x="44152" y="64634"/>
                      </a:cubicBezTo>
                      <a:cubicBezTo>
                        <a:pt x="14909" y="58806"/>
                        <a:pt x="-866" y="43296"/>
                        <a:pt x="37" y="29319"/>
                      </a:cubicBezTo>
                      <a:cubicBezTo>
                        <a:pt x="940" y="15343"/>
                        <a:pt x="9348" y="-6116"/>
                        <a:pt x="29554" y="1645"/>
                      </a:cubicBezTo>
                      <a:cubicBezTo>
                        <a:pt x="49759" y="9404"/>
                        <a:pt x="80086" y="21017"/>
                        <a:pt x="79873" y="3586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89" name="Google Shape;989;p2"/>
                <p:cNvSpPr/>
                <p:nvPr/>
              </p:nvSpPr>
              <p:spPr>
                <a:xfrm>
                  <a:off x="7945983" y="2320658"/>
                  <a:ext cx="79873" cy="65365"/>
                </a:xfrm>
                <a:custGeom>
                  <a:avLst/>
                  <a:gdLst/>
                  <a:ahLst/>
                  <a:cxnLst/>
                  <a:rect l="l" t="t" r="r" b="b"/>
                  <a:pathLst>
                    <a:path w="79873" h="65365" extrusionOk="0">
                      <a:moveTo>
                        <a:pt x="79873" y="35868"/>
                      </a:moveTo>
                      <a:cubicBezTo>
                        <a:pt x="79624" y="53273"/>
                        <a:pt x="65933" y="68976"/>
                        <a:pt x="44152" y="64635"/>
                      </a:cubicBezTo>
                      <a:cubicBezTo>
                        <a:pt x="14909" y="58808"/>
                        <a:pt x="-866" y="43297"/>
                        <a:pt x="37" y="29321"/>
                      </a:cubicBezTo>
                      <a:cubicBezTo>
                        <a:pt x="940" y="15344"/>
                        <a:pt x="9348" y="-6115"/>
                        <a:pt x="29554" y="1644"/>
                      </a:cubicBezTo>
                      <a:cubicBezTo>
                        <a:pt x="49759" y="9403"/>
                        <a:pt x="80086" y="21018"/>
                        <a:pt x="79873" y="3586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90" name="Google Shape;990;p2"/>
                <p:cNvSpPr/>
                <p:nvPr/>
              </p:nvSpPr>
              <p:spPr>
                <a:xfrm>
                  <a:off x="7976035" y="2278648"/>
                  <a:ext cx="81848" cy="66961"/>
                </a:xfrm>
                <a:custGeom>
                  <a:avLst/>
                  <a:gdLst/>
                  <a:ahLst/>
                  <a:cxnLst/>
                  <a:rect l="l" t="t" r="r" b="b"/>
                  <a:pathLst>
                    <a:path w="81848" h="66961" extrusionOk="0">
                      <a:moveTo>
                        <a:pt x="81847" y="36629"/>
                      </a:moveTo>
                      <a:cubicBezTo>
                        <a:pt x="81651" y="54482"/>
                        <a:pt x="67677" y="70624"/>
                        <a:pt x="45347" y="66232"/>
                      </a:cubicBezTo>
                      <a:cubicBezTo>
                        <a:pt x="15371" y="60337"/>
                        <a:pt x="-844" y="44467"/>
                        <a:pt x="34" y="30132"/>
                      </a:cubicBezTo>
                      <a:cubicBezTo>
                        <a:pt x="912" y="15794"/>
                        <a:pt x="9454" y="-6239"/>
                        <a:pt x="30182" y="1664"/>
                      </a:cubicBezTo>
                      <a:cubicBezTo>
                        <a:pt x="50909" y="9569"/>
                        <a:pt x="82014" y="21399"/>
                        <a:pt x="81847" y="3662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91" name="Google Shape;991;p2"/>
                <p:cNvSpPr/>
                <p:nvPr/>
              </p:nvSpPr>
              <p:spPr>
                <a:xfrm>
                  <a:off x="8003810" y="2230560"/>
                  <a:ext cx="81518" cy="66693"/>
                </a:xfrm>
                <a:custGeom>
                  <a:avLst/>
                  <a:gdLst/>
                  <a:ahLst/>
                  <a:cxnLst/>
                  <a:rect l="l" t="t" r="r" b="b"/>
                  <a:pathLst>
                    <a:path w="81518" h="66693" extrusionOk="0">
                      <a:moveTo>
                        <a:pt x="81518" y="36482"/>
                      </a:moveTo>
                      <a:cubicBezTo>
                        <a:pt x="81322" y="54263"/>
                        <a:pt x="67404" y="70340"/>
                        <a:pt x="45164" y="65967"/>
                      </a:cubicBezTo>
                      <a:cubicBezTo>
                        <a:pt x="15306" y="60094"/>
                        <a:pt x="-842" y="44291"/>
                        <a:pt x="34" y="30011"/>
                      </a:cubicBezTo>
                      <a:cubicBezTo>
                        <a:pt x="907" y="15730"/>
                        <a:pt x="9418" y="-6213"/>
                        <a:pt x="30060" y="1657"/>
                      </a:cubicBezTo>
                      <a:cubicBezTo>
                        <a:pt x="50703" y="9530"/>
                        <a:pt x="81685" y="21312"/>
                        <a:pt x="81518" y="3648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92" name="Google Shape;992;p2"/>
                <p:cNvSpPr/>
                <p:nvPr/>
              </p:nvSpPr>
              <p:spPr>
                <a:xfrm>
                  <a:off x="8029212" y="2186193"/>
                  <a:ext cx="81519" cy="66694"/>
                </a:xfrm>
                <a:custGeom>
                  <a:avLst/>
                  <a:gdLst/>
                  <a:ahLst/>
                  <a:cxnLst/>
                  <a:rect l="l" t="t" r="r" b="b"/>
                  <a:pathLst>
                    <a:path w="81519" h="66694" extrusionOk="0">
                      <a:moveTo>
                        <a:pt x="81518" y="36482"/>
                      </a:moveTo>
                      <a:cubicBezTo>
                        <a:pt x="81322" y="54265"/>
                        <a:pt x="67405" y="70343"/>
                        <a:pt x="45164" y="65967"/>
                      </a:cubicBezTo>
                      <a:cubicBezTo>
                        <a:pt x="15307" y="60094"/>
                        <a:pt x="-842" y="44291"/>
                        <a:pt x="34" y="30011"/>
                      </a:cubicBezTo>
                      <a:cubicBezTo>
                        <a:pt x="909" y="15730"/>
                        <a:pt x="9418" y="-6213"/>
                        <a:pt x="30060" y="1657"/>
                      </a:cubicBezTo>
                      <a:cubicBezTo>
                        <a:pt x="50705" y="9531"/>
                        <a:pt x="81685" y="21313"/>
                        <a:pt x="81518" y="3648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93" name="Google Shape;993;p2"/>
                <p:cNvSpPr/>
                <p:nvPr/>
              </p:nvSpPr>
              <p:spPr>
                <a:xfrm>
                  <a:off x="8055458" y="2139938"/>
                  <a:ext cx="81848" cy="66961"/>
                </a:xfrm>
                <a:custGeom>
                  <a:avLst/>
                  <a:gdLst/>
                  <a:ahLst/>
                  <a:cxnLst/>
                  <a:rect l="l" t="t" r="r" b="b"/>
                  <a:pathLst>
                    <a:path w="81848" h="66961" extrusionOk="0">
                      <a:moveTo>
                        <a:pt x="81847" y="36629"/>
                      </a:moveTo>
                      <a:cubicBezTo>
                        <a:pt x="81651" y="54482"/>
                        <a:pt x="67677" y="70624"/>
                        <a:pt x="45347" y="66232"/>
                      </a:cubicBezTo>
                      <a:cubicBezTo>
                        <a:pt x="15371" y="60337"/>
                        <a:pt x="-844" y="44467"/>
                        <a:pt x="34" y="30132"/>
                      </a:cubicBezTo>
                      <a:cubicBezTo>
                        <a:pt x="911" y="15794"/>
                        <a:pt x="9454" y="-6238"/>
                        <a:pt x="30182" y="1664"/>
                      </a:cubicBezTo>
                      <a:cubicBezTo>
                        <a:pt x="50911" y="9567"/>
                        <a:pt x="82017" y="21397"/>
                        <a:pt x="81847" y="3662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94" name="Google Shape;994;p2"/>
                <p:cNvSpPr/>
                <p:nvPr/>
              </p:nvSpPr>
              <p:spPr>
                <a:xfrm>
                  <a:off x="8090454" y="2094860"/>
                  <a:ext cx="81518" cy="66693"/>
                </a:xfrm>
                <a:custGeom>
                  <a:avLst/>
                  <a:gdLst/>
                  <a:ahLst/>
                  <a:cxnLst/>
                  <a:rect l="l" t="t" r="r" b="b"/>
                  <a:pathLst>
                    <a:path w="81518" h="66693" extrusionOk="0">
                      <a:moveTo>
                        <a:pt x="81518" y="36482"/>
                      </a:moveTo>
                      <a:cubicBezTo>
                        <a:pt x="81324" y="54265"/>
                        <a:pt x="67404" y="70340"/>
                        <a:pt x="45164" y="65967"/>
                      </a:cubicBezTo>
                      <a:cubicBezTo>
                        <a:pt x="15307" y="60094"/>
                        <a:pt x="-840" y="44291"/>
                        <a:pt x="34" y="30011"/>
                      </a:cubicBezTo>
                      <a:cubicBezTo>
                        <a:pt x="907" y="15730"/>
                        <a:pt x="9415" y="-6213"/>
                        <a:pt x="30060" y="1657"/>
                      </a:cubicBezTo>
                      <a:cubicBezTo>
                        <a:pt x="50705" y="9528"/>
                        <a:pt x="81685" y="21313"/>
                        <a:pt x="81518" y="3648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95" name="Google Shape;995;p2"/>
                <p:cNvSpPr/>
                <p:nvPr/>
              </p:nvSpPr>
              <p:spPr>
                <a:xfrm>
                  <a:off x="8115856" y="2050494"/>
                  <a:ext cx="81518" cy="66694"/>
                </a:xfrm>
                <a:custGeom>
                  <a:avLst/>
                  <a:gdLst/>
                  <a:ahLst/>
                  <a:cxnLst/>
                  <a:rect l="l" t="t" r="r" b="b"/>
                  <a:pathLst>
                    <a:path w="81518" h="66694" extrusionOk="0">
                      <a:moveTo>
                        <a:pt x="81518" y="36482"/>
                      </a:moveTo>
                      <a:cubicBezTo>
                        <a:pt x="81322" y="54265"/>
                        <a:pt x="67405" y="70343"/>
                        <a:pt x="45164" y="65967"/>
                      </a:cubicBezTo>
                      <a:cubicBezTo>
                        <a:pt x="15306" y="60095"/>
                        <a:pt x="-840" y="44291"/>
                        <a:pt x="34" y="30011"/>
                      </a:cubicBezTo>
                      <a:cubicBezTo>
                        <a:pt x="907" y="15730"/>
                        <a:pt x="9418" y="-6213"/>
                        <a:pt x="30060" y="1657"/>
                      </a:cubicBezTo>
                      <a:cubicBezTo>
                        <a:pt x="50705" y="9531"/>
                        <a:pt x="81685" y="21313"/>
                        <a:pt x="81518" y="36482"/>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96" name="Google Shape;996;p2"/>
                <p:cNvSpPr/>
                <p:nvPr/>
              </p:nvSpPr>
              <p:spPr>
                <a:xfrm>
                  <a:off x="7749788" y="2775126"/>
                  <a:ext cx="8928" cy="11475"/>
                </a:xfrm>
                <a:custGeom>
                  <a:avLst/>
                  <a:gdLst/>
                  <a:ahLst/>
                  <a:cxnLst/>
                  <a:rect l="l" t="t" r="r" b="b"/>
                  <a:pathLst>
                    <a:path w="8928" h="11475" extrusionOk="0">
                      <a:moveTo>
                        <a:pt x="1608" y="696"/>
                      </a:moveTo>
                      <a:cubicBezTo>
                        <a:pt x="-2658" y="6568"/>
                        <a:pt x="2415" y="12617"/>
                        <a:pt x="6937" y="11291"/>
                      </a:cubicBezTo>
                      <a:cubicBezTo>
                        <a:pt x="11458" y="9965"/>
                        <a:pt x="7120" y="10041"/>
                        <a:pt x="5304" y="5498"/>
                      </a:cubicBezTo>
                      <a:cubicBezTo>
                        <a:pt x="3489" y="956"/>
                        <a:pt x="2998" y="-1218"/>
                        <a:pt x="1608" y="69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97" name="Google Shape;997;p2"/>
                <p:cNvSpPr/>
                <p:nvPr/>
              </p:nvSpPr>
              <p:spPr>
                <a:xfrm>
                  <a:off x="7742382" y="2793513"/>
                  <a:ext cx="8928" cy="11474"/>
                </a:xfrm>
                <a:custGeom>
                  <a:avLst/>
                  <a:gdLst/>
                  <a:ahLst/>
                  <a:cxnLst/>
                  <a:rect l="l" t="t" r="r" b="b"/>
                  <a:pathLst>
                    <a:path w="8928" h="11474" extrusionOk="0">
                      <a:moveTo>
                        <a:pt x="1608" y="695"/>
                      </a:moveTo>
                      <a:cubicBezTo>
                        <a:pt x="-2658" y="6567"/>
                        <a:pt x="2415" y="12616"/>
                        <a:pt x="6937" y="11290"/>
                      </a:cubicBezTo>
                      <a:cubicBezTo>
                        <a:pt x="11458" y="9964"/>
                        <a:pt x="7120" y="10040"/>
                        <a:pt x="5304" y="5498"/>
                      </a:cubicBezTo>
                      <a:cubicBezTo>
                        <a:pt x="3492" y="955"/>
                        <a:pt x="2998" y="-1216"/>
                        <a:pt x="1608" y="69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98" name="Google Shape;998;p2"/>
                <p:cNvSpPr/>
                <p:nvPr/>
              </p:nvSpPr>
              <p:spPr>
                <a:xfrm>
                  <a:off x="7745299" y="2813945"/>
                  <a:ext cx="6370" cy="8187"/>
                </a:xfrm>
                <a:custGeom>
                  <a:avLst/>
                  <a:gdLst/>
                  <a:ahLst/>
                  <a:cxnLst/>
                  <a:rect l="l" t="t" r="r" b="b"/>
                  <a:pathLst>
                    <a:path w="6370" h="8187" extrusionOk="0">
                      <a:moveTo>
                        <a:pt x="1148" y="496"/>
                      </a:moveTo>
                      <a:cubicBezTo>
                        <a:pt x="-1897" y="4686"/>
                        <a:pt x="1724" y="9000"/>
                        <a:pt x="4949" y="8056"/>
                      </a:cubicBezTo>
                      <a:cubicBezTo>
                        <a:pt x="8175" y="7112"/>
                        <a:pt x="5080" y="7162"/>
                        <a:pt x="3786" y="3923"/>
                      </a:cubicBezTo>
                      <a:cubicBezTo>
                        <a:pt x="2490" y="681"/>
                        <a:pt x="2138" y="-869"/>
                        <a:pt x="1148" y="49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999" name="Google Shape;999;p2"/>
                <p:cNvSpPr/>
                <p:nvPr/>
              </p:nvSpPr>
              <p:spPr>
                <a:xfrm>
                  <a:off x="7749749" y="2739615"/>
                  <a:ext cx="11784" cy="17027"/>
                </a:xfrm>
                <a:custGeom>
                  <a:avLst/>
                  <a:gdLst/>
                  <a:ahLst/>
                  <a:cxnLst/>
                  <a:rect l="l" t="t" r="r" b="b"/>
                  <a:pathLst>
                    <a:path w="11784" h="17027" extrusionOk="0">
                      <a:moveTo>
                        <a:pt x="3312" y="812"/>
                      </a:moveTo>
                      <a:cubicBezTo>
                        <a:pt x="-3948" y="8294"/>
                        <a:pt x="2036" y="17927"/>
                        <a:pt x="8734" y="16960"/>
                      </a:cubicBezTo>
                      <a:cubicBezTo>
                        <a:pt x="15432" y="15993"/>
                        <a:pt x="9251" y="15218"/>
                        <a:pt x="7594" y="8392"/>
                      </a:cubicBezTo>
                      <a:cubicBezTo>
                        <a:pt x="5936" y="1566"/>
                        <a:pt x="5676" y="-1623"/>
                        <a:pt x="3312" y="81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00" name="Google Shape;1000;p2"/>
                <p:cNvSpPr/>
                <p:nvPr/>
              </p:nvSpPr>
              <p:spPr>
                <a:xfrm>
                  <a:off x="7757425" y="2695003"/>
                  <a:ext cx="17896" cy="25861"/>
                </a:xfrm>
                <a:custGeom>
                  <a:avLst/>
                  <a:gdLst/>
                  <a:ahLst/>
                  <a:cxnLst/>
                  <a:rect l="l" t="t" r="r" b="b"/>
                  <a:pathLst>
                    <a:path w="17896" h="25861" extrusionOk="0">
                      <a:moveTo>
                        <a:pt x="5031" y="1233"/>
                      </a:moveTo>
                      <a:cubicBezTo>
                        <a:pt x="-5997" y="12597"/>
                        <a:pt x="3092" y="27225"/>
                        <a:pt x="13265" y="25760"/>
                      </a:cubicBezTo>
                      <a:cubicBezTo>
                        <a:pt x="23438" y="24292"/>
                        <a:pt x="14049" y="23115"/>
                        <a:pt x="11532" y="12748"/>
                      </a:cubicBezTo>
                      <a:cubicBezTo>
                        <a:pt x="9015" y="2381"/>
                        <a:pt x="8622" y="-2465"/>
                        <a:pt x="5031" y="123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01" name="Google Shape;1001;p2"/>
                <p:cNvSpPr/>
                <p:nvPr/>
              </p:nvSpPr>
              <p:spPr>
                <a:xfrm>
                  <a:off x="7779055" y="2649837"/>
                  <a:ext cx="17896" cy="25863"/>
                </a:xfrm>
                <a:custGeom>
                  <a:avLst/>
                  <a:gdLst/>
                  <a:ahLst/>
                  <a:cxnLst/>
                  <a:rect l="l" t="t" r="r" b="b"/>
                  <a:pathLst>
                    <a:path w="17896" h="25863" extrusionOk="0">
                      <a:moveTo>
                        <a:pt x="5031" y="1235"/>
                      </a:moveTo>
                      <a:cubicBezTo>
                        <a:pt x="-5997" y="12598"/>
                        <a:pt x="3092" y="27226"/>
                        <a:pt x="13265" y="25761"/>
                      </a:cubicBezTo>
                      <a:cubicBezTo>
                        <a:pt x="23438" y="24296"/>
                        <a:pt x="14049" y="23116"/>
                        <a:pt x="11532" y="12749"/>
                      </a:cubicBezTo>
                      <a:cubicBezTo>
                        <a:pt x="9015" y="2380"/>
                        <a:pt x="8622" y="-2467"/>
                        <a:pt x="5031" y="1235"/>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02" name="Google Shape;1002;p2"/>
                <p:cNvSpPr/>
                <p:nvPr/>
              </p:nvSpPr>
              <p:spPr>
                <a:xfrm>
                  <a:off x="7802891" y="2611435"/>
                  <a:ext cx="17900" cy="25862"/>
                </a:xfrm>
                <a:custGeom>
                  <a:avLst/>
                  <a:gdLst/>
                  <a:ahLst/>
                  <a:cxnLst/>
                  <a:rect l="l" t="t" r="r" b="b"/>
                  <a:pathLst>
                    <a:path w="17900" h="25862" extrusionOk="0">
                      <a:moveTo>
                        <a:pt x="5031" y="1234"/>
                      </a:moveTo>
                      <a:cubicBezTo>
                        <a:pt x="-5997" y="12598"/>
                        <a:pt x="3092" y="27226"/>
                        <a:pt x="13267" y="25761"/>
                      </a:cubicBezTo>
                      <a:cubicBezTo>
                        <a:pt x="23442" y="24295"/>
                        <a:pt x="14051" y="23116"/>
                        <a:pt x="11535" y="12749"/>
                      </a:cubicBezTo>
                      <a:cubicBezTo>
                        <a:pt x="9015" y="2382"/>
                        <a:pt x="8620" y="-2467"/>
                        <a:pt x="5031" y="123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03" name="Google Shape;1003;p2"/>
                <p:cNvSpPr/>
                <p:nvPr/>
              </p:nvSpPr>
              <p:spPr>
                <a:xfrm>
                  <a:off x="7830049" y="2568397"/>
                  <a:ext cx="17896" cy="25861"/>
                </a:xfrm>
                <a:custGeom>
                  <a:avLst/>
                  <a:gdLst/>
                  <a:ahLst/>
                  <a:cxnLst/>
                  <a:rect l="l" t="t" r="r" b="b"/>
                  <a:pathLst>
                    <a:path w="17896" h="25861" extrusionOk="0">
                      <a:moveTo>
                        <a:pt x="5031" y="1233"/>
                      </a:moveTo>
                      <a:cubicBezTo>
                        <a:pt x="-5997" y="12597"/>
                        <a:pt x="3092" y="27225"/>
                        <a:pt x="13265" y="25760"/>
                      </a:cubicBezTo>
                      <a:cubicBezTo>
                        <a:pt x="23438" y="24292"/>
                        <a:pt x="14049" y="23115"/>
                        <a:pt x="11532" y="12748"/>
                      </a:cubicBezTo>
                      <a:cubicBezTo>
                        <a:pt x="9015" y="2381"/>
                        <a:pt x="8622" y="-2465"/>
                        <a:pt x="5031" y="123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04" name="Google Shape;1004;p2"/>
                <p:cNvSpPr/>
                <p:nvPr/>
              </p:nvSpPr>
              <p:spPr>
                <a:xfrm>
                  <a:off x="7858569" y="2522378"/>
                  <a:ext cx="17829" cy="25890"/>
                </a:xfrm>
                <a:custGeom>
                  <a:avLst/>
                  <a:gdLst/>
                  <a:ahLst/>
                  <a:cxnLst/>
                  <a:rect l="l" t="t" r="r" b="b"/>
                  <a:pathLst>
                    <a:path w="17829" h="25890" extrusionOk="0">
                      <a:moveTo>
                        <a:pt x="5100" y="1222"/>
                      </a:moveTo>
                      <a:cubicBezTo>
                        <a:pt x="-5997" y="12520"/>
                        <a:pt x="3006" y="27203"/>
                        <a:pt x="13188" y="25797"/>
                      </a:cubicBezTo>
                      <a:cubicBezTo>
                        <a:pt x="23369" y="24391"/>
                        <a:pt x="13988" y="23156"/>
                        <a:pt x="11533" y="12773"/>
                      </a:cubicBezTo>
                      <a:cubicBezTo>
                        <a:pt x="9077" y="2390"/>
                        <a:pt x="8712" y="-2456"/>
                        <a:pt x="5100" y="122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05" name="Google Shape;1005;p2"/>
                <p:cNvSpPr/>
                <p:nvPr/>
              </p:nvSpPr>
              <p:spPr>
                <a:xfrm>
                  <a:off x="7884481" y="2478255"/>
                  <a:ext cx="17829" cy="25891"/>
                </a:xfrm>
                <a:custGeom>
                  <a:avLst/>
                  <a:gdLst/>
                  <a:ahLst/>
                  <a:cxnLst/>
                  <a:rect l="l" t="t" r="r" b="b"/>
                  <a:pathLst>
                    <a:path w="17829" h="25891" extrusionOk="0">
                      <a:moveTo>
                        <a:pt x="5100" y="1223"/>
                      </a:moveTo>
                      <a:cubicBezTo>
                        <a:pt x="-5997" y="12521"/>
                        <a:pt x="3006" y="27203"/>
                        <a:pt x="13187" y="25798"/>
                      </a:cubicBezTo>
                      <a:cubicBezTo>
                        <a:pt x="23369" y="24392"/>
                        <a:pt x="13987" y="23157"/>
                        <a:pt x="11532" y="12774"/>
                      </a:cubicBezTo>
                      <a:cubicBezTo>
                        <a:pt x="9077" y="2391"/>
                        <a:pt x="8711" y="-2457"/>
                        <a:pt x="5100" y="122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06" name="Google Shape;1006;p2"/>
                <p:cNvSpPr/>
                <p:nvPr/>
              </p:nvSpPr>
              <p:spPr>
                <a:xfrm>
                  <a:off x="7897380" y="2425915"/>
                  <a:ext cx="22474" cy="28360"/>
                </a:xfrm>
                <a:custGeom>
                  <a:avLst/>
                  <a:gdLst/>
                  <a:ahLst/>
                  <a:cxnLst/>
                  <a:rect l="l" t="t" r="r" b="b"/>
                  <a:pathLst>
                    <a:path w="22474" h="28360" extrusionOk="0">
                      <a:moveTo>
                        <a:pt x="4797" y="1088"/>
                      </a:moveTo>
                      <a:cubicBezTo>
                        <a:pt x="-7031" y="11926"/>
                        <a:pt x="5295" y="28696"/>
                        <a:pt x="17178" y="28355"/>
                      </a:cubicBezTo>
                      <a:cubicBezTo>
                        <a:pt x="29058" y="28014"/>
                        <a:pt x="17820" y="25617"/>
                        <a:pt x="13728" y="14207"/>
                      </a:cubicBezTo>
                      <a:cubicBezTo>
                        <a:pt x="9634" y="2798"/>
                        <a:pt x="8648" y="-2442"/>
                        <a:pt x="4797" y="108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07" name="Google Shape;1007;p2"/>
                <p:cNvSpPr/>
                <p:nvPr/>
              </p:nvSpPr>
              <p:spPr>
                <a:xfrm>
                  <a:off x="7932490" y="2374485"/>
                  <a:ext cx="22474" cy="28360"/>
                </a:xfrm>
                <a:custGeom>
                  <a:avLst/>
                  <a:gdLst/>
                  <a:ahLst/>
                  <a:cxnLst/>
                  <a:rect l="l" t="t" r="r" b="b"/>
                  <a:pathLst>
                    <a:path w="22474" h="28360" extrusionOk="0">
                      <a:moveTo>
                        <a:pt x="4797" y="1088"/>
                      </a:moveTo>
                      <a:cubicBezTo>
                        <a:pt x="-7031" y="11925"/>
                        <a:pt x="5295" y="28696"/>
                        <a:pt x="17177" y="28355"/>
                      </a:cubicBezTo>
                      <a:cubicBezTo>
                        <a:pt x="29058" y="28015"/>
                        <a:pt x="17820" y="25616"/>
                        <a:pt x="13728" y="14207"/>
                      </a:cubicBezTo>
                      <a:cubicBezTo>
                        <a:pt x="9636" y="2798"/>
                        <a:pt x="8648" y="-2442"/>
                        <a:pt x="4797" y="108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08" name="Google Shape;1008;p2"/>
                <p:cNvSpPr/>
                <p:nvPr/>
              </p:nvSpPr>
              <p:spPr>
                <a:xfrm>
                  <a:off x="7958083" y="2330161"/>
                  <a:ext cx="22473" cy="28360"/>
                </a:xfrm>
                <a:custGeom>
                  <a:avLst/>
                  <a:gdLst/>
                  <a:ahLst/>
                  <a:cxnLst/>
                  <a:rect l="l" t="t" r="r" b="b"/>
                  <a:pathLst>
                    <a:path w="22473" h="28360" extrusionOk="0">
                      <a:moveTo>
                        <a:pt x="4796" y="1088"/>
                      </a:moveTo>
                      <a:cubicBezTo>
                        <a:pt x="-7032" y="11926"/>
                        <a:pt x="5297" y="28696"/>
                        <a:pt x="17177" y="28355"/>
                      </a:cubicBezTo>
                      <a:cubicBezTo>
                        <a:pt x="29058" y="28014"/>
                        <a:pt x="17820" y="25616"/>
                        <a:pt x="13728" y="14207"/>
                      </a:cubicBezTo>
                      <a:cubicBezTo>
                        <a:pt x="9633" y="2798"/>
                        <a:pt x="8648" y="-2442"/>
                        <a:pt x="4796" y="108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09" name="Google Shape;1009;p2"/>
                <p:cNvSpPr/>
                <p:nvPr/>
              </p:nvSpPr>
              <p:spPr>
                <a:xfrm>
                  <a:off x="7988070" y="2289272"/>
                  <a:ext cx="22982" cy="28943"/>
                </a:xfrm>
                <a:custGeom>
                  <a:avLst/>
                  <a:gdLst/>
                  <a:ahLst/>
                  <a:cxnLst/>
                  <a:rect l="l" t="t" r="r" b="b"/>
                  <a:pathLst>
                    <a:path w="22982" h="28943" extrusionOk="0">
                      <a:moveTo>
                        <a:pt x="4861" y="1117"/>
                      </a:moveTo>
                      <a:cubicBezTo>
                        <a:pt x="-7173" y="12220"/>
                        <a:pt x="5462" y="29319"/>
                        <a:pt x="17582" y="28938"/>
                      </a:cubicBezTo>
                      <a:cubicBezTo>
                        <a:pt x="29703" y="28558"/>
                        <a:pt x="18229" y="26137"/>
                        <a:pt x="14016" y="14495"/>
                      </a:cubicBezTo>
                      <a:cubicBezTo>
                        <a:pt x="9803" y="2850"/>
                        <a:pt x="8779" y="-2499"/>
                        <a:pt x="4861" y="111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10" name="Google Shape;1010;p2"/>
                <p:cNvSpPr/>
                <p:nvPr/>
              </p:nvSpPr>
              <p:spPr>
                <a:xfrm>
                  <a:off x="8015033" y="2242183"/>
                  <a:ext cx="22982" cy="28943"/>
                </a:xfrm>
                <a:custGeom>
                  <a:avLst/>
                  <a:gdLst/>
                  <a:ahLst/>
                  <a:cxnLst/>
                  <a:rect l="l" t="t" r="r" b="b"/>
                  <a:pathLst>
                    <a:path w="22982" h="28943" extrusionOk="0">
                      <a:moveTo>
                        <a:pt x="4861" y="1117"/>
                      </a:moveTo>
                      <a:cubicBezTo>
                        <a:pt x="-7173" y="12220"/>
                        <a:pt x="5462" y="29319"/>
                        <a:pt x="17582" y="28938"/>
                      </a:cubicBezTo>
                      <a:cubicBezTo>
                        <a:pt x="29702" y="28558"/>
                        <a:pt x="18229" y="26140"/>
                        <a:pt x="14016" y="14495"/>
                      </a:cubicBezTo>
                      <a:cubicBezTo>
                        <a:pt x="9803" y="2850"/>
                        <a:pt x="8779" y="-2499"/>
                        <a:pt x="4861" y="111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11" name="Google Shape;1011;p2"/>
                <p:cNvSpPr/>
                <p:nvPr/>
              </p:nvSpPr>
              <p:spPr>
                <a:xfrm>
                  <a:off x="8041000" y="2196833"/>
                  <a:ext cx="22982" cy="28943"/>
                </a:xfrm>
                <a:custGeom>
                  <a:avLst/>
                  <a:gdLst/>
                  <a:ahLst/>
                  <a:cxnLst/>
                  <a:rect l="l" t="t" r="r" b="b"/>
                  <a:pathLst>
                    <a:path w="22982" h="28943" extrusionOk="0">
                      <a:moveTo>
                        <a:pt x="4861" y="1117"/>
                      </a:moveTo>
                      <a:cubicBezTo>
                        <a:pt x="-7173" y="12220"/>
                        <a:pt x="5462" y="29319"/>
                        <a:pt x="17582" y="28938"/>
                      </a:cubicBezTo>
                      <a:cubicBezTo>
                        <a:pt x="29702" y="28558"/>
                        <a:pt x="18229" y="26140"/>
                        <a:pt x="14016" y="14495"/>
                      </a:cubicBezTo>
                      <a:cubicBezTo>
                        <a:pt x="9803" y="2850"/>
                        <a:pt x="8779" y="-2499"/>
                        <a:pt x="4861" y="111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12" name="Google Shape;1012;p2"/>
                <p:cNvSpPr/>
                <p:nvPr/>
              </p:nvSpPr>
              <p:spPr>
                <a:xfrm>
                  <a:off x="8074184" y="2154496"/>
                  <a:ext cx="22982" cy="28943"/>
                </a:xfrm>
                <a:custGeom>
                  <a:avLst/>
                  <a:gdLst/>
                  <a:ahLst/>
                  <a:cxnLst/>
                  <a:rect l="l" t="t" r="r" b="b"/>
                  <a:pathLst>
                    <a:path w="22982" h="28943" extrusionOk="0">
                      <a:moveTo>
                        <a:pt x="4861" y="1117"/>
                      </a:moveTo>
                      <a:cubicBezTo>
                        <a:pt x="-7173" y="12220"/>
                        <a:pt x="5462" y="29319"/>
                        <a:pt x="17582" y="28938"/>
                      </a:cubicBezTo>
                      <a:cubicBezTo>
                        <a:pt x="29702" y="28556"/>
                        <a:pt x="18229" y="26140"/>
                        <a:pt x="14016" y="14495"/>
                      </a:cubicBezTo>
                      <a:cubicBezTo>
                        <a:pt x="9803" y="2850"/>
                        <a:pt x="8779" y="-2499"/>
                        <a:pt x="4861" y="111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13" name="Google Shape;1013;p2"/>
                <p:cNvSpPr/>
                <p:nvPr/>
              </p:nvSpPr>
              <p:spPr>
                <a:xfrm>
                  <a:off x="8096641" y="2115275"/>
                  <a:ext cx="22982" cy="28943"/>
                </a:xfrm>
                <a:custGeom>
                  <a:avLst/>
                  <a:gdLst/>
                  <a:ahLst/>
                  <a:cxnLst/>
                  <a:rect l="l" t="t" r="r" b="b"/>
                  <a:pathLst>
                    <a:path w="22982" h="28943" extrusionOk="0">
                      <a:moveTo>
                        <a:pt x="4861" y="1117"/>
                      </a:moveTo>
                      <a:cubicBezTo>
                        <a:pt x="-7173" y="12220"/>
                        <a:pt x="5462" y="29319"/>
                        <a:pt x="17582" y="28938"/>
                      </a:cubicBezTo>
                      <a:cubicBezTo>
                        <a:pt x="29702" y="28558"/>
                        <a:pt x="18229" y="26140"/>
                        <a:pt x="14016" y="14495"/>
                      </a:cubicBezTo>
                      <a:cubicBezTo>
                        <a:pt x="9803" y="2850"/>
                        <a:pt x="8779" y="-2499"/>
                        <a:pt x="4861" y="111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14" name="Google Shape;1014;p2"/>
                <p:cNvSpPr/>
                <p:nvPr/>
              </p:nvSpPr>
              <p:spPr>
                <a:xfrm>
                  <a:off x="8122608" y="2069926"/>
                  <a:ext cx="22982" cy="28943"/>
                </a:xfrm>
                <a:custGeom>
                  <a:avLst/>
                  <a:gdLst/>
                  <a:ahLst/>
                  <a:cxnLst/>
                  <a:rect l="l" t="t" r="r" b="b"/>
                  <a:pathLst>
                    <a:path w="22982" h="28943" extrusionOk="0">
                      <a:moveTo>
                        <a:pt x="4861" y="1117"/>
                      </a:moveTo>
                      <a:cubicBezTo>
                        <a:pt x="-7173" y="12220"/>
                        <a:pt x="5462" y="29319"/>
                        <a:pt x="17582" y="28938"/>
                      </a:cubicBezTo>
                      <a:cubicBezTo>
                        <a:pt x="29702" y="28558"/>
                        <a:pt x="18229" y="26140"/>
                        <a:pt x="14016" y="14495"/>
                      </a:cubicBezTo>
                      <a:cubicBezTo>
                        <a:pt x="9803" y="2850"/>
                        <a:pt x="8779" y="-2499"/>
                        <a:pt x="4861" y="111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15" name="Google Shape;1015;p2"/>
                <p:cNvSpPr/>
                <p:nvPr/>
              </p:nvSpPr>
              <p:spPr>
                <a:xfrm>
                  <a:off x="7793702" y="2846084"/>
                  <a:ext cx="16929" cy="10631"/>
                </a:xfrm>
                <a:custGeom>
                  <a:avLst/>
                  <a:gdLst/>
                  <a:ahLst/>
                  <a:cxnLst/>
                  <a:rect l="l" t="t" r="r" b="b"/>
                  <a:pathLst>
                    <a:path w="16929" h="10631" extrusionOk="0">
                      <a:moveTo>
                        <a:pt x="36" y="7720"/>
                      </a:moveTo>
                      <a:cubicBezTo>
                        <a:pt x="868" y="14582"/>
                        <a:pt x="17821" y="7777"/>
                        <a:pt x="16893" y="3068"/>
                      </a:cubicBezTo>
                      <a:cubicBezTo>
                        <a:pt x="15965" y="-1641"/>
                        <a:pt x="13077" y="-192"/>
                        <a:pt x="8738" y="2512"/>
                      </a:cubicBezTo>
                      <a:cubicBezTo>
                        <a:pt x="4402" y="5217"/>
                        <a:pt x="-465" y="3582"/>
                        <a:pt x="36" y="7720"/>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16" name="Google Shape;1016;p2"/>
                <p:cNvSpPr/>
                <p:nvPr/>
              </p:nvSpPr>
              <p:spPr>
                <a:xfrm>
                  <a:off x="7813948" y="2837463"/>
                  <a:ext cx="14360" cy="11337"/>
                </a:xfrm>
                <a:custGeom>
                  <a:avLst/>
                  <a:gdLst/>
                  <a:ahLst/>
                  <a:cxnLst/>
                  <a:rect l="l" t="t" r="r" b="b"/>
                  <a:pathLst>
                    <a:path w="14360" h="11337" extrusionOk="0">
                      <a:moveTo>
                        <a:pt x="0" y="10047"/>
                      </a:moveTo>
                      <a:cubicBezTo>
                        <a:pt x="-41" y="13631"/>
                        <a:pt x="14228" y="8881"/>
                        <a:pt x="14356" y="6291"/>
                      </a:cubicBezTo>
                      <a:cubicBezTo>
                        <a:pt x="14487" y="3699"/>
                        <a:pt x="11222" y="-1559"/>
                        <a:pt x="8280" y="446"/>
                      </a:cubicBezTo>
                      <a:cubicBezTo>
                        <a:pt x="5338" y="2451"/>
                        <a:pt x="0" y="10047"/>
                        <a:pt x="0" y="1004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17" name="Google Shape;1017;p2"/>
                <p:cNvSpPr/>
                <p:nvPr/>
              </p:nvSpPr>
              <p:spPr>
                <a:xfrm>
                  <a:off x="7824888" y="2819681"/>
                  <a:ext cx="22908" cy="23983"/>
                </a:xfrm>
                <a:custGeom>
                  <a:avLst/>
                  <a:gdLst/>
                  <a:ahLst/>
                  <a:cxnLst/>
                  <a:rect l="l" t="t" r="r" b="b"/>
                  <a:pathLst>
                    <a:path w="22908" h="23983" extrusionOk="0">
                      <a:moveTo>
                        <a:pt x="4886" y="10453"/>
                      </a:moveTo>
                      <a:cubicBezTo>
                        <a:pt x="-497" y="15133"/>
                        <a:pt x="-1855" y="22619"/>
                        <a:pt x="2957" y="23783"/>
                      </a:cubicBezTo>
                      <a:cubicBezTo>
                        <a:pt x="7769" y="24946"/>
                        <a:pt x="17750" y="20866"/>
                        <a:pt x="21652" y="16104"/>
                      </a:cubicBezTo>
                      <a:cubicBezTo>
                        <a:pt x="25554" y="11340"/>
                        <a:pt x="19494" y="-1708"/>
                        <a:pt x="15361" y="187"/>
                      </a:cubicBezTo>
                      <a:cubicBezTo>
                        <a:pt x="11225" y="2079"/>
                        <a:pt x="4886" y="10453"/>
                        <a:pt x="4886" y="10453"/>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18" name="Google Shape;1018;p2"/>
                <p:cNvSpPr/>
                <p:nvPr/>
              </p:nvSpPr>
              <p:spPr>
                <a:xfrm>
                  <a:off x="7844294" y="2802267"/>
                  <a:ext cx="37276" cy="30824"/>
                </a:xfrm>
                <a:custGeom>
                  <a:avLst/>
                  <a:gdLst/>
                  <a:ahLst/>
                  <a:cxnLst/>
                  <a:rect l="l" t="t" r="r" b="b"/>
                  <a:pathLst>
                    <a:path w="37276" h="30824" extrusionOk="0">
                      <a:moveTo>
                        <a:pt x="5725" y="15973"/>
                      </a:moveTo>
                      <a:cubicBezTo>
                        <a:pt x="-61" y="20643"/>
                        <a:pt x="-832" y="21656"/>
                        <a:pt x="661" y="27081"/>
                      </a:cubicBezTo>
                      <a:cubicBezTo>
                        <a:pt x="2154" y="32507"/>
                        <a:pt x="14683" y="30969"/>
                        <a:pt x="21183" y="29065"/>
                      </a:cubicBezTo>
                      <a:cubicBezTo>
                        <a:pt x="27682" y="27160"/>
                        <a:pt x="36979" y="18844"/>
                        <a:pt x="37269" y="13177"/>
                      </a:cubicBezTo>
                      <a:cubicBezTo>
                        <a:pt x="37560" y="7510"/>
                        <a:pt x="29403" y="-1307"/>
                        <a:pt x="26413" y="163"/>
                      </a:cubicBezTo>
                      <a:cubicBezTo>
                        <a:pt x="23423" y="1635"/>
                        <a:pt x="16805" y="13801"/>
                        <a:pt x="13540" y="15703"/>
                      </a:cubicBezTo>
                      <a:cubicBezTo>
                        <a:pt x="10278" y="17605"/>
                        <a:pt x="5725" y="15973"/>
                        <a:pt x="5725" y="15973"/>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19" name="Google Shape;1019;p2"/>
                <p:cNvSpPr/>
                <p:nvPr/>
              </p:nvSpPr>
              <p:spPr>
                <a:xfrm>
                  <a:off x="7873108" y="2772576"/>
                  <a:ext cx="43971" cy="43973"/>
                </a:xfrm>
                <a:custGeom>
                  <a:avLst/>
                  <a:gdLst/>
                  <a:ahLst/>
                  <a:cxnLst/>
                  <a:rect l="l" t="t" r="r" b="b"/>
                  <a:pathLst>
                    <a:path w="43971" h="43973" extrusionOk="0">
                      <a:moveTo>
                        <a:pt x="18431" y="14387"/>
                      </a:moveTo>
                      <a:cubicBezTo>
                        <a:pt x="13372" y="20218"/>
                        <a:pt x="6677" y="18760"/>
                        <a:pt x="3509" y="21670"/>
                      </a:cubicBezTo>
                      <a:cubicBezTo>
                        <a:pt x="340" y="24580"/>
                        <a:pt x="-931" y="32218"/>
                        <a:pt x="733" y="34350"/>
                      </a:cubicBezTo>
                      <a:cubicBezTo>
                        <a:pt x="2398" y="36481"/>
                        <a:pt x="5116" y="50702"/>
                        <a:pt x="22427" y="40068"/>
                      </a:cubicBezTo>
                      <a:cubicBezTo>
                        <a:pt x="39739" y="29433"/>
                        <a:pt x="43340" y="28464"/>
                        <a:pt x="43952" y="17946"/>
                      </a:cubicBezTo>
                      <a:cubicBezTo>
                        <a:pt x="44565" y="7428"/>
                        <a:pt x="30582" y="-3247"/>
                        <a:pt x="27692" y="927"/>
                      </a:cubicBezTo>
                      <a:cubicBezTo>
                        <a:pt x="24802" y="5101"/>
                        <a:pt x="18431" y="14387"/>
                        <a:pt x="18431" y="1438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20" name="Google Shape;1020;p2"/>
                <p:cNvSpPr/>
                <p:nvPr/>
              </p:nvSpPr>
              <p:spPr>
                <a:xfrm>
                  <a:off x="7908157" y="2733465"/>
                  <a:ext cx="49494" cy="49498"/>
                </a:xfrm>
                <a:custGeom>
                  <a:avLst/>
                  <a:gdLst/>
                  <a:ahLst/>
                  <a:cxnLst/>
                  <a:rect l="l" t="t" r="r" b="b"/>
                  <a:pathLst>
                    <a:path w="49494" h="49498" extrusionOk="0">
                      <a:moveTo>
                        <a:pt x="20747" y="16197"/>
                      </a:moveTo>
                      <a:cubicBezTo>
                        <a:pt x="15055" y="22760"/>
                        <a:pt x="7518" y="21119"/>
                        <a:pt x="3949" y="24395"/>
                      </a:cubicBezTo>
                      <a:cubicBezTo>
                        <a:pt x="381" y="27670"/>
                        <a:pt x="-1048" y="36266"/>
                        <a:pt x="827" y="38666"/>
                      </a:cubicBezTo>
                      <a:cubicBezTo>
                        <a:pt x="2701" y="41067"/>
                        <a:pt x="5760" y="57073"/>
                        <a:pt x="25246" y="45101"/>
                      </a:cubicBezTo>
                      <a:cubicBezTo>
                        <a:pt x="44732" y="33129"/>
                        <a:pt x="48785" y="32039"/>
                        <a:pt x="49473" y="20200"/>
                      </a:cubicBezTo>
                      <a:cubicBezTo>
                        <a:pt x="50161" y="8361"/>
                        <a:pt x="34422" y="-3655"/>
                        <a:pt x="31171" y="1043"/>
                      </a:cubicBezTo>
                      <a:cubicBezTo>
                        <a:pt x="27918" y="5741"/>
                        <a:pt x="20747" y="16197"/>
                        <a:pt x="20747" y="161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21" name="Google Shape;1021;p2"/>
                <p:cNvSpPr/>
                <p:nvPr/>
              </p:nvSpPr>
              <p:spPr>
                <a:xfrm>
                  <a:off x="7943069" y="2693133"/>
                  <a:ext cx="43678" cy="54527"/>
                </a:xfrm>
                <a:custGeom>
                  <a:avLst/>
                  <a:gdLst/>
                  <a:ahLst/>
                  <a:cxnLst/>
                  <a:rect l="l" t="t" r="r" b="b"/>
                  <a:pathLst>
                    <a:path w="43678" h="54527" extrusionOk="0">
                      <a:moveTo>
                        <a:pt x="14102" y="19873"/>
                      </a:moveTo>
                      <a:cubicBezTo>
                        <a:pt x="10972" y="27977"/>
                        <a:pt x="3325" y="28990"/>
                        <a:pt x="1078" y="33281"/>
                      </a:cubicBezTo>
                      <a:cubicBezTo>
                        <a:pt x="-1169" y="37572"/>
                        <a:pt x="404" y="46144"/>
                        <a:pt x="2980" y="47767"/>
                      </a:cubicBezTo>
                      <a:cubicBezTo>
                        <a:pt x="5556" y="49390"/>
                        <a:pt x="13861" y="63410"/>
                        <a:pt x="28135" y="45541"/>
                      </a:cubicBezTo>
                      <a:cubicBezTo>
                        <a:pt x="42409" y="27671"/>
                        <a:pt x="45852" y="25270"/>
                        <a:pt x="42484" y="13900"/>
                      </a:cubicBezTo>
                      <a:cubicBezTo>
                        <a:pt x="39117" y="2529"/>
                        <a:pt x="20237" y="-3437"/>
                        <a:pt x="18770" y="2084"/>
                      </a:cubicBezTo>
                      <a:cubicBezTo>
                        <a:pt x="17302" y="7604"/>
                        <a:pt x="14102" y="19873"/>
                        <a:pt x="14102" y="19873"/>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22" name="Google Shape;1022;p2"/>
                <p:cNvSpPr/>
                <p:nvPr/>
              </p:nvSpPr>
              <p:spPr>
                <a:xfrm>
                  <a:off x="7969889" y="2651904"/>
                  <a:ext cx="54415" cy="58437"/>
                </a:xfrm>
                <a:custGeom>
                  <a:avLst/>
                  <a:gdLst/>
                  <a:ahLst/>
                  <a:cxnLst/>
                  <a:rect l="l" t="t" r="r" b="b"/>
                  <a:pathLst>
                    <a:path w="54415" h="58437" extrusionOk="0">
                      <a:moveTo>
                        <a:pt x="5858" y="18691"/>
                      </a:moveTo>
                      <a:cubicBezTo>
                        <a:pt x="2728" y="26794"/>
                        <a:pt x="2502" y="40334"/>
                        <a:pt x="257" y="44625"/>
                      </a:cubicBezTo>
                      <a:cubicBezTo>
                        <a:pt x="-1988" y="48916"/>
                        <a:pt x="11143" y="50054"/>
                        <a:pt x="13717" y="51677"/>
                      </a:cubicBezTo>
                      <a:cubicBezTo>
                        <a:pt x="16293" y="53301"/>
                        <a:pt x="24598" y="67320"/>
                        <a:pt x="38872" y="49451"/>
                      </a:cubicBezTo>
                      <a:cubicBezTo>
                        <a:pt x="53146" y="31581"/>
                        <a:pt x="56589" y="29181"/>
                        <a:pt x="53221" y="17810"/>
                      </a:cubicBezTo>
                      <a:cubicBezTo>
                        <a:pt x="49854" y="6440"/>
                        <a:pt x="32437" y="4033"/>
                        <a:pt x="27883" y="583"/>
                      </a:cubicBezTo>
                      <a:cubicBezTo>
                        <a:pt x="21997" y="-3875"/>
                        <a:pt x="5858" y="18691"/>
                        <a:pt x="5858" y="18691"/>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23" name="Google Shape;1023;p2"/>
                <p:cNvSpPr/>
                <p:nvPr/>
              </p:nvSpPr>
              <p:spPr>
                <a:xfrm>
                  <a:off x="7998899" y="2602966"/>
                  <a:ext cx="59864" cy="65194"/>
                </a:xfrm>
                <a:custGeom>
                  <a:avLst/>
                  <a:gdLst/>
                  <a:ahLst/>
                  <a:cxnLst/>
                  <a:rect l="l" t="t" r="r" b="b"/>
                  <a:pathLst>
                    <a:path w="59864" h="65194" extrusionOk="0">
                      <a:moveTo>
                        <a:pt x="6360" y="20295"/>
                      </a:moveTo>
                      <a:cubicBezTo>
                        <a:pt x="2960" y="29093"/>
                        <a:pt x="2716" y="43793"/>
                        <a:pt x="279" y="48451"/>
                      </a:cubicBezTo>
                      <a:cubicBezTo>
                        <a:pt x="-2158" y="53110"/>
                        <a:pt x="12097" y="54347"/>
                        <a:pt x="14893" y="56107"/>
                      </a:cubicBezTo>
                      <a:cubicBezTo>
                        <a:pt x="17689" y="57870"/>
                        <a:pt x="30765" y="75591"/>
                        <a:pt x="46262" y="56190"/>
                      </a:cubicBezTo>
                      <a:cubicBezTo>
                        <a:pt x="61758" y="36788"/>
                        <a:pt x="61439" y="31684"/>
                        <a:pt x="57783" y="19337"/>
                      </a:cubicBezTo>
                      <a:cubicBezTo>
                        <a:pt x="54128" y="6990"/>
                        <a:pt x="35218" y="4377"/>
                        <a:pt x="30271" y="633"/>
                      </a:cubicBezTo>
                      <a:cubicBezTo>
                        <a:pt x="23884" y="-4206"/>
                        <a:pt x="6360" y="20295"/>
                        <a:pt x="6360" y="2029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24" name="Google Shape;1024;p2"/>
                <p:cNvSpPr/>
                <p:nvPr/>
              </p:nvSpPr>
              <p:spPr>
                <a:xfrm>
                  <a:off x="8025744" y="2560167"/>
                  <a:ext cx="59864" cy="65194"/>
                </a:xfrm>
                <a:custGeom>
                  <a:avLst/>
                  <a:gdLst/>
                  <a:ahLst/>
                  <a:cxnLst/>
                  <a:rect l="l" t="t" r="r" b="b"/>
                  <a:pathLst>
                    <a:path w="59864" h="65194" extrusionOk="0">
                      <a:moveTo>
                        <a:pt x="6360" y="20295"/>
                      </a:moveTo>
                      <a:cubicBezTo>
                        <a:pt x="2961" y="29094"/>
                        <a:pt x="2716" y="43793"/>
                        <a:pt x="279" y="48452"/>
                      </a:cubicBezTo>
                      <a:cubicBezTo>
                        <a:pt x="-2158" y="53110"/>
                        <a:pt x="12098" y="54347"/>
                        <a:pt x="14893" y="56107"/>
                      </a:cubicBezTo>
                      <a:cubicBezTo>
                        <a:pt x="17689" y="57870"/>
                        <a:pt x="30765" y="75591"/>
                        <a:pt x="46262" y="56190"/>
                      </a:cubicBezTo>
                      <a:cubicBezTo>
                        <a:pt x="61759" y="36788"/>
                        <a:pt x="61439" y="31684"/>
                        <a:pt x="57783" y="19337"/>
                      </a:cubicBezTo>
                      <a:cubicBezTo>
                        <a:pt x="54128" y="6990"/>
                        <a:pt x="35218" y="4378"/>
                        <a:pt x="30271" y="633"/>
                      </a:cubicBezTo>
                      <a:cubicBezTo>
                        <a:pt x="23882" y="-4206"/>
                        <a:pt x="6360" y="20295"/>
                        <a:pt x="6360" y="2029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25" name="Google Shape;1025;p2"/>
                <p:cNvSpPr/>
                <p:nvPr/>
              </p:nvSpPr>
              <p:spPr>
                <a:xfrm>
                  <a:off x="8058996" y="2520647"/>
                  <a:ext cx="59864" cy="65195"/>
                </a:xfrm>
                <a:custGeom>
                  <a:avLst/>
                  <a:gdLst/>
                  <a:ahLst/>
                  <a:cxnLst/>
                  <a:rect l="l" t="t" r="r" b="b"/>
                  <a:pathLst>
                    <a:path w="59864" h="65195" extrusionOk="0">
                      <a:moveTo>
                        <a:pt x="6360" y="20297"/>
                      </a:moveTo>
                      <a:cubicBezTo>
                        <a:pt x="2960" y="29095"/>
                        <a:pt x="2716" y="43794"/>
                        <a:pt x="279" y="48453"/>
                      </a:cubicBezTo>
                      <a:cubicBezTo>
                        <a:pt x="-2158" y="53112"/>
                        <a:pt x="12098" y="54349"/>
                        <a:pt x="14893" y="56109"/>
                      </a:cubicBezTo>
                      <a:cubicBezTo>
                        <a:pt x="17689" y="57872"/>
                        <a:pt x="30765" y="75593"/>
                        <a:pt x="46262" y="56189"/>
                      </a:cubicBezTo>
                      <a:cubicBezTo>
                        <a:pt x="61759" y="36786"/>
                        <a:pt x="61439" y="31683"/>
                        <a:pt x="57783" y="19336"/>
                      </a:cubicBezTo>
                      <a:cubicBezTo>
                        <a:pt x="54128" y="6990"/>
                        <a:pt x="35218" y="4377"/>
                        <a:pt x="30271" y="632"/>
                      </a:cubicBezTo>
                      <a:cubicBezTo>
                        <a:pt x="23884" y="-4205"/>
                        <a:pt x="6360" y="20297"/>
                        <a:pt x="6360" y="202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26" name="Google Shape;1026;p2"/>
                <p:cNvSpPr/>
                <p:nvPr/>
              </p:nvSpPr>
              <p:spPr>
                <a:xfrm>
                  <a:off x="8019532" y="2649128"/>
                  <a:ext cx="26929" cy="14057"/>
                </a:xfrm>
                <a:custGeom>
                  <a:avLst/>
                  <a:gdLst/>
                  <a:ahLst/>
                  <a:cxnLst/>
                  <a:rect l="l" t="t" r="r" b="b"/>
                  <a:pathLst>
                    <a:path w="26929" h="14057" extrusionOk="0">
                      <a:moveTo>
                        <a:pt x="26566" y="3080"/>
                      </a:moveTo>
                      <a:cubicBezTo>
                        <a:pt x="21226" y="17987"/>
                        <a:pt x="4088" y="16277"/>
                        <a:pt x="922" y="6497"/>
                      </a:cubicBezTo>
                      <a:cubicBezTo>
                        <a:pt x="-2244" y="-3280"/>
                        <a:pt x="2949" y="4627"/>
                        <a:pt x="13365" y="2319"/>
                      </a:cubicBezTo>
                      <a:cubicBezTo>
                        <a:pt x="23782" y="10"/>
                        <a:pt x="28306" y="-1773"/>
                        <a:pt x="26566" y="308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27" name="Google Shape;1027;p2"/>
                <p:cNvSpPr/>
                <p:nvPr/>
              </p:nvSpPr>
              <p:spPr>
                <a:xfrm>
                  <a:off x="7985907" y="2693937"/>
                  <a:ext cx="22253" cy="11618"/>
                </a:xfrm>
                <a:custGeom>
                  <a:avLst/>
                  <a:gdLst/>
                  <a:ahLst/>
                  <a:cxnLst/>
                  <a:rect l="l" t="t" r="r" b="b"/>
                  <a:pathLst>
                    <a:path w="22253" h="11618" extrusionOk="0">
                      <a:moveTo>
                        <a:pt x="21953" y="2546"/>
                      </a:moveTo>
                      <a:cubicBezTo>
                        <a:pt x="17541" y="14866"/>
                        <a:pt x="3380" y="13453"/>
                        <a:pt x="762" y="5372"/>
                      </a:cubicBezTo>
                      <a:cubicBezTo>
                        <a:pt x="-1855" y="-2709"/>
                        <a:pt x="2438" y="3827"/>
                        <a:pt x="11045" y="1918"/>
                      </a:cubicBezTo>
                      <a:cubicBezTo>
                        <a:pt x="19652" y="7"/>
                        <a:pt x="23391" y="-1465"/>
                        <a:pt x="21953" y="254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28" name="Google Shape;1028;p2"/>
                <p:cNvSpPr/>
                <p:nvPr/>
              </p:nvSpPr>
              <p:spPr>
                <a:xfrm>
                  <a:off x="7952314" y="2729211"/>
                  <a:ext cx="22253" cy="11616"/>
                </a:xfrm>
                <a:custGeom>
                  <a:avLst/>
                  <a:gdLst/>
                  <a:ahLst/>
                  <a:cxnLst/>
                  <a:rect l="l" t="t" r="r" b="b"/>
                  <a:pathLst>
                    <a:path w="22253" h="11616" extrusionOk="0">
                      <a:moveTo>
                        <a:pt x="21954" y="2546"/>
                      </a:moveTo>
                      <a:cubicBezTo>
                        <a:pt x="17541" y="14865"/>
                        <a:pt x="3380" y="13450"/>
                        <a:pt x="762" y="5371"/>
                      </a:cubicBezTo>
                      <a:cubicBezTo>
                        <a:pt x="-1855" y="-2707"/>
                        <a:pt x="2438" y="3826"/>
                        <a:pt x="11044" y="1917"/>
                      </a:cubicBezTo>
                      <a:cubicBezTo>
                        <a:pt x="19654" y="8"/>
                        <a:pt x="23391" y="-1466"/>
                        <a:pt x="21954" y="254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29" name="Google Shape;1029;p2"/>
                <p:cNvSpPr/>
                <p:nvPr/>
              </p:nvSpPr>
              <p:spPr>
                <a:xfrm>
                  <a:off x="7911066" y="2767871"/>
                  <a:ext cx="22253" cy="11617"/>
                </a:xfrm>
                <a:custGeom>
                  <a:avLst/>
                  <a:gdLst/>
                  <a:ahLst/>
                  <a:cxnLst/>
                  <a:rect l="l" t="t" r="r" b="b"/>
                  <a:pathLst>
                    <a:path w="22253" h="11617" extrusionOk="0">
                      <a:moveTo>
                        <a:pt x="21953" y="2546"/>
                      </a:moveTo>
                      <a:cubicBezTo>
                        <a:pt x="17542" y="14866"/>
                        <a:pt x="3380" y="13451"/>
                        <a:pt x="762" y="5372"/>
                      </a:cubicBezTo>
                      <a:cubicBezTo>
                        <a:pt x="-1855" y="-2709"/>
                        <a:pt x="2438" y="3826"/>
                        <a:pt x="11045" y="1918"/>
                      </a:cubicBezTo>
                      <a:cubicBezTo>
                        <a:pt x="19652" y="7"/>
                        <a:pt x="23391" y="-1465"/>
                        <a:pt x="21953" y="254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30" name="Google Shape;1030;p2"/>
                <p:cNvSpPr/>
                <p:nvPr/>
              </p:nvSpPr>
              <p:spPr>
                <a:xfrm>
                  <a:off x="7879940" y="2803395"/>
                  <a:ext cx="18258" cy="9532"/>
                </a:xfrm>
                <a:custGeom>
                  <a:avLst/>
                  <a:gdLst/>
                  <a:ahLst/>
                  <a:cxnLst/>
                  <a:rect l="l" t="t" r="r" b="b"/>
                  <a:pathLst>
                    <a:path w="18258" h="9532" extrusionOk="0">
                      <a:moveTo>
                        <a:pt x="18012" y="2089"/>
                      </a:moveTo>
                      <a:cubicBezTo>
                        <a:pt x="14391" y="12198"/>
                        <a:pt x="2772" y="11037"/>
                        <a:pt x="625" y="4407"/>
                      </a:cubicBezTo>
                      <a:cubicBezTo>
                        <a:pt x="-1522" y="-2222"/>
                        <a:pt x="2001" y="3138"/>
                        <a:pt x="9063" y="1572"/>
                      </a:cubicBezTo>
                      <a:cubicBezTo>
                        <a:pt x="16124" y="6"/>
                        <a:pt x="19192" y="-1203"/>
                        <a:pt x="18012" y="208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31" name="Google Shape;1031;p2"/>
                <p:cNvSpPr/>
                <p:nvPr/>
              </p:nvSpPr>
              <p:spPr>
                <a:xfrm>
                  <a:off x="7850997" y="2823356"/>
                  <a:ext cx="18258" cy="9533"/>
                </a:xfrm>
                <a:custGeom>
                  <a:avLst/>
                  <a:gdLst/>
                  <a:ahLst/>
                  <a:cxnLst/>
                  <a:rect l="l" t="t" r="r" b="b"/>
                  <a:pathLst>
                    <a:path w="18258" h="9533" extrusionOk="0">
                      <a:moveTo>
                        <a:pt x="18012" y="2090"/>
                      </a:moveTo>
                      <a:cubicBezTo>
                        <a:pt x="14391" y="12199"/>
                        <a:pt x="2771" y="11037"/>
                        <a:pt x="625" y="4408"/>
                      </a:cubicBezTo>
                      <a:cubicBezTo>
                        <a:pt x="-1522" y="-2224"/>
                        <a:pt x="2001" y="3141"/>
                        <a:pt x="9062" y="1573"/>
                      </a:cubicBezTo>
                      <a:cubicBezTo>
                        <a:pt x="16124" y="5"/>
                        <a:pt x="19192" y="-1202"/>
                        <a:pt x="18012" y="209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32" name="Google Shape;1032;p2"/>
                <p:cNvSpPr/>
                <p:nvPr/>
              </p:nvSpPr>
              <p:spPr>
                <a:xfrm>
                  <a:off x="7826345" y="2834119"/>
                  <a:ext cx="15406" cy="8042"/>
                </a:xfrm>
                <a:custGeom>
                  <a:avLst/>
                  <a:gdLst/>
                  <a:ahLst/>
                  <a:cxnLst/>
                  <a:rect l="l" t="t" r="r" b="b"/>
                  <a:pathLst>
                    <a:path w="15406" h="8042" extrusionOk="0">
                      <a:moveTo>
                        <a:pt x="15199" y="1762"/>
                      </a:moveTo>
                      <a:cubicBezTo>
                        <a:pt x="12143" y="10291"/>
                        <a:pt x="2338" y="9312"/>
                        <a:pt x="528" y="3719"/>
                      </a:cubicBezTo>
                      <a:cubicBezTo>
                        <a:pt x="-1285" y="-1877"/>
                        <a:pt x="1689" y="2649"/>
                        <a:pt x="7649" y="1328"/>
                      </a:cubicBezTo>
                      <a:cubicBezTo>
                        <a:pt x="13606" y="6"/>
                        <a:pt x="16194" y="-1016"/>
                        <a:pt x="15199" y="176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33" name="Google Shape;1033;p2"/>
                <p:cNvSpPr/>
                <p:nvPr/>
              </p:nvSpPr>
              <p:spPr>
                <a:xfrm>
                  <a:off x="8046130" y="2606719"/>
                  <a:ext cx="26929" cy="14058"/>
                </a:xfrm>
                <a:custGeom>
                  <a:avLst/>
                  <a:gdLst/>
                  <a:ahLst/>
                  <a:cxnLst/>
                  <a:rect l="l" t="t" r="r" b="b"/>
                  <a:pathLst>
                    <a:path w="26929" h="14058" extrusionOk="0">
                      <a:moveTo>
                        <a:pt x="26566" y="3082"/>
                      </a:moveTo>
                      <a:cubicBezTo>
                        <a:pt x="21226" y="17989"/>
                        <a:pt x="4088" y="16278"/>
                        <a:pt x="922" y="6499"/>
                      </a:cubicBezTo>
                      <a:cubicBezTo>
                        <a:pt x="-2244" y="-3280"/>
                        <a:pt x="2949" y="4629"/>
                        <a:pt x="13367" y="2320"/>
                      </a:cubicBezTo>
                      <a:cubicBezTo>
                        <a:pt x="23782" y="9"/>
                        <a:pt x="28306" y="-1774"/>
                        <a:pt x="26566" y="3082"/>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34" name="Google Shape;1034;p2"/>
                <p:cNvSpPr/>
                <p:nvPr/>
              </p:nvSpPr>
              <p:spPr>
                <a:xfrm>
                  <a:off x="7871745" y="2339946"/>
                  <a:ext cx="65133" cy="65992"/>
                </a:xfrm>
                <a:custGeom>
                  <a:avLst/>
                  <a:gdLst/>
                  <a:ahLst/>
                  <a:cxnLst/>
                  <a:rect l="l" t="t" r="r" b="b"/>
                  <a:pathLst>
                    <a:path w="65133" h="65992" extrusionOk="0">
                      <a:moveTo>
                        <a:pt x="58094" y="50748"/>
                      </a:moveTo>
                      <a:cubicBezTo>
                        <a:pt x="51648" y="56772"/>
                        <a:pt x="37383" y="61506"/>
                        <a:pt x="34382" y="65322"/>
                      </a:cubicBezTo>
                      <a:cubicBezTo>
                        <a:pt x="31380" y="69137"/>
                        <a:pt x="20995" y="55529"/>
                        <a:pt x="17470" y="53322"/>
                      </a:cubicBezTo>
                      <a:cubicBezTo>
                        <a:pt x="13943" y="51116"/>
                        <a:pt x="-6794" y="46922"/>
                        <a:pt x="2275" y="25788"/>
                      </a:cubicBezTo>
                      <a:cubicBezTo>
                        <a:pt x="11343" y="4654"/>
                        <a:pt x="11494" y="189"/>
                        <a:pt x="25960" y="1"/>
                      </a:cubicBezTo>
                      <a:cubicBezTo>
                        <a:pt x="40424" y="-186"/>
                        <a:pt x="55152" y="17569"/>
                        <a:pt x="62008" y="21275"/>
                      </a:cubicBezTo>
                      <a:cubicBezTo>
                        <a:pt x="70862" y="26066"/>
                        <a:pt x="58094" y="50748"/>
                        <a:pt x="58094" y="5074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35" name="Google Shape;1035;p2"/>
                <p:cNvSpPr/>
                <p:nvPr/>
              </p:nvSpPr>
              <p:spPr>
                <a:xfrm>
                  <a:off x="7897931" y="2291767"/>
                  <a:ext cx="68999" cy="68623"/>
                </a:xfrm>
                <a:custGeom>
                  <a:avLst/>
                  <a:gdLst/>
                  <a:ahLst/>
                  <a:cxnLst/>
                  <a:rect l="l" t="t" r="r" b="b"/>
                  <a:pathLst>
                    <a:path w="68999" h="68623" extrusionOk="0">
                      <a:moveTo>
                        <a:pt x="60603" y="51079"/>
                      </a:moveTo>
                      <a:cubicBezTo>
                        <a:pt x="53873" y="57788"/>
                        <a:pt x="39532" y="63647"/>
                        <a:pt x="36334" y="67828"/>
                      </a:cubicBezTo>
                      <a:cubicBezTo>
                        <a:pt x="33136" y="72009"/>
                        <a:pt x="23782" y="58437"/>
                        <a:pt x="20449" y="56355"/>
                      </a:cubicBezTo>
                      <a:cubicBezTo>
                        <a:pt x="17118" y="54272"/>
                        <a:pt x="-7804" y="48162"/>
                        <a:pt x="2465" y="25482"/>
                      </a:cubicBezTo>
                      <a:cubicBezTo>
                        <a:pt x="12734" y="2803"/>
                        <a:pt x="17946" y="1166"/>
                        <a:pt x="32197" y="51"/>
                      </a:cubicBezTo>
                      <a:cubicBezTo>
                        <a:pt x="46445" y="-1065"/>
                        <a:pt x="59814" y="16567"/>
                        <a:pt x="66327" y="20008"/>
                      </a:cubicBezTo>
                      <a:cubicBezTo>
                        <a:pt x="74739" y="24454"/>
                        <a:pt x="60603" y="51079"/>
                        <a:pt x="60603" y="5107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36" name="Google Shape;1036;p2"/>
                <p:cNvSpPr/>
                <p:nvPr/>
              </p:nvSpPr>
              <p:spPr>
                <a:xfrm>
                  <a:off x="7924777" y="2248971"/>
                  <a:ext cx="68998" cy="68621"/>
                </a:xfrm>
                <a:custGeom>
                  <a:avLst/>
                  <a:gdLst/>
                  <a:ahLst/>
                  <a:cxnLst/>
                  <a:rect l="l" t="t" r="r" b="b"/>
                  <a:pathLst>
                    <a:path w="68998" h="68621" extrusionOk="0">
                      <a:moveTo>
                        <a:pt x="60600" y="51077"/>
                      </a:moveTo>
                      <a:cubicBezTo>
                        <a:pt x="53870" y="57786"/>
                        <a:pt x="39530" y="63645"/>
                        <a:pt x="36332" y="67826"/>
                      </a:cubicBezTo>
                      <a:cubicBezTo>
                        <a:pt x="33134" y="72007"/>
                        <a:pt x="23780" y="58435"/>
                        <a:pt x="20449" y="56355"/>
                      </a:cubicBezTo>
                      <a:cubicBezTo>
                        <a:pt x="17118" y="54272"/>
                        <a:pt x="-7804" y="48162"/>
                        <a:pt x="2465" y="25482"/>
                      </a:cubicBezTo>
                      <a:cubicBezTo>
                        <a:pt x="12734" y="2803"/>
                        <a:pt x="17946" y="1166"/>
                        <a:pt x="32197" y="51"/>
                      </a:cubicBezTo>
                      <a:cubicBezTo>
                        <a:pt x="46446" y="-1065"/>
                        <a:pt x="59814" y="16567"/>
                        <a:pt x="66327" y="20008"/>
                      </a:cubicBezTo>
                      <a:cubicBezTo>
                        <a:pt x="74737" y="24451"/>
                        <a:pt x="60600" y="51077"/>
                        <a:pt x="60600" y="5107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37" name="Google Shape;1037;p2"/>
                <p:cNvSpPr/>
                <p:nvPr/>
              </p:nvSpPr>
              <p:spPr>
                <a:xfrm>
                  <a:off x="7944730" y="2201109"/>
                  <a:ext cx="68997" cy="68623"/>
                </a:xfrm>
                <a:custGeom>
                  <a:avLst/>
                  <a:gdLst/>
                  <a:ahLst/>
                  <a:cxnLst/>
                  <a:rect l="l" t="t" r="r" b="b"/>
                  <a:pathLst>
                    <a:path w="68997" h="68623" extrusionOk="0">
                      <a:moveTo>
                        <a:pt x="60600" y="51079"/>
                      </a:moveTo>
                      <a:cubicBezTo>
                        <a:pt x="53870" y="57788"/>
                        <a:pt x="39530" y="63647"/>
                        <a:pt x="36332" y="67828"/>
                      </a:cubicBezTo>
                      <a:cubicBezTo>
                        <a:pt x="33134" y="72009"/>
                        <a:pt x="23780" y="58437"/>
                        <a:pt x="20449" y="56355"/>
                      </a:cubicBezTo>
                      <a:cubicBezTo>
                        <a:pt x="17118" y="54272"/>
                        <a:pt x="-7804" y="48162"/>
                        <a:pt x="2465" y="25482"/>
                      </a:cubicBezTo>
                      <a:cubicBezTo>
                        <a:pt x="12734" y="2803"/>
                        <a:pt x="17946" y="1166"/>
                        <a:pt x="32197" y="51"/>
                      </a:cubicBezTo>
                      <a:cubicBezTo>
                        <a:pt x="46448" y="-1065"/>
                        <a:pt x="59814" y="16567"/>
                        <a:pt x="66327" y="20007"/>
                      </a:cubicBezTo>
                      <a:cubicBezTo>
                        <a:pt x="74737" y="24454"/>
                        <a:pt x="60600" y="51079"/>
                        <a:pt x="60600" y="5107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38" name="Google Shape;1038;p2"/>
                <p:cNvSpPr/>
                <p:nvPr/>
              </p:nvSpPr>
              <p:spPr>
                <a:xfrm>
                  <a:off x="7901844" y="2312553"/>
                  <a:ext cx="21256" cy="27708"/>
                </a:xfrm>
                <a:custGeom>
                  <a:avLst/>
                  <a:gdLst/>
                  <a:ahLst/>
                  <a:cxnLst/>
                  <a:rect l="l" t="t" r="r" b="b"/>
                  <a:pathLst>
                    <a:path w="21256" h="27708" extrusionOk="0">
                      <a:moveTo>
                        <a:pt x="4861" y="1121"/>
                      </a:moveTo>
                      <a:cubicBezTo>
                        <a:pt x="-6776" y="12078"/>
                        <a:pt x="4690" y="28306"/>
                        <a:pt x="16129" y="27691"/>
                      </a:cubicBezTo>
                      <a:cubicBezTo>
                        <a:pt x="27570" y="27074"/>
                        <a:pt x="16813" y="24978"/>
                        <a:pt x="13144" y="13836"/>
                      </a:cubicBezTo>
                      <a:cubicBezTo>
                        <a:pt x="9477" y="2692"/>
                        <a:pt x="8652" y="-2447"/>
                        <a:pt x="4861" y="1121"/>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39" name="Google Shape;1039;p2"/>
                <p:cNvSpPr/>
                <p:nvPr/>
              </p:nvSpPr>
              <p:spPr>
                <a:xfrm>
                  <a:off x="7928443" y="2270144"/>
                  <a:ext cx="21256" cy="27707"/>
                </a:xfrm>
                <a:custGeom>
                  <a:avLst/>
                  <a:gdLst/>
                  <a:ahLst/>
                  <a:cxnLst/>
                  <a:rect l="l" t="t" r="r" b="b"/>
                  <a:pathLst>
                    <a:path w="21256" h="27707" extrusionOk="0">
                      <a:moveTo>
                        <a:pt x="4861" y="1120"/>
                      </a:moveTo>
                      <a:cubicBezTo>
                        <a:pt x="-6776" y="12077"/>
                        <a:pt x="4690" y="28308"/>
                        <a:pt x="16129" y="27691"/>
                      </a:cubicBezTo>
                      <a:cubicBezTo>
                        <a:pt x="27570" y="27073"/>
                        <a:pt x="16813" y="24977"/>
                        <a:pt x="13144" y="13833"/>
                      </a:cubicBezTo>
                      <a:cubicBezTo>
                        <a:pt x="9477" y="2691"/>
                        <a:pt x="8649" y="-2446"/>
                        <a:pt x="4861" y="112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40" name="Google Shape;1040;p2"/>
                <p:cNvSpPr/>
                <p:nvPr/>
              </p:nvSpPr>
              <p:spPr>
                <a:xfrm>
                  <a:off x="7952275" y="2214663"/>
                  <a:ext cx="21258" cy="27707"/>
                </a:xfrm>
                <a:custGeom>
                  <a:avLst/>
                  <a:gdLst/>
                  <a:ahLst/>
                  <a:cxnLst/>
                  <a:rect l="l" t="t" r="r" b="b"/>
                  <a:pathLst>
                    <a:path w="21258" h="27707" extrusionOk="0">
                      <a:moveTo>
                        <a:pt x="4862" y="1120"/>
                      </a:moveTo>
                      <a:cubicBezTo>
                        <a:pt x="-6777" y="12077"/>
                        <a:pt x="4690" y="28308"/>
                        <a:pt x="16131" y="27691"/>
                      </a:cubicBezTo>
                      <a:cubicBezTo>
                        <a:pt x="27573" y="27073"/>
                        <a:pt x="16815" y="24977"/>
                        <a:pt x="13146" y="13833"/>
                      </a:cubicBezTo>
                      <a:cubicBezTo>
                        <a:pt x="9477" y="2691"/>
                        <a:pt x="8652" y="-2446"/>
                        <a:pt x="4862" y="112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41" name="Google Shape;1041;p2"/>
                <p:cNvSpPr/>
                <p:nvPr/>
              </p:nvSpPr>
              <p:spPr>
                <a:xfrm>
                  <a:off x="7964308" y="2163427"/>
                  <a:ext cx="70295" cy="72884"/>
                </a:xfrm>
                <a:custGeom>
                  <a:avLst/>
                  <a:gdLst/>
                  <a:ahLst/>
                  <a:cxnLst/>
                  <a:rect l="l" t="t" r="r" b="b"/>
                  <a:pathLst>
                    <a:path w="70295" h="72884" extrusionOk="0">
                      <a:moveTo>
                        <a:pt x="59959" y="55406"/>
                      </a:moveTo>
                      <a:cubicBezTo>
                        <a:pt x="52377" y="62230"/>
                        <a:pt x="36649" y="67812"/>
                        <a:pt x="32994" y="72108"/>
                      </a:cubicBezTo>
                      <a:cubicBezTo>
                        <a:pt x="29338" y="76403"/>
                        <a:pt x="19970" y="61590"/>
                        <a:pt x="16493" y="59233"/>
                      </a:cubicBezTo>
                      <a:cubicBezTo>
                        <a:pt x="13016" y="56876"/>
                        <a:pt x="-8497" y="52732"/>
                        <a:pt x="3715" y="29122"/>
                      </a:cubicBezTo>
                      <a:cubicBezTo>
                        <a:pt x="15924" y="5512"/>
                        <a:pt x="16633" y="565"/>
                        <a:pt x="32018" y="12"/>
                      </a:cubicBezTo>
                      <a:cubicBezTo>
                        <a:pt x="47405" y="-544"/>
                        <a:pt x="60880" y="18755"/>
                        <a:pt x="67709" y="22693"/>
                      </a:cubicBezTo>
                      <a:cubicBezTo>
                        <a:pt x="76531" y="27780"/>
                        <a:pt x="59959" y="55406"/>
                        <a:pt x="59959" y="5540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42" name="Google Shape;1042;p2"/>
                <p:cNvSpPr/>
                <p:nvPr/>
              </p:nvSpPr>
              <p:spPr>
                <a:xfrm>
                  <a:off x="7991742" y="2105775"/>
                  <a:ext cx="81165" cy="79130"/>
                </a:xfrm>
                <a:custGeom>
                  <a:avLst/>
                  <a:gdLst/>
                  <a:ahLst/>
                  <a:cxnLst/>
                  <a:rect l="l" t="t" r="r" b="b"/>
                  <a:pathLst>
                    <a:path w="81165" h="79130" extrusionOk="0">
                      <a:moveTo>
                        <a:pt x="69943" y="60155"/>
                      </a:moveTo>
                      <a:cubicBezTo>
                        <a:pt x="61709" y="67562"/>
                        <a:pt x="44634" y="73624"/>
                        <a:pt x="40666" y="78288"/>
                      </a:cubicBezTo>
                      <a:cubicBezTo>
                        <a:pt x="36697" y="82951"/>
                        <a:pt x="26527" y="66869"/>
                        <a:pt x="22753" y="64311"/>
                      </a:cubicBezTo>
                      <a:cubicBezTo>
                        <a:pt x="18979" y="61753"/>
                        <a:pt x="-9788" y="53519"/>
                        <a:pt x="3466" y="27884"/>
                      </a:cubicBezTo>
                      <a:cubicBezTo>
                        <a:pt x="16723" y="2248"/>
                        <a:pt x="22902" y="614"/>
                        <a:pt x="39605" y="13"/>
                      </a:cubicBezTo>
                      <a:cubicBezTo>
                        <a:pt x="56311" y="-589"/>
                        <a:pt x="70942" y="20363"/>
                        <a:pt x="78357" y="24638"/>
                      </a:cubicBezTo>
                      <a:cubicBezTo>
                        <a:pt x="87934" y="30158"/>
                        <a:pt x="69943" y="60155"/>
                        <a:pt x="69943" y="6015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43" name="Google Shape;1043;p2"/>
                <p:cNvSpPr/>
                <p:nvPr/>
              </p:nvSpPr>
              <p:spPr>
                <a:xfrm>
                  <a:off x="8025475" y="2057755"/>
                  <a:ext cx="81166" cy="79130"/>
                </a:xfrm>
                <a:custGeom>
                  <a:avLst/>
                  <a:gdLst/>
                  <a:ahLst/>
                  <a:cxnLst/>
                  <a:rect l="l" t="t" r="r" b="b"/>
                  <a:pathLst>
                    <a:path w="81166" h="79130" extrusionOk="0">
                      <a:moveTo>
                        <a:pt x="69942" y="60155"/>
                      </a:moveTo>
                      <a:cubicBezTo>
                        <a:pt x="61707" y="67562"/>
                        <a:pt x="44633" y="73624"/>
                        <a:pt x="40665" y="78288"/>
                      </a:cubicBezTo>
                      <a:cubicBezTo>
                        <a:pt x="36696" y="82951"/>
                        <a:pt x="26526" y="66867"/>
                        <a:pt x="22751" y="64311"/>
                      </a:cubicBezTo>
                      <a:cubicBezTo>
                        <a:pt x="18977" y="61753"/>
                        <a:pt x="-9790" y="53519"/>
                        <a:pt x="3467" y="27884"/>
                      </a:cubicBezTo>
                      <a:cubicBezTo>
                        <a:pt x="16723" y="2248"/>
                        <a:pt x="22902" y="614"/>
                        <a:pt x="39606" y="13"/>
                      </a:cubicBezTo>
                      <a:cubicBezTo>
                        <a:pt x="56312" y="-591"/>
                        <a:pt x="70943" y="20363"/>
                        <a:pt x="78359" y="24638"/>
                      </a:cubicBezTo>
                      <a:cubicBezTo>
                        <a:pt x="87935" y="30161"/>
                        <a:pt x="69942" y="60155"/>
                        <a:pt x="69942" y="6015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44" name="Google Shape;1044;p2"/>
                <p:cNvSpPr/>
                <p:nvPr/>
              </p:nvSpPr>
              <p:spPr>
                <a:xfrm>
                  <a:off x="8061148" y="2019753"/>
                  <a:ext cx="81166" cy="79130"/>
                </a:xfrm>
                <a:custGeom>
                  <a:avLst/>
                  <a:gdLst/>
                  <a:ahLst/>
                  <a:cxnLst/>
                  <a:rect l="l" t="t" r="r" b="b"/>
                  <a:pathLst>
                    <a:path w="81166" h="79130" extrusionOk="0">
                      <a:moveTo>
                        <a:pt x="69944" y="60155"/>
                      </a:moveTo>
                      <a:cubicBezTo>
                        <a:pt x="61710" y="67562"/>
                        <a:pt x="44635" y="73624"/>
                        <a:pt x="40667" y="78288"/>
                      </a:cubicBezTo>
                      <a:cubicBezTo>
                        <a:pt x="36698" y="82951"/>
                        <a:pt x="26528" y="66867"/>
                        <a:pt x="22754" y="64311"/>
                      </a:cubicBezTo>
                      <a:cubicBezTo>
                        <a:pt x="18980" y="61753"/>
                        <a:pt x="-9790" y="53519"/>
                        <a:pt x="3467" y="27884"/>
                      </a:cubicBezTo>
                      <a:cubicBezTo>
                        <a:pt x="16723" y="2249"/>
                        <a:pt x="22902" y="614"/>
                        <a:pt x="39606" y="13"/>
                      </a:cubicBezTo>
                      <a:cubicBezTo>
                        <a:pt x="56312" y="-591"/>
                        <a:pt x="70943" y="20363"/>
                        <a:pt x="78358" y="24638"/>
                      </a:cubicBezTo>
                      <a:cubicBezTo>
                        <a:pt x="87937" y="30161"/>
                        <a:pt x="69944" y="60155"/>
                        <a:pt x="69944" y="6015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45" name="Google Shape;1045;p2"/>
                <p:cNvSpPr/>
                <p:nvPr/>
              </p:nvSpPr>
              <p:spPr>
                <a:xfrm>
                  <a:off x="7996492" y="2128644"/>
                  <a:ext cx="24030" cy="32344"/>
                </a:xfrm>
                <a:custGeom>
                  <a:avLst/>
                  <a:gdLst/>
                  <a:ahLst/>
                  <a:cxnLst/>
                  <a:rect l="l" t="t" r="r" b="b"/>
                  <a:pathLst>
                    <a:path w="24030" h="32344" extrusionOk="0">
                      <a:moveTo>
                        <a:pt x="6282" y="1194"/>
                      </a:moveTo>
                      <a:cubicBezTo>
                        <a:pt x="-7921" y="13260"/>
                        <a:pt x="4568" y="32506"/>
                        <a:pt x="17966" y="32343"/>
                      </a:cubicBezTo>
                      <a:cubicBezTo>
                        <a:pt x="31362" y="32181"/>
                        <a:pt x="18915" y="29250"/>
                        <a:pt x="15250" y="16239"/>
                      </a:cubicBezTo>
                      <a:cubicBezTo>
                        <a:pt x="11584" y="3224"/>
                        <a:pt x="10907" y="-2735"/>
                        <a:pt x="6282" y="1194"/>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46" name="Google Shape;1046;p2"/>
                <p:cNvSpPr/>
                <p:nvPr/>
              </p:nvSpPr>
              <p:spPr>
                <a:xfrm>
                  <a:off x="7969090" y="2190693"/>
                  <a:ext cx="19856" cy="26727"/>
                </a:xfrm>
                <a:custGeom>
                  <a:avLst/>
                  <a:gdLst/>
                  <a:ahLst/>
                  <a:cxnLst/>
                  <a:rect l="l" t="t" r="r" b="b"/>
                  <a:pathLst>
                    <a:path w="19856" h="26727" extrusionOk="0">
                      <a:moveTo>
                        <a:pt x="5191" y="986"/>
                      </a:moveTo>
                      <a:cubicBezTo>
                        <a:pt x="-6545" y="10956"/>
                        <a:pt x="3774" y="26859"/>
                        <a:pt x="14845" y="26727"/>
                      </a:cubicBezTo>
                      <a:cubicBezTo>
                        <a:pt x="25916" y="26594"/>
                        <a:pt x="15629" y="24171"/>
                        <a:pt x="12603" y="13418"/>
                      </a:cubicBezTo>
                      <a:cubicBezTo>
                        <a:pt x="9574" y="2664"/>
                        <a:pt x="9014" y="-2260"/>
                        <a:pt x="5191" y="98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47" name="Google Shape;1047;p2"/>
                <p:cNvSpPr/>
                <p:nvPr/>
              </p:nvSpPr>
              <p:spPr>
                <a:xfrm>
                  <a:off x="8029918" y="2081064"/>
                  <a:ext cx="24031" cy="32343"/>
                </a:xfrm>
                <a:custGeom>
                  <a:avLst/>
                  <a:gdLst/>
                  <a:ahLst/>
                  <a:cxnLst/>
                  <a:rect l="l" t="t" r="r" b="b"/>
                  <a:pathLst>
                    <a:path w="24031" h="32343" extrusionOk="0">
                      <a:moveTo>
                        <a:pt x="6282" y="1193"/>
                      </a:moveTo>
                      <a:cubicBezTo>
                        <a:pt x="-7921" y="13257"/>
                        <a:pt x="4568" y="32505"/>
                        <a:pt x="17966" y="32342"/>
                      </a:cubicBezTo>
                      <a:cubicBezTo>
                        <a:pt x="31364" y="32180"/>
                        <a:pt x="18915" y="29249"/>
                        <a:pt x="15250" y="16238"/>
                      </a:cubicBezTo>
                      <a:cubicBezTo>
                        <a:pt x="11586" y="3223"/>
                        <a:pt x="10907" y="-2734"/>
                        <a:pt x="6282" y="119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48" name="Google Shape;1048;p2"/>
                <p:cNvSpPr/>
                <p:nvPr/>
              </p:nvSpPr>
              <p:spPr>
                <a:xfrm>
                  <a:off x="8062781" y="2030727"/>
                  <a:ext cx="24030" cy="32343"/>
                </a:xfrm>
                <a:custGeom>
                  <a:avLst/>
                  <a:gdLst/>
                  <a:ahLst/>
                  <a:cxnLst/>
                  <a:rect l="l" t="t" r="r" b="b"/>
                  <a:pathLst>
                    <a:path w="24030" h="32343" extrusionOk="0">
                      <a:moveTo>
                        <a:pt x="6282" y="1193"/>
                      </a:moveTo>
                      <a:cubicBezTo>
                        <a:pt x="-7920" y="13259"/>
                        <a:pt x="4568" y="32505"/>
                        <a:pt x="17966" y="32342"/>
                      </a:cubicBezTo>
                      <a:cubicBezTo>
                        <a:pt x="31362" y="32180"/>
                        <a:pt x="18915" y="29250"/>
                        <a:pt x="15250" y="16238"/>
                      </a:cubicBezTo>
                      <a:cubicBezTo>
                        <a:pt x="11586" y="3223"/>
                        <a:pt x="10907" y="-2734"/>
                        <a:pt x="6282" y="1193"/>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49" name="Google Shape;1049;p2"/>
                <p:cNvSpPr/>
                <p:nvPr/>
              </p:nvSpPr>
              <p:spPr>
                <a:xfrm>
                  <a:off x="7738578" y="2805471"/>
                  <a:ext cx="7804" cy="17645"/>
                </a:xfrm>
                <a:custGeom>
                  <a:avLst/>
                  <a:gdLst/>
                  <a:ahLst/>
                  <a:cxnLst/>
                  <a:rect l="l" t="t" r="r" b="b"/>
                  <a:pathLst>
                    <a:path w="7804" h="17645" extrusionOk="0">
                      <a:moveTo>
                        <a:pt x="5931" y="17455"/>
                      </a:moveTo>
                      <a:cubicBezTo>
                        <a:pt x="-610" y="19693"/>
                        <a:pt x="-1862" y="1470"/>
                        <a:pt x="2781" y="256"/>
                      </a:cubicBezTo>
                      <a:cubicBezTo>
                        <a:pt x="7423" y="-958"/>
                        <a:pt x="7375" y="2272"/>
                        <a:pt x="6829" y="7354"/>
                      </a:cubicBezTo>
                      <a:cubicBezTo>
                        <a:pt x="6283" y="12436"/>
                        <a:pt x="9874" y="16107"/>
                        <a:pt x="5931" y="1745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50" name="Google Shape;1050;p2"/>
                <p:cNvSpPr/>
                <p:nvPr/>
              </p:nvSpPr>
              <p:spPr>
                <a:xfrm>
                  <a:off x="7737517" y="2786848"/>
                  <a:ext cx="8929" cy="15264"/>
                </a:xfrm>
                <a:custGeom>
                  <a:avLst/>
                  <a:gdLst/>
                  <a:ahLst/>
                  <a:cxnLst/>
                  <a:rect l="l" t="t" r="r" b="b"/>
                  <a:pathLst>
                    <a:path w="8929" h="15264" extrusionOk="0">
                      <a:moveTo>
                        <a:pt x="3860" y="15145"/>
                      </a:moveTo>
                      <a:cubicBezTo>
                        <a:pt x="651" y="16743"/>
                        <a:pt x="-1286" y="1829"/>
                        <a:pt x="991" y="583"/>
                      </a:cubicBezTo>
                      <a:cubicBezTo>
                        <a:pt x="3268" y="-663"/>
                        <a:pt x="9422" y="-13"/>
                        <a:pt x="8898" y="3510"/>
                      </a:cubicBezTo>
                      <a:cubicBezTo>
                        <a:pt x="8375" y="7032"/>
                        <a:pt x="3860" y="15145"/>
                        <a:pt x="3860" y="15145"/>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51" name="Google Shape;1051;p2"/>
                <p:cNvSpPr/>
                <p:nvPr/>
              </p:nvSpPr>
              <p:spPr>
                <a:xfrm>
                  <a:off x="7736152" y="2763095"/>
                  <a:ext cx="18665" cy="26032"/>
                </a:xfrm>
                <a:custGeom>
                  <a:avLst/>
                  <a:gdLst/>
                  <a:ahLst/>
                  <a:cxnLst/>
                  <a:rect l="l" t="t" r="r" b="b"/>
                  <a:pathLst>
                    <a:path w="18665" h="26032" extrusionOk="0">
                      <a:moveTo>
                        <a:pt x="13978" y="17088"/>
                      </a:moveTo>
                      <a:cubicBezTo>
                        <a:pt x="12108" y="23974"/>
                        <a:pt x="5961" y="28454"/>
                        <a:pt x="2820" y="24627"/>
                      </a:cubicBezTo>
                      <a:cubicBezTo>
                        <a:pt x="-321" y="20800"/>
                        <a:pt x="-995" y="10040"/>
                        <a:pt x="1595" y="4453"/>
                      </a:cubicBezTo>
                      <a:cubicBezTo>
                        <a:pt x="4185" y="-1131"/>
                        <a:pt x="18571" y="-1360"/>
                        <a:pt x="18665" y="3187"/>
                      </a:cubicBezTo>
                      <a:cubicBezTo>
                        <a:pt x="18756" y="7736"/>
                        <a:pt x="13978" y="17088"/>
                        <a:pt x="13978" y="1708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52" name="Google Shape;1052;p2"/>
                <p:cNvSpPr/>
                <p:nvPr/>
              </p:nvSpPr>
              <p:spPr>
                <a:xfrm>
                  <a:off x="7733295" y="2726181"/>
                  <a:ext cx="23950" cy="40049"/>
                </a:xfrm>
                <a:custGeom>
                  <a:avLst/>
                  <a:gdLst/>
                  <a:ahLst/>
                  <a:cxnLst/>
                  <a:rect l="l" t="t" r="r" b="b"/>
                  <a:pathLst>
                    <a:path w="23950" h="40049" extrusionOk="0">
                      <a:moveTo>
                        <a:pt x="18727" y="30596"/>
                      </a:moveTo>
                      <a:cubicBezTo>
                        <a:pt x="17043" y="37838"/>
                        <a:pt x="16466" y="38972"/>
                        <a:pt x="10932" y="39989"/>
                      </a:cubicBezTo>
                      <a:cubicBezTo>
                        <a:pt x="5396" y="41006"/>
                        <a:pt x="1326" y="29057"/>
                        <a:pt x="211" y="22377"/>
                      </a:cubicBezTo>
                      <a:cubicBezTo>
                        <a:pt x="-905" y="15698"/>
                        <a:pt x="2536" y="3706"/>
                        <a:pt x="7510" y="978"/>
                      </a:cubicBezTo>
                      <a:cubicBezTo>
                        <a:pt x="12487" y="-1751"/>
                        <a:pt x="23974" y="1753"/>
                        <a:pt x="23951" y="5086"/>
                      </a:cubicBezTo>
                      <a:cubicBezTo>
                        <a:pt x="23928" y="8419"/>
                        <a:pt x="15856" y="19673"/>
                        <a:pt x="15566" y="23440"/>
                      </a:cubicBezTo>
                      <a:cubicBezTo>
                        <a:pt x="15275" y="27208"/>
                        <a:pt x="18727" y="30596"/>
                        <a:pt x="18727" y="3059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53" name="Google Shape;1053;p2"/>
                <p:cNvSpPr/>
                <p:nvPr/>
              </p:nvSpPr>
              <p:spPr>
                <a:xfrm>
                  <a:off x="7737044" y="2682689"/>
                  <a:ext cx="33413" cy="47767"/>
                </a:xfrm>
                <a:custGeom>
                  <a:avLst/>
                  <a:gdLst/>
                  <a:ahLst/>
                  <a:cxnLst/>
                  <a:rect l="l" t="t" r="r" b="b"/>
                  <a:pathLst>
                    <a:path w="33413" h="47767" extrusionOk="0">
                      <a:moveTo>
                        <a:pt x="25060" y="23094"/>
                      </a:moveTo>
                      <a:cubicBezTo>
                        <a:pt x="22013" y="30185"/>
                        <a:pt x="26239" y="35580"/>
                        <a:pt x="25000" y="39699"/>
                      </a:cubicBezTo>
                      <a:cubicBezTo>
                        <a:pt x="23761" y="43819"/>
                        <a:pt x="17438" y="48288"/>
                        <a:pt x="14794" y="47719"/>
                      </a:cubicBezTo>
                      <a:cubicBezTo>
                        <a:pt x="12151" y="47149"/>
                        <a:pt x="-1835" y="50891"/>
                        <a:pt x="202" y="30676"/>
                      </a:cubicBezTo>
                      <a:cubicBezTo>
                        <a:pt x="2239" y="10461"/>
                        <a:pt x="1544" y="6797"/>
                        <a:pt x="10747" y="1667"/>
                      </a:cubicBezTo>
                      <a:cubicBezTo>
                        <a:pt x="19951" y="-3463"/>
                        <a:pt x="35646" y="4479"/>
                        <a:pt x="33148" y="8895"/>
                      </a:cubicBezTo>
                      <a:cubicBezTo>
                        <a:pt x="30649" y="13314"/>
                        <a:pt x="25060" y="23094"/>
                        <a:pt x="25060" y="2309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54" name="Google Shape;1054;p2"/>
                <p:cNvSpPr/>
                <p:nvPr/>
              </p:nvSpPr>
              <p:spPr>
                <a:xfrm>
                  <a:off x="7751208" y="2629908"/>
                  <a:ext cx="37610" cy="53767"/>
                </a:xfrm>
                <a:custGeom>
                  <a:avLst/>
                  <a:gdLst/>
                  <a:ahLst/>
                  <a:cxnLst/>
                  <a:rect l="l" t="t" r="r" b="b"/>
                  <a:pathLst>
                    <a:path w="37610" h="53767" extrusionOk="0">
                      <a:moveTo>
                        <a:pt x="28208" y="25996"/>
                      </a:moveTo>
                      <a:cubicBezTo>
                        <a:pt x="24779" y="33979"/>
                        <a:pt x="29536" y="40051"/>
                        <a:pt x="28139" y="44687"/>
                      </a:cubicBezTo>
                      <a:cubicBezTo>
                        <a:pt x="26745" y="49323"/>
                        <a:pt x="19626" y="54354"/>
                        <a:pt x="16652" y="53712"/>
                      </a:cubicBezTo>
                      <a:cubicBezTo>
                        <a:pt x="13676" y="53069"/>
                        <a:pt x="-2066" y="57285"/>
                        <a:pt x="227" y="34530"/>
                      </a:cubicBezTo>
                      <a:cubicBezTo>
                        <a:pt x="2520" y="11775"/>
                        <a:pt x="1738" y="7651"/>
                        <a:pt x="12096" y="1877"/>
                      </a:cubicBezTo>
                      <a:cubicBezTo>
                        <a:pt x="22454" y="-3898"/>
                        <a:pt x="40123" y="5041"/>
                        <a:pt x="37311" y="10015"/>
                      </a:cubicBezTo>
                      <a:cubicBezTo>
                        <a:pt x="34501" y="14989"/>
                        <a:pt x="28208" y="25996"/>
                        <a:pt x="28208" y="25996"/>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55" name="Google Shape;1055;p2"/>
                <p:cNvSpPr/>
                <p:nvPr/>
              </p:nvSpPr>
              <p:spPr>
                <a:xfrm>
                  <a:off x="7763345" y="2585391"/>
                  <a:ext cx="47176" cy="51001"/>
                </a:xfrm>
                <a:custGeom>
                  <a:avLst/>
                  <a:gdLst/>
                  <a:ahLst/>
                  <a:cxnLst/>
                  <a:rect l="l" t="t" r="r" b="b"/>
                  <a:pathLst>
                    <a:path w="47176" h="51001" extrusionOk="0">
                      <a:moveTo>
                        <a:pt x="32370" y="28328"/>
                      </a:moveTo>
                      <a:cubicBezTo>
                        <a:pt x="26436" y="34674"/>
                        <a:pt x="28854" y="41998"/>
                        <a:pt x="25969" y="45889"/>
                      </a:cubicBezTo>
                      <a:cubicBezTo>
                        <a:pt x="23084" y="49777"/>
                        <a:pt x="14683" y="52095"/>
                        <a:pt x="12100" y="50484"/>
                      </a:cubicBezTo>
                      <a:cubicBezTo>
                        <a:pt x="9517" y="48872"/>
                        <a:pt x="-6721" y="47498"/>
                        <a:pt x="3153" y="26869"/>
                      </a:cubicBezTo>
                      <a:cubicBezTo>
                        <a:pt x="13026" y="6240"/>
                        <a:pt x="13689" y="2096"/>
                        <a:pt x="25391" y="175"/>
                      </a:cubicBezTo>
                      <a:cubicBezTo>
                        <a:pt x="37093" y="-1745"/>
                        <a:pt x="50685" y="12657"/>
                        <a:pt x="46351" y="16381"/>
                      </a:cubicBezTo>
                      <a:cubicBezTo>
                        <a:pt x="42022" y="20105"/>
                        <a:pt x="32370" y="28328"/>
                        <a:pt x="32370" y="28328"/>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56" name="Google Shape;1056;p2"/>
                <p:cNvSpPr/>
                <p:nvPr/>
              </p:nvSpPr>
              <p:spPr>
                <a:xfrm>
                  <a:off x="7784834" y="2534543"/>
                  <a:ext cx="51613" cy="60579"/>
                </a:xfrm>
                <a:custGeom>
                  <a:avLst/>
                  <a:gdLst/>
                  <a:ahLst/>
                  <a:cxnLst/>
                  <a:rect l="l" t="t" r="r" b="b"/>
                  <a:pathLst>
                    <a:path w="51613" h="60579" extrusionOk="0">
                      <a:moveTo>
                        <a:pt x="45576" y="41129"/>
                      </a:moveTo>
                      <a:cubicBezTo>
                        <a:pt x="40357" y="48074"/>
                        <a:pt x="28989" y="55433"/>
                        <a:pt x="26538" y="59607"/>
                      </a:cubicBezTo>
                      <a:cubicBezTo>
                        <a:pt x="24085" y="63783"/>
                        <a:pt x="16171" y="53245"/>
                        <a:pt x="13430" y="51919"/>
                      </a:cubicBezTo>
                      <a:cubicBezTo>
                        <a:pt x="10689" y="50593"/>
                        <a:pt x="-5601" y="50966"/>
                        <a:pt x="2005" y="29397"/>
                      </a:cubicBezTo>
                      <a:cubicBezTo>
                        <a:pt x="9612" y="7829"/>
                        <a:pt x="9825" y="3639"/>
                        <a:pt x="21255" y="477"/>
                      </a:cubicBezTo>
                      <a:cubicBezTo>
                        <a:pt x="32685" y="-2684"/>
                        <a:pt x="43946" y="10819"/>
                        <a:pt x="49284" y="12858"/>
                      </a:cubicBezTo>
                      <a:cubicBezTo>
                        <a:pt x="56178" y="15489"/>
                        <a:pt x="45576" y="41129"/>
                        <a:pt x="45576" y="4112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57" name="Google Shape;1057;p2"/>
                <p:cNvSpPr/>
                <p:nvPr/>
              </p:nvSpPr>
              <p:spPr>
                <a:xfrm>
                  <a:off x="7801529" y="2480923"/>
                  <a:ext cx="59975" cy="65772"/>
                </a:xfrm>
                <a:custGeom>
                  <a:avLst/>
                  <a:gdLst/>
                  <a:ahLst/>
                  <a:cxnLst/>
                  <a:rect l="l" t="t" r="r" b="b"/>
                  <a:pathLst>
                    <a:path w="59975" h="65772" extrusionOk="0">
                      <a:moveTo>
                        <a:pt x="53418" y="44654"/>
                      </a:moveTo>
                      <a:cubicBezTo>
                        <a:pt x="47751" y="52196"/>
                        <a:pt x="35409" y="60183"/>
                        <a:pt x="32748" y="64716"/>
                      </a:cubicBezTo>
                      <a:cubicBezTo>
                        <a:pt x="30087" y="69249"/>
                        <a:pt x="21492" y="57810"/>
                        <a:pt x="18518" y="56370"/>
                      </a:cubicBezTo>
                      <a:cubicBezTo>
                        <a:pt x="15544" y="54930"/>
                        <a:pt x="-6413" y="53215"/>
                        <a:pt x="1846" y="29800"/>
                      </a:cubicBezTo>
                      <a:cubicBezTo>
                        <a:pt x="10105" y="6382"/>
                        <a:pt x="14607" y="3952"/>
                        <a:pt x="27015" y="518"/>
                      </a:cubicBezTo>
                      <a:cubicBezTo>
                        <a:pt x="39423" y="-2915"/>
                        <a:pt x="51651" y="11747"/>
                        <a:pt x="57446" y="13960"/>
                      </a:cubicBezTo>
                      <a:cubicBezTo>
                        <a:pt x="64931" y="16820"/>
                        <a:pt x="53418" y="44654"/>
                        <a:pt x="53418" y="4465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58" name="Google Shape;1058;p2"/>
                <p:cNvSpPr/>
                <p:nvPr/>
              </p:nvSpPr>
              <p:spPr>
                <a:xfrm>
                  <a:off x="7823633" y="2435496"/>
                  <a:ext cx="59975" cy="65774"/>
                </a:xfrm>
                <a:custGeom>
                  <a:avLst/>
                  <a:gdLst/>
                  <a:ahLst/>
                  <a:cxnLst/>
                  <a:rect l="l" t="t" r="r" b="b"/>
                  <a:pathLst>
                    <a:path w="59975" h="65774" extrusionOk="0">
                      <a:moveTo>
                        <a:pt x="53418" y="44654"/>
                      </a:moveTo>
                      <a:cubicBezTo>
                        <a:pt x="47751" y="52196"/>
                        <a:pt x="35409" y="60183"/>
                        <a:pt x="32748" y="64718"/>
                      </a:cubicBezTo>
                      <a:cubicBezTo>
                        <a:pt x="30085" y="69252"/>
                        <a:pt x="21492" y="57812"/>
                        <a:pt x="18518" y="56372"/>
                      </a:cubicBezTo>
                      <a:cubicBezTo>
                        <a:pt x="15544" y="54932"/>
                        <a:pt x="-6413" y="53218"/>
                        <a:pt x="1846" y="29800"/>
                      </a:cubicBezTo>
                      <a:cubicBezTo>
                        <a:pt x="10106" y="6382"/>
                        <a:pt x="14607" y="3952"/>
                        <a:pt x="27015" y="518"/>
                      </a:cubicBezTo>
                      <a:cubicBezTo>
                        <a:pt x="39423" y="-2915"/>
                        <a:pt x="51651" y="11747"/>
                        <a:pt x="57446" y="13960"/>
                      </a:cubicBezTo>
                      <a:cubicBezTo>
                        <a:pt x="64931" y="16818"/>
                        <a:pt x="53418" y="44654"/>
                        <a:pt x="53418" y="44654"/>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59" name="Google Shape;1059;p2"/>
                <p:cNvSpPr/>
                <p:nvPr/>
              </p:nvSpPr>
              <p:spPr>
                <a:xfrm>
                  <a:off x="7843286" y="2387779"/>
                  <a:ext cx="61915" cy="65507"/>
                </a:xfrm>
                <a:custGeom>
                  <a:avLst/>
                  <a:gdLst/>
                  <a:ahLst/>
                  <a:cxnLst/>
                  <a:rect l="l" t="t" r="r" b="b"/>
                  <a:pathLst>
                    <a:path w="61915" h="65507" extrusionOk="0">
                      <a:moveTo>
                        <a:pt x="52642" y="46897"/>
                      </a:moveTo>
                      <a:cubicBezTo>
                        <a:pt x="46200" y="53787"/>
                        <a:pt x="33074" y="60408"/>
                        <a:pt x="29942" y="64630"/>
                      </a:cubicBezTo>
                      <a:cubicBezTo>
                        <a:pt x="26810" y="68852"/>
                        <a:pt x="19491" y="56556"/>
                        <a:pt x="16688" y="54807"/>
                      </a:cubicBezTo>
                      <a:cubicBezTo>
                        <a:pt x="13885" y="53056"/>
                        <a:pt x="-7761" y="49001"/>
                        <a:pt x="2958" y="26602"/>
                      </a:cubicBezTo>
                      <a:cubicBezTo>
                        <a:pt x="13677" y="4204"/>
                        <a:pt x="18414" y="2270"/>
                        <a:pt x="31119" y="188"/>
                      </a:cubicBezTo>
                      <a:cubicBezTo>
                        <a:pt x="43825" y="-1895"/>
                        <a:pt x="54412" y="13990"/>
                        <a:pt x="59934" y="16811"/>
                      </a:cubicBezTo>
                      <a:cubicBezTo>
                        <a:pt x="67069" y="20458"/>
                        <a:pt x="52642" y="46897"/>
                        <a:pt x="52642" y="46897"/>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60" name="Google Shape;1060;p2"/>
                <p:cNvSpPr/>
                <p:nvPr/>
              </p:nvSpPr>
              <p:spPr>
                <a:xfrm>
                  <a:off x="7804847" y="2504815"/>
                  <a:ext cx="19032" cy="25299"/>
                </a:xfrm>
                <a:custGeom>
                  <a:avLst/>
                  <a:gdLst/>
                  <a:ahLst/>
                  <a:cxnLst/>
                  <a:rect l="l" t="t" r="r" b="b"/>
                  <a:pathLst>
                    <a:path w="19032" h="25299" extrusionOk="0">
                      <a:moveTo>
                        <a:pt x="3924" y="1437"/>
                      </a:moveTo>
                      <a:cubicBezTo>
                        <a:pt x="-5897" y="13857"/>
                        <a:pt x="4623" y="27493"/>
                        <a:pt x="14597" y="25003"/>
                      </a:cubicBezTo>
                      <a:cubicBezTo>
                        <a:pt x="24569" y="22514"/>
                        <a:pt x="15109" y="22292"/>
                        <a:pt x="11557" y="12234"/>
                      </a:cubicBezTo>
                      <a:cubicBezTo>
                        <a:pt x="8004" y="2173"/>
                        <a:pt x="7122" y="-2609"/>
                        <a:pt x="3924" y="1437"/>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61" name="Google Shape;1061;p2"/>
                <p:cNvSpPr/>
                <p:nvPr/>
              </p:nvSpPr>
              <p:spPr>
                <a:xfrm>
                  <a:off x="7788202" y="2560940"/>
                  <a:ext cx="15727" cy="20906"/>
                </a:xfrm>
                <a:custGeom>
                  <a:avLst/>
                  <a:gdLst/>
                  <a:ahLst/>
                  <a:cxnLst/>
                  <a:rect l="l" t="t" r="r" b="b"/>
                  <a:pathLst>
                    <a:path w="15727" h="20906" extrusionOk="0">
                      <a:moveTo>
                        <a:pt x="3242" y="1186"/>
                      </a:moveTo>
                      <a:cubicBezTo>
                        <a:pt x="-4873" y="11451"/>
                        <a:pt x="3821" y="22718"/>
                        <a:pt x="12062" y="20661"/>
                      </a:cubicBezTo>
                      <a:cubicBezTo>
                        <a:pt x="20303" y="18604"/>
                        <a:pt x="12485" y="18420"/>
                        <a:pt x="9550" y="10109"/>
                      </a:cubicBezTo>
                      <a:cubicBezTo>
                        <a:pt x="6614" y="1797"/>
                        <a:pt x="5885" y="-2156"/>
                        <a:pt x="3242" y="118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62" name="Google Shape;1062;p2"/>
                <p:cNvSpPr/>
                <p:nvPr/>
              </p:nvSpPr>
              <p:spPr>
                <a:xfrm>
                  <a:off x="7767178" y="2605480"/>
                  <a:ext cx="14731" cy="21394"/>
                </a:xfrm>
                <a:custGeom>
                  <a:avLst/>
                  <a:gdLst/>
                  <a:ahLst/>
                  <a:cxnLst/>
                  <a:rect l="l" t="t" r="r" b="b"/>
                  <a:pathLst>
                    <a:path w="14731" h="21394" extrusionOk="0">
                      <a:moveTo>
                        <a:pt x="4214" y="1010"/>
                      </a:moveTo>
                      <a:cubicBezTo>
                        <a:pt x="-4955" y="10346"/>
                        <a:pt x="2484" y="22480"/>
                        <a:pt x="10896" y="21317"/>
                      </a:cubicBezTo>
                      <a:cubicBezTo>
                        <a:pt x="19309" y="20153"/>
                        <a:pt x="11557" y="19136"/>
                        <a:pt x="9529" y="10557"/>
                      </a:cubicBezTo>
                      <a:cubicBezTo>
                        <a:pt x="7499" y="1977"/>
                        <a:pt x="7200" y="-2030"/>
                        <a:pt x="4214" y="101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63" name="Google Shape;1063;p2"/>
                <p:cNvSpPr/>
                <p:nvPr/>
              </p:nvSpPr>
              <p:spPr>
                <a:xfrm>
                  <a:off x="7754728" y="2660225"/>
                  <a:ext cx="14732" cy="21394"/>
                </a:xfrm>
                <a:custGeom>
                  <a:avLst/>
                  <a:gdLst/>
                  <a:ahLst/>
                  <a:cxnLst/>
                  <a:rect l="l" t="t" r="r" b="b"/>
                  <a:pathLst>
                    <a:path w="14732" h="21394" extrusionOk="0">
                      <a:moveTo>
                        <a:pt x="4214" y="1010"/>
                      </a:moveTo>
                      <a:cubicBezTo>
                        <a:pt x="-4955" y="10346"/>
                        <a:pt x="2484" y="22480"/>
                        <a:pt x="10896" y="21316"/>
                      </a:cubicBezTo>
                      <a:cubicBezTo>
                        <a:pt x="19311" y="20155"/>
                        <a:pt x="11557" y="19136"/>
                        <a:pt x="9529" y="10556"/>
                      </a:cubicBezTo>
                      <a:cubicBezTo>
                        <a:pt x="7502" y="1977"/>
                        <a:pt x="7200" y="-2030"/>
                        <a:pt x="4214" y="101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64" name="Google Shape;1064;p2"/>
                <p:cNvSpPr/>
                <p:nvPr/>
              </p:nvSpPr>
              <p:spPr>
                <a:xfrm>
                  <a:off x="7739181" y="2707242"/>
                  <a:ext cx="12089" cy="17554"/>
                </a:xfrm>
                <a:custGeom>
                  <a:avLst/>
                  <a:gdLst/>
                  <a:ahLst/>
                  <a:cxnLst/>
                  <a:rect l="l" t="t" r="r" b="b"/>
                  <a:pathLst>
                    <a:path w="12089" h="17554" extrusionOk="0">
                      <a:moveTo>
                        <a:pt x="3457" y="829"/>
                      </a:moveTo>
                      <a:cubicBezTo>
                        <a:pt x="-4066" y="8489"/>
                        <a:pt x="2038" y="18444"/>
                        <a:pt x="8942" y="17491"/>
                      </a:cubicBezTo>
                      <a:cubicBezTo>
                        <a:pt x="15845" y="16538"/>
                        <a:pt x="9483" y="15701"/>
                        <a:pt x="7819" y="8660"/>
                      </a:cubicBezTo>
                      <a:cubicBezTo>
                        <a:pt x="6155" y="1622"/>
                        <a:pt x="5906" y="-1666"/>
                        <a:pt x="3457" y="82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65" name="Google Shape;1065;p2"/>
                <p:cNvSpPr/>
                <p:nvPr/>
              </p:nvSpPr>
              <p:spPr>
                <a:xfrm>
                  <a:off x="7733811" y="2741990"/>
                  <a:ext cx="12089" cy="17554"/>
                </a:xfrm>
                <a:custGeom>
                  <a:avLst/>
                  <a:gdLst/>
                  <a:ahLst/>
                  <a:cxnLst/>
                  <a:rect l="l" t="t" r="r" b="b"/>
                  <a:pathLst>
                    <a:path w="12089" h="17554" extrusionOk="0">
                      <a:moveTo>
                        <a:pt x="3457" y="829"/>
                      </a:moveTo>
                      <a:cubicBezTo>
                        <a:pt x="-4066" y="8489"/>
                        <a:pt x="2038" y="18445"/>
                        <a:pt x="8942" y="17491"/>
                      </a:cubicBezTo>
                      <a:cubicBezTo>
                        <a:pt x="15845" y="16538"/>
                        <a:pt x="9483" y="15701"/>
                        <a:pt x="7819" y="8661"/>
                      </a:cubicBezTo>
                      <a:cubicBezTo>
                        <a:pt x="6155" y="1622"/>
                        <a:pt x="5908" y="-1666"/>
                        <a:pt x="3457" y="829"/>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66" name="Google Shape;1066;p2"/>
                <p:cNvSpPr/>
                <p:nvPr/>
              </p:nvSpPr>
              <p:spPr>
                <a:xfrm>
                  <a:off x="7736914" y="2771388"/>
                  <a:ext cx="10199" cy="14813"/>
                </a:xfrm>
                <a:custGeom>
                  <a:avLst/>
                  <a:gdLst/>
                  <a:ahLst/>
                  <a:cxnLst/>
                  <a:rect l="l" t="t" r="r" b="b"/>
                  <a:pathLst>
                    <a:path w="10199" h="14813" extrusionOk="0">
                      <a:moveTo>
                        <a:pt x="2917" y="698"/>
                      </a:moveTo>
                      <a:cubicBezTo>
                        <a:pt x="-3431" y="7163"/>
                        <a:pt x="1720" y="15564"/>
                        <a:pt x="7544" y="14759"/>
                      </a:cubicBezTo>
                      <a:cubicBezTo>
                        <a:pt x="13369" y="13955"/>
                        <a:pt x="8002" y="13248"/>
                        <a:pt x="6598" y="7309"/>
                      </a:cubicBezTo>
                      <a:cubicBezTo>
                        <a:pt x="5195" y="1371"/>
                        <a:pt x="4984" y="-1405"/>
                        <a:pt x="2917" y="698"/>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67" name="Google Shape;1067;p2"/>
                <p:cNvSpPr/>
                <p:nvPr/>
              </p:nvSpPr>
              <p:spPr>
                <a:xfrm>
                  <a:off x="7826748" y="2459800"/>
                  <a:ext cx="19034" cy="25298"/>
                </a:xfrm>
                <a:custGeom>
                  <a:avLst/>
                  <a:gdLst/>
                  <a:ahLst/>
                  <a:cxnLst/>
                  <a:rect l="l" t="t" r="r" b="b"/>
                  <a:pathLst>
                    <a:path w="19034" h="25298" extrusionOk="0">
                      <a:moveTo>
                        <a:pt x="3925" y="1436"/>
                      </a:moveTo>
                      <a:cubicBezTo>
                        <a:pt x="-5898" y="13855"/>
                        <a:pt x="4625" y="27491"/>
                        <a:pt x="14598" y="25002"/>
                      </a:cubicBezTo>
                      <a:cubicBezTo>
                        <a:pt x="24572" y="22512"/>
                        <a:pt x="15110" y="22291"/>
                        <a:pt x="11558" y="12232"/>
                      </a:cubicBezTo>
                      <a:cubicBezTo>
                        <a:pt x="8006" y="2174"/>
                        <a:pt x="7125" y="-2608"/>
                        <a:pt x="3925" y="1436"/>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68" name="Google Shape;1068;p2"/>
                <p:cNvSpPr/>
                <p:nvPr/>
              </p:nvSpPr>
              <p:spPr>
                <a:xfrm>
                  <a:off x="8084452" y="2560326"/>
                  <a:ext cx="26929" cy="14057"/>
                </a:xfrm>
                <a:custGeom>
                  <a:avLst/>
                  <a:gdLst/>
                  <a:ahLst/>
                  <a:cxnLst/>
                  <a:rect l="l" t="t" r="r" b="b"/>
                  <a:pathLst>
                    <a:path w="26929" h="14057" extrusionOk="0">
                      <a:moveTo>
                        <a:pt x="26566" y="3080"/>
                      </a:moveTo>
                      <a:cubicBezTo>
                        <a:pt x="21226" y="17987"/>
                        <a:pt x="4088" y="16277"/>
                        <a:pt x="922" y="6497"/>
                      </a:cubicBezTo>
                      <a:cubicBezTo>
                        <a:pt x="-2244" y="-3282"/>
                        <a:pt x="2950" y="4627"/>
                        <a:pt x="13365" y="2318"/>
                      </a:cubicBezTo>
                      <a:cubicBezTo>
                        <a:pt x="23780" y="10"/>
                        <a:pt x="28306" y="-1773"/>
                        <a:pt x="26566" y="3080"/>
                      </a:cubicBezTo>
                      <a:close/>
                    </a:path>
                  </a:pathLst>
                </a:custGeom>
                <a:solidFill>
                  <a:srgbClr val="69655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69" name="Google Shape;1069;p2"/>
                <p:cNvSpPr/>
                <p:nvPr/>
              </p:nvSpPr>
              <p:spPr>
                <a:xfrm>
                  <a:off x="7942159" y="2046295"/>
                  <a:ext cx="436749" cy="902014"/>
                </a:xfrm>
                <a:custGeom>
                  <a:avLst/>
                  <a:gdLst/>
                  <a:ahLst/>
                  <a:cxnLst/>
                  <a:rect l="l" t="t" r="r" b="b"/>
                  <a:pathLst>
                    <a:path w="436749" h="902014" extrusionOk="0">
                      <a:moveTo>
                        <a:pt x="420180" y="0"/>
                      </a:moveTo>
                      <a:cubicBezTo>
                        <a:pt x="410405" y="49860"/>
                        <a:pt x="441730" y="17268"/>
                        <a:pt x="436057" y="144304"/>
                      </a:cubicBezTo>
                      <a:cubicBezTo>
                        <a:pt x="430383" y="271341"/>
                        <a:pt x="147173" y="507908"/>
                        <a:pt x="0" y="902014"/>
                      </a:cubicBezTo>
                      <a:cubicBezTo>
                        <a:pt x="13417" y="804276"/>
                        <a:pt x="128665" y="369488"/>
                        <a:pt x="201538" y="257356"/>
                      </a:cubicBezTo>
                      <a:cubicBezTo>
                        <a:pt x="274414" y="145220"/>
                        <a:pt x="346841" y="76684"/>
                        <a:pt x="346841" y="76684"/>
                      </a:cubicBezTo>
                      <a:lnTo>
                        <a:pt x="420180" y="0"/>
                      </a:lnTo>
                      <a:close/>
                    </a:path>
                  </a:pathLst>
                </a:custGeom>
                <a:solidFill>
                  <a:srgbClr val="5F8C1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70" name="Google Shape;1070;p2"/>
                <p:cNvSpPr/>
                <p:nvPr/>
              </p:nvSpPr>
              <p:spPr>
                <a:xfrm>
                  <a:off x="7992764" y="2154964"/>
                  <a:ext cx="386143" cy="583405"/>
                </a:xfrm>
                <a:custGeom>
                  <a:avLst/>
                  <a:gdLst/>
                  <a:ahLst/>
                  <a:cxnLst/>
                  <a:rect l="l" t="t" r="r" b="b"/>
                  <a:pathLst>
                    <a:path w="386143" h="583405" extrusionOk="0">
                      <a:moveTo>
                        <a:pt x="110734" y="446392"/>
                      </a:moveTo>
                      <a:cubicBezTo>
                        <a:pt x="61640" y="535589"/>
                        <a:pt x="0" y="583405"/>
                        <a:pt x="0" y="583405"/>
                      </a:cubicBezTo>
                      <a:lnTo>
                        <a:pt x="4147" y="560150"/>
                      </a:lnTo>
                      <a:cubicBezTo>
                        <a:pt x="4721" y="558054"/>
                        <a:pt x="5297" y="555953"/>
                        <a:pt x="5875" y="553848"/>
                      </a:cubicBezTo>
                      <a:cubicBezTo>
                        <a:pt x="9480" y="548603"/>
                        <a:pt x="25914" y="522644"/>
                        <a:pt x="68587" y="429576"/>
                      </a:cubicBezTo>
                      <a:cubicBezTo>
                        <a:pt x="105183" y="349763"/>
                        <a:pt x="292571" y="114965"/>
                        <a:pt x="386096" y="0"/>
                      </a:cubicBezTo>
                      <a:cubicBezTo>
                        <a:pt x="386242" y="10246"/>
                        <a:pt x="386060" y="22021"/>
                        <a:pt x="385452" y="35636"/>
                      </a:cubicBezTo>
                      <a:cubicBezTo>
                        <a:pt x="385175" y="41806"/>
                        <a:pt x="384238" y="48239"/>
                        <a:pt x="382699" y="54933"/>
                      </a:cubicBezTo>
                      <a:cubicBezTo>
                        <a:pt x="382208" y="56583"/>
                        <a:pt x="342975" y="119706"/>
                        <a:pt x="271975" y="176824"/>
                      </a:cubicBezTo>
                      <a:cubicBezTo>
                        <a:pt x="200800" y="234077"/>
                        <a:pt x="159828" y="357194"/>
                        <a:pt x="110734" y="446392"/>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71" name="Google Shape;1071;p2"/>
                <p:cNvSpPr/>
                <p:nvPr/>
              </p:nvSpPr>
              <p:spPr>
                <a:xfrm>
                  <a:off x="7809067" y="1975441"/>
                  <a:ext cx="465830" cy="501649"/>
                </a:xfrm>
                <a:custGeom>
                  <a:avLst/>
                  <a:gdLst/>
                  <a:ahLst/>
                  <a:cxnLst/>
                  <a:rect l="l" t="t" r="r" b="b"/>
                  <a:pathLst>
                    <a:path w="465830" h="501649" extrusionOk="0">
                      <a:moveTo>
                        <a:pt x="447784" y="84133"/>
                      </a:moveTo>
                      <a:cubicBezTo>
                        <a:pt x="391094" y="282743"/>
                        <a:pt x="182306" y="214688"/>
                        <a:pt x="0" y="501650"/>
                      </a:cubicBezTo>
                      <a:cubicBezTo>
                        <a:pt x="82833" y="351990"/>
                        <a:pt x="140059" y="276497"/>
                        <a:pt x="194502" y="136706"/>
                      </a:cubicBezTo>
                      <a:cubicBezTo>
                        <a:pt x="248945" y="-3085"/>
                        <a:pt x="400061" y="6"/>
                        <a:pt x="400061" y="6"/>
                      </a:cubicBezTo>
                      <a:cubicBezTo>
                        <a:pt x="400061" y="6"/>
                        <a:pt x="447505" y="10446"/>
                        <a:pt x="451485" y="28176"/>
                      </a:cubicBezTo>
                      <a:cubicBezTo>
                        <a:pt x="455465" y="45911"/>
                        <a:pt x="483793" y="56166"/>
                        <a:pt x="447784" y="84133"/>
                      </a:cubicBezTo>
                      <a:close/>
                    </a:path>
                  </a:pathLst>
                </a:custGeom>
                <a:solidFill>
                  <a:srgbClr val="6B9D1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72" name="Google Shape;1072;p2"/>
                <p:cNvSpPr/>
                <p:nvPr/>
              </p:nvSpPr>
              <p:spPr>
                <a:xfrm>
                  <a:off x="7898142" y="1932347"/>
                  <a:ext cx="482835" cy="894424"/>
                </a:xfrm>
                <a:custGeom>
                  <a:avLst/>
                  <a:gdLst/>
                  <a:ahLst/>
                  <a:cxnLst/>
                  <a:rect l="l" t="t" r="r" b="b"/>
                  <a:pathLst>
                    <a:path w="482835" h="894424" extrusionOk="0">
                      <a:moveTo>
                        <a:pt x="337176" y="170483"/>
                      </a:moveTo>
                      <a:cubicBezTo>
                        <a:pt x="247562" y="328205"/>
                        <a:pt x="242204" y="368759"/>
                        <a:pt x="174552" y="589287"/>
                      </a:cubicBezTo>
                      <a:cubicBezTo>
                        <a:pt x="106900" y="809815"/>
                        <a:pt x="0" y="894425"/>
                        <a:pt x="0" y="894425"/>
                      </a:cubicBezTo>
                      <a:cubicBezTo>
                        <a:pt x="0" y="894425"/>
                        <a:pt x="130727" y="804496"/>
                        <a:pt x="232146" y="586583"/>
                      </a:cubicBezTo>
                      <a:cubicBezTo>
                        <a:pt x="333564" y="368672"/>
                        <a:pt x="435094" y="324525"/>
                        <a:pt x="469263" y="244570"/>
                      </a:cubicBezTo>
                      <a:cubicBezTo>
                        <a:pt x="503432" y="164615"/>
                        <a:pt x="462396" y="148672"/>
                        <a:pt x="461701" y="128647"/>
                      </a:cubicBezTo>
                      <a:cubicBezTo>
                        <a:pt x="461009" y="108621"/>
                        <a:pt x="480677" y="91574"/>
                        <a:pt x="468774" y="63704"/>
                      </a:cubicBezTo>
                      <a:cubicBezTo>
                        <a:pt x="456871" y="35833"/>
                        <a:pt x="397190" y="850"/>
                        <a:pt x="378941" y="13"/>
                      </a:cubicBezTo>
                      <a:cubicBezTo>
                        <a:pt x="360692" y="-821"/>
                        <a:pt x="310174" y="37689"/>
                        <a:pt x="310987" y="43095"/>
                      </a:cubicBezTo>
                      <a:cubicBezTo>
                        <a:pt x="311799" y="48502"/>
                        <a:pt x="314784" y="62618"/>
                        <a:pt x="348830" y="84787"/>
                      </a:cubicBezTo>
                      <a:cubicBezTo>
                        <a:pt x="382880" y="106964"/>
                        <a:pt x="337176" y="170483"/>
                        <a:pt x="337176" y="170483"/>
                      </a:cubicBezTo>
                      <a:close/>
                    </a:path>
                  </a:pathLst>
                </a:custGeom>
                <a:solidFill>
                  <a:srgbClr val="6B9D1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73" name="Google Shape;1073;p2"/>
                <p:cNvSpPr/>
                <p:nvPr/>
              </p:nvSpPr>
              <p:spPr>
                <a:xfrm>
                  <a:off x="8167519" y="1975447"/>
                  <a:ext cx="82593" cy="165460"/>
                </a:xfrm>
                <a:custGeom>
                  <a:avLst/>
                  <a:gdLst/>
                  <a:ahLst/>
                  <a:cxnLst/>
                  <a:rect l="l" t="t" r="r" b="b"/>
                  <a:pathLst>
                    <a:path w="82593" h="165460" extrusionOk="0">
                      <a:moveTo>
                        <a:pt x="43756" y="165461"/>
                      </a:moveTo>
                      <a:cubicBezTo>
                        <a:pt x="57413" y="121190"/>
                        <a:pt x="89504" y="97786"/>
                        <a:pt x="81258" y="58876"/>
                      </a:cubicBezTo>
                      <a:cubicBezTo>
                        <a:pt x="73012" y="19968"/>
                        <a:pt x="41610" y="0"/>
                        <a:pt x="41610" y="0"/>
                      </a:cubicBezTo>
                      <a:cubicBezTo>
                        <a:pt x="41610" y="0"/>
                        <a:pt x="9617" y="160"/>
                        <a:pt x="0" y="5372"/>
                      </a:cubicBezTo>
                      <a:cubicBezTo>
                        <a:pt x="35652" y="16489"/>
                        <a:pt x="68388" y="37744"/>
                        <a:pt x="64986" y="68623"/>
                      </a:cubicBezTo>
                      <a:cubicBezTo>
                        <a:pt x="61582" y="99500"/>
                        <a:pt x="42442" y="150723"/>
                        <a:pt x="43756" y="165461"/>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74" name="Google Shape;1074;p2"/>
                <p:cNvSpPr/>
                <p:nvPr/>
              </p:nvSpPr>
              <p:spPr>
                <a:xfrm>
                  <a:off x="8145782" y="2051920"/>
                  <a:ext cx="152353" cy="300842"/>
                </a:xfrm>
                <a:custGeom>
                  <a:avLst/>
                  <a:gdLst/>
                  <a:ahLst/>
                  <a:cxnLst/>
                  <a:rect l="l" t="t" r="r" b="b"/>
                  <a:pathLst>
                    <a:path w="152353" h="300842" extrusionOk="0">
                      <a:moveTo>
                        <a:pt x="0" y="300842"/>
                      </a:moveTo>
                      <a:cubicBezTo>
                        <a:pt x="3443" y="286895"/>
                        <a:pt x="8515" y="273353"/>
                        <a:pt x="14459" y="260234"/>
                      </a:cubicBezTo>
                      <a:cubicBezTo>
                        <a:pt x="20469" y="247135"/>
                        <a:pt x="27411" y="234473"/>
                        <a:pt x="34916" y="222181"/>
                      </a:cubicBezTo>
                      <a:cubicBezTo>
                        <a:pt x="38654" y="216022"/>
                        <a:pt x="42545" y="209962"/>
                        <a:pt x="46557" y="203989"/>
                      </a:cubicBezTo>
                      <a:cubicBezTo>
                        <a:pt x="50557" y="198006"/>
                        <a:pt x="54647" y="192088"/>
                        <a:pt x="58791" y="186213"/>
                      </a:cubicBezTo>
                      <a:cubicBezTo>
                        <a:pt x="67121" y="174493"/>
                        <a:pt x="75735" y="163001"/>
                        <a:pt x="84287" y="151489"/>
                      </a:cubicBezTo>
                      <a:cubicBezTo>
                        <a:pt x="92915" y="140036"/>
                        <a:pt x="101501" y="128574"/>
                        <a:pt x="109769" y="116920"/>
                      </a:cubicBezTo>
                      <a:cubicBezTo>
                        <a:pt x="118083" y="105302"/>
                        <a:pt x="125977" y="93406"/>
                        <a:pt x="132968" y="81027"/>
                      </a:cubicBezTo>
                      <a:cubicBezTo>
                        <a:pt x="136440" y="74828"/>
                        <a:pt x="139627" y="68475"/>
                        <a:pt x="142340" y="61935"/>
                      </a:cubicBezTo>
                      <a:cubicBezTo>
                        <a:pt x="143003" y="60295"/>
                        <a:pt x="143700" y="58663"/>
                        <a:pt x="144285" y="56994"/>
                      </a:cubicBezTo>
                      <a:lnTo>
                        <a:pt x="145198" y="54503"/>
                      </a:lnTo>
                      <a:lnTo>
                        <a:pt x="146023" y="51984"/>
                      </a:lnTo>
                      <a:lnTo>
                        <a:pt x="146437" y="50722"/>
                      </a:lnTo>
                      <a:lnTo>
                        <a:pt x="146802" y="49448"/>
                      </a:lnTo>
                      <a:lnTo>
                        <a:pt x="147527" y="46897"/>
                      </a:lnTo>
                      <a:cubicBezTo>
                        <a:pt x="147758" y="46045"/>
                        <a:pt x="147943" y="45183"/>
                        <a:pt x="148153" y="44323"/>
                      </a:cubicBezTo>
                      <a:cubicBezTo>
                        <a:pt x="148354" y="43464"/>
                        <a:pt x="148579" y="42606"/>
                        <a:pt x="148732" y="41738"/>
                      </a:cubicBezTo>
                      <a:lnTo>
                        <a:pt x="149242" y="39136"/>
                      </a:lnTo>
                      <a:cubicBezTo>
                        <a:pt x="149417" y="38270"/>
                        <a:pt x="149509" y="37392"/>
                        <a:pt x="149646" y="36519"/>
                      </a:cubicBezTo>
                      <a:cubicBezTo>
                        <a:pt x="149941" y="34772"/>
                        <a:pt x="150058" y="33012"/>
                        <a:pt x="150229" y="31252"/>
                      </a:cubicBezTo>
                      <a:cubicBezTo>
                        <a:pt x="150430" y="27729"/>
                        <a:pt x="150503" y="24177"/>
                        <a:pt x="150167" y="20647"/>
                      </a:cubicBezTo>
                      <a:lnTo>
                        <a:pt x="150069" y="19321"/>
                      </a:lnTo>
                      <a:cubicBezTo>
                        <a:pt x="150028" y="18880"/>
                        <a:pt x="149955" y="18443"/>
                        <a:pt x="149898" y="18002"/>
                      </a:cubicBezTo>
                      <a:lnTo>
                        <a:pt x="149536" y="15362"/>
                      </a:lnTo>
                      <a:lnTo>
                        <a:pt x="149013" y="12747"/>
                      </a:lnTo>
                      <a:lnTo>
                        <a:pt x="148748" y="11437"/>
                      </a:lnTo>
                      <a:lnTo>
                        <a:pt x="148402" y="10147"/>
                      </a:lnTo>
                      <a:lnTo>
                        <a:pt x="147719" y="7560"/>
                      </a:lnTo>
                      <a:lnTo>
                        <a:pt x="146878" y="5015"/>
                      </a:lnTo>
                      <a:lnTo>
                        <a:pt x="146450" y="3742"/>
                      </a:lnTo>
                      <a:lnTo>
                        <a:pt x="145950" y="2496"/>
                      </a:lnTo>
                      <a:lnTo>
                        <a:pt x="144944" y="0"/>
                      </a:lnTo>
                      <a:cubicBezTo>
                        <a:pt x="148265" y="6346"/>
                        <a:pt x="150723" y="13266"/>
                        <a:pt x="151678" y="20471"/>
                      </a:cubicBezTo>
                      <a:cubicBezTo>
                        <a:pt x="152270" y="24060"/>
                        <a:pt x="152364" y="27706"/>
                        <a:pt x="152353" y="31343"/>
                      </a:cubicBezTo>
                      <a:cubicBezTo>
                        <a:pt x="152275" y="33158"/>
                        <a:pt x="152248" y="34985"/>
                        <a:pt x="152040" y="36793"/>
                      </a:cubicBezTo>
                      <a:cubicBezTo>
                        <a:pt x="151946" y="37698"/>
                        <a:pt x="151898" y="38610"/>
                        <a:pt x="151765" y="39511"/>
                      </a:cubicBezTo>
                      <a:lnTo>
                        <a:pt x="151384" y="42216"/>
                      </a:lnTo>
                      <a:cubicBezTo>
                        <a:pt x="151276" y="43123"/>
                        <a:pt x="151077" y="44010"/>
                        <a:pt x="150908" y="44904"/>
                      </a:cubicBezTo>
                      <a:cubicBezTo>
                        <a:pt x="150727" y="45795"/>
                        <a:pt x="150574" y="46694"/>
                        <a:pt x="150373" y="47583"/>
                      </a:cubicBezTo>
                      <a:lnTo>
                        <a:pt x="149737" y="50237"/>
                      </a:lnTo>
                      <a:lnTo>
                        <a:pt x="149415" y="51563"/>
                      </a:lnTo>
                      <a:lnTo>
                        <a:pt x="149045" y="52875"/>
                      </a:lnTo>
                      <a:lnTo>
                        <a:pt x="148304" y="55502"/>
                      </a:lnTo>
                      <a:lnTo>
                        <a:pt x="147474" y="58099"/>
                      </a:lnTo>
                      <a:cubicBezTo>
                        <a:pt x="146942" y="59838"/>
                        <a:pt x="146300" y="61537"/>
                        <a:pt x="145689" y="63249"/>
                      </a:cubicBezTo>
                      <a:cubicBezTo>
                        <a:pt x="143186" y="70073"/>
                        <a:pt x="140066" y="76636"/>
                        <a:pt x="136737" y="83059"/>
                      </a:cubicBezTo>
                      <a:cubicBezTo>
                        <a:pt x="135898" y="84664"/>
                        <a:pt x="135059" y="86267"/>
                        <a:pt x="134177" y="87844"/>
                      </a:cubicBezTo>
                      <a:lnTo>
                        <a:pt x="132869" y="90219"/>
                      </a:lnTo>
                      <a:lnTo>
                        <a:pt x="131523" y="92572"/>
                      </a:lnTo>
                      <a:cubicBezTo>
                        <a:pt x="130631" y="94144"/>
                        <a:pt x="129698" y="95692"/>
                        <a:pt x="128761" y="97233"/>
                      </a:cubicBezTo>
                      <a:cubicBezTo>
                        <a:pt x="127835" y="98785"/>
                        <a:pt x="126882" y="100317"/>
                        <a:pt x="125924" y="101844"/>
                      </a:cubicBezTo>
                      <a:cubicBezTo>
                        <a:pt x="122098" y="107963"/>
                        <a:pt x="118106" y="113966"/>
                        <a:pt x="114028" y="119898"/>
                      </a:cubicBezTo>
                      <a:cubicBezTo>
                        <a:pt x="105826" y="131733"/>
                        <a:pt x="97242" y="143259"/>
                        <a:pt x="88681" y="154771"/>
                      </a:cubicBezTo>
                      <a:cubicBezTo>
                        <a:pt x="80040" y="166224"/>
                        <a:pt x="71435" y="177677"/>
                        <a:pt x="62998" y="189235"/>
                      </a:cubicBezTo>
                      <a:cubicBezTo>
                        <a:pt x="54526" y="200768"/>
                        <a:pt x="46355" y="212500"/>
                        <a:pt x="38526" y="224449"/>
                      </a:cubicBezTo>
                      <a:cubicBezTo>
                        <a:pt x="34624" y="230431"/>
                        <a:pt x="30886" y="236516"/>
                        <a:pt x="27242" y="242657"/>
                      </a:cubicBezTo>
                      <a:cubicBezTo>
                        <a:pt x="23605" y="248801"/>
                        <a:pt x="20121" y="255038"/>
                        <a:pt x="16868" y="261397"/>
                      </a:cubicBezTo>
                      <a:cubicBezTo>
                        <a:pt x="10308" y="274096"/>
                        <a:pt x="4604" y="287243"/>
                        <a:pt x="0" y="300842"/>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75" name="Google Shape;1075;p2"/>
                <p:cNvSpPr/>
                <p:nvPr/>
              </p:nvSpPr>
              <p:spPr>
                <a:xfrm>
                  <a:off x="8087086" y="2067218"/>
                  <a:ext cx="240276" cy="490996"/>
                </a:xfrm>
                <a:custGeom>
                  <a:avLst/>
                  <a:gdLst/>
                  <a:ahLst/>
                  <a:cxnLst/>
                  <a:rect l="l" t="t" r="r" b="b"/>
                  <a:pathLst>
                    <a:path w="240276" h="490996" extrusionOk="0">
                      <a:moveTo>
                        <a:pt x="0" y="490996"/>
                      </a:moveTo>
                      <a:cubicBezTo>
                        <a:pt x="5505" y="468610"/>
                        <a:pt x="13049" y="446728"/>
                        <a:pt x="21792" y="425361"/>
                      </a:cubicBezTo>
                      <a:cubicBezTo>
                        <a:pt x="30642" y="404030"/>
                        <a:pt x="40711" y="383209"/>
                        <a:pt x="51643" y="362868"/>
                      </a:cubicBezTo>
                      <a:cubicBezTo>
                        <a:pt x="57104" y="352695"/>
                        <a:pt x="62760" y="342628"/>
                        <a:pt x="68607" y="332675"/>
                      </a:cubicBezTo>
                      <a:cubicBezTo>
                        <a:pt x="74441" y="322715"/>
                        <a:pt x="80412" y="312837"/>
                        <a:pt x="86507" y="303041"/>
                      </a:cubicBezTo>
                      <a:cubicBezTo>
                        <a:pt x="98721" y="283462"/>
                        <a:pt x="111401" y="264193"/>
                        <a:pt x="124162" y="245002"/>
                      </a:cubicBezTo>
                      <a:cubicBezTo>
                        <a:pt x="136998" y="225859"/>
                        <a:pt x="149921" y="206794"/>
                        <a:pt x="162617" y="187601"/>
                      </a:cubicBezTo>
                      <a:cubicBezTo>
                        <a:pt x="175361" y="168442"/>
                        <a:pt x="187774" y="149077"/>
                        <a:pt x="199369" y="129255"/>
                      </a:cubicBezTo>
                      <a:cubicBezTo>
                        <a:pt x="205150" y="119336"/>
                        <a:pt x="210637" y="109252"/>
                        <a:pt x="215750" y="98988"/>
                      </a:cubicBezTo>
                      <a:cubicBezTo>
                        <a:pt x="218329" y="93866"/>
                        <a:pt x="220725" y="88660"/>
                        <a:pt x="223050" y="83421"/>
                      </a:cubicBezTo>
                      <a:cubicBezTo>
                        <a:pt x="225301" y="78154"/>
                        <a:pt x="227484" y="72855"/>
                        <a:pt x="229396" y="67458"/>
                      </a:cubicBezTo>
                      <a:cubicBezTo>
                        <a:pt x="231391" y="62088"/>
                        <a:pt x="233060" y="56608"/>
                        <a:pt x="234580" y="51090"/>
                      </a:cubicBezTo>
                      <a:cubicBezTo>
                        <a:pt x="235266" y="48312"/>
                        <a:pt x="236011" y="45544"/>
                        <a:pt x="236544" y="42732"/>
                      </a:cubicBezTo>
                      <a:cubicBezTo>
                        <a:pt x="237175" y="39936"/>
                        <a:pt x="237602" y="37109"/>
                        <a:pt x="238080" y="34283"/>
                      </a:cubicBezTo>
                      <a:cubicBezTo>
                        <a:pt x="238862" y="28614"/>
                        <a:pt x="239374" y="22894"/>
                        <a:pt x="239347" y="17152"/>
                      </a:cubicBezTo>
                      <a:cubicBezTo>
                        <a:pt x="239303" y="11416"/>
                        <a:pt x="238809" y="5674"/>
                        <a:pt x="237785" y="0"/>
                      </a:cubicBezTo>
                      <a:cubicBezTo>
                        <a:pt x="239081" y="5614"/>
                        <a:pt x="239854" y="11355"/>
                        <a:pt x="240176" y="17131"/>
                      </a:cubicBezTo>
                      <a:cubicBezTo>
                        <a:pt x="240444" y="22913"/>
                        <a:pt x="240151" y="28708"/>
                        <a:pt x="239591" y="34475"/>
                      </a:cubicBezTo>
                      <a:cubicBezTo>
                        <a:pt x="239223" y="37346"/>
                        <a:pt x="238910" y="40231"/>
                        <a:pt x="238357" y="43077"/>
                      </a:cubicBezTo>
                      <a:cubicBezTo>
                        <a:pt x="237909" y="45944"/>
                        <a:pt x="237250" y="48765"/>
                        <a:pt x="236647" y="51602"/>
                      </a:cubicBezTo>
                      <a:cubicBezTo>
                        <a:pt x="235296" y="57235"/>
                        <a:pt x="233787" y="62840"/>
                        <a:pt x="231947" y="68333"/>
                      </a:cubicBezTo>
                      <a:cubicBezTo>
                        <a:pt x="230175" y="73852"/>
                        <a:pt x="228093" y="79258"/>
                        <a:pt x="225960" y="84644"/>
                      </a:cubicBezTo>
                      <a:cubicBezTo>
                        <a:pt x="223749" y="89993"/>
                        <a:pt x="221463" y="95315"/>
                        <a:pt x="218999" y="100550"/>
                      </a:cubicBezTo>
                      <a:cubicBezTo>
                        <a:pt x="214109" y="111040"/>
                        <a:pt x="208712" y="121277"/>
                        <a:pt x="203097" y="131377"/>
                      </a:cubicBezTo>
                      <a:cubicBezTo>
                        <a:pt x="180468" y="171715"/>
                        <a:pt x="154182" y="209686"/>
                        <a:pt x="128731" y="248052"/>
                      </a:cubicBezTo>
                      <a:cubicBezTo>
                        <a:pt x="115893" y="267167"/>
                        <a:pt x="103227" y="286381"/>
                        <a:pt x="90901" y="305803"/>
                      </a:cubicBezTo>
                      <a:cubicBezTo>
                        <a:pt x="78524" y="325190"/>
                        <a:pt x="66685" y="344905"/>
                        <a:pt x="55390" y="364923"/>
                      </a:cubicBezTo>
                      <a:cubicBezTo>
                        <a:pt x="49759" y="374943"/>
                        <a:pt x="44378" y="385097"/>
                        <a:pt x="39152" y="395329"/>
                      </a:cubicBezTo>
                      <a:cubicBezTo>
                        <a:pt x="33933" y="405566"/>
                        <a:pt x="28952" y="415926"/>
                        <a:pt x="24261" y="426421"/>
                      </a:cubicBezTo>
                      <a:cubicBezTo>
                        <a:pt x="14866" y="447402"/>
                        <a:pt x="6670" y="468936"/>
                        <a:pt x="0" y="490996"/>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76" name="Google Shape;1076;p2"/>
                <p:cNvSpPr/>
                <p:nvPr/>
              </p:nvSpPr>
              <p:spPr>
                <a:xfrm>
                  <a:off x="8184415" y="2080340"/>
                  <a:ext cx="174394" cy="317084"/>
                </a:xfrm>
                <a:custGeom>
                  <a:avLst/>
                  <a:gdLst/>
                  <a:ahLst/>
                  <a:cxnLst/>
                  <a:rect l="l" t="t" r="r" b="b"/>
                  <a:pathLst>
                    <a:path w="174394" h="317084" extrusionOk="0">
                      <a:moveTo>
                        <a:pt x="0" y="317084"/>
                      </a:moveTo>
                      <a:cubicBezTo>
                        <a:pt x="7864" y="303654"/>
                        <a:pt x="16736" y="290823"/>
                        <a:pt x="25829" y="278190"/>
                      </a:cubicBezTo>
                      <a:cubicBezTo>
                        <a:pt x="30406" y="271892"/>
                        <a:pt x="35069" y="265661"/>
                        <a:pt x="39758" y="259450"/>
                      </a:cubicBezTo>
                      <a:cubicBezTo>
                        <a:pt x="44444" y="253236"/>
                        <a:pt x="49231" y="247105"/>
                        <a:pt x="53991" y="240956"/>
                      </a:cubicBezTo>
                      <a:cubicBezTo>
                        <a:pt x="58755" y="234809"/>
                        <a:pt x="63537" y="228680"/>
                        <a:pt x="68351" y="222581"/>
                      </a:cubicBezTo>
                      <a:lnTo>
                        <a:pt x="82698" y="204220"/>
                      </a:lnTo>
                      <a:cubicBezTo>
                        <a:pt x="92240" y="191969"/>
                        <a:pt x="101718" y="179682"/>
                        <a:pt x="110843" y="167155"/>
                      </a:cubicBezTo>
                      <a:cubicBezTo>
                        <a:pt x="120031" y="154675"/>
                        <a:pt x="128891" y="141965"/>
                        <a:pt x="137137" y="128894"/>
                      </a:cubicBezTo>
                      <a:cubicBezTo>
                        <a:pt x="145431" y="115855"/>
                        <a:pt x="153011" y="102367"/>
                        <a:pt x="159302" y="88317"/>
                      </a:cubicBezTo>
                      <a:cubicBezTo>
                        <a:pt x="162429" y="81286"/>
                        <a:pt x="165134" y="74078"/>
                        <a:pt x="167310" y="66719"/>
                      </a:cubicBezTo>
                      <a:cubicBezTo>
                        <a:pt x="168428" y="63046"/>
                        <a:pt x="169299" y="59313"/>
                        <a:pt x="170083" y="55559"/>
                      </a:cubicBezTo>
                      <a:cubicBezTo>
                        <a:pt x="170766" y="51792"/>
                        <a:pt x="171372" y="48002"/>
                        <a:pt x="171633" y="44182"/>
                      </a:cubicBezTo>
                      <a:cubicBezTo>
                        <a:pt x="172001" y="40364"/>
                        <a:pt x="171971" y="36530"/>
                        <a:pt x="171807" y="32701"/>
                      </a:cubicBezTo>
                      <a:lnTo>
                        <a:pt x="171560" y="29837"/>
                      </a:lnTo>
                      <a:cubicBezTo>
                        <a:pt x="171512" y="29359"/>
                        <a:pt x="171493" y="28879"/>
                        <a:pt x="171422" y="28406"/>
                      </a:cubicBezTo>
                      <a:lnTo>
                        <a:pt x="171212" y="26984"/>
                      </a:lnTo>
                      <a:cubicBezTo>
                        <a:pt x="171066" y="26038"/>
                        <a:pt x="170945" y="25082"/>
                        <a:pt x="170780" y="24138"/>
                      </a:cubicBezTo>
                      <a:lnTo>
                        <a:pt x="170195" y="21317"/>
                      </a:lnTo>
                      <a:cubicBezTo>
                        <a:pt x="170090" y="20848"/>
                        <a:pt x="170017" y="20371"/>
                        <a:pt x="169884" y="19909"/>
                      </a:cubicBezTo>
                      <a:lnTo>
                        <a:pt x="169500" y="18519"/>
                      </a:lnTo>
                      <a:cubicBezTo>
                        <a:pt x="169235" y="17595"/>
                        <a:pt x="169006" y="16656"/>
                        <a:pt x="168709" y="15742"/>
                      </a:cubicBezTo>
                      <a:cubicBezTo>
                        <a:pt x="168051" y="13933"/>
                        <a:pt x="167500" y="12077"/>
                        <a:pt x="166688" y="10321"/>
                      </a:cubicBezTo>
                      <a:cubicBezTo>
                        <a:pt x="166307" y="9434"/>
                        <a:pt x="165957" y="8531"/>
                        <a:pt x="165547" y="7654"/>
                      </a:cubicBezTo>
                      <a:lnTo>
                        <a:pt x="164245" y="5059"/>
                      </a:lnTo>
                      <a:cubicBezTo>
                        <a:pt x="164023" y="4629"/>
                        <a:pt x="163819" y="4186"/>
                        <a:pt x="163582" y="3765"/>
                      </a:cubicBezTo>
                      <a:lnTo>
                        <a:pt x="162843" y="2512"/>
                      </a:lnTo>
                      <a:lnTo>
                        <a:pt x="161362" y="0"/>
                      </a:lnTo>
                      <a:cubicBezTo>
                        <a:pt x="165927" y="6280"/>
                        <a:pt x="169585" y="13350"/>
                        <a:pt x="171672" y="20942"/>
                      </a:cubicBezTo>
                      <a:lnTo>
                        <a:pt x="172442" y="23791"/>
                      </a:lnTo>
                      <a:cubicBezTo>
                        <a:pt x="172673" y="24746"/>
                        <a:pt x="172835" y="25718"/>
                        <a:pt x="173036" y="26682"/>
                      </a:cubicBezTo>
                      <a:lnTo>
                        <a:pt x="173322" y="28132"/>
                      </a:lnTo>
                      <a:cubicBezTo>
                        <a:pt x="173418" y="28614"/>
                        <a:pt x="173464" y="29105"/>
                        <a:pt x="173535" y="29592"/>
                      </a:cubicBezTo>
                      <a:lnTo>
                        <a:pt x="173930" y="32523"/>
                      </a:lnTo>
                      <a:cubicBezTo>
                        <a:pt x="174291" y="36443"/>
                        <a:pt x="174513" y="40396"/>
                        <a:pt x="174328" y="44337"/>
                      </a:cubicBezTo>
                      <a:cubicBezTo>
                        <a:pt x="174230" y="48285"/>
                        <a:pt x="173745" y="52203"/>
                        <a:pt x="173192" y="56108"/>
                      </a:cubicBezTo>
                      <a:cubicBezTo>
                        <a:pt x="172536" y="59992"/>
                        <a:pt x="171784" y="63866"/>
                        <a:pt x="170785" y="67675"/>
                      </a:cubicBezTo>
                      <a:cubicBezTo>
                        <a:pt x="168844" y="75308"/>
                        <a:pt x="166217" y="82742"/>
                        <a:pt x="163246" y="90007"/>
                      </a:cubicBezTo>
                      <a:cubicBezTo>
                        <a:pt x="162505" y="91824"/>
                        <a:pt x="161705" y="93616"/>
                        <a:pt x="160937" y="95422"/>
                      </a:cubicBezTo>
                      <a:cubicBezTo>
                        <a:pt x="160139" y="97214"/>
                        <a:pt x="159307" y="98988"/>
                        <a:pt x="158493" y="100774"/>
                      </a:cubicBezTo>
                      <a:cubicBezTo>
                        <a:pt x="157649" y="102543"/>
                        <a:pt x="156769" y="104294"/>
                        <a:pt x="155907" y="106054"/>
                      </a:cubicBezTo>
                      <a:lnTo>
                        <a:pt x="153210" y="111276"/>
                      </a:lnTo>
                      <a:cubicBezTo>
                        <a:pt x="149548" y="118200"/>
                        <a:pt x="145634" y="124978"/>
                        <a:pt x="141554" y="131649"/>
                      </a:cubicBezTo>
                      <a:cubicBezTo>
                        <a:pt x="133345" y="144958"/>
                        <a:pt x="124443" y="157796"/>
                        <a:pt x="115271" y="170405"/>
                      </a:cubicBezTo>
                      <a:cubicBezTo>
                        <a:pt x="106004" y="182946"/>
                        <a:pt x="96474" y="195270"/>
                        <a:pt x="86769" y="207436"/>
                      </a:cubicBezTo>
                      <a:cubicBezTo>
                        <a:pt x="77015" y="219564"/>
                        <a:pt x="67222" y="231645"/>
                        <a:pt x="57326" y="243626"/>
                      </a:cubicBezTo>
                      <a:lnTo>
                        <a:pt x="42575" y="261669"/>
                      </a:lnTo>
                      <a:cubicBezTo>
                        <a:pt x="37657" y="267681"/>
                        <a:pt x="32786" y="273730"/>
                        <a:pt x="27967" y="279816"/>
                      </a:cubicBezTo>
                      <a:cubicBezTo>
                        <a:pt x="18299" y="291966"/>
                        <a:pt x="8881" y="304312"/>
                        <a:pt x="0" y="317084"/>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77" name="Google Shape;1077;p2"/>
                <p:cNvSpPr/>
                <p:nvPr/>
              </p:nvSpPr>
              <p:spPr>
                <a:xfrm>
                  <a:off x="7918206" y="1992456"/>
                  <a:ext cx="278162" cy="320593"/>
                </a:xfrm>
                <a:custGeom>
                  <a:avLst/>
                  <a:gdLst/>
                  <a:ahLst/>
                  <a:cxnLst/>
                  <a:rect l="l" t="t" r="r" b="b"/>
                  <a:pathLst>
                    <a:path w="278162" h="320593" extrusionOk="0">
                      <a:moveTo>
                        <a:pt x="0" y="320594"/>
                      </a:moveTo>
                      <a:cubicBezTo>
                        <a:pt x="9578" y="304601"/>
                        <a:pt x="19308" y="288716"/>
                        <a:pt x="28694" y="272629"/>
                      </a:cubicBezTo>
                      <a:cubicBezTo>
                        <a:pt x="38195" y="256613"/>
                        <a:pt x="47439" y="240454"/>
                        <a:pt x="56526" y="224216"/>
                      </a:cubicBezTo>
                      <a:cubicBezTo>
                        <a:pt x="61077" y="216101"/>
                        <a:pt x="65496" y="207915"/>
                        <a:pt x="69967" y="199758"/>
                      </a:cubicBezTo>
                      <a:lnTo>
                        <a:pt x="76542" y="187453"/>
                      </a:lnTo>
                      <a:lnTo>
                        <a:pt x="82996" y="175085"/>
                      </a:lnTo>
                      <a:cubicBezTo>
                        <a:pt x="91563" y="158578"/>
                        <a:pt x="99873" y="141941"/>
                        <a:pt x="107876" y="125145"/>
                      </a:cubicBezTo>
                      <a:lnTo>
                        <a:pt x="113895" y="112554"/>
                      </a:lnTo>
                      <a:lnTo>
                        <a:pt x="119846" y="99924"/>
                      </a:lnTo>
                      <a:lnTo>
                        <a:pt x="122806" y="93599"/>
                      </a:lnTo>
                      <a:cubicBezTo>
                        <a:pt x="123282" y="92552"/>
                        <a:pt x="123842" y="91473"/>
                        <a:pt x="124365" y="90407"/>
                      </a:cubicBezTo>
                      <a:cubicBezTo>
                        <a:pt x="124902" y="89342"/>
                        <a:pt x="125417" y="88265"/>
                        <a:pt x="125972" y="87214"/>
                      </a:cubicBezTo>
                      <a:cubicBezTo>
                        <a:pt x="128277" y="83046"/>
                        <a:pt x="130672" y="78925"/>
                        <a:pt x="133436" y="75062"/>
                      </a:cubicBezTo>
                      <a:cubicBezTo>
                        <a:pt x="138863" y="67269"/>
                        <a:pt x="145021" y="60024"/>
                        <a:pt x="151763" y="53408"/>
                      </a:cubicBezTo>
                      <a:cubicBezTo>
                        <a:pt x="153473" y="51781"/>
                        <a:pt x="155126" y="50089"/>
                        <a:pt x="156902" y="48537"/>
                      </a:cubicBezTo>
                      <a:lnTo>
                        <a:pt x="159529" y="46166"/>
                      </a:lnTo>
                      <a:cubicBezTo>
                        <a:pt x="160402" y="45373"/>
                        <a:pt x="161321" y="44635"/>
                        <a:pt x="162221" y="43874"/>
                      </a:cubicBezTo>
                      <a:lnTo>
                        <a:pt x="164937" y="41610"/>
                      </a:lnTo>
                      <a:lnTo>
                        <a:pt x="167722" y="39432"/>
                      </a:lnTo>
                      <a:cubicBezTo>
                        <a:pt x="169557" y="37955"/>
                        <a:pt x="171475" y="36586"/>
                        <a:pt x="173370" y="35191"/>
                      </a:cubicBezTo>
                      <a:cubicBezTo>
                        <a:pt x="188604" y="24118"/>
                        <a:pt x="205413" y="15305"/>
                        <a:pt x="223061" y="8928"/>
                      </a:cubicBezTo>
                      <a:cubicBezTo>
                        <a:pt x="225269" y="8134"/>
                        <a:pt x="227512" y="7437"/>
                        <a:pt x="229736" y="6699"/>
                      </a:cubicBezTo>
                      <a:lnTo>
                        <a:pt x="233113" y="5709"/>
                      </a:lnTo>
                      <a:cubicBezTo>
                        <a:pt x="234237" y="5380"/>
                        <a:pt x="235357" y="5037"/>
                        <a:pt x="236498" y="4760"/>
                      </a:cubicBezTo>
                      <a:cubicBezTo>
                        <a:pt x="238770" y="4182"/>
                        <a:pt x="241031" y="3567"/>
                        <a:pt x="243331" y="3101"/>
                      </a:cubicBezTo>
                      <a:cubicBezTo>
                        <a:pt x="244476" y="2858"/>
                        <a:pt x="245617" y="2584"/>
                        <a:pt x="246767" y="2367"/>
                      </a:cubicBezTo>
                      <a:lnTo>
                        <a:pt x="250228" y="1759"/>
                      </a:lnTo>
                      <a:cubicBezTo>
                        <a:pt x="259452" y="138"/>
                        <a:pt x="268868" y="-386"/>
                        <a:pt x="278163" y="284"/>
                      </a:cubicBezTo>
                      <a:lnTo>
                        <a:pt x="274670" y="302"/>
                      </a:lnTo>
                      <a:cubicBezTo>
                        <a:pt x="274087" y="312"/>
                        <a:pt x="273506" y="298"/>
                        <a:pt x="272926" y="323"/>
                      </a:cubicBezTo>
                      <a:lnTo>
                        <a:pt x="271184" y="419"/>
                      </a:lnTo>
                      <a:cubicBezTo>
                        <a:pt x="270022" y="490"/>
                        <a:pt x="268861" y="533"/>
                        <a:pt x="267704" y="629"/>
                      </a:cubicBezTo>
                      <a:lnTo>
                        <a:pt x="264239" y="986"/>
                      </a:lnTo>
                      <a:cubicBezTo>
                        <a:pt x="263082" y="1084"/>
                        <a:pt x="261932" y="1249"/>
                        <a:pt x="260785" y="1418"/>
                      </a:cubicBezTo>
                      <a:cubicBezTo>
                        <a:pt x="259637" y="1585"/>
                        <a:pt x="258487" y="1738"/>
                        <a:pt x="257342" y="1919"/>
                      </a:cubicBezTo>
                      <a:lnTo>
                        <a:pt x="253922" y="2554"/>
                      </a:lnTo>
                      <a:lnTo>
                        <a:pt x="252214" y="2872"/>
                      </a:lnTo>
                      <a:lnTo>
                        <a:pt x="250518" y="3256"/>
                      </a:lnTo>
                      <a:cubicBezTo>
                        <a:pt x="241470" y="5265"/>
                        <a:pt x="232591" y="7979"/>
                        <a:pt x="224014" y="11454"/>
                      </a:cubicBezTo>
                      <a:cubicBezTo>
                        <a:pt x="215421" y="14876"/>
                        <a:pt x="207075" y="18899"/>
                        <a:pt x="199044" y="23457"/>
                      </a:cubicBezTo>
                      <a:cubicBezTo>
                        <a:pt x="198029" y="24008"/>
                        <a:pt x="197039" y="24603"/>
                        <a:pt x="196052" y="25197"/>
                      </a:cubicBezTo>
                      <a:lnTo>
                        <a:pt x="193075" y="26966"/>
                      </a:lnTo>
                      <a:cubicBezTo>
                        <a:pt x="191107" y="28169"/>
                        <a:pt x="189169" y="29424"/>
                        <a:pt x="187219" y="30656"/>
                      </a:cubicBezTo>
                      <a:cubicBezTo>
                        <a:pt x="185314" y="31959"/>
                        <a:pt x="183381" y="33216"/>
                        <a:pt x="181504" y="34554"/>
                      </a:cubicBezTo>
                      <a:lnTo>
                        <a:pt x="178699" y="36577"/>
                      </a:lnTo>
                      <a:lnTo>
                        <a:pt x="177298" y="37587"/>
                      </a:lnTo>
                      <a:lnTo>
                        <a:pt x="175926" y="38641"/>
                      </a:lnTo>
                      <a:cubicBezTo>
                        <a:pt x="174102" y="40049"/>
                        <a:pt x="172257" y="41430"/>
                        <a:pt x="170497" y="42913"/>
                      </a:cubicBezTo>
                      <a:lnTo>
                        <a:pt x="167827" y="45103"/>
                      </a:lnTo>
                      <a:lnTo>
                        <a:pt x="165227" y="47373"/>
                      </a:lnTo>
                      <a:cubicBezTo>
                        <a:pt x="164370" y="48139"/>
                        <a:pt x="163479" y="48869"/>
                        <a:pt x="162640" y="49655"/>
                      </a:cubicBezTo>
                      <a:lnTo>
                        <a:pt x="160112" y="52000"/>
                      </a:lnTo>
                      <a:cubicBezTo>
                        <a:pt x="158399" y="53537"/>
                        <a:pt x="156820" y="55205"/>
                        <a:pt x="155176" y="56810"/>
                      </a:cubicBezTo>
                      <a:cubicBezTo>
                        <a:pt x="148709" y="63332"/>
                        <a:pt x="142850" y="70435"/>
                        <a:pt x="137734" y="78001"/>
                      </a:cubicBezTo>
                      <a:cubicBezTo>
                        <a:pt x="135144" y="81766"/>
                        <a:pt x="132842" y="85705"/>
                        <a:pt x="130663" y="89701"/>
                      </a:cubicBezTo>
                      <a:cubicBezTo>
                        <a:pt x="130137" y="90709"/>
                        <a:pt x="129653" y="91738"/>
                        <a:pt x="129145" y="92755"/>
                      </a:cubicBezTo>
                      <a:cubicBezTo>
                        <a:pt x="128645" y="93781"/>
                        <a:pt x="128133" y="94774"/>
                        <a:pt x="127650" y="95848"/>
                      </a:cubicBezTo>
                      <a:lnTo>
                        <a:pt x="124717" y="102194"/>
                      </a:lnTo>
                      <a:cubicBezTo>
                        <a:pt x="120804" y="110655"/>
                        <a:pt x="116847" y="119101"/>
                        <a:pt x="112832" y="127523"/>
                      </a:cubicBezTo>
                      <a:cubicBezTo>
                        <a:pt x="104710" y="144323"/>
                        <a:pt x="96353" y="161017"/>
                        <a:pt x="87595" y="177499"/>
                      </a:cubicBezTo>
                      <a:cubicBezTo>
                        <a:pt x="78801" y="193963"/>
                        <a:pt x="69739" y="210283"/>
                        <a:pt x="60238" y="226340"/>
                      </a:cubicBezTo>
                      <a:lnTo>
                        <a:pt x="56697" y="232375"/>
                      </a:lnTo>
                      <a:lnTo>
                        <a:pt x="53097" y="238373"/>
                      </a:lnTo>
                      <a:cubicBezTo>
                        <a:pt x="50687" y="242367"/>
                        <a:pt x="48312" y="246379"/>
                        <a:pt x="45853" y="250341"/>
                      </a:cubicBezTo>
                      <a:cubicBezTo>
                        <a:pt x="40922" y="258257"/>
                        <a:pt x="36039" y="266201"/>
                        <a:pt x="30984" y="274037"/>
                      </a:cubicBezTo>
                      <a:cubicBezTo>
                        <a:pt x="20944" y="289749"/>
                        <a:pt x="10593" y="305257"/>
                        <a:pt x="0" y="320594"/>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78" name="Google Shape;1078;p2"/>
                <p:cNvSpPr/>
                <p:nvPr/>
              </p:nvSpPr>
              <p:spPr>
                <a:xfrm>
                  <a:off x="7984493" y="2010894"/>
                  <a:ext cx="236221" cy="231865"/>
                </a:xfrm>
                <a:custGeom>
                  <a:avLst/>
                  <a:gdLst/>
                  <a:ahLst/>
                  <a:cxnLst/>
                  <a:rect l="l" t="t" r="r" b="b"/>
                  <a:pathLst>
                    <a:path w="236221" h="231865" extrusionOk="0">
                      <a:moveTo>
                        <a:pt x="0" y="231866"/>
                      </a:moveTo>
                      <a:cubicBezTo>
                        <a:pt x="14276" y="206839"/>
                        <a:pt x="28379" y="181748"/>
                        <a:pt x="43276" y="157061"/>
                      </a:cubicBezTo>
                      <a:cubicBezTo>
                        <a:pt x="46991" y="150884"/>
                        <a:pt x="50752" y="144730"/>
                        <a:pt x="54617" y="138640"/>
                      </a:cubicBezTo>
                      <a:cubicBezTo>
                        <a:pt x="58469" y="132541"/>
                        <a:pt x="62381" y="126477"/>
                        <a:pt x="66374" y="120458"/>
                      </a:cubicBezTo>
                      <a:cubicBezTo>
                        <a:pt x="74396" y="108449"/>
                        <a:pt x="82813" y="96679"/>
                        <a:pt x="91721" y="85262"/>
                      </a:cubicBezTo>
                      <a:cubicBezTo>
                        <a:pt x="100710" y="73912"/>
                        <a:pt x="110213" y="62924"/>
                        <a:pt x="120539" y="52703"/>
                      </a:cubicBezTo>
                      <a:cubicBezTo>
                        <a:pt x="125719" y="47612"/>
                        <a:pt x="131093" y="42711"/>
                        <a:pt x="136689" y="38061"/>
                      </a:cubicBezTo>
                      <a:lnTo>
                        <a:pt x="140927" y="34625"/>
                      </a:lnTo>
                      <a:cubicBezTo>
                        <a:pt x="142372" y="33519"/>
                        <a:pt x="143799" y="32389"/>
                        <a:pt x="145260" y="31304"/>
                      </a:cubicBezTo>
                      <a:cubicBezTo>
                        <a:pt x="148195" y="29150"/>
                        <a:pt x="151167" y="27047"/>
                        <a:pt x="154211" y="25051"/>
                      </a:cubicBezTo>
                      <a:cubicBezTo>
                        <a:pt x="166357" y="17032"/>
                        <a:pt x="179515" y="10444"/>
                        <a:pt x="193405" y="6114"/>
                      </a:cubicBezTo>
                      <a:cubicBezTo>
                        <a:pt x="207288" y="1807"/>
                        <a:pt x="221811" y="-326"/>
                        <a:pt x="236221" y="40"/>
                      </a:cubicBezTo>
                      <a:cubicBezTo>
                        <a:pt x="221841" y="898"/>
                        <a:pt x="207660" y="3737"/>
                        <a:pt x="194271" y="8670"/>
                      </a:cubicBezTo>
                      <a:cubicBezTo>
                        <a:pt x="187564" y="11091"/>
                        <a:pt x="181056" y="14033"/>
                        <a:pt x="174788" y="17407"/>
                      </a:cubicBezTo>
                      <a:cubicBezTo>
                        <a:pt x="168519" y="20777"/>
                        <a:pt x="162443" y="24503"/>
                        <a:pt x="156623" y="28597"/>
                      </a:cubicBezTo>
                      <a:cubicBezTo>
                        <a:pt x="153706" y="30636"/>
                        <a:pt x="150862" y="32778"/>
                        <a:pt x="148058" y="34968"/>
                      </a:cubicBezTo>
                      <a:lnTo>
                        <a:pt x="143885" y="38301"/>
                      </a:lnTo>
                      <a:lnTo>
                        <a:pt x="139798" y="41739"/>
                      </a:lnTo>
                      <a:cubicBezTo>
                        <a:pt x="134401" y="46389"/>
                        <a:pt x="129218" y="51292"/>
                        <a:pt x="124219" y="56381"/>
                      </a:cubicBezTo>
                      <a:cubicBezTo>
                        <a:pt x="114188" y="66531"/>
                        <a:pt x="104854" y="77385"/>
                        <a:pt x="96040" y="88657"/>
                      </a:cubicBezTo>
                      <a:cubicBezTo>
                        <a:pt x="87149" y="99877"/>
                        <a:pt x="78792" y="111533"/>
                        <a:pt x="70672" y="123365"/>
                      </a:cubicBezTo>
                      <a:cubicBezTo>
                        <a:pt x="62506" y="135170"/>
                        <a:pt x="54720" y="147247"/>
                        <a:pt x="46904" y="159317"/>
                      </a:cubicBezTo>
                      <a:cubicBezTo>
                        <a:pt x="31359" y="183515"/>
                        <a:pt x="16210" y="208037"/>
                        <a:pt x="0" y="231866"/>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79" name="Google Shape;1079;p2"/>
                <p:cNvSpPr/>
                <p:nvPr/>
              </p:nvSpPr>
              <p:spPr>
                <a:xfrm>
                  <a:off x="7955534" y="2039711"/>
                  <a:ext cx="281004" cy="255284"/>
                </a:xfrm>
                <a:custGeom>
                  <a:avLst/>
                  <a:gdLst/>
                  <a:ahLst/>
                  <a:cxnLst/>
                  <a:rect l="l" t="t" r="r" b="b"/>
                  <a:pathLst>
                    <a:path w="281004" h="255284" extrusionOk="0">
                      <a:moveTo>
                        <a:pt x="0" y="255284"/>
                      </a:moveTo>
                      <a:cubicBezTo>
                        <a:pt x="24195" y="234800"/>
                        <a:pt x="48331" y="214301"/>
                        <a:pt x="72286" y="193590"/>
                      </a:cubicBezTo>
                      <a:lnTo>
                        <a:pt x="90228" y="178034"/>
                      </a:lnTo>
                      <a:cubicBezTo>
                        <a:pt x="96195" y="172831"/>
                        <a:pt x="102168" y="167639"/>
                        <a:pt x="108103" y="162400"/>
                      </a:cubicBezTo>
                      <a:cubicBezTo>
                        <a:pt x="120008" y="151966"/>
                        <a:pt x="131914" y="141533"/>
                        <a:pt x="143698" y="130963"/>
                      </a:cubicBezTo>
                      <a:cubicBezTo>
                        <a:pt x="155551" y="120472"/>
                        <a:pt x="167321" y="109888"/>
                        <a:pt x="179046" y="99256"/>
                      </a:cubicBezTo>
                      <a:cubicBezTo>
                        <a:pt x="184926" y="93959"/>
                        <a:pt x="190778" y="88631"/>
                        <a:pt x="196619" y="83290"/>
                      </a:cubicBezTo>
                      <a:lnTo>
                        <a:pt x="214086" y="67211"/>
                      </a:lnTo>
                      <a:lnTo>
                        <a:pt x="222773" y="59123"/>
                      </a:lnTo>
                      <a:lnTo>
                        <a:pt x="231419" y="50991"/>
                      </a:lnTo>
                      <a:cubicBezTo>
                        <a:pt x="237173" y="45560"/>
                        <a:pt x="242908" y="40108"/>
                        <a:pt x="248561" y="34576"/>
                      </a:cubicBezTo>
                      <a:cubicBezTo>
                        <a:pt x="254263" y="29087"/>
                        <a:pt x="259856" y="23493"/>
                        <a:pt x="265366" y="17819"/>
                      </a:cubicBezTo>
                      <a:cubicBezTo>
                        <a:pt x="268127" y="14987"/>
                        <a:pt x="270834" y="12104"/>
                        <a:pt x="273474" y="9162"/>
                      </a:cubicBezTo>
                      <a:cubicBezTo>
                        <a:pt x="274791" y="7690"/>
                        <a:pt x="276128" y="6227"/>
                        <a:pt x="277367" y="4689"/>
                      </a:cubicBezTo>
                      <a:cubicBezTo>
                        <a:pt x="277987" y="3918"/>
                        <a:pt x="278663" y="3189"/>
                        <a:pt x="279235" y="2384"/>
                      </a:cubicBezTo>
                      <a:lnTo>
                        <a:pt x="281004" y="0"/>
                      </a:lnTo>
                      <a:cubicBezTo>
                        <a:pt x="276814" y="6744"/>
                        <a:pt x="271650" y="12833"/>
                        <a:pt x="266488" y="18848"/>
                      </a:cubicBezTo>
                      <a:cubicBezTo>
                        <a:pt x="261294" y="24851"/>
                        <a:pt x="255918" y="30690"/>
                        <a:pt x="250484" y="36471"/>
                      </a:cubicBezTo>
                      <a:cubicBezTo>
                        <a:pt x="245041" y="42243"/>
                        <a:pt x="239491" y="47910"/>
                        <a:pt x="233933" y="53570"/>
                      </a:cubicBezTo>
                      <a:cubicBezTo>
                        <a:pt x="231154" y="56398"/>
                        <a:pt x="228330" y="59182"/>
                        <a:pt x="225523" y="61982"/>
                      </a:cubicBezTo>
                      <a:lnTo>
                        <a:pt x="217040" y="70320"/>
                      </a:lnTo>
                      <a:lnTo>
                        <a:pt x="208511" y="78611"/>
                      </a:lnTo>
                      <a:lnTo>
                        <a:pt x="199899" y="86815"/>
                      </a:lnTo>
                      <a:cubicBezTo>
                        <a:pt x="194136" y="92261"/>
                        <a:pt x="188362" y="97692"/>
                        <a:pt x="182558" y="103094"/>
                      </a:cubicBezTo>
                      <a:cubicBezTo>
                        <a:pt x="170917" y="113861"/>
                        <a:pt x="159156" y="124493"/>
                        <a:pt x="147344" y="135068"/>
                      </a:cubicBezTo>
                      <a:cubicBezTo>
                        <a:pt x="135471" y="145575"/>
                        <a:pt x="123538" y="156013"/>
                        <a:pt x="111495" y="166322"/>
                      </a:cubicBezTo>
                      <a:cubicBezTo>
                        <a:pt x="99416" y="176589"/>
                        <a:pt x="87328" y="186848"/>
                        <a:pt x="75033" y="196859"/>
                      </a:cubicBezTo>
                      <a:cubicBezTo>
                        <a:pt x="50534" y="216973"/>
                        <a:pt x="25603" y="236585"/>
                        <a:pt x="0" y="255284"/>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grpSp>
          <p:nvGrpSpPr>
            <p:cNvPr id="1080" name="Google Shape;1080;p2"/>
            <p:cNvGrpSpPr/>
            <p:nvPr/>
          </p:nvGrpSpPr>
          <p:grpSpPr>
            <a:xfrm>
              <a:off x="6002981" y="1765642"/>
              <a:ext cx="1209830" cy="970831"/>
              <a:chOff x="6002981" y="1765642"/>
              <a:chExt cx="1209830" cy="970831"/>
            </a:xfrm>
          </p:grpSpPr>
          <p:sp>
            <p:nvSpPr>
              <p:cNvPr id="1081" name="Google Shape;1081;p2"/>
              <p:cNvSpPr/>
              <p:nvPr/>
            </p:nvSpPr>
            <p:spPr>
              <a:xfrm>
                <a:off x="6094947" y="1890793"/>
                <a:ext cx="568721" cy="438932"/>
              </a:xfrm>
              <a:custGeom>
                <a:avLst/>
                <a:gdLst/>
                <a:ahLst/>
                <a:cxnLst/>
                <a:rect l="l" t="t" r="r" b="b"/>
                <a:pathLst>
                  <a:path w="568721" h="438932" extrusionOk="0">
                    <a:moveTo>
                      <a:pt x="555148" y="356809"/>
                    </a:moveTo>
                    <a:cubicBezTo>
                      <a:pt x="583479" y="289937"/>
                      <a:pt x="568464" y="239890"/>
                      <a:pt x="500625" y="245696"/>
                    </a:cubicBezTo>
                    <a:cubicBezTo>
                      <a:pt x="432786" y="251503"/>
                      <a:pt x="517240" y="94850"/>
                      <a:pt x="430747" y="97168"/>
                    </a:cubicBezTo>
                    <a:cubicBezTo>
                      <a:pt x="344254" y="99488"/>
                      <a:pt x="285304" y="175605"/>
                      <a:pt x="261878" y="57506"/>
                    </a:cubicBezTo>
                    <a:cubicBezTo>
                      <a:pt x="238451" y="-60594"/>
                      <a:pt x="152506" y="85646"/>
                      <a:pt x="107760" y="26574"/>
                    </a:cubicBezTo>
                    <a:cubicBezTo>
                      <a:pt x="63011" y="-32499"/>
                      <a:pt x="-39253" y="18159"/>
                      <a:pt x="15950" y="69496"/>
                    </a:cubicBezTo>
                    <a:cubicBezTo>
                      <a:pt x="71152" y="120833"/>
                      <a:pt x="120706" y="98807"/>
                      <a:pt x="115987" y="164276"/>
                    </a:cubicBezTo>
                    <a:cubicBezTo>
                      <a:pt x="111269" y="229744"/>
                      <a:pt x="177382" y="291007"/>
                      <a:pt x="241777" y="262080"/>
                    </a:cubicBezTo>
                    <a:cubicBezTo>
                      <a:pt x="306171" y="233153"/>
                      <a:pt x="192516" y="405942"/>
                      <a:pt x="326075" y="359112"/>
                    </a:cubicBezTo>
                    <a:cubicBezTo>
                      <a:pt x="459632" y="312278"/>
                      <a:pt x="377224" y="471139"/>
                      <a:pt x="460257" y="432945"/>
                    </a:cubicBezTo>
                    <a:cubicBezTo>
                      <a:pt x="543284" y="394750"/>
                      <a:pt x="555148" y="356809"/>
                      <a:pt x="555148" y="356809"/>
                    </a:cubicBezTo>
                    <a:close/>
                  </a:path>
                </a:pathLst>
              </a:custGeom>
              <a:solidFill>
                <a:srgbClr val="295E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82" name="Google Shape;1082;p2"/>
              <p:cNvSpPr/>
              <p:nvPr/>
            </p:nvSpPr>
            <p:spPr>
              <a:xfrm>
                <a:off x="6239836" y="1983029"/>
                <a:ext cx="504356" cy="428128"/>
              </a:xfrm>
              <a:custGeom>
                <a:avLst/>
                <a:gdLst/>
                <a:ahLst/>
                <a:cxnLst/>
                <a:rect l="l" t="t" r="r" b="b"/>
                <a:pathLst>
                  <a:path w="504356" h="428128" extrusionOk="0">
                    <a:moveTo>
                      <a:pt x="503194" y="411286"/>
                    </a:moveTo>
                    <a:cubicBezTo>
                      <a:pt x="503194" y="411286"/>
                      <a:pt x="274805" y="139249"/>
                      <a:pt x="0" y="0"/>
                    </a:cubicBezTo>
                    <a:cubicBezTo>
                      <a:pt x="880" y="5925"/>
                      <a:pt x="331740" y="182551"/>
                      <a:pt x="484305" y="428129"/>
                    </a:cubicBezTo>
                    <a:cubicBezTo>
                      <a:pt x="511378" y="417613"/>
                      <a:pt x="503194" y="411286"/>
                      <a:pt x="503194" y="411286"/>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83" name="Google Shape;1083;p2"/>
              <p:cNvSpPr/>
              <p:nvPr/>
            </p:nvSpPr>
            <p:spPr>
              <a:xfrm>
                <a:off x="6271501" y="1765642"/>
                <a:ext cx="477795" cy="532727"/>
              </a:xfrm>
              <a:custGeom>
                <a:avLst/>
                <a:gdLst/>
                <a:ahLst/>
                <a:cxnLst/>
                <a:rect l="l" t="t" r="r" b="b"/>
                <a:pathLst>
                  <a:path w="477795" h="532727" extrusionOk="0">
                    <a:moveTo>
                      <a:pt x="445876" y="485042"/>
                    </a:moveTo>
                    <a:cubicBezTo>
                      <a:pt x="491710" y="428708"/>
                      <a:pt x="491230" y="376457"/>
                      <a:pt x="424458" y="363138"/>
                    </a:cubicBezTo>
                    <a:cubicBezTo>
                      <a:pt x="357686" y="349820"/>
                      <a:pt x="482431" y="222888"/>
                      <a:pt x="398716" y="201027"/>
                    </a:cubicBezTo>
                    <a:cubicBezTo>
                      <a:pt x="314998" y="179164"/>
                      <a:pt x="237180" y="235852"/>
                      <a:pt x="247574" y="115901"/>
                    </a:cubicBezTo>
                    <a:cubicBezTo>
                      <a:pt x="257969" y="-4050"/>
                      <a:pt x="134694" y="112465"/>
                      <a:pt x="108170" y="43265"/>
                    </a:cubicBezTo>
                    <a:cubicBezTo>
                      <a:pt x="81645" y="-25934"/>
                      <a:pt x="-30682" y="-5765"/>
                      <a:pt x="8038" y="58915"/>
                    </a:cubicBezTo>
                    <a:cubicBezTo>
                      <a:pt x="46756" y="123595"/>
                      <a:pt x="100484" y="116244"/>
                      <a:pt x="77718" y="177808"/>
                    </a:cubicBezTo>
                    <a:cubicBezTo>
                      <a:pt x="54951" y="239372"/>
                      <a:pt x="101385" y="316623"/>
                      <a:pt x="171288" y="306777"/>
                    </a:cubicBezTo>
                    <a:cubicBezTo>
                      <a:pt x="241190" y="296931"/>
                      <a:pt x="83908" y="431227"/>
                      <a:pt x="225224" y="423448"/>
                    </a:cubicBezTo>
                    <a:cubicBezTo>
                      <a:pt x="366540" y="415668"/>
                      <a:pt x="243146" y="545289"/>
                      <a:pt x="333530" y="531733"/>
                    </a:cubicBezTo>
                    <a:cubicBezTo>
                      <a:pt x="423916" y="518177"/>
                      <a:pt x="445876" y="485042"/>
                      <a:pt x="445876" y="485042"/>
                    </a:cubicBezTo>
                    <a:close/>
                  </a:path>
                </a:pathLst>
              </a:custGeom>
              <a:solidFill>
                <a:srgbClr val="38792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84" name="Google Shape;1084;p2"/>
              <p:cNvSpPr/>
              <p:nvPr/>
            </p:nvSpPr>
            <p:spPr>
              <a:xfrm>
                <a:off x="6422816" y="1941820"/>
                <a:ext cx="331383" cy="474998"/>
              </a:xfrm>
              <a:custGeom>
                <a:avLst/>
                <a:gdLst/>
                <a:ahLst/>
                <a:cxnLst/>
                <a:rect l="l" t="t" r="r" b="b"/>
                <a:pathLst>
                  <a:path w="331383" h="474998" extrusionOk="0">
                    <a:moveTo>
                      <a:pt x="330716" y="462554"/>
                    </a:moveTo>
                    <a:cubicBezTo>
                      <a:pt x="330716" y="462554"/>
                      <a:pt x="238938" y="194463"/>
                      <a:pt x="1" y="0"/>
                    </a:cubicBezTo>
                    <a:cubicBezTo>
                      <a:pt x="-399" y="5978"/>
                      <a:pt x="211782" y="202610"/>
                      <a:pt x="308679" y="474999"/>
                    </a:cubicBezTo>
                    <a:cubicBezTo>
                      <a:pt x="337368" y="470477"/>
                      <a:pt x="330716" y="462554"/>
                      <a:pt x="330716" y="462554"/>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85" name="Google Shape;1085;p2"/>
              <p:cNvSpPr/>
              <p:nvPr/>
            </p:nvSpPr>
            <p:spPr>
              <a:xfrm>
                <a:off x="6571192" y="2205208"/>
                <a:ext cx="86081" cy="13417"/>
              </a:xfrm>
              <a:custGeom>
                <a:avLst/>
                <a:gdLst/>
                <a:ahLst/>
                <a:cxnLst/>
                <a:rect l="l" t="t" r="r" b="b"/>
                <a:pathLst>
                  <a:path w="86081" h="13417" extrusionOk="0">
                    <a:moveTo>
                      <a:pt x="81304" y="3856"/>
                    </a:moveTo>
                    <a:cubicBezTo>
                      <a:pt x="60385" y="-9366"/>
                      <a:pt x="39184" y="16214"/>
                      <a:pt x="0" y="9363"/>
                    </a:cubicBezTo>
                    <a:cubicBezTo>
                      <a:pt x="36578" y="23011"/>
                      <a:pt x="73125" y="-3219"/>
                      <a:pt x="85537" y="9263"/>
                    </a:cubicBezTo>
                    <a:cubicBezTo>
                      <a:pt x="88000" y="3634"/>
                      <a:pt x="81304" y="3856"/>
                      <a:pt x="81304" y="3856"/>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86" name="Google Shape;1086;p2"/>
              <p:cNvSpPr/>
              <p:nvPr/>
            </p:nvSpPr>
            <p:spPr>
              <a:xfrm>
                <a:off x="6632689" y="2049893"/>
                <a:ext cx="12902" cy="142399"/>
              </a:xfrm>
              <a:custGeom>
                <a:avLst/>
                <a:gdLst/>
                <a:ahLst/>
                <a:cxnLst/>
                <a:rect l="l" t="t" r="r" b="b"/>
                <a:pathLst>
                  <a:path w="12902" h="142399" extrusionOk="0">
                    <a:moveTo>
                      <a:pt x="3338" y="135036"/>
                    </a:moveTo>
                    <a:cubicBezTo>
                      <a:pt x="-9132" y="100751"/>
                      <a:pt x="18092" y="34004"/>
                      <a:pt x="8033" y="0"/>
                    </a:cubicBezTo>
                    <a:cubicBezTo>
                      <a:pt x="17026" y="39484"/>
                      <a:pt x="-6375" y="126507"/>
                      <a:pt x="12902" y="142400"/>
                    </a:cubicBezTo>
                    <a:cubicBezTo>
                      <a:pt x="670" y="141913"/>
                      <a:pt x="3338" y="135036"/>
                      <a:pt x="3338" y="135036"/>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87" name="Google Shape;1087;p2"/>
              <p:cNvSpPr/>
              <p:nvPr/>
            </p:nvSpPr>
            <p:spPr>
              <a:xfrm>
                <a:off x="6472065" y="1864123"/>
                <a:ext cx="18777" cy="142307"/>
              </a:xfrm>
              <a:custGeom>
                <a:avLst/>
                <a:gdLst/>
                <a:ahLst/>
                <a:cxnLst/>
                <a:rect l="l" t="t" r="r" b="b"/>
                <a:pathLst>
                  <a:path w="18777" h="142307" extrusionOk="0">
                    <a:moveTo>
                      <a:pt x="1766" y="134172"/>
                    </a:moveTo>
                    <a:cubicBezTo>
                      <a:pt x="-7794" y="98965"/>
                      <a:pt x="24921" y="34729"/>
                      <a:pt x="17738" y="0"/>
                    </a:cubicBezTo>
                    <a:cubicBezTo>
                      <a:pt x="23396" y="40099"/>
                      <a:pt x="-7202" y="124859"/>
                      <a:pt x="10679" y="142308"/>
                    </a:cubicBezTo>
                    <a:cubicBezTo>
                      <a:pt x="-1467" y="140802"/>
                      <a:pt x="1766" y="134172"/>
                      <a:pt x="1766" y="134172"/>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88" name="Google Shape;1088;p2"/>
              <p:cNvSpPr/>
              <p:nvPr/>
            </p:nvSpPr>
            <p:spPr>
              <a:xfrm>
                <a:off x="6567540" y="2025026"/>
                <a:ext cx="13063" cy="86098"/>
              </a:xfrm>
              <a:custGeom>
                <a:avLst/>
                <a:gdLst/>
                <a:ahLst/>
                <a:cxnLst/>
                <a:rect l="l" t="t" r="r" b="b"/>
                <a:pathLst>
                  <a:path w="13063" h="86098" extrusionOk="0">
                    <a:moveTo>
                      <a:pt x="3965" y="81347"/>
                    </a:moveTo>
                    <a:cubicBezTo>
                      <a:pt x="-9424" y="60536"/>
                      <a:pt x="15983" y="39129"/>
                      <a:pt x="8816" y="0"/>
                    </a:cubicBezTo>
                    <a:cubicBezTo>
                      <a:pt x="22758" y="36466"/>
                      <a:pt x="-3176" y="73223"/>
                      <a:pt x="9406" y="85535"/>
                    </a:cubicBezTo>
                    <a:cubicBezTo>
                      <a:pt x="3798" y="88045"/>
                      <a:pt x="3965" y="81347"/>
                      <a:pt x="3965" y="81347"/>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89" name="Google Shape;1089;p2"/>
              <p:cNvSpPr/>
              <p:nvPr/>
            </p:nvSpPr>
            <p:spPr>
              <a:xfrm>
                <a:off x="6472907" y="2088938"/>
                <a:ext cx="86081" cy="13417"/>
              </a:xfrm>
              <a:custGeom>
                <a:avLst/>
                <a:gdLst/>
                <a:ahLst/>
                <a:cxnLst/>
                <a:rect l="l" t="t" r="r" b="b"/>
                <a:pathLst>
                  <a:path w="86081" h="13417" extrusionOk="0">
                    <a:moveTo>
                      <a:pt x="81304" y="3856"/>
                    </a:moveTo>
                    <a:cubicBezTo>
                      <a:pt x="60385" y="-9366"/>
                      <a:pt x="39184" y="16214"/>
                      <a:pt x="0" y="9363"/>
                    </a:cubicBezTo>
                    <a:cubicBezTo>
                      <a:pt x="36578" y="23011"/>
                      <a:pt x="73125" y="-3219"/>
                      <a:pt x="85538" y="9263"/>
                    </a:cubicBezTo>
                    <a:cubicBezTo>
                      <a:pt x="88000" y="3634"/>
                      <a:pt x="81304" y="3856"/>
                      <a:pt x="81304" y="3856"/>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90" name="Google Shape;1090;p2"/>
              <p:cNvSpPr/>
              <p:nvPr/>
            </p:nvSpPr>
            <p:spPr>
              <a:xfrm>
                <a:off x="6002981" y="2094866"/>
                <a:ext cx="665122" cy="353695"/>
              </a:xfrm>
              <a:custGeom>
                <a:avLst/>
                <a:gdLst/>
                <a:ahLst/>
                <a:cxnLst/>
                <a:rect l="l" t="t" r="r" b="b"/>
                <a:pathLst>
                  <a:path w="665122" h="353695" extrusionOk="0">
                    <a:moveTo>
                      <a:pt x="661665" y="224752"/>
                    </a:moveTo>
                    <a:cubicBezTo>
                      <a:pt x="675529" y="146580"/>
                      <a:pt x="647743" y="101971"/>
                      <a:pt x="577649" y="133849"/>
                    </a:cubicBezTo>
                    <a:cubicBezTo>
                      <a:pt x="507556" y="165725"/>
                      <a:pt x="559094" y="-24344"/>
                      <a:pt x="468511" y="11185"/>
                    </a:cubicBezTo>
                    <a:cubicBezTo>
                      <a:pt x="377928" y="46711"/>
                      <a:pt x="334010" y="145940"/>
                      <a:pt x="281091" y="36072"/>
                    </a:cubicBezTo>
                    <a:cubicBezTo>
                      <a:pt x="228173" y="-73795"/>
                      <a:pt x="172575" y="106365"/>
                      <a:pt x="111301" y="64085"/>
                    </a:cubicBezTo>
                    <a:cubicBezTo>
                      <a:pt x="50027" y="21805"/>
                      <a:pt x="-45619" y="112031"/>
                      <a:pt x="24822" y="142515"/>
                    </a:cubicBezTo>
                    <a:cubicBezTo>
                      <a:pt x="95260" y="172999"/>
                      <a:pt x="142210" y="131815"/>
                      <a:pt x="152890" y="199514"/>
                    </a:cubicBezTo>
                    <a:cubicBezTo>
                      <a:pt x="163570" y="267214"/>
                      <a:pt x="247880" y="303498"/>
                      <a:pt x="308816" y="249674"/>
                    </a:cubicBezTo>
                    <a:cubicBezTo>
                      <a:pt x="369752" y="195850"/>
                      <a:pt x="291303" y="413365"/>
                      <a:pt x="420837" y="314978"/>
                    </a:cubicBezTo>
                    <a:cubicBezTo>
                      <a:pt x="550371" y="216593"/>
                      <a:pt x="501514" y="408098"/>
                      <a:pt x="579874" y="337795"/>
                    </a:cubicBezTo>
                    <a:cubicBezTo>
                      <a:pt x="658236" y="267489"/>
                      <a:pt x="661665" y="224752"/>
                      <a:pt x="661665" y="224752"/>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91" name="Google Shape;1091;p2"/>
              <p:cNvSpPr/>
              <p:nvPr/>
            </p:nvSpPr>
            <p:spPr>
              <a:xfrm>
                <a:off x="6243327" y="2218670"/>
                <a:ext cx="534968" cy="237839"/>
              </a:xfrm>
              <a:custGeom>
                <a:avLst/>
                <a:gdLst/>
                <a:ahLst/>
                <a:cxnLst/>
                <a:rect l="l" t="t" r="r" b="b"/>
                <a:pathLst>
                  <a:path w="534968" h="237839" extrusionOk="0">
                    <a:moveTo>
                      <a:pt x="532967" y="212872"/>
                    </a:moveTo>
                    <a:cubicBezTo>
                      <a:pt x="532967" y="212872"/>
                      <a:pt x="318618" y="27359"/>
                      <a:pt x="0" y="0"/>
                    </a:cubicBezTo>
                    <a:cubicBezTo>
                      <a:pt x="2464" y="5658"/>
                      <a:pt x="296791" y="51620"/>
                      <a:pt x="518026" y="237840"/>
                    </a:cubicBezTo>
                    <a:cubicBezTo>
                      <a:pt x="543030" y="215904"/>
                      <a:pt x="532967" y="212872"/>
                      <a:pt x="532967" y="212872"/>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92" name="Google Shape;1092;p2"/>
              <p:cNvSpPr/>
              <p:nvPr/>
            </p:nvSpPr>
            <p:spPr>
              <a:xfrm>
                <a:off x="6408657" y="2310691"/>
                <a:ext cx="149109" cy="53391"/>
              </a:xfrm>
              <a:custGeom>
                <a:avLst/>
                <a:gdLst/>
                <a:ahLst/>
                <a:cxnLst/>
                <a:rect l="l" t="t" r="r" b="b"/>
                <a:pathLst>
                  <a:path w="149109" h="53391" extrusionOk="0">
                    <a:moveTo>
                      <a:pt x="139547" y="1063"/>
                    </a:moveTo>
                    <a:cubicBezTo>
                      <a:pt x="101396" y="135"/>
                      <a:pt x="37378" y="51911"/>
                      <a:pt x="0" y="53392"/>
                    </a:cubicBezTo>
                    <a:cubicBezTo>
                      <a:pt x="42867" y="48875"/>
                      <a:pt x="128738" y="-6046"/>
                      <a:pt x="149109" y="8426"/>
                    </a:cubicBezTo>
                    <a:cubicBezTo>
                      <a:pt x="146169" y="-4126"/>
                      <a:pt x="139547" y="1063"/>
                      <a:pt x="139547" y="1063"/>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93" name="Google Shape;1093;p2"/>
              <p:cNvSpPr/>
              <p:nvPr/>
            </p:nvSpPr>
            <p:spPr>
              <a:xfrm>
                <a:off x="6212285" y="2238836"/>
                <a:ext cx="146637" cy="65095"/>
              </a:xfrm>
              <a:custGeom>
                <a:avLst/>
                <a:gdLst/>
                <a:ahLst/>
                <a:cxnLst/>
                <a:rect l="l" t="t" r="r" b="b"/>
                <a:pathLst>
                  <a:path w="146637" h="65095" extrusionOk="0">
                    <a:moveTo>
                      <a:pt x="136399" y="1337"/>
                    </a:moveTo>
                    <a:cubicBezTo>
                      <a:pt x="97868" y="3762"/>
                      <a:pt x="37557" y="60364"/>
                      <a:pt x="0" y="65096"/>
                    </a:cubicBezTo>
                    <a:cubicBezTo>
                      <a:pt x="42842" y="56893"/>
                      <a:pt x="124925" y="-4719"/>
                      <a:pt x="146638" y="7751"/>
                    </a:cubicBezTo>
                    <a:cubicBezTo>
                      <a:pt x="142651" y="-4355"/>
                      <a:pt x="136399" y="1337"/>
                      <a:pt x="136399" y="1337"/>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94" name="Google Shape;1094;p2"/>
              <p:cNvSpPr/>
              <p:nvPr/>
            </p:nvSpPr>
            <p:spPr>
              <a:xfrm>
                <a:off x="6369976" y="2271380"/>
                <a:ext cx="89311" cy="34532"/>
              </a:xfrm>
              <a:custGeom>
                <a:avLst/>
                <a:gdLst/>
                <a:ahLst/>
                <a:cxnLst/>
                <a:rect l="l" t="t" r="r" b="b"/>
                <a:pathLst>
                  <a:path w="89311" h="34532" extrusionOk="0">
                    <a:moveTo>
                      <a:pt x="83658" y="851"/>
                    </a:moveTo>
                    <a:cubicBezTo>
                      <a:pt x="59342" y="-5767"/>
                      <a:pt x="42133" y="28187"/>
                      <a:pt x="0" y="34480"/>
                    </a:cubicBezTo>
                    <a:cubicBezTo>
                      <a:pt x="40714" y="36172"/>
                      <a:pt x="73787" y="-3721"/>
                      <a:pt x="89101" y="5041"/>
                    </a:cubicBezTo>
                    <a:cubicBezTo>
                      <a:pt x="90592" y="-1675"/>
                      <a:pt x="83658" y="851"/>
                      <a:pt x="83658" y="851"/>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95" name="Google Shape;1095;p2"/>
              <p:cNvSpPr/>
              <p:nvPr/>
            </p:nvSpPr>
            <p:spPr>
              <a:xfrm>
                <a:off x="6388671" y="2161397"/>
                <a:ext cx="16930" cy="90545"/>
              </a:xfrm>
              <a:custGeom>
                <a:avLst/>
                <a:gdLst/>
                <a:ahLst/>
                <a:cxnLst/>
                <a:rect l="l" t="t" r="r" b="b"/>
                <a:pathLst>
                  <a:path w="16930" h="90545" extrusionOk="0">
                    <a:moveTo>
                      <a:pt x="10461" y="86516"/>
                    </a:moveTo>
                    <a:cubicBezTo>
                      <a:pt x="-7459" y="69398"/>
                      <a:pt x="14930" y="38357"/>
                      <a:pt x="0" y="0"/>
                    </a:cubicBezTo>
                    <a:cubicBezTo>
                      <a:pt x="21482" y="33259"/>
                      <a:pt x="1472" y="80492"/>
                      <a:pt x="16930" y="89021"/>
                    </a:cubicBezTo>
                    <a:cubicBezTo>
                      <a:pt x="11565" y="93559"/>
                      <a:pt x="10461" y="86516"/>
                      <a:pt x="10461" y="86516"/>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96" name="Google Shape;1096;p2"/>
              <p:cNvSpPr/>
              <p:nvPr/>
            </p:nvSpPr>
            <p:spPr>
              <a:xfrm>
                <a:off x="6566133" y="2233891"/>
                <a:ext cx="16930" cy="90545"/>
              </a:xfrm>
              <a:custGeom>
                <a:avLst/>
                <a:gdLst/>
                <a:ahLst/>
                <a:cxnLst/>
                <a:rect l="l" t="t" r="r" b="b"/>
                <a:pathLst>
                  <a:path w="16930" h="90545" extrusionOk="0">
                    <a:moveTo>
                      <a:pt x="10461" y="86516"/>
                    </a:moveTo>
                    <a:cubicBezTo>
                      <a:pt x="-7459" y="69398"/>
                      <a:pt x="14930" y="38357"/>
                      <a:pt x="0" y="0"/>
                    </a:cubicBezTo>
                    <a:cubicBezTo>
                      <a:pt x="21481" y="33259"/>
                      <a:pt x="1472" y="80492"/>
                      <a:pt x="16930" y="89019"/>
                    </a:cubicBezTo>
                    <a:cubicBezTo>
                      <a:pt x="11563" y="93561"/>
                      <a:pt x="10461" y="86516"/>
                      <a:pt x="10461" y="86516"/>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097" name="Google Shape;1097;p2"/>
              <p:cNvSpPr/>
              <p:nvPr/>
            </p:nvSpPr>
            <p:spPr>
              <a:xfrm>
                <a:off x="6643874" y="2267955"/>
                <a:ext cx="568937" cy="468517"/>
              </a:xfrm>
              <a:custGeom>
                <a:avLst/>
                <a:gdLst/>
                <a:ahLst/>
                <a:cxnLst/>
                <a:rect l="l" t="t" r="r" b="b"/>
                <a:pathLst>
                  <a:path w="568937" h="468517" extrusionOk="0">
                    <a:moveTo>
                      <a:pt x="66046" y="434767"/>
                    </a:moveTo>
                    <a:cubicBezTo>
                      <a:pt x="-20840" y="367878"/>
                      <a:pt x="-22173" y="223890"/>
                      <a:pt x="63072" y="113159"/>
                    </a:cubicBezTo>
                    <a:cubicBezTo>
                      <a:pt x="148317" y="2429"/>
                      <a:pt x="287857" y="-33113"/>
                      <a:pt x="374743" y="33775"/>
                    </a:cubicBezTo>
                    <a:cubicBezTo>
                      <a:pt x="419485" y="68218"/>
                      <a:pt x="441476" y="123119"/>
                      <a:pt x="440708" y="183380"/>
                    </a:cubicBezTo>
                    <a:cubicBezTo>
                      <a:pt x="440713" y="183378"/>
                      <a:pt x="440763" y="183353"/>
                      <a:pt x="440763" y="183353"/>
                    </a:cubicBezTo>
                    <a:cubicBezTo>
                      <a:pt x="440742" y="183634"/>
                      <a:pt x="440717" y="183926"/>
                      <a:pt x="440699" y="184210"/>
                    </a:cubicBezTo>
                    <a:cubicBezTo>
                      <a:pt x="440509" y="195896"/>
                      <a:pt x="439478" y="207772"/>
                      <a:pt x="437572" y="219746"/>
                    </a:cubicBezTo>
                    <a:cubicBezTo>
                      <a:pt x="428777" y="308477"/>
                      <a:pt x="413498" y="414442"/>
                      <a:pt x="449612" y="394974"/>
                    </a:cubicBezTo>
                    <a:cubicBezTo>
                      <a:pt x="545375" y="343350"/>
                      <a:pt x="597144" y="326132"/>
                      <a:pt x="552999" y="447605"/>
                    </a:cubicBezTo>
                    <a:cubicBezTo>
                      <a:pt x="569414" y="328040"/>
                      <a:pt x="496592" y="428240"/>
                      <a:pt x="418687" y="449246"/>
                    </a:cubicBezTo>
                    <a:cubicBezTo>
                      <a:pt x="379841" y="459721"/>
                      <a:pt x="422678" y="363711"/>
                      <a:pt x="318211" y="414586"/>
                    </a:cubicBezTo>
                    <a:cubicBezTo>
                      <a:pt x="299388" y="428835"/>
                      <a:pt x="279515" y="440386"/>
                      <a:pt x="259216" y="449093"/>
                    </a:cubicBezTo>
                    <a:cubicBezTo>
                      <a:pt x="257289" y="450360"/>
                      <a:pt x="255371" y="451615"/>
                      <a:pt x="253386" y="452938"/>
                    </a:cubicBezTo>
                    <a:cubicBezTo>
                      <a:pt x="250643" y="453555"/>
                      <a:pt x="248135" y="454022"/>
                      <a:pt x="245575" y="454520"/>
                    </a:cubicBezTo>
                    <a:cubicBezTo>
                      <a:pt x="181809" y="477673"/>
                      <a:pt x="115426" y="472781"/>
                      <a:pt x="66046" y="434767"/>
                    </a:cubicBezTo>
                    <a:close/>
                  </a:path>
                </a:pathLst>
              </a:custGeom>
              <a:solidFill>
                <a:srgbClr val="FF5C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098" name="Google Shape;1098;p2"/>
              <p:cNvGrpSpPr/>
              <p:nvPr/>
            </p:nvGrpSpPr>
            <p:grpSpPr>
              <a:xfrm>
                <a:off x="7015051" y="2517389"/>
                <a:ext cx="197756" cy="200615"/>
                <a:chOff x="7015051" y="2517389"/>
                <a:chExt cx="197756" cy="200615"/>
              </a:xfrm>
            </p:grpSpPr>
            <p:sp>
              <p:nvSpPr>
                <p:cNvPr id="1099" name="Google Shape;1099;p2"/>
                <p:cNvSpPr/>
                <p:nvPr/>
              </p:nvSpPr>
              <p:spPr>
                <a:xfrm>
                  <a:off x="7078384" y="2517389"/>
                  <a:ext cx="2286" cy="4"/>
                </a:xfrm>
                <a:custGeom>
                  <a:avLst/>
                  <a:gdLst/>
                  <a:ahLst/>
                  <a:cxnLst/>
                  <a:rect l="l" t="t" r="r" b="b"/>
                  <a:pathLst>
                    <a:path w="2286" h="4" extrusionOk="0">
                      <a:moveTo>
                        <a:pt x="0" y="0"/>
                      </a:moveTo>
                      <a:lnTo>
                        <a:pt x="0" y="0"/>
                      </a:lnTo>
                      <a:lnTo>
                        <a:pt x="0" y="5"/>
                      </a:lnTo>
                      <a:close/>
                    </a:path>
                  </a:pathLst>
                </a:custGeom>
                <a:solidFill>
                  <a:srgbClr val="FAC5C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00" name="Google Shape;1100;p2"/>
                <p:cNvSpPr/>
                <p:nvPr/>
              </p:nvSpPr>
              <p:spPr>
                <a:xfrm>
                  <a:off x="7015051" y="2523529"/>
                  <a:ext cx="197756" cy="194475"/>
                </a:xfrm>
                <a:custGeom>
                  <a:avLst/>
                  <a:gdLst/>
                  <a:ahLst/>
                  <a:cxnLst/>
                  <a:rect l="l" t="t" r="r" b="b"/>
                  <a:pathLst>
                    <a:path w="197756" h="194475" extrusionOk="0">
                      <a:moveTo>
                        <a:pt x="47505" y="193670"/>
                      </a:moveTo>
                      <a:cubicBezTo>
                        <a:pt x="18000" y="201625"/>
                        <a:pt x="35605" y="148158"/>
                        <a:pt x="0" y="144279"/>
                      </a:cubicBezTo>
                      <a:cubicBezTo>
                        <a:pt x="25466" y="126478"/>
                        <a:pt x="-10431" y="114702"/>
                        <a:pt x="6120" y="102143"/>
                      </a:cubicBezTo>
                      <a:cubicBezTo>
                        <a:pt x="22670" y="89584"/>
                        <a:pt x="36576" y="83229"/>
                        <a:pt x="36126" y="76851"/>
                      </a:cubicBezTo>
                      <a:cubicBezTo>
                        <a:pt x="35675" y="70475"/>
                        <a:pt x="32057" y="54290"/>
                        <a:pt x="41022" y="50475"/>
                      </a:cubicBezTo>
                      <a:cubicBezTo>
                        <a:pt x="49641" y="46808"/>
                        <a:pt x="57324" y="48646"/>
                        <a:pt x="62689" y="0"/>
                      </a:cubicBezTo>
                      <a:cubicBezTo>
                        <a:pt x="54450" y="78769"/>
                        <a:pt x="47099" y="156287"/>
                        <a:pt x="78431" y="139398"/>
                      </a:cubicBezTo>
                      <a:cubicBezTo>
                        <a:pt x="174193" y="87773"/>
                        <a:pt x="225962" y="70555"/>
                        <a:pt x="181817" y="192028"/>
                      </a:cubicBezTo>
                      <a:cubicBezTo>
                        <a:pt x="198235" y="72466"/>
                        <a:pt x="125410" y="172664"/>
                        <a:pt x="47505" y="193670"/>
                      </a:cubicBezTo>
                      <a:close/>
                    </a:path>
                  </a:pathLst>
                </a:custGeom>
                <a:solidFill>
                  <a:srgbClr val="FAC5C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101" name="Google Shape;1101;p2"/>
              <p:cNvSpPr/>
              <p:nvPr/>
            </p:nvSpPr>
            <p:spPr>
              <a:xfrm>
                <a:off x="7013826" y="2370038"/>
                <a:ext cx="37213" cy="39310"/>
              </a:xfrm>
              <a:custGeom>
                <a:avLst/>
                <a:gdLst/>
                <a:ahLst/>
                <a:cxnLst/>
                <a:rect l="l" t="t" r="r" b="b"/>
                <a:pathLst>
                  <a:path w="37213" h="39310" extrusionOk="0">
                    <a:moveTo>
                      <a:pt x="33630" y="15462"/>
                    </a:moveTo>
                    <a:cubicBezTo>
                      <a:pt x="24457" y="-2435"/>
                      <a:pt x="9184" y="-4399"/>
                      <a:pt x="2221" y="7518"/>
                    </a:cubicBezTo>
                    <a:cubicBezTo>
                      <a:pt x="-4742" y="19435"/>
                      <a:pt x="5673" y="35039"/>
                      <a:pt x="19524" y="38558"/>
                    </a:cubicBezTo>
                    <a:cubicBezTo>
                      <a:pt x="33375" y="42073"/>
                      <a:pt x="42667" y="33094"/>
                      <a:pt x="33630" y="15462"/>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02" name="Google Shape;1102;p2"/>
              <p:cNvSpPr/>
              <p:nvPr/>
            </p:nvSpPr>
            <p:spPr>
              <a:xfrm>
                <a:off x="6774737" y="2296446"/>
                <a:ext cx="225818" cy="80240"/>
              </a:xfrm>
              <a:custGeom>
                <a:avLst/>
                <a:gdLst/>
                <a:ahLst/>
                <a:cxnLst/>
                <a:rect l="l" t="t" r="r" b="b"/>
                <a:pathLst>
                  <a:path w="225818" h="80240" extrusionOk="0">
                    <a:moveTo>
                      <a:pt x="30754" y="26916"/>
                    </a:moveTo>
                    <a:cubicBezTo>
                      <a:pt x="77521" y="353"/>
                      <a:pt x="176255" y="-18793"/>
                      <a:pt x="215113" y="30679"/>
                    </a:cubicBezTo>
                    <a:cubicBezTo>
                      <a:pt x="253970" y="80150"/>
                      <a:pt x="177444" y="89466"/>
                      <a:pt x="138706" y="72330"/>
                    </a:cubicBezTo>
                    <a:cubicBezTo>
                      <a:pt x="99967" y="55194"/>
                      <a:pt x="37653" y="54094"/>
                      <a:pt x="14103" y="70220"/>
                    </a:cubicBezTo>
                    <a:cubicBezTo>
                      <a:pt x="-9448" y="86345"/>
                      <a:pt x="-3239" y="46221"/>
                      <a:pt x="30754" y="26916"/>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03" name="Google Shape;1103;p2"/>
              <p:cNvSpPr/>
              <p:nvPr/>
            </p:nvSpPr>
            <p:spPr>
              <a:xfrm>
                <a:off x="6643919" y="2463901"/>
                <a:ext cx="562707" cy="272570"/>
              </a:xfrm>
              <a:custGeom>
                <a:avLst/>
                <a:gdLst/>
                <a:ahLst/>
                <a:cxnLst/>
                <a:rect l="l" t="t" r="r" b="b"/>
                <a:pathLst>
                  <a:path w="562707" h="272570" extrusionOk="0">
                    <a:moveTo>
                      <a:pt x="418637" y="253298"/>
                    </a:moveTo>
                    <a:cubicBezTo>
                      <a:pt x="379791" y="263772"/>
                      <a:pt x="422629" y="167763"/>
                      <a:pt x="318161" y="218638"/>
                    </a:cubicBezTo>
                    <a:cubicBezTo>
                      <a:pt x="299338" y="232886"/>
                      <a:pt x="279466" y="244437"/>
                      <a:pt x="259166" y="253145"/>
                    </a:cubicBezTo>
                    <a:cubicBezTo>
                      <a:pt x="257239" y="254411"/>
                      <a:pt x="255321" y="255666"/>
                      <a:pt x="253337" y="256990"/>
                    </a:cubicBezTo>
                    <a:cubicBezTo>
                      <a:pt x="250593" y="257607"/>
                      <a:pt x="248086" y="258073"/>
                      <a:pt x="245525" y="258572"/>
                    </a:cubicBezTo>
                    <a:cubicBezTo>
                      <a:pt x="181764" y="281727"/>
                      <a:pt x="115383" y="276835"/>
                      <a:pt x="66001" y="238818"/>
                    </a:cubicBezTo>
                    <a:cubicBezTo>
                      <a:pt x="-313" y="187767"/>
                      <a:pt x="-16729" y="91810"/>
                      <a:pt x="17085" y="0"/>
                    </a:cubicBezTo>
                    <a:cubicBezTo>
                      <a:pt x="15408" y="8920"/>
                      <a:pt x="17828" y="274560"/>
                      <a:pt x="200183" y="224474"/>
                    </a:cubicBezTo>
                    <a:cubicBezTo>
                      <a:pt x="389379" y="172506"/>
                      <a:pt x="397981" y="140052"/>
                      <a:pt x="408309" y="196676"/>
                    </a:cubicBezTo>
                    <a:cubicBezTo>
                      <a:pt x="418637" y="253298"/>
                      <a:pt x="607104" y="102177"/>
                      <a:pt x="552951" y="251659"/>
                    </a:cubicBezTo>
                    <a:cubicBezTo>
                      <a:pt x="569367" y="132094"/>
                      <a:pt x="496544" y="232292"/>
                      <a:pt x="418637" y="253298"/>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104" name="Google Shape;1104;p2"/>
              <p:cNvGrpSpPr/>
              <p:nvPr/>
            </p:nvGrpSpPr>
            <p:grpSpPr>
              <a:xfrm>
                <a:off x="6644783" y="2576034"/>
                <a:ext cx="558611" cy="160439"/>
                <a:chOff x="6644783" y="2576034"/>
                <a:chExt cx="558611" cy="160439"/>
              </a:xfrm>
            </p:grpSpPr>
            <p:sp>
              <p:nvSpPr>
                <p:cNvPr id="1105" name="Google Shape;1105;p2"/>
                <p:cNvSpPr/>
                <p:nvPr/>
              </p:nvSpPr>
              <p:spPr>
                <a:xfrm>
                  <a:off x="7044229" y="2651717"/>
                  <a:ext cx="159165" cy="66286"/>
                </a:xfrm>
                <a:custGeom>
                  <a:avLst/>
                  <a:gdLst/>
                  <a:ahLst/>
                  <a:cxnLst/>
                  <a:rect l="l" t="t" r="r" b="b"/>
                  <a:pathLst>
                    <a:path w="159165" h="66286" extrusionOk="0">
                      <a:moveTo>
                        <a:pt x="18327" y="65481"/>
                      </a:moveTo>
                      <a:cubicBezTo>
                        <a:pt x="7578" y="68380"/>
                        <a:pt x="3091" y="63111"/>
                        <a:pt x="0" y="55073"/>
                      </a:cubicBezTo>
                      <a:cubicBezTo>
                        <a:pt x="7212" y="57700"/>
                        <a:pt x="19289" y="54961"/>
                        <a:pt x="38940" y="43712"/>
                      </a:cubicBezTo>
                      <a:cubicBezTo>
                        <a:pt x="95283" y="11459"/>
                        <a:pt x="183975" y="-45083"/>
                        <a:pt x="152641" y="63843"/>
                      </a:cubicBezTo>
                      <a:cubicBezTo>
                        <a:pt x="169057" y="-55722"/>
                        <a:pt x="96234" y="44475"/>
                        <a:pt x="18327" y="65481"/>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06" name="Google Shape;1106;p2"/>
                <p:cNvSpPr/>
                <p:nvPr/>
              </p:nvSpPr>
              <p:spPr>
                <a:xfrm>
                  <a:off x="6644783" y="2576034"/>
                  <a:ext cx="392980" cy="160439"/>
                </a:xfrm>
                <a:custGeom>
                  <a:avLst/>
                  <a:gdLst/>
                  <a:ahLst/>
                  <a:cxnLst/>
                  <a:rect l="l" t="t" r="r" b="b"/>
                  <a:pathLst>
                    <a:path w="392980" h="160439" extrusionOk="0">
                      <a:moveTo>
                        <a:pt x="258302" y="141014"/>
                      </a:moveTo>
                      <a:cubicBezTo>
                        <a:pt x="256375" y="142281"/>
                        <a:pt x="254457" y="143536"/>
                        <a:pt x="252473" y="144859"/>
                      </a:cubicBezTo>
                      <a:cubicBezTo>
                        <a:pt x="249729" y="145476"/>
                        <a:pt x="247222" y="145943"/>
                        <a:pt x="244661" y="146441"/>
                      </a:cubicBezTo>
                      <a:cubicBezTo>
                        <a:pt x="180900" y="169596"/>
                        <a:pt x="114519" y="164704"/>
                        <a:pt x="65137" y="126688"/>
                      </a:cubicBezTo>
                      <a:cubicBezTo>
                        <a:pt x="26143" y="96668"/>
                        <a:pt x="4439" y="51101"/>
                        <a:pt x="0" y="0"/>
                      </a:cubicBezTo>
                      <a:cubicBezTo>
                        <a:pt x="24872" y="101293"/>
                        <a:pt x="153445" y="201641"/>
                        <a:pt x="308896" y="70653"/>
                      </a:cubicBezTo>
                      <a:cubicBezTo>
                        <a:pt x="356883" y="31967"/>
                        <a:pt x="397357" y="45795"/>
                        <a:pt x="392600" y="79946"/>
                      </a:cubicBezTo>
                      <a:cubicBezTo>
                        <a:pt x="391448" y="88217"/>
                        <a:pt x="390243" y="96677"/>
                        <a:pt x="389866" y="104308"/>
                      </a:cubicBezTo>
                      <a:cubicBezTo>
                        <a:pt x="381723" y="90592"/>
                        <a:pt x="364674" y="83432"/>
                        <a:pt x="317297" y="106505"/>
                      </a:cubicBezTo>
                      <a:cubicBezTo>
                        <a:pt x="298474" y="120756"/>
                        <a:pt x="278602" y="132304"/>
                        <a:pt x="258302" y="141014"/>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grpSp>
          <p:nvGrpSpPr>
            <p:cNvPr id="1107" name="Google Shape;1107;p2"/>
            <p:cNvGrpSpPr/>
            <p:nvPr/>
          </p:nvGrpSpPr>
          <p:grpSpPr>
            <a:xfrm>
              <a:off x="8075587" y="2169771"/>
              <a:ext cx="980479" cy="875696"/>
              <a:chOff x="8075587" y="2169771"/>
              <a:chExt cx="980479" cy="875696"/>
            </a:xfrm>
          </p:grpSpPr>
          <p:sp>
            <p:nvSpPr>
              <p:cNvPr id="1108" name="Google Shape;1108;p2"/>
              <p:cNvSpPr/>
              <p:nvPr/>
            </p:nvSpPr>
            <p:spPr>
              <a:xfrm>
                <a:off x="8075587" y="2405664"/>
                <a:ext cx="861054" cy="639800"/>
              </a:xfrm>
              <a:custGeom>
                <a:avLst/>
                <a:gdLst/>
                <a:ahLst/>
                <a:cxnLst/>
                <a:rect l="l" t="t" r="r" b="b"/>
                <a:pathLst>
                  <a:path w="861054" h="639800" extrusionOk="0">
                    <a:moveTo>
                      <a:pt x="840337" y="53130"/>
                    </a:moveTo>
                    <a:cubicBezTo>
                      <a:pt x="730072" y="-104355"/>
                      <a:pt x="508672" y="131738"/>
                      <a:pt x="441048" y="200872"/>
                    </a:cubicBezTo>
                    <a:cubicBezTo>
                      <a:pt x="332717" y="311624"/>
                      <a:pt x="341589" y="547948"/>
                      <a:pt x="199278" y="522055"/>
                    </a:cubicBezTo>
                    <a:cubicBezTo>
                      <a:pt x="56968" y="496161"/>
                      <a:pt x="21446" y="392896"/>
                      <a:pt x="68553" y="337723"/>
                    </a:cubicBezTo>
                    <a:cubicBezTo>
                      <a:pt x="-16513" y="376350"/>
                      <a:pt x="-55485" y="522928"/>
                      <a:pt x="152772" y="612306"/>
                    </a:cubicBezTo>
                    <a:cubicBezTo>
                      <a:pt x="361029" y="701684"/>
                      <a:pt x="472890" y="551208"/>
                      <a:pt x="539712" y="473317"/>
                    </a:cubicBezTo>
                    <a:cubicBezTo>
                      <a:pt x="606534" y="395426"/>
                      <a:pt x="669986" y="334916"/>
                      <a:pt x="772534" y="283348"/>
                    </a:cubicBezTo>
                    <a:cubicBezTo>
                      <a:pt x="875084" y="231781"/>
                      <a:pt x="874750" y="102279"/>
                      <a:pt x="840337" y="53130"/>
                    </a:cubicBezTo>
                    <a:close/>
                  </a:path>
                </a:pathLst>
              </a:custGeom>
              <a:solidFill>
                <a:srgbClr val="FF515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09" name="Google Shape;1109;p2"/>
              <p:cNvSpPr/>
              <p:nvPr/>
            </p:nvSpPr>
            <p:spPr>
              <a:xfrm>
                <a:off x="8785820" y="2405705"/>
                <a:ext cx="150788" cy="219946"/>
              </a:xfrm>
              <a:custGeom>
                <a:avLst/>
                <a:gdLst/>
                <a:ahLst/>
                <a:cxnLst/>
                <a:rect l="l" t="t" r="r" b="b"/>
                <a:pathLst>
                  <a:path w="150788" h="219946" extrusionOk="0">
                    <a:moveTo>
                      <a:pt x="138959" y="120922"/>
                    </a:moveTo>
                    <a:cubicBezTo>
                      <a:pt x="139046" y="129835"/>
                      <a:pt x="145020" y="145661"/>
                      <a:pt x="147968" y="164831"/>
                    </a:cubicBezTo>
                    <a:cubicBezTo>
                      <a:pt x="155638" y="120705"/>
                      <a:pt x="146997" y="77216"/>
                      <a:pt x="130106" y="53089"/>
                    </a:cubicBezTo>
                    <a:cubicBezTo>
                      <a:pt x="99812" y="9822"/>
                      <a:pt x="61121" y="-3695"/>
                      <a:pt x="19541" y="829"/>
                    </a:cubicBezTo>
                    <a:cubicBezTo>
                      <a:pt x="93045" y="15583"/>
                      <a:pt x="35026" y="20237"/>
                      <a:pt x="96104" y="60297"/>
                    </a:cubicBezTo>
                    <a:cubicBezTo>
                      <a:pt x="60293" y="47568"/>
                      <a:pt x="34679" y="100700"/>
                      <a:pt x="0" y="124684"/>
                    </a:cubicBezTo>
                    <a:cubicBezTo>
                      <a:pt x="23384" y="124285"/>
                      <a:pt x="98895" y="92397"/>
                      <a:pt x="111820" y="112596"/>
                    </a:cubicBezTo>
                    <a:cubicBezTo>
                      <a:pt x="124745" y="132795"/>
                      <a:pt x="118772" y="175445"/>
                      <a:pt x="104358" y="219947"/>
                    </a:cubicBezTo>
                    <a:cubicBezTo>
                      <a:pt x="134193" y="188048"/>
                      <a:pt x="138792" y="103790"/>
                      <a:pt x="138959" y="120922"/>
                    </a:cubicBezTo>
                    <a:close/>
                  </a:path>
                </a:pathLst>
              </a:custGeom>
              <a:solidFill>
                <a:srgbClr val="D4D4D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10" name="Google Shape;1110;p2"/>
              <p:cNvSpPr/>
              <p:nvPr/>
            </p:nvSpPr>
            <p:spPr>
              <a:xfrm>
                <a:off x="8595924" y="2439918"/>
                <a:ext cx="298383" cy="189889"/>
              </a:xfrm>
              <a:custGeom>
                <a:avLst/>
                <a:gdLst/>
                <a:ahLst/>
                <a:cxnLst/>
                <a:rect l="l" t="t" r="r" b="b"/>
                <a:pathLst>
                  <a:path w="298383" h="189889" extrusionOk="0">
                    <a:moveTo>
                      <a:pt x="228776" y="3"/>
                    </a:moveTo>
                    <a:cubicBezTo>
                      <a:pt x="151151" y="577"/>
                      <a:pt x="13943" y="47945"/>
                      <a:pt x="1107" y="137823"/>
                    </a:cubicBezTo>
                    <a:cubicBezTo>
                      <a:pt x="-11731" y="227702"/>
                      <a:pt x="90627" y="184088"/>
                      <a:pt x="126665" y="134703"/>
                    </a:cubicBezTo>
                    <a:cubicBezTo>
                      <a:pt x="162704" y="85318"/>
                      <a:pt x="239779" y="38947"/>
                      <a:pt x="280854" y="42095"/>
                    </a:cubicBezTo>
                    <a:cubicBezTo>
                      <a:pt x="321929" y="45243"/>
                      <a:pt x="285195" y="-413"/>
                      <a:pt x="228776" y="3"/>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11" name="Google Shape;1111;p2"/>
              <p:cNvSpPr/>
              <p:nvPr/>
            </p:nvSpPr>
            <p:spPr>
              <a:xfrm>
                <a:off x="8075588" y="2539808"/>
                <a:ext cx="861040" cy="505659"/>
              </a:xfrm>
              <a:custGeom>
                <a:avLst/>
                <a:gdLst/>
                <a:ahLst/>
                <a:cxnLst/>
                <a:rect l="l" t="t" r="r" b="b"/>
                <a:pathLst>
                  <a:path w="861040" h="505659" extrusionOk="0">
                    <a:moveTo>
                      <a:pt x="152773" y="478165"/>
                    </a:moveTo>
                    <a:cubicBezTo>
                      <a:pt x="361030" y="567543"/>
                      <a:pt x="472891" y="417067"/>
                      <a:pt x="539713" y="339176"/>
                    </a:cubicBezTo>
                    <a:cubicBezTo>
                      <a:pt x="606535" y="261285"/>
                      <a:pt x="669988" y="200775"/>
                      <a:pt x="772535" y="149207"/>
                    </a:cubicBezTo>
                    <a:cubicBezTo>
                      <a:pt x="836564" y="117009"/>
                      <a:pt x="860480" y="54434"/>
                      <a:pt x="861040" y="0"/>
                    </a:cubicBezTo>
                    <a:cubicBezTo>
                      <a:pt x="843689" y="118794"/>
                      <a:pt x="641758" y="63738"/>
                      <a:pt x="610003" y="149408"/>
                    </a:cubicBezTo>
                    <a:cubicBezTo>
                      <a:pt x="576824" y="238926"/>
                      <a:pt x="484730" y="417145"/>
                      <a:pt x="353715" y="440647"/>
                    </a:cubicBezTo>
                    <a:cubicBezTo>
                      <a:pt x="225356" y="463672"/>
                      <a:pt x="-92098" y="449030"/>
                      <a:pt x="58661" y="218160"/>
                    </a:cubicBezTo>
                    <a:cubicBezTo>
                      <a:pt x="61406" y="213030"/>
                      <a:pt x="64671" y="208129"/>
                      <a:pt x="68552" y="203582"/>
                    </a:cubicBezTo>
                    <a:cubicBezTo>
                      <a:pt x="-16514" y="242206"/>
                      <a:pt x="-55484" y="388785"/>
                      <a:pt x="152773" y="478165"/>
                    </a:cubicBezTo>
                    <a:close/>
                  </a:path>
                </a:pathLst>
              </a:custGeom>
              <a:solidFill>
                <a:srgbClr val="D4D4D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12" name="Google Shape;1112;p2"/>
              <p:cNvSpPr/>
              <p:nvPr/>
            </p:nvSpPr>
            <p:spPr>
              <a:xfrm>
                <a:off x="8075588" y="2541755"/>
                <a:ext cx="860790" cy="503711"/>
              </a:xfrm>
              <a:custGeom>
                <a:avLst/>
                <a:gdLst/>
                <a:ahLst/>
                <a:cxnLst/>
                <a:rect l="l" t="t" r="r" b="b"/>
                <a:pathLst>
                  <a:path w="860790" h="503711" extrusionOk="0">
                    <a:moveTo>
                      <a:pt x="152773" y="476217"/>
                    </a:moveTo>
                    <a:cubicBezTo>
                      <a:pt x="361030" y="565595"/>
                      <a:pt x="472891" y="415119"/>
                      <a:pt x="539713" y="337228"/>
                    </a:cubicBezTo>
                    <a:cubicBezTo>
                      <a:pt x="606535" y="259337"/>
                      <a:pt x="669987" y="198827"/>
                      <a:pt x="772535" y="147259"/>
                    </a:cubicBezTo>
                    <a:cubicBezTo>
                      <a:pt x="833423" y="116641"/>
                      <a:pt x="858041" y="58547"/>
                      <a:pt x="860791" y="6113"/>
                    </a:cubicBezTo>
                    <a:cubicBezTo>
                      <a:pt x="855252" y="2275"/>
                      <a:pt x="851944" y="0"/>
                      <a:pt x="851944" y="0"/>
                    </a:cubicBezTo>
                    <a:cubicBezTo>
                      <a:pt x="857524" y="87003"/>
                      <a:pt x="791897" y="81297"/>
                      <a:pt x="672740" y="158863"/>
                    </a:cubicBezTo>
                    <a:cubicBezTo>
                      <a:pt x="553582" y="236429"/>
                      <a:pt x="499573" y="407815"/>
                      <a:pt x="380936" y="455591"/>
                    </a:cubicBezTo>
                    <a:cubicBezTo>
                      <a:pt x="262302" y="503366"/>
                      <a:pt x="-119492" y="417863"/>
                      <a:pt x="68554" y="201637"/>
                    </a:cubicBezTo>
                    <a:cubicBezTo>
                      <a:pt x="-16515" y="240259"/>
                      <a:pt x="-55484" y="386837"/>
                      <a:pt x="152773" y="47621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13" name="Google Shape;1113;p2"/>
              <p:cNvSpPr/>
              <p:nvPr/>
            </p:nvSpPr>
            <p:spPr>
              <a:xfrm>
                <a:off x="8782840" y="2169771"/>
                <a:ext cx="273226" cy="447392"/>
              </a:xfrm>
              <a:custGeom>
                <a:avLst/>
                <a:gdLst/>
                <a:ahLst/>
                <a:cxnLst/>
                <a:rect l="l" t="t" r="r" b="b"/>
                <a:pathLst>
                  <a:path w="273226" h="447392" extrusionOk="0">
                    <a:moveTo>
                      <a:pt x="6218" y="221977"/>
                    </a:moveTo>
                    <a:cubicBezTo>
                      <a:pt x="53003" y="218459"/>
                      <a:pt x="85096" y="217028"/>
                      <a:pt x="124233" y="263491"/>
                    </a:cubicBezTo>
                    <a:cubicBezTo>
                      <a:pt x="334268" y="284908"/>
                      <a:pt x="194991" y="32824"/>
                      <a:pt x="123218" y="31837"/>
                    </a:cubicBezTo>
                    <a:cubicBezTo>
                      <a:pt x="150556" y="7536"/>
                      <a:pt x="178413" y="-12411"/>
                      <a:pt x="215798" y="9299"/>
                    </a:cubicBezTo>
                    <a:cubicBezTo>
                      <a:pt x="253184" y="31009"/>
                      <a:pt x="343776" y="278828"/>
                      <a:pt x="171759" y="316258"/>
                    </a:cubicBezTo>
                    <a:cubicBezTo>
                      <a:pt x="194198" y="380833"/>
                      <a:pt x="150887" y="437935"/>
                      <a:pt x="141311" y="447392"/>
                    </a:cubicBezTo>
                    <a:cubicBezTo>
                      <a:pt x="161154" y="404286"/>
                      <a:pt x="139121" y="361734"/>
                      <a:pt x="138957" y="344605"/>
                    </a:cubicBezTo>
                    <a:cubicBezTo>
                      <a:pt x="138790" y="327476"/>
                      <a:pt x="134191" y="411731"/>
                      <a:pt x="104358" y="443630"/>
                    </a:cubicBezTo>
                    <a:cubicBezTo>
                      <a:pt x="118772" y="399131"/>
                      <a:pt x="124745" y="356481"/>
                      <a:pt x="111820" y="336281"/>
                    </a:cubicBezTo>
                    <a:cubicBezTo>
                      <a:pt x="98895" y="316083"/>
                      <a:pt x="23384" y="347970"/>
                      <a:pt x="0" y="348370"/>
                    </a:cubicBezTo>
                    <a:cubicBezTo>
                      <a:pt x="34679" y="324387"/>
                      <a:pt x="60291" y="271254"/>
                      <a:pt x="96104" y="283983"/>
                    </a:cubicBezTo>
                    <a:cubicBezTo>
                      <a:pt x="31654" y="241710"/>
                      <a:pt x="99914" y="238868"/>
                      <a:pt x="6218" y="221977"/>
                    </a:cubicBezTo>
                    <a:close/>
                  </a:path>
                </a:pathLst>
              </a:custGeom>
              <a:solidFill>
                <a:srgbClr val="4EA43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114" name="Google Shape;1114;p2"/>
              <p:cNvGrpSpPr/>
              <p:nvPr/>
            </p:nvGrpSpPr>
            <p:grpSpPr>
              <a:xfrm>
                <a:off x="8782837" y="2193177"/>
                <a:ext cx="272641" cy="423984"/>
                <a:chOff x="8782837" y="2193177"/>
                <a:chExt cx="272641" cy="423984"/>
              </a:xfrm>
            </p:grpSpPr>
            <p:sp>
              <p:nvSpPr>
                <p:cNvPr id="1115" name="Google Shape;1115;p2"/>
                <p:cNvSpPr/>
                <p:nvPr/>
              </p:nvSpPr>
              <p:spPr>
                <a:xfrm>
                  <a:off x="8906057" y="2193177"/>
                  <a:ext cx="113012" cy="174746"/>
                </a:xfrm>
                <a:custGeom>
                  <a:avLst/>
                  <a:gdLst/>
                  <a:ahLst/>
                  <a:cxnLst/>
                  <a:rect l="l" t="t" r="r" b="b"/>
                  <a:pathLst>
                    <a:path w="113012" h="174746" extrusionOk="0">
                      <a:moveTo>
                        <a:pt x="111975" y="174746"/>
                      </a:moveTo>
                      <a:cubicBezTo>
                        <a:pt x="122054" y="110197"/>
                        <a:pt x="56471" y="12269"/>
                        <a:pt x="9809" y="0"/>
                      </a:cubicBezTo>
                      <a:cubicBezTo>
                        <a:pt x="6522" y="2709"/>
                        <a:pt x="3258" y="5532"/>
                        <a:pt x="0" y="8429"/>
                      </a:cubicBezTo>
                      <a:cubicBezTo>
                        <a:pt x="44488" y="9041"/>
                        <a:pt x="114885" y="106121"/>
                        <a:pt x="111975" y="174746"/>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16" name="Google Shape;1116;p2"/>
                <p:cNvSpPr/>
                <p:nvPr/>
              </p:nvSpPr>
              <p:spPr>
                <a:xfrm>
                  <a:off x="8955551" y="2364209"/>
                  <a:ext cx="99927" cy="120966"/>
                </a:xfrm>
                <a:custGeom>
                  <a:avLst/>
                  <a:gdLst/>
                  <a:ahLst/>
                  <a:cxnLst/>
                  <a:rect l="l" t="t" r="r" b="b"/>
                  <a:pathLst>
                    <a:path w="99927" h="120966" extrusionOk="0">
                      <a:moveTo>
                        <a:pt x="99928" y="0"/>
                      </a:moveTo>
                      <a:cubicBezTo>
                        <a:pt x="93573" y="51949"/>
                        <a:pt x="66308" y="97647"/>
                        <a:pt x="0" y="112076"/>
                      </a:cubicBezTo>
                      <a:cubicBezTo>
                        <a:pt x="1038" y="115064"/>
                        <a:pt x="1797" y="118015"/>
                        <a:pt x="2563" y="120966"/>
                      </a:cubicBezTo>
                      <a:cubicBezTo>
                        <a:pt x="70320" y="104731"/>
                        <a:pt x="95934" y="54949"/>
                        <a:pt x="99928"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17" name="Google Shape;1117;p2"/>
                <p:cNvSpPr/>
                <p:nvPr/>
              </p:nvSpPr>
              <p:spPr>
                <a:xfrm>
                  <a:off x="8789057" y="2390233"/>
                  <a:ext cx="90836" cy="53773"/>
                </a:xfrm>
                <a:custGeom>
                  <a:avLst/>
                  <a:gdLst/>
                  <a:ahLst/>
                  <a:cxnLst/>
                  <a:rect l="l" t="t" r="r" b="b"/>
                  <a:pathLst>
                    <a:path w="90836" h="53773" extrusionOk="0">
                      <a:moveTo>
                        <a:pt x="74773" y="52413"/>
                      </a:moveTo>
                      <a:cubicBezTo>
                        <a:pt x="79935" y="51553"/>
                        <a:pt x="85252" y="51789"/>
                        <a:pt x="90837" y="53773"/>
                      </a:cubicBezTo>
                      <a:cubicBezTo>
                        <a:pt x="38522" y="19460"/>
                        <a:pt x="73646" y="11130"/>
                        <a:pt x="38608" y="173"/>
                      </a:cubicBezTo>
                      <a:cubicBezTo>
                        <a:pt x="26659" y="-375"/>
                        <a:pt x="13995" y="461"/>
                        <a:pt x="0" y="1513"/>
                      </a:cubicBezTo>
                      <a:cubicBezTo>
                        <a:pt x="84719" y="16788"/>
                        <a:pt x="37047" y="20581"/>
                        <a:pt x="74773" y="52413"/>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18" name="Google Shape;1118;p2"/>
                <p:cNvSpPr/>
                <p:nvPr/>
              </p:nvSpPr>
              <p:spPr>
                <a:xfrm>
                  <a:off x="8782837" y="2489605"/>
                  <a:ext cx="119893" cy="58238"/>
                </a:xfrm>
                <a:custGeom>
                  <a:avLst/>
                  <a:gdLst/>
                  <a:ahLst/>
                  <a:cxnLst/>
                  <a:rect l="l" t="t" r="r" b="b"/>
                  <a:pathLst>
                    <a:path w="119893" h="58238" extrusionOk="0">
                      <a:moveTo>
                        <a:pt x="112775" y="6700"/>
                      </a:moveTo>
                      <a:cubicBezTo>
                        <a:pt x="101738" y="-10547"/>
                        <a:pt x="45091" y="10171"/>
                        <a:pt x="14207" y="16843"/>
                      </a:cubicBezTo>
                      <a:cubicBezTo>
                        <a:pt x="9613" y="21132"/>
                        <a:pt x="4904" y="25139"/>
                        <a:pt x="0" y="28530"/>
                      </a:cubicBezTo>
                      <a:cubicBezTo>
                        <a:pt x="23384" y="28129"/>
                        <a:pt x="98895" y="-3758"/>
                        <a:pt x="111820" y="16441"/>
                      </a:cubicBezTo>
                      <a:cubicBezTo>
                        <a:pt x="117958" y="26033"/>
                        <a:pt x="119795" y="40725"/>
                        <a:pt x="118529" y="58238"/>
                      </a:cubicBezTo>
                      <a:cubicBezTo>
                        <a:pt x="121325" y="36423"/>
                        <a:pt x="120024" y="18030"/>
                        <a:pt x="112775" y="670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19" name="Google Shape;1119;p2"/>
                <p:cNvSpPr/>
                <p:nvPr/>
              </p:nvSpPr>
              <p:spPr>
                <a:xfrm>
                  <a:off x="8924151" y="2530456"/>
                  <a:ext cx="36553" cy="86705"/>
                </a:xfrm>
                <a:custGeom>
                  <a:avLst/>
                  <a:gdLst/>
                  <a:ahLst/>
                  <a:cxnLst/>
                  <a:rect l="l" t="t" r="r" b="b"/>
                  <a:pathLst>
                    <a:path w="36553" h="86705" extrusionOk="0">
                      <a:moveTo>
                        <a:pt x="5130" y="72226"/>
                      </a:moveTo>
                      <a:cubicBezTo>
                        <a:pt x="3865" y="77024"/>
                        <a:pt x="2231" y="81859"/>
                        <a:pt x="0" y="86706"/>
                      </a:cubicBezTo>
                      <a:cubicBezTo>
                        <a:pt x="7288" y="79509"/>
                        <a:pt x="34043" y="44684"/>
                        <a:pt x="36553" y="0"/>
                      </a:cubicBezTo>
                      <a:cubicBezTo>
                        <a:pt x="31942" y="33856"/>
                        <a:pt x="14489" y="60748"/>
                        <a:pt x="5130" y="72226"/>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20" name="Google Shape;1120;p2"/>
                <p:cNvSpPr/>
                <p:nvPr/>
              </p:nvSpPr>
              <p:spPr>
                <a:xfrm>
                  <a:off x="8887198" y="2502357"/>
                  <a:ext cx="46180" cy="111041"/>
                </a:xfrm>
                <a:custGeom>
                  <a:avLst/>
                  <a:gdLst/>
                  <a:ahLst/>
                  <a:cxnLst/>
                  <a:rect l="l" t="t" r="r" b="b"/>
                  <a:pathLst>
                    <a:path w="46180" h="111041" extrusionOk="0">
                      <a:moveTo>
                        <a:pt x="34599" y="12017"/>
                      </a:moveTo>
                      <a:cubicBezTo>
                        <a:pt x="34720" y="24620"/>
                        <a:pt x="46627" y="50993"/>
                        <a:pt x="45039" y="81212"/>
                      </a:cubicBezTo>
                      <a:cubicBezTo>
                        <a:pt x="50299" y="46997"/>
                        <a:pt x="35689" y="16214"/>
                        <a:pt x="35552" y="2274"/>
                      </a:cubicBezTo>
                      <a:cubicBezTo>
                        <a:pt x="35392" y="-14238"/>
                        <a:pt x="31103" y="63436"/>
                        <a:pt x="4076" y="97632"/>
                      </a:cubicBezTo>
                      <a:cubicBezTo>
                        <a:pt x="2803" y="102074"/>
                        <a:pt x="1456" y="106543"/>
                        <a:pt x="0" y="111042"/>
                      </a:cubicBezTo>
                      <a:cubicBezTo>
                        <a:pt x="29832" y="79143"/>
                        <a:pt x="34432" y="-5114"/>
                        <a:pt x="34599" y="1201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121" name="Google Shape;1121;p2"/>
              <p:cNvSpPr/>
              <p:nvPr/>
            </p:nvSpPr>
            <p:spPr>
              <a:xfrm>
                <a:off x="8527368" y="2629841"/>
                <a:ext cx="46026" cy="62442"/>
              </a:xfrm>
              <a:custGeom>
                <a:avLst/>
                <a:gdLst/>
                <a:ahLst/>
                <a:cxnLst/>
                <a:rect l="l" t="t" r="r" b="b"/>
                <a:pathLst>
                  <a:path w="46026" h="62442" extrusionOk="0">
                    <a:moveTo>
                      <a:pt x="85" y="35811"/>
                    </a:moveTo>
                    <a:cubicBezTo>
                      <a:pt x="-1374" y="6823"/>
                      <a:pt x="16292" y="-6660"/>
                      <a:pt x="33602" y="3204"/>
                    </a:cubicBezTo>
                    <a:cubicBezTo>
                      <a:pt x="50909" y="13068"/>
                      <a:pt x="49158" y="40088"/>
                      <a:pt x="34388" y="54486"/>
                    </a:cubicBezTo>
                    <a:cubicBezTo>
                      <a:pt x="19621" y="68883"/>
                      <a:pt x="1522" y="64368"/>
                      <a:pt x="85" y="35811"/>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22" name="Google Shape;1122;p2"/>
              <p:cNvSpPr/>
              <p:nvPr/>
            </p:nvSpPr>
            <p:spPr>
              <a:xfrm>
                <a:off x="8908158" y="2414421"/>
                <a:ext cx="107732" cy="38591"/>
              </a:xfrm>
              <a:custGeom>
                <a:avLst/>
                <a:gdLst/>
                <a:ahLst/>
                <a:cxnLst/>
                <a:rect l="l" t="t" r="r" b="b"/>
                <a:pathLst>
                  <a:path w="107732" h="38591" extrusionOk="0">
                    <a:moveTo>
                      <a:pt x="107732" y="0"/>
                    </a:moveTo>
                    <a:cubicBezTo>
                      <a:pt x="39964" y="29000"/>
                      <a:pt x="48557" y="43201"/>
                      <a:pt x="0" y="28481"/>
                    </a:cubicBezTo>
                    <a:cubicBezTo>
                      <a:pt x="34075" y="58055"/>
                      <a:pt x="89860" y="14788"/>
                      <a:pt x="107732"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123" name="Google Shape;1123;p2"/>
            <p:cNvGrpSpPr/>
            <p:nvPr/>
          </p:nvGrpSpPr>
          <p:grpSpPr>
            <a:xfrm>
              <a:off x="5098241" y="2712667"/>
              <a:ext cx="1356918" cy="1454279"/>
              <a:chOff x="5098241" y="2712667"/>
              <a:chExt cx="1356918" cy="1454279"/>
            </a:xfrm>
          </p:grpSpPr>
          <p:grpSp>
            <p:nvGrpSpPr>
              <p:cNvPr id="1124" name="Google Shape;1124;p2"/>
              <p:cNvGrpSpPr/>
              <p:nvPr/>
            </p:nvGrpSpPr>
            <p:grpSpPr>
              <a:xfrm>
                <a:off x="5269632" y="2712667"/>
                <a:ext cx="1185527" cy="1150519"/>
                <a:chOff x="5269632" y="2712667"/>
                <a:chExt cx="1185527" cy="1150519"/>
              </a:xfrm>
            </p:grpSpPr>
            <p:sp>
              <p:nvSpPr>
                <p:cNvPr id="1125" name="Google Shape;1125;p2"/>
                <p:cNvSpPr/>
                <p:nvPr/>
              </p:nvSpPr>
              <p:spPr>
                <a:xfrm>
                  <a:off x="5269632" y="2751376"/>
                  <a:ext cx="1182580" cy="1111809"/>
                </a:xfrm>
                <a:custGeom>
                  <a:avLst/>
                  <a:gdLst/>
                  <a:ahLst/>
                  <a:cxnLst/>
                  <a:rect l="l" t="t" r="r" b="b"/>
                  <a:pathLst>
                    <a:path w="1182580" h="1111809" extrusionOk="0">
                      <a:moveTo>
                        <a:pt x="75512" y="19110"/>
                      </a:moveTo>
                      <a:lnTo>
                        <a:pt x="88860" y="130614"/>
                      </a:lnTo>
                      <a:cubicBezTo>
                        <a:pt x="92151" y="158105"/>
                        <a:pt x="84651" y="185078"/>
                        <a:pt x="68078" y="206288"/>
                      </a:cubicBezTo>
                      <a:cubicBezTo>
                        <a:pt x="11778" y="278333"/>
                        <a:pt x="-87533" y="476163"/>
                        <a:pt x="159346" y="789410"/>
                      </a:cubicBezTo>
                      <a:cubicBezTo>
                        <a:pt x="632173" y="1389338"/>
                        <a:pt x="1180009" y="992109"/>
                        <a:pt x="1182580" y="864667"/>
                      </a:cubicBezTo>
                      <a:lnTo>
                        <a:pt x="1154794" y="831134"/>
                      </a:lnTo>
                      <a:cubicBezTo>
                        <a:pt x="268793" y="950035"/>
                        <a:pt x="329082" y="263822"/>
                        <a:pt x="160283" y="186984"/>
                      </a:cubicBezTo>
                      <a:cubicBezTo>
                        <a:pt x="138111" y="104170"/>
                        <a:pt x="161118" y="8261"/>
                        <a:pt x="152680" y="1247"/>
                      </a:cubicBezTo>
                      <a:cubicBezTo>
                        <a:pt x="144240" y="-5769"/>
                        <a:pt x="75512" y="19110"/>
                        <a:pt x="75512" y="19110"/>
                      </a:cubicBezTo>
                      <a:close/>
                    </a:path>
                  </a:pathLst>
                </a:custGeom>
                <a:solidFill>
                  <a:srgbClr val="FFCC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26" name="Google Shape;1126;p2"/>
                <p:cNvSpPr/>
                <p:nvPr/>
              </p:nvSpPr>
              <p:spPr>
                <a:xfrm>
                  <a:off x="5297343" y="2751379"/>
                  <a:ext cx="173374" cy="274519"/>
                </a:xfrm>
                <a:custGeom>
                  <a:avLst/>
                  <a:gdLst/>
                  <a:ahLst/>
                  <a:cxnLst/>
                  <a:rect l="l" t="t" r="r" b="b"/>
                  <a:pathLst>
                    <a:path w="173374" h="274519" extrusionOk="0">
                      <a:moveTo>
                        <a:pt x="37870" y="209528"/>
                      </a:moveTo>
                      <a:cubicBezTo>
                        <a:pt x="37150" y="210477"/>
                        <a:pt x="36423" y="211448"/>
                        <a:pt x="35691" y="212436"/>
                      </a:cubicBezTo>
                      <a:cubicBezTo>
                        <a:pt x="35575" y="212596"/>
                        <a:pt x="35456" y="212754"/>
                        <a:pt x="35339" y="212911"/>
                      </a:cubicBezTo>
                      <a:cubicBezTo>
                        <a:pt x="34619" y="213887"/>
                        <a:pt x="33895" y="214886"/>
                        <a:pt x="33165" y="215901"/>
                      </a:cubicBezTo>
                      <a:cubicBezTo>
                        <a:pt x="33040" y="216075"/>
                        <a:pt x="32916" y="216251"/>
                        <a:pt x="32790" y="216425"/>
                      </a:cubicBezTo>
                      <a:cubicBezTo>
                        <a:pt x="32052" y="217456"/>
                        <a:pt x="31311" y="218505"/>
                        <a:pt x="30568" y="219575"/>
                      </a:cubicBezTo>
                      <a:cubicBezTo>
                        <a:pt x="30468" y="219721"/>
                        <a:pt x="30365" y="219870"/>
                        <a:pt x="30264" y="220016"/>
                      </a:cubicBezTo>
                      <a:cubicBezTo>
                        <a:pt x="29489" y="221134"/>
                        <a:pt x="28710" y="222270"/>
                        <a:pt x="27930" y="223432"/>
                      </a:cubicBezTo>
                      <a:cubicBezTo>
                        <a:pt x="27891" y="223491"/>
                        <a:pt x="27853" y="223550"/>
                        <a:pt x="27814" y="223608"/>
                      </a:cubicBezTo>
                      <a:cubicBezTo>
                        <a:pt x="27037" y="224764"/>
                        <a:pt x="26257" y="225942"/>
                        <a:pt x="25475" y="227139"/>
                      </a:cubicBezTo>
                      <a:cubicBezTo>
                        <a:pt x="25404" y="227247"/>
                        <a:pt x="25333" y="227354"/>
                        <a:pt x="25263" y="227462"/>
                      </a:cubicBezTo>
                      <a:cubicBezTo>
                        <a:pt x="24492" y="228646"/>
                        <a:pt x="23720" y="229853"/>
                        <a:pt x="22947" y="231078"/>
                      </a:cubicBezTo>
                      <a:cubicBezTo>
                        <a:pt x="22833" y="231261"/>
                        <a:pt x="22716" y="231442"/>
                        <a:pt x="22602" y="231627"/>
                      </a:cubicBezTo>
                      <a:cubicBezTo>
                        <a:pt x="21850" y="232825"/>
                        <a:pt x="21095" y="234043"/>
                        <a:pt x="20343" y="235278"/>
                      </a:cubicBezTo>
                      <a:cubicBezTo>
                        <a:pt x="20213" y="235493"/>
                        <a:pt x="20080" y="235710"/>
                        <a:pt x="19950" y="235924"/>
                      </a:cubicBezTo>
                      <a:cubicBezTo>
                        <a:pt x="19198" y="237166"/>
                        <a:pt x="18446" y="238423"/>
                        <a:pt x="17696" y="239701"/>
                      </a:cubicBezTo>
                      <a:cubicBezTo>
                        <a:pt x="17577" y="239902"/>
                        <a:pt x="17460" y="240106"/>
                        <a:pt x="17342" y="240309"/>
                      </a:cubicBezTo>
                      <a:cubicBezTo>
                        <a:pt x="16571" y="241628"/>
                        <a:pt x="15801" y="242963"/>
                        <a:pt x="15033" y="244323"/>
                      </a:cubicBezTo>
                      <a:cubicBezTo>
                        <a:pt x="14962" y="244449"/>
                        <a:pt x="14891" y="244577"/>
                        <a:pt x="14820" y="244703"/>
                      </a:cubicBezTo>
                      <a:cubicBezTo>
                        <a:pt x="14036" y="246093"/>
                        <a:pt x="13254" y="247503"/>
                        <a:pt x="12477" y="248934"/>
                      </a:cubicBezTo>
                      <a:cubicBezTo>
                        <a:pt x="12443" y="248998"/>
                        <a:pt x="12408" y="249060"/>
                        <a:pt x="12372" y="249124"/>
                      </a:cubicBezTo>
                      <a:cubicBezTo>
                        <a:pt x="11595" y="250555"/>
                        <a:pt x="10822" y="252013"/>
                        <a:pt x="10052" y="253486"/>
                      </a:cubicBezTo>
                      <a:cubicBezTo>
                        <a:pt x="9949" y="253685"/>
                        <a:pt x="9844" y="253881"/>
                        <a:pt x="9741" y="254080"/>
                      </a:cubicBezTo>
                      <a:cubicBezTo>
                        <a:pt x="9002" y="255499"/>
                        <a:pt x="8266" y="256942"/>
                        <a:pt x="7535" y="258401"/>
                      </a:cubicBezTo>
                      <a:cubicBezTo>
                        <a:pt x="7409" y="258652"/>
                        <a:pt x="7283" y="258903"/>
                        <a:pt x="7157" y="259155"/>
                      </a:cubicBezTo>
                      <a:cubicBezTo>
                        <a:pt x="6435" y="260609"/>
                        <a:pt x="5715" y="262079"/>
                        <a:pt x="5002" y="263569"/>
                      </a:cubicBezTo>
                      <a:cubicBezTo>
                        <a:pt x="4883" y="263818"/>
                        <a:pt x="4764" y="264068"/>
                        <a:pt x="4645" y="264317"/>
                      </a:cubicBezTo>
                      <a:cubicBezTo>
                        <a:pt x="3918" y="265841"/>
                        <a:pt x="3198" y="267382"/>
                        <a:pt x="2485" y="268946"/>
                      </a:cubicBezTo>
                      <a:cubicBezTo>
                        <a:pt x="2400" y="269133"/>
                        <a:pt x="2316" y="269321"/>
                        <a:pt x="2231" y="269508"/>
                      </a:cubicBezTo>
                      <a:cubicBezTo>
                        <a:pt x="1481" y="271156"/>
                        <a:pt x="738" y="272823"/>
                        <a:pt x="2" y="274514"/>
                      </a:cubicBezTo>
                      <a:cubicBezTo>
                        <a:pt x="2" y="274514"/>
                        <a:pt x="2" y="274517"/>
                        <a:pt x="0" y="274519"/>
                      </a:cubicBezTo>
                      <a:cubicBezTo>
                        <a:pt x="54576" y="196939"/>
                        <a:pt x="13974" y="268448"/>
                        <a:pt x="47755" y="237861"/>
                      </a:cubicBezTo>
                      <a:cubicBezTo>
                        <a:pt x="81535" y="207274"/>
                        <a:pt x="69856" y="148784"/>
                        <a:pt x="91904" y="218204"/>
                      </a:cubicBezTo>
                      <a:cubicBezTo>
                        <a:pt x="113953" y="287622"/>
                        <a:pt x="113328" y="230203"/>
                        <a:pt x="136794" y="216123"/>
                      </a:cubicBezTo>
                      <a:cubicBezTo>
                        <a:pt x="146427" y="210344"/>
                        <a:pt x="160329" y="214507"/>
                        <a:pt x="173375" y="221420"/>
                      </a:cubicBezTo>
                      <a:cubicBezTo>
                        <a:pt x="161056" y="205706"/>
                        <a:pt x="147740" y="193885"/>
                        <a:pt x="132577" y="186984"/>
                      </a:cubicBezTo>
                      <a:cubicBezTo>
                        <a:pt x="110405" y="104169"/>
                        <a:pt x="133411" y="8260"/>
                        <a:pt x="124973" y="1246"/>
                      </a:cubicBezTo>
                      <a:cubicBezTo>
                        <a:pt x="116533" y="-5767"/>
                        <a:pt x="47805" y="19111"/>
                        <a:pt x="47805" y="19111"/>
                      </a:cubicBezTo>
                      <a:lnTo>
                        <a:pt x="61153" y="130618"/>
                      </a:lnTo>
                      <a:cubicBezTo>
                        <a:pt x="64445" y="158109"/>
                        <a:pt x="56944" y="185082"/>
                        <a:pt x="40371" y="206291"/>
                      </a:cubicBezTo>
                      <a:cubicBezTo>
                        <a:pt x="39630" y="207240"/>
                        <a:pt x="38880" y="208214"/>
                        <a:pt x="38126" y="209206"/>
                      </a:cubicBezTo>
                      <a:cubicBezTo>
                        <a:pt x="38039" y="209311"/>
                        <a:pt x="37954" y="209418"/>
                        <a:pt x="37870" y="209528"/>
                      </a:cubicBezTo>
                      <a:close/>
                    </a:path>
                  </a:pathLst>
                </a:custGeom>
                <a:solidFill>
                  <a:srgbClr val="FFEDB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27" name="Google Shape;1127;p2"/>
                <p:cNvSpPr/>
                <p:nvPr/>
              </p:nvSpPr>
              <p:spPr>
                <a:xfrm>
                  <a:off x="6422660" y="3580546"/>
                  <a:ext cx="32499" cy="38415"/>
                </a:xfrm>
                <a:custGeom>
                  <a:avLst/>
                  <a:gdLst/>
                  <a:ahLst/>
                  <a:cxnLst/>
                  <a:rect l="l" t="t" r="r" b="b"/>
                  <a:pathLst>
                    <a:path w="32499" h="38415" extrusionOk="0">
                      <a:moveTo>
                        <a:pt x="1768" y="1963"/>
                      </a:moveTo>
                      <a:cubicBezTo>
                        <a:pt x="-6663" y="12931"/>
                        <a:pt x="17137" y="39344"/>
                        <a:pt x="29406" y="38391"/>
                      </a:cubicBezTo>
                      <a:cubicBezTo>
                        <a:pt x="34885" y="37700"/>
                        <a:pt x="31470" y="33579"/>
                        <a:pt x="31214" y="30627"/>
                      </a:cubicBezTo>
                      <a:cubicBezTo>
                        <a:pt x="30956" y="27674"/>
                        <a:pt x="5163" y="-8740"/>
                        <a:pt x="1768" y="1963"/>
                      </a:cubicBezTo>
                      <a:close/>
                    </a:path>
                  </a:pathLst>
                </a:custGeom>
                <a:solidFill>
                  <a:srgbClr val="4D43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28" name="Google Shape;1128;p2"/>
                <p:cNvSpPr/>
                <p:nvPr/>
              </p:nvSpPr>
              <p:spPr>
                <a:xfrm>
                  <a:off x="5336598" y="2712667"/>
                  <a:ext cx="92451" cy="71315"/>
                </a:xfrm>
                <a:custGeom>
                  <a:avLst/>
                  <a:gdLst/>
                  <a:ahLst/>
                  <a:cxnLst/>
                  <a:rect l="l" t="t" r="r" b="b"/>
                  <a:pathLst>
                    <a:path w="92451" h="71315" extrusionOk="0">
                      <a:moveTo>
                        <a:pt x="10162" y="71315"/>
                      </a:moveTo>
                      <a:cubicBezTo>
                        <a:pt x="28603" y="57711"/>
                        <a:pt x="27590" y="63888"/>
                        <a:pt x="50914" y="66668"/>
                      </a:cubicBezTo>
                      <a:cubicBezTo>
                        <a:pt x="74240" y="69447"/>
                        <a:pt x="87657" y="51893"/>
                        <a:pt x="87657" y="51893"/>
                      </a:cubicBezTo>
                      <a:cubicBezTo>
                        <a:pt x="87657" y="51893"/>
                        <a:pt x="95960" y="35407"/>
                        <a:pt x="90713" y="30131"/>
                      </a:cubicBezTo>
                      <a:cubicBezTo>
                        <a:pt x="85465" y="24854"/>
                        <a:pt x="56769" y="-9778"/>
                        <a:pt x="41697" y="2689"/>
                      </a:cubicBezTo>
                      <a:cubicBezTo>
                        <a:pt x="26628" y="15157"/>
                        <a:pt x="-1348" y="32136"/>
                        <a:pt x="51" y="45451"/>
                      </a:cubicBezTo>
                      <a:cubicBezTo>
                        <a:pt x="1450" y="58767"/>
                        <a:pt x="10162" y="71315"/>
                        <a:pt x="10162" y="71315"/>
                      </a:cubicBezTo>
                      <a:close/>
                    </a:path>
                  </a:pathLst>
                </a:custGeom>
                <a:solidFill>
                  <a:srgbClr val="4D43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29" name="Google Shape;1129;p2"/>
                <p:cNvSpPr/>
                <p:nvPr/>
              </p:nvSpPr>
              <p:spPr>
                <a:xfrm>
                  <a:off x="5501107" y="3027288"/>
                  <a:ext cx="882132" cy="633710"/>
                </a:xfrm>
                <a:custGeom>
                  <a:avLst/>
                  <a:gdLst/>
                  <a:ahLst/>
                  <a:cxnLst/>
                  <a:rect l="l" t="t" r="r" b="b"/>
                  <a:pathLst>
                    <a:path w="882132" h="633710" extrusionOk="0">
                      <a:moveTo>
                        <a:pt x="425399" y="518492"/>
                      </a:moveTo>
                      <a:cubicBezTo>
                        <a:pt x="139516" y="407971"/>
                        <a:pt x="75026" y="143216"/>
                        <a:pt x="2772" y="0"/>
                      </a:cubicBezTo>
                      <a:cubicBezTo>
                        <a:pt x="-9750" y="69174"/>
                        <a:pt x="14273" y="306598"/>
                        <a:pt x="198214" y="475061"/>
                      </a:cubicBezTo>
                      <a:cubicBezTo>
                        <a:pt x="416189" y="674695"/>
                        <a:pt x="860704" y="665295"/>
                        <a:pt x="882133" y="560278"/>
                      </a:cubicBezTo>
                      <a:lnTo>
                        <a:pt x="882133" y="560278"/>
                      </a:lnTo>
                      <a:cubicBezTo>
                        <a:pt x="679065" y="582862"/>
                        <a:pt x="533296" y="563063"/>
                        <a:pt x="425399" y="518492"/>
                      </a:cubicBezTo>
                      <a:close/>
                    </a:path>
                  </a:pathLst>
                </a:custGeom>
                <a:solidFill>
                  <a:srgbClr val="FFD73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0" name="Google Shape;1130;p2"/>
                <p:cNvSpPr/>
                <p:nvPr/>
              </p:nvSpPr>
              <p:spPr>
                <a:xfrm>
                  <a:off x="5283033" y="3266170"/>
                  <a:ext cx="1169028" cy="597016"/>
                </a:xfrm>
                <a:custGeom>
                  <a:avLst/>
                  <a:gdLst/>
                  <a:ahLst/>
                  <a:cxnLst/>
                  <a:rect l="l" t="t" r="r" b="b"/>
                  <a:pathLst>
                    <a:path w="1169028" h="597016" extrusionOk="0">
                      <a:moveTo>
                        <a:pt x="1169028" y="352766"/>
                      </a:moveTo>
                      <a:cubicBezTo>
                        <a:pt x="637008" y="851188"/>
                        <a:pt x="97999" y="350997"/>
                        <a:pt x="0" y="0"/>
                      </a:cubicBezTo>
                      <a:cubicBezTo>
                        <a:pt x="19749" y="78433"/>
                        <a:pt x="63574" y="170097"/>
                        <a:pt x="145947" y="274613"/>
                      </a:cubicBezTo>
                      <a:cubicBezTo>
                        <a:pt x="615250" y="870074"/>
                        <a:pt x="1158444" y="483183"/>
                        <a:pt x="1169028" y="352766"/>
                      </a:cubicBezTo>
                      <a:close/>
                    </a:path>
                  </a:pathLst>
                </a:custGeom>
                <a:solidFill>
                  <a:srgbClr val="FFEDB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1" name="Google Shape;1131;p2"/>
                <p:cNvSpPr/>
                <p:nvPr/>
              </p:nvSpPr>
              <p:spPr>
                <a:xfrm>
                  <a:off x="5269638" y="3150771"/>
                  <a:ext cx="987656" cy="712410"/>
                </a:xfrm>
                <a:custGeom>
                  <a:avLst/>
                  <a:gdLst/>
                  <a:ahLst/>
                  <a:cxnLst/>
                  <a:rect l="l" t="t" r="r" b="b"/>
                  <a:pathLst>
                    <a:path w="987656" h="712410" extrusionOk="0">
                      <a:moveTo>
                        <a:pt x="987656" y="653129"/>
                      </a:moveTo>
                      <a:cubicBezTo>
                        <a:pt x="391572" y="768537"/>
                        <a:pt x="11381" y="226675"/>
                        <a:pt x="189" y="0"/>
                      </a:cubicBezTo>
                      <a:cubicBezTo>
                        <a:pt x="-2955" y="98602"/>
                        <a:pt x="32499" y="229073"/>
                        <a:pt x="159342" y="390014"/>
                      </a:cubicBezTo>
                      <a:cubicBezTo>
                        <a:pt x="457453" y="768263"/>
                        <a:pt x="785368" y="750119"/>
                        <a:pt x="987656" y="653129"/>
                      </a:cubicBezTo>
                      <a:lnTo>
                        <a:pt x="987656" y="653129"/>
                      </a:lnTo>
                      <a:close/>
                    </a:path>
                  </a:pathLst>
                </a:custGeom>
                <a:solidFill>
                  <a:srgbClr val="FFEDB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2" name="Google Shape;1132;p2"/>
                <p:cNvSpPr/>
                <p:nvPr/>
              </p:nvSpPr>
              <p:spPr>
                <a:xfrm>
                  <a:off x="5325878" y="3163409"/>
                  <a:ext cx="27448" cy="82341"/>
                </a:xfrm>
                <a:custGeom>
                  <a:avLst/>
                  <a:gdLst/>
                  <a:ahLst/>
                  <a:cxnLst/>
                  <a:rect l="l" t="t" r="r" b="b"/>
                  <a:pathLst>
                    <a:path w="27448" h="82341" extrusionOk="0">
                      <a:moveTo>
                        <a:pt x="21920" y="81730"/>
                      </a:moveTo>
                      <a:cubicBezTo>
                        <a:pt x="7479" y="76573"/>
                        <a:pt x="-2289" y="3183"/>
                        <a:pt x="465" y="165"/>
                      </a:cubicBezTo>
                      <a:cubicBezTo>
                        <a:pt x="3220" y="-2852"/>
                        <a:pt x="13141" y="36302"/>
                        <a:pt x="15087" y="46201"/>
                      </a:cubicBezTo>
                      <a:cubicBezTo>
                        <a:pt x="17032" y="56099"/>
                        <a:pt x="36847" y="87058"/>
                        <a:pt x="21920" y="81730"/>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3" name="Google Shape;1133;p2"/>
                <p:cNvSpPr/>
                <p:nvPr/>
              </p:nvSpPr>
              <p:spPr>
                <a:xfrm>
                  <a:off x="5341255" y="3135828"/>
                  <a:ext cx="12394" cy="42679"/>
                </a:xfrm>
                <a:custGeom>
                  <a:avLst/>
                  <a:gdLst/>
                  <a:ahLst/>
                  <a:cxnLst/>
                  <a:rect l="l" t="t" r="r" b="b"/>
                  <a:pathLst>
                    <a:path w="12394" h="42679" extrusionOk="0">
                      <a:moveTo>
                        <a:pt x="3144" y="26899"/>
                      </a:moveTo>
                      <a:cubicBezTo>
                        <a:pt x="-2052" y="7209"/>
                        <a:pt x="279" y="-620"/>
                        <a:pt x="2433" y="38"/>
                      </a:cubicBezTo>
                      <a:cubicBezTo>
                        <a:pt x="4586" y="696"/>
                        <a:pt x="15152" y="35181"/>
                        <a:pt x="11712" y="34520"/>
                      </a:cubicBezTo>
                      <a:cubicBezTo>
                        <a:pt x="8269" y="33862"/>
                        <a:pt x="11261" y="57652"/>
                        <a:pt x="3144" y="26899"/>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4" name="Google Shape;1134;p2"/>
                <p:cNvSpPr/>
                <p:nvPr/>
              </p:nvSpPr>
              <p:spPr>
                <a:xfrm>
                  <a:off x="5570784" y="3395829"/>
                  <a:ext cx="34246" cy="62465"/>
                </a:xfrm>
                <a:custGeom>
                  <a:avLst/>
                  <a:gdLst/>
                  <a:ahLst/>
                  <a:cxnLst/>
                  <a:rect l="l" t="t" r="r" b="b"/>
                  <a:pathLst>
                    <a:path w="34246" h="62465" extrusionOk="0">
                      <a:moveTo>
                        <a:pt x="23495" y="48844"/>
                      </a:moveTo>
                      <a:cubicBezTo>
                        <a:pt x="12323" y="31354"/>
                        <a:pt x="-936" y="-1912"/>
                        <a:pt x="52" y="86"/>
                      </a:cubicBezTo>
                      <a:cubicBezTo>
                        <a:pt x="13587" y="27472"/>
                        <a:pt x="37328" y="53185"/>
                        <a:pt x="33915" y="53601"/>
                      </a:cubicBezTo>
                      <a:cubicBezTo>
                        <a:pt x="30502" y="54020"/>
                        <a:pt x="40944" y="76160"/>
                        <a:pt x="23495" y="48844"/>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5" name="Google Shape;1135;p2"/>
                <p:cNvSpPr/>
                <p:nvPr/>
              </p:nvSpPr>
              <p:spPr>
                <a:xfrm>
                  <a:off x="5928007" y="3738166"/>
                  <a:ext cx="70394" cy="7992"/>
                </a:xfrm>
                <a:custGeom>
                  <a:avLst/>
                  <a:gdLst/>
                  <a:ahLst/>
                  <a:cxnLst/>
                  <a:rect l="l" t="t" r="r" b="b"/>
                  <a:pathLst>
                    <a:path w="70394" h="7992" extrusionOk="0">
                      <a:moveTo>
                        <a:pt x="54012" y="7671"/>
                      </a:moveTo>
                      <a:cubicBezTo>
                        <a:pt x="33662" y="9169"/>
                        <a:pt x="-2121" y="4933"/>
                        <a:pt x="99" y="5017"/>
                      </a:cubicBezTo>
                      <a:cubicBezTo>
                        <a:pt x="30514" y="6183"/>
                        <a:pt x="63114" y="-2501"/>
                        <a:pt x="62250" y="722"/>
                      </a:cubicBezTo>
                      <a:cubicBezTo>
                        <a:pt x="61386" y="3945"/>
                        <a:pt x="85796" y="5333"/>
                        <a:pt x="54012" y="7671"/>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6" name="Google Shape;1136;p2"/>
                <p:cNvSpPr/>
                <p:nvPr/>
              </p:nvSpPr>
              <p:spPr>
                <a:xfrm>
                  <a:off x="5453773" y="3307378"/>
                  <a:ext cx="28560" cy="52612"/>
                </a:xfrm>
                <a:custGeom>
                  <a:avLst/>
                  <a:gdLst/>
                  <a:ahLst/>
                  <a:cxnLst/>
                  <a:rect l="l" t="t" r="r" b="b"/>
                  <a:pathLst>
                    <a:path w="28560" h="52612" extrusionOk="0">
                      <a:moveTo>
                        <a:pt x="17907" y="51328"/>
                      </a:moveTo>
                      <a:cubicBezTo>
                        <a:pt x="5131" y="44202"/>
                        <a:pt x="-5092" y="-1170"/>
                        <a:pt x="2726" y="23"/>
                      </a:cubicBezTo>
                      <a:cubicBezTo>
                        <a:pt x="10544" y="1216"/>
                        <a:pt x="3233" y="17623"/>
                        <a:pt x="19727" y="32843"/>
                      </a:cubicBezTo>
                      <a:cubicBezTo>
                        <a:pt x="36223" y="48061"/>
                        <a:pt x="26050" y="55868"/>
                        <a:pt x="17907" y="51328"/>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7" name="Google Shape;1137;p2"/>
                <p:cNvSpPr/>
                <p:nvPr/>
              </p:nvSpPr>
              <p:spPr>
                <a:xfrm>
                  <a:off x="5654132" y="3657424"/>
                  <a:ext cx="52148" cy="32237"/>
                </a:xfrm>
                <a:custGeom>
                  <a:avLst/>
                  <a:gdLst/>
                  <a:ahLst/>
                  <a:cxnLst/>
                  <a:rect l="l" t="t" r="r" b="b"/>
                  <a:pathLst>
                    <a:path w="52148" h="32237" extrusionOk="0">
                      <a:moveTo>
                        <a:pt x="45813" y="32102"/>
                      </a:moveTo>
                      <a:cubicBezTo>
                        <a:pt x="31868" y="34493"/>
                        <a:pt x="-5693" y="4588"/>
                        <a:pt x="733" y="585"/>
                      </a:cubicBezTo>
                      <a:cubicBezTo>
                        <a:pt x="7159" y="-3418"/>
                        <a:pt x="12812" y="14381"/>
                        <a:pt x="34819" y="16120"/>
                      </a:cubicBezTo>
                      <a:cubicBezTo>
                        <a:pt x="56829" y="17860"/>
                        <a:pt x="54701" y="30579"/>
                        <a:pt x="45813" y="32102"/>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8" name="Google Shape;1138;p2"/>
                <p:cNvSpPr/>
                <p:nvPr/>
              </p:nvSpPr>
              <p:spPr>
                <a:xfrm>
                  <a:off x="5428500" y="3288304"/>
                  <a:ext cx="18914" cy="41432"/>
                </a:xfrm>
                <a:custGeom>
                  <a:avLst/>
                  <a:gdLst/>
                  <a:ahLst/>
                  <a:cxnLst/>
                  <a:rect l="l" t="t" r="r" b="b"/>
                  <a:pathLst>
                    <a:path w="18914" h="41432" extrusionOk="0">
                      <a:moveTo>
                        <a:pt x="17912" y="41230"/>
                      </a:moveTo>
                      <a:cubicBezTo>
                        <a:pt x="10672" y="37017"/>
                        <a:pt x="-2720" y="-5562"/>
                        <a:pt x="488" y="610"/>
                      </a:cubicBezTo>
                      <a:cubicBezTo>
                        <a:pt x="2728" y="4917"/>
                        <a:pt x="23688" y="44591"/>
                        <a:pt x="17912" y="41230"/>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39" name="Google Shape;1139;p2"/>
                <p:cNvSpPr/>
                <p:nvPr/>
              </p:nvSpPr>
              <p:spPr>
                <a:xfrm>
                  <a:off x="5905579" y="3728466"/>
                  <a:ext cx="45301" cy="4530"/>
                </a:xfrm>
                <a:custGeom>
                  <a:avLst/>
                  <a:gdLst/>
                  <a:ahLst/>
                  <a:cxnLst/>
                  <a:rect l="l" t="t" r="r" b="b"/>
                  <a:pathLst>
                    <a:path w="45301" h="4530" extrusionOk="0">
                      <a:moveTo>
                        <a:pt x="44888" y="3065"/>
                      </a:moveTo>
                      <a:cubicBezTo>
                        <a:pt x="38444" y="7621"/>
                        <a:pt x="-6178" y="100"/>
                        <a:pt x="723" y="55"/>
                      </a:cubicBezTo>
                      <a:cubicBezTo>
                        <a:pt x="5542" y="23"/>
                        <a:pt x="50030" y="-572"/>
                        <a:pt x="44888" y="3065"/>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40" name="Google Shape;1140;p2"/>
                <p:cNvSpPr/>
                <p:nvPr/>
              </p:nvSpPr>
              <p:spPr>
                <a:xfrm>
                  <a:off x="5336232" y="3298817"/>
                  <a:ext cx="18913" cy="41432"/>
                </a:xfrm>
                <a:custGeom>
                  <a:avLst/>
                  <a:gdLst/>
                  <a:ahLst/>
                  <a:cxnLst/>
                  <a:rect l="l" t="t" r="r" b="b"/>
                  <a:pathLst>
                    <a:path w="18913" h="41432" extrusionOk="0">
                      <a:moveTo>
                        <a:pt x="17912" y="41230"/>
                      </a:moveTo>
                      <a:cubicBezTo>
                        <a:pt x="10672" y="37017"/>
                        <a:pt x="-2720" y="-5562"/>
                        <a:pt x="488" y="610"/>
                      </a:cubicBezTo>
                      <a:cubicBezTo>
                        <a:pt x="2726" y="4917"/>
                        <a:pt x="23686" y="44593"/>
                        <a:pt x="17912" y="41230"/>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41" name="Google Shape;1141;p2"/>
                <p:cNvSpPr/>
                <p:nvPr/>
              </p:nvSpPr>
              <p:spPr>
                <a:xfrm>
                  <a:off x="5564291" y="3408536"/>
                  <a:ext cx="2663" cy="4907"/>
                </a:xfrm>
                <a:custGeom>
                  <a:avLst/>
                  <a:gdLst/>
                  <a:ahLst/>
                  <a:cxnLst/>
                  <a:rect l="l" t="t" r="r" b="b"/>
                  <a:pathLst>
                    <a:path w="2663" h="4907" extrusionOk="0">
                      <a:moveTo>
                        <a:pt x="1625" y="3972"/>
                      </a:moveTo>
                      <a:cubicBezTo>
                        <a:pt x="-688" y="7612"/>
                        <a:pt x="-345" y="-586"/>
                        <a:pt x="1483" y="34"/>
                      </a:cubicBezTo>
                      <a:cubicBezTo>
                        <a:pt x="3310" y="653"/>
                        <a:pt x="2741" y="2214"/>
                        <a:pt x="1625" y="3972"/>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42" name="Google Shape;1142;p2"/>
                <p:cNvSpPr/>
                <p:nvPr/>
              </p:nvSpPr>
              <p:spPr>
                <a:xfrm>
                  <a:off x="5760339" y="3615110"/>
                  <a:ext cx="5780" cy="10651"/>
                </a:xfrm>
                <a:custGeom>
                  <a:avLst/>
                  <a:gdLst/>
                  <a:ahLst/>
                  <a:cxnLst/>
                  <a:rect l="l" t="t" r="r" b="b"/>
                  <a:pathLst>
                    <a:path w="5780" h="10651" extrusionOk="0">
                      <a:moveTo>
                        <a:pt x="3527" y="8621"/>
                      </a:moveTo>
                      <a:cubicBezTo>
                        <a:pt x="-1496" y="16521"/>
                        <a:pt x="-748" y="-1273"/>
                        <a:pt x="3220" y="73"/>
                      </a:cubicBezTo>
                      <a:cubicBezTo>
                        <a:pt x="7184" y="1420"/>
                        <a:pt x="5948" y="4808"/>
                        <a:pt x="3527" y="8621"/>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43" name="Google Shape;1143;p2"/>
                <p:cNvSpPr/>
                <p:nvPr/>
              </p:nvSpPr>
              <p:spPr>
                <a:xfrm>
                  <a:off x="5543680" y="3445339"/>
                  <a:ext cx="9740" cy="7273"/>
                </a:xfrm>
                <a:custGeom>
                  <a:avLst/>
                  <a:gdLst/>
                  <a:ahLst/>
                  <a:cxnLst/>
                  <a:rect l="l" t="t" r="r" b="b"/>
                  <a:pathLst>
                    <a:path w="9740" h="7273" extrusionOk="0">
                      <a:moveTo>
                        <a:pt x="1951" y="6576"/>
                      </a:moveTo>
                      <a:cubicBezTo>
                        <a:pt x="-372" y="5442"/>
                        <a:pt x="-2084" y="-671"/>
                        <a:pt x="5750" y="61"/>
                      </a:cubicBezTo>
                      <a:cubicBezTo>
                        <a:pt x="13584" y="792"/>
                        <a:pt x="8573" y="9810"/>
                        <a:pt x="1951" y="6576"/>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44" name="Google Shape;1144;p2"/>
                <p:cNvSpPr/>
                <p:nvPr/>
              </p:nvSpPr>
              <p:spPr>
                <a:xfrm>
                  <a:off x="6310969" y="3661762"/>
                  <a:ext cx="9739" cy="7273"/>
                </a:xfrm>
                <a:custGeom>
                  <a:avLst/>
                  <a:gdLst/>
                  <a:ahLst/>
                  <a:cxnLst/>
                  <a:rect l="l" t="t" r="r" b="b"/>
                  <a:pathLst>
                    <a:path w="9739" h="7273" extrusionOk="0">
                      <a:moveTo>
                        <a:pt x="1951" y="6576"/>
                      </a:moveTo>
                      <a:cubicBezTo>
                        <a:pt x="-372" y="5442"/>
                        <a:pt x="-2084" y="-671"/>
                        <a:pt x="5750" y="61"/>
                      </a:cubicBezTo>
                      <a:cubicBezTo>
                        <a:pt x="13582" y="792"/>
                        <a:pt x="8573" y="9810"/>
                        <a:pt x="1951" y="6576"/>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45" name="Google Shape;1145;p2"/>
                <p:cNvSpPr/>
                <p:nvPr/>
              </p:nvSpPr>
              <p:spPr>
                <a:xfrm>
                  <a:off x="5668815" y="3642009"/>
                  <a:ext cx="14008" cy="10460"/>
                </a:xfrm>
                <a:custGeom>
                  <a:avLst/>
                  <a:gdLst/>
                  <a:ahLst/>
                  <a:cxnLst/>
                  <a:rect l="l" t="t" r="r" b="b"/>
                  <a:pathLst>
                    <a:path w="14008" h="10460" extrusionOk="0">
                      <a:moveTo>
                        <a:pt x="2804" y="9456"/>
                      </a:moveTo>
                      <a:cubicBezTo>
                        <a:pt x="-534" y="7823"/>
                        <a:pt x="-2998" y="-967"/>
                        <a:pt x="8267" y="87"/>
                      </a:cubicBezTo>
                      <a:cubicBezTo>
                        <a:pt x="19535" y="1141"/>
                        <a:pt x="12330" y="14110"/>
                        <a:pt x="2804" y="9456"/>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46" name="Google Shape;1146;p2"/>
                <p:cNvSpPr/>
                <p:nvPr/>
              </p:nvSpPr>
              <p:spPr>
                <a:xfrm>
                  <a:off x="6085276" y="3756876"/>
                  <a:ext cx="14007" cy="10460"/>
                </a:xfrm>
                <a:custGeom>
                  <a:avLst/>
                  <a:gdLst/>
                  <a:ahLst/>
                  <a:cxnLst/>
                  <a:rect l="l" t="t" r="r" b="b"/>
                  <a:pathLst>
                    <a:path w="14007" h="10460" extrusionOk="0">
                      <a:moveTo>
                        <a:pt x="2804" y="9455"/>
                      </a:moveTo>
                      <a:cubicBezTo>
                        <a:pt x="-534" y="7823"/>
                        <a:pt x="-2998" y="-966"/>
                        <a:pt x="8267" y="87"/>
                      </a:cubicBezTo>
                      <a:cubicBezTo>
                        <a:pt x="19533" y="1141"/>
                        <a:pt x="12330" y="14110"/>
                        <a:pt x="2804" y="9455"/>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47" name="Google Shape;1147;p2"/>
                <p:cNvSpPr/>
                <p:nvPr/>
              </p:nvSpPr>
              <p:spPr>
                <a:xfrm>
                  <a:off x="5406570" y="3086645"/>
                  <a:ext cx="16470" cy="19055"/>
                </a:xfrm>
                <a:custGeom>
                  <a:avLst/>
                  <a:gdLst/>
                  <a:ahLst/>
                  <a:cxnLst/>
                  <a:rect l="l" t="t" r="r" b="b"/>
                  <a:pathLst>
                    <a:path w="16470" h="19055" extrusionOk="0">
                      <a:moveTo>
                        <a:pt x="5421" y="708"/>
                      </a:moveTo>
                      <a:cubicBezTo>
                        <a:pt x="9720" y="-1875"/>
                        <a:pt x="22296" y="2553"/>
                        <a:pt x="13303" y="14986"/>
                      </a:cubicBezTo>
                      <a:cubicBezTo>
                        <a:pt x="4310" y="27420"/>
                        <a:pt x="-6848" y="8078"/>
                        <a:pt x="5421" y="708"/>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48" name="Google Shape;1148;p2"/>
                <p:cNvSpPr/>
                <p:nvPr/>
              </p:nvSpPr>
              <p:spPr>
                <a:xfrm>
                  <a:off x="5360459" y="2713613"/>
                  <a:ext cx="70011" cy="67674"/>
                </a:xfrm>
                <a:custGeom>
                  <a:avLst/>
                  <a:gdLst/>
                  <a:ahLst/>
                  <a:cxnLst/>
                  <a:rect l="l" t="t" r="r" b="b"/>
                  <a:pathLst>
                    <a:path w="70011" h="67674" extrusionOk="0">
                      <a:moveTo>
                        <a:pt x="2241" y="62011"/>
                      </a:moveTo>
                      <a:cubicBezTo>
                        <a:pt x="-9020" y="56538"/>
                        <a:pt x="25698" y="30784"/>
                        <a:pt x="28052" y="23583"/>
                      </a:cubicBezTo>
                      <a:cubicBezTo>
                        <a:pt x="30405" y="16380"/>
                        <a:pt x="-7792" y="24546"/>
                        <a:pt x="19795" y="230"/>
                      </a:cubicBezTo>
                      <a:cubicBezTo>
                        <a:pt x="28315" y="-2703"/>
                        <a:pt x="61999" y="23327"/>
                        <a:pt x="66853" y="29184"/>
                      </a:cubicBezTo>
                      <a:cubicBezTo>
                        <a:pt x="75441" y="35322"/>
                        <a:pt x="63796" y="50947"/>
                        <a:pt x="63796" y="50947"/>
                      </a:cubicBezTo>
                      <a:cubicBezTo>
                        <a:pt x="63796" y="50947"/>
                        <a:pt x="60738" y="65145"/>
                        <a:pt x="44118" y="67287"/>
                      </a:cubicBezTo>
                      <a:cubicBezTo>
                        <a:pt x="27499" y="69427"/>
                        <a:pt x="2241" y="62011"/>
                        <a:pt x="2241" y="62011"/>
                      </a:cubicBezTo>
                      <a:close/>
                    </a:path>
                  </a:pathLst>
                </a:custGeom>
                <a:solidFill>
                  <a:srgbClr val="594E3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149" name="Google Shape;1149;p2"/>
              <p:cNvGrpSpPr/>
              <p:nvPr/>
            </p:nvGrpSpPr>
            <p:grpSpPr>
              <a:xfrm>
                <a:off x="5098241" y="2716364"/>
                <a:ext cx="1114790" cy="1450582"/>
                <a:chOff x="5098241" y="2716364"/>
                <a:chExt cx="1114790" cy="1450582"/>
              </a:xfrm>
            </p:grpSpPr>
            <p:sp>
              <p:nvSpPr>
                <p:cNvPr id="1150" name="Google Shape;1150;p2"/>
                <p:cNvSpPr/>
                <p:nvPr/>
              </p:nvSpPr>
              <p:spPr>
                <a:xfrm>
                  <a:off x="5098241" y="2763625"/>
                  <a:ext cx="1111364" cy="1403321"/>
                </a:xfrm>
                <a:custGeom>
                  <a:avLst/>
                  <a:gdLst/>
                  <a:ahLst/>
                  <a:cxnLst/>
                  <a:rect l="l" t="t" r="r" b="b"/>
                  <a:pathLst>
                    <a:path w="1111364" h="1403321" extrusionOk="0">
                      <a:moveTo>
                        <a:pt x="235258" y="339"/>
                      </a:moveTo>
                      <a:lnTo>
                        <a:pt x="211337" y="122114"/>
                      </a:lnTo>
                      <a:cubicBezTo>
                        <a:pt x="205439" y="152138"/>
                        <a:pt x="188374" y="177943"/>
                        <a:pt x="163729" y="194601"/>
                      </a:cubicBezTo>
                      <a:cubicBezTo>
                        <a:pt x="80015" y="251181"/>
                        <a:pt x="-91732" y="425368"/>
                        <a:pt x="61204" y="838731"/>
                      </a:cubicBezTo>
                      <a:cubicBezTo>
                        <a:pt x="354107" y="1630408"/>
                        <a:pt x="1065282" y="1399252"/>
                        <a:pt x="1111365" y="1266140"/>
                      </a:cubicBezTo>
                      <a:lnTo>
                        <a:pt x="1093566" y="1221426"/>
                      </a:lnTo>
                      <a:cubicBezTo>
                        <a:pt x="121598" y="1044858"/>
                        <a:pt x="418554" y="343927"/>
                        <a:pt x="267241" y="205690"/>
                      </a:cubicBezTo>
                      <a:cubicBezTo>
                        <a:pt x="272117" y="111077"/>
                        <a:pt x="328954" y="18071"/>
                        <a:pt x="322469" y="7825"/>
                      </a:cubicBezTo>
                      <a:cubicBezTo>
                        <a:pt x="315983" y="-2423"/>
                        <a:pt x="235258" y="339"/>
                        <a:pt x="235258" y="339"/>
                      </a:cubicBezTo>
                      <a:close/>
                    </a:path>
                  </a:pathLst>
                </a:custGeom>
                <a:solidFill>
                  <a:srgbClr val="FFCC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51" name="Google Shape;1151;p2"/>
                <p:cNvSpPr/>
                <p:nvPr/>
              </p:nvSpPr>
              <p:spPr>
                <a:xfrm>
                  <a:off x="5196304" y="2763623"/>
                  <a:ext cx="224924" cy="266029"/>
                </a:xfrm>
                <a:custGeom>
                  <a:avLst/>
                  <a:gdLst/>
                  <a:ahLst/>
                  <a:cxnLst/>
                  <a:rect l="l" t="t" r="r" b="b"/>
                  <a:pathLst>
                    <a:path w="224924" h="266029" extrusionOk="0">
                      <a:moveTo>
                        <a:pt x="61939" y="197161"/>
                      </a:moveTo>
                      <a:cubicBezTo>
                        <a:pt x="60858" y="197913"/>
                        <a:pt x="59763" y="198688"/>
                        <a:pt x="58659" y="199479"/>
                      </a:cubicBezTo>
                      <a:cubicBezTo>
                        <a:pt x="58480" y="199607"/>
                        <a:pt x="58304" y="199733"/>
                        <a:pt x="58126" y="199861"/>
                      </a:cubicBezTo>
                      <a:cubicBezTo>
                        <a:pt x="57036" y="200643"/>
                        <a:pt x="55936" y="201445"/>
                        <a:pt x="54823" y="202263"/>
                      </a:cubicBezTo>
                      <a:cubicBezTo>
                        <a:pt x="54633" y="202405"/>
                        <a:pt x="54441" y="202545"/>
                        <a:pt x="54249" y="202686"/>
                      </a:cubicBezTo>
                      <a:cubicBezTo>
                        <a:pt x="53122" y="203521"/>
                        <a:pt x="51988" y="204371"/>
                        <a:pt x="50841" y="205242"/>
                      </a:cubicBezTo>
                      <a:cubicBezTo>
                        <a:pt x="50685" y="205361"/>
                        <a:pt x="50527" y="205482"/>
                        <a:pt x="50370" y="205601"/>
                      </a:cubicBezTo>
                      <a:cubicBezTo>
                        <a:pt x="49174" y="206513"/>
                        <a:pt x="47969" y="207441"/>
                        <a:pt x="46753" y="208397"/>
                      </a:cubicBezTo>
                      <a:cubicBezTo>
                        <a:pt x="46692" y="208445"/>
                        <a:pt x="46632" y="208493"/>
                        <a:pt x="46570" y="208541"/>
                      </a:cubicBezTo>
                      <a:cubicBezTo>
                        <a:pt x="45361" y="209492"/>
                        <a:pt x="44138" y="210465"/>
                        <a:pt x="42910" y="211458"/>
                      </a:cubicBezTo>
                      <a:cubicBezTo>
                        <a:pt x="42799" y="211547"/>
                        <a:pt x="42689" y="211636"/>
                        <a:pt x="42577" y="211725"/>
                      </a:cubicBezTo>
                      <a:cubicBezTo>
                        <a:pt x="41363" y="212708"/>
                        <a:pt x="40142" y="213714"/>
                        <a:pt x="38912" y="214738"/>
                      </a:cubicBezTo>
                      <a:cubicBezTo>
                        <a:pt x="38729" y="214891"/>
                        <a:pt x="38547" y="215042"/>
                        <a:pt x="38361" y="215195"/>
                      </a:cubicBezTo>
                      <a:cubicBezTo>
                        <a:pt x="37164" y="216199"/>
                        <a:pt x="35957" y="217223"/>
                        <a:pt x="34745" y="218265"/>
                      </a:cubicBezTo>
                      <a:cubicBezTo>
                        <a:pt x="34535" y="218446"/>
                        <a:pt x="34322" y="218629"/>
                        <a:pt x="34109" y="218812"/>
                      </a:cubicBezTo>
                      <a:cubicBezTo>
                        <a:pt x="32896" y="219859"/>
                        <a:pt x="31677" y="220926"/>
                        <a:pt x="30452" y="222014"/>
                      </a:cubicBezTo>
                      <a:cubicBezTo>
                        <a:pt x="30260" y="222186"/>
                        <a:pt x="30065" y="222360"/>
                        <a:pt x="29871" y="222533"/>
                      </a:cubicBezTo>
                      <a:cubicBezTo>
                        <a:pt x="28612" y="223658"/>
                        <a:pt x="27347" y="224799"/>
                        <a:pt x="26076" y="225967"/>
                      </a:cubicBezTo>
                      <a:cubicBezTo>
                        <a:pt x="25960" y="226074"/>
                        <a:pt x="25841" y="226186"/>
                        <a:pt x="25724" y="226294"/>
                      </a:cubicBezTo>
                      <a:cubicBezTo>
                        <a:pt x="24428" y="227489"/>
                        <a:pt x="23125" y="228705"/>
                        <a:pt x="21820" y="229947"/>
                      </a:cubicBezTo>
                      <a:cubicBezTo>
                        <a:pt x="21763" y="230002"/>
                        <a:pt x="21703" y="230057"/>
                        <a:pt x="21646" y="230111"/>
                      </a:cubicBezTo>
                      <a:cubicBezTo>
                        <a:pt x="20343" y="231353"/>
                        <a:pt x="19033" y="232621"/>
                        <a:pt x="17723" y="233906"/>
                      </a:cubicBezTo>
                      <a:cubicBezTo>
                        <a:pt x="17547" y="234080"/>
                        <a:pt x="17371" y="234251"/>
                        <a:pt x="17195" y="234425"/>
                      </a:cubicBezTo>
                      <a:cubicBezTo>
                        <a:pt x="15936" y="235666"/>
                        <a:pt x="14672" y="236933"/>
                        <a:pt x="13405" y="238218"/>
                      </a:cubicBezTo>
                      <a:cubicBezTo>
                        <a:pt x="13188" y="238439"/>
                        <a:pt x="12968" y="238659"/>
                        <a:pt x="12751" y="238883"/>
                      </a:cubicBezTo>
                      <a:cubicBezTo>
                        <a:pt x="11496" y="240163"/>
                        <a:pt x="10239" y="241466"/>
                        <a:pt x="8982" y="242790"/>
                      </a:cubicBezTo>
                      <a:cubicBezTo>
                        <a:pt x="8771" y="243011"/>
                        <a:pt x="8563" y="243233"/>
                        <a:pt x="8353" y="243455"/>
                      </a:cubicBezTo>
                      <a:cubicBezTo>
                        <a:pt x="7071" y="244810"/>
                        <a:pt x="5788" y="246186"/>
                        <a:pt x="4506" y="247586"/>
                      </a:cubicBezTo>
                      <a:cubicBezTo>
                        <a:pt x="4353" y="247753"/>
                        <a:pt x="4199" y="247922"/>
                        <a:pt x="4048" y="248088"/>
                      </a:cubicBezTo>
                      <a:cubicBezTo>
                        <a:pt x="2700" y="249567"/>
                        <a:pt x="1351" y="251065"/>
                        <a:pt x="2" y="252594"/>
                      </a:cubicBezTo>
                      <a:cubicBezTo>
                        <a:pt x="0" y="252594"/>
                        <a:pt x="0" y="252597"/>
                        <a:pt x="0" y="252599"/>
                      </a:cubicBezTo>
                      <a:cubicBezTo>
                        <a:pt x="83784" y="189610"/>
                        <a:pt x="16759" y="250971"/>
                        <a:pt x="62684" y="230313"/>
                      </a:cubicBezTo>
                      <a:cubicBezTo>
                        <a:pt x="108610" y="209654"/>
                        <a:pt x="116241" y="144183"/>
                        <a:pt x="115793" y="224671"/>
                      </a:cubicBezTo>
                      <a:cubicBezTo>
                        <a:pt x="115342" y="305158"/>
                        <a:pt x="134232" y="244577"/>
                        <a:pt x="163696" y="237763"/>
                      </a:cubicBezTo>
                      <a:cubicBezTo>
                        <a:pt x="175789" y="234965"/>
                        <a:pt x="188990" y="244074"/>
                        <a:pt x="200354" y="255781"/>
                      </a:cubicBezTo>
                      <a:cubicBezTo>
                        <a:pt x="192751" y="235068"/>
                        <a:pt x="182775" y="218108"/>
                        <a:pt x="169182" y="205688"/>
                      </a:cubicBezTo>
                      <a:cubicBezTo>
                        <a:pt x="174058" y="111075"/>
                        <a:pt x="230895" y="18069"/>
                        <a:pt x="224410" y="7823"/>
                      </a:cubicBezTo>
                      <a:cubicBezTo>
                        <a:pt x="217924" y="-2423"/>
                        <a:pt x="137199" y="339"/>
                        <a:pt x="137199" y="339"/>
                      </a:cubicBezTo>
                      <a:lnTo>
                        <a:pt x="113278" y="122114"/>
                      </a:lnTo>
                      <a:cubicBezTo>
                        <a:pt x="107380" y="152138"/>
                        <a:pt x="90315" y="177943"/>
                        <a:pt x="65670" y="194601"/>
                      </a:cubicBezTo>
                      <a:cubicBezTo>
                        <a:pt x="64568" y="195346"/>
                        <a:pt x="63448" y="196114"/>
                        <a:pt x="62316" y="196900"/>
                      </a:cubicBezTo>
                      <a:cubicBezTo>
                        <a:pt x="62188" y="196989"/>
                        <a:pt x="62065" y="197074"/>
                        <a:pt x="61939" y="197161"/>
                      </a:cubicBezTo>
                      <a:close/>
                    </a:path>
                  </a:pathLst>
                </a:custGeom>
                <a:solidFill>
                  <a:srgbClr val="FFEDB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52" name="Google Shape;1152;p2"/>
                <p:cNvSpPr/>
                <p:nvPr/>
              </p:nvSpPr>
              <p:spPr>
                <a:xfrm>
                  <a:off x="6187234" y="3983632"/>
                  <a:ext cx="25797" cy="49274"/>
                </a:xfrm>
                <a:custGeom>
                  <a:avLst/>
                  <a:gdLst/>
                  <a:ahLst/>
                  <a:cxnLst/>
                  <a:rect l="l" t="t" r="r" b="b"/>
                  <a:pathLst>
                    <a:path w="25797" h="49274" extrusionOk="0">
                      <a:moveTo>
                        <a:pt x="4573" y="1417"/>
                      </a:moveTo>
                      <a:cubicBezTo>
                        <a:pt x="-8023" y="10078"/>
                        <a:pt x="8007" y="45948"/>
                        <a:pt x="21229" y="49121"/>
                      </a:cubicBezTo>
                      <a:cubicBezTo>
                        <a:pt x="27225" y="50262"/>
                        <a:pt x="25037" y="44764"/>
                        <a:pt x="25771" y="41575"/>
                      </a:cubicBezTo>
                      <a:cubicBezTo>
                        <a:pt x="26509" y="38383"/>
                        <a:pt x="11788" y="-8678"/>
                        <a:pt x="4573" y="1417"/>
                      </a:cubicBezTo>
                      <a:close/>
                    </a:path>
                  </a:pathLst>
                </a:custGeom>
                <a:solidFill>
                  <a:srgbClr val="4D43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53" name="Google Shape;1153;p2"/>
                <p:cNvSpPr/>
                <p:nvPr/>
              </p:nvSpPr>
              <p:spPr>
                <a:xfrm>
                  <a:off x="5327769" y="2716366"/>
                  <a:ext cx="102159" cy="75476"/>
                </a:xfrm>
                <a:custGeom>
                  <a:avLst/>
                  <a:gdLst/>
                  <a:ahLst/>
                  <a:cxnLst/>
                  <a:rect l="l" t="t" r="r" b="b"/>
                  <a:pathLst>
                    <a:path w="102159" h="75476" extrusionOk="0">
                      <a:moveTo>
                        <a:pt x="2835" y="62338"/>
                      </a:moveTo>
                      <a:cubicBezTo>
                        <a:pt x="26854" y="54314"/>
                        <a:pt x="23686" y="60461"/>
                        <a:pt x="47264" y="71325"/>
                      </a:cubicBezTo>
                      <a:cubicBezTo>
                        <a:pt x="70842" y="82188"/>
                        <a:pt x="90922" y="68298"/>
                        <a:pt x="90922" y="68298"/>
                      </a:cubicBezTo>
                      <a:cubicBezTo>
                        <a:pt x="90922" y="68298"/>
                        <a:pt x="105264" y="53791"/>
                        <a:pt x="101543" y="46457"/>
                      </a:cubicBezTo>
                      <a:cubicBezTo>
                        <a:pt x="97821" y="39124"/>
                        <a:pt x="79439" y="-7055"/>
                        <a:pt x="59350" y="923"/>
                      </a:cubicBezTo>
                      <a:cubicBezTo>
                        <a:pt x="39263" y="8901"/>
                        <a:pt x="4072" y="17229"/>
                        <a:pt x="1009" y="31706"/>
                      </a:cubicBezTo>
                      <a:cubicBezTo>
                        <a:pt x="-2054" y="46181"/>
                        <a:pt x="2835" y="62338"/>
                        <a:pt x="2835" y="62338"/>
                      </a:cubicBezTo>
                      <a:close/>
                    </a:path>
                  </a:pathLst>
                </a:custGeom>
                <a:solidFill>
                  <a:srgbClr val="4D43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54" name="Google Shape;1154;p2"/>
                <p:cNvSpPr/>
                <p:nvPr/>
              </p:nvSpPr>
              <p:spPr>
                <a:xfrm>
                  <a:off x="5370006" y="3087986"/>
                  <a:ext cx="776775" cy="921999"/>
                </a:xfrm>
                <a:custGeom>
                  <a:avLst/>
                  <a:gdLst/>
                  <a:ahLst/>
                  <a:cxnLst/>
                  <a:rect l="l" t="t" r="r" b="b"/>
                  <a:pathLst>
                    <a:path w="776775" h="921999" extrusionOk="0">
                      <a:moveTo>
                        <a:pt x="310814" y="688969"/>
                      </a:moveTo>
                      <a:cubicBezTo>
                        <a:pt x="47869" y="475463"/>
                        <a:pt x="70185" y="175160"/>
                        <a:pt x="42970" y="0"/>
                      </a:cubicBezTo>
                      <a:cubicBezTo>
                        <a:pt x="6259" y="68466"/>
                        <a:pt x="-49300" y="326256"/>
                        <a:pt x="86747" y="565980"/>
                      </a:cubicBezTo>
                      <a:cubicBezTo>
                        <a:pt x="247965" y="850058"/>
                        <a:pt x="718504" y="991479"/>
                        <a:pt x="776776" y="888365"/>
                      </a:cubicBezTo>
                      <a:lnTo>
                        <a:pt x="776776" y="888365"/>
                      </a:lnTo>
                      <a:cubicBezTo>
                        <a:pt x="555594" y="842983"/>
                        <a:pt x="409080" y="772552"/>
                        <a:pt x="310814" y="688969"/>
                      </a:cubicBezTo>
                      <a:close/>
                    </a:path>
                  </a:pathLst>
                </a:custGeom>
                <a:solidFill>
                  <a:srgbClr val="FFD73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55" name="Google Shape;1155;p2"/>
                <p:cNvSpPr/>
                <p:nvPr/>
              </p:nvSpPr>
              <p:spPr>
                <a:xfrm>
                  <a:off x="5098251" y="3263962"/>
                  <a:ext cx="1110212" cy="902983"/>
                </a:xfrm>
                <a:custGeom>
                  <a:avLst/>
                  <a:gdLst/>
                  <a:ahLst/>
                  <a:cxnLst/>
                  <a:rect l="l" t="t" r="r" b="b"/>
                  <a:pathLst>
                    <a:path w="1110212" h="902983" extrusionOk="0">
                      <a:moveTo>
                        <a:pt x="1110212" y="768793"/>
                      </a:moveTo>
                      <a:cubicBezTo>
                        <a:pt x="381221" y="1111720"/>
                        <a:pt x="-15213" y="402377"/>
                        <a:pt x="1228" y="0"/>
                      </a:cubicBezTo>
                      <a:cubicBezTo>
                        <a:pt x="-4706" y="89184"/>
                        <a:pt x="10169" y="200471"/>
                        <a:pt x="61197" y="338392"/>
                      </a:cubicBezTo>
                      <a:cubicBezTo>
                        <a:pt x="351916" y="1124170"/>
                        <a:pt x="1054692" y="902303"/>
                        <a:pt x="1110212" y="768793"/>
                      </a:cubicBezTo>
                      <a:close/>
                    </a:path>
                  </a:pathLst>
                </a:custGeom>
                <a:solidFill>
                  <a:srgbClr val="FFEDB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56" name="Google Shape;1156;p2"/>
                <p:cNvSpPr/>
                <p:nvPr/>
              </p:nvSpPr>
              <p:spPr>
                <a:xfrm>
                  <a:off x="5098244" y="3138141"/>
                  <a:ext cx="842489" cy="1028792"/>
                </a:xfrm>
                <a:custGeom>
                  <a:avLst/>
                  <a:gdLst/>
                  <a:ahLst/>
                  <a:cxnLst/>
                  <a:rect l="l" t="t" r="r" b="b"/>
                  <a:pathLst>
                    <a:path w="842489" h="1028792" extrusionOk="0">
                      <a:moveTo>
                        <a:pt x="842490" y="1022779"/>
                      </a:moveTo>
                      <a:cubicBezTo>
                        <a:pt x="176514" y="941219"/>
                        <a:pt x="-38761" y="242124"/>
                        <a:pt x="26628" y="0"/>
                      </a:cubicBezTo>
                      <a:cubicBezTo>
                        <a:pt x="-10238" y="102596"/>
                        <a:pt x="-17375" y="251833"/>
                        <a:pt x="61201" y="464213"/>
                      </a:cubicBezTo>
                      <a:cubicBezTo>
                        <a:pt x="245874" y="963355"/>
                        <a:pt x="596802" y="1055894"/>
                        <a:pt x="842490" y="1022779"/>
                      </a:cubicBezTo>
                      <a:lnTo>
                        <a:pt x="842490" y="1022779"/>
                      </a:lnTo>
                      <a:close/>
                    </a:path>
                  </a:pathLst>
                </a:custGeom>
                <a:solidFill>
                  <a:srgbClr val="FFEDB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57" name="Google Shape;1157;p2"/>
                <p:cNvSpPr/>
                <p:nvPr/>
              </p:nvSpPr>
              <p:spPr>
                <a:xfrm>
                  <a:off x="5169186" y="3170759"/>
                  <a:ext cx="12888" cy="94958"/>
                </a:xfrm>
                <a:custGeom>
                  <a:avLst/>
                  <a:gdLst/>
                  <a:ahLst/>
                  <a:cxnLst/>
                  <a:rect l="l" t="t" r="r" b="b"/>
                  <a:pathLst>
                    <a:path w="12888" h="94958" extrusionOk="0">
                      <a:moveTo>
                        <a:pt x="5539" y="93135"/>
                      </a:moveTo>
                      <a:cubicBezTo>
                        <a:pt x="-7889" y="82798"/>
                        <a:pt x="6821" y="2315"/>
                        <a:pt x="10746" y="81"/>
                      </a:cubicBezTo>
                      <a:cubicBezTo>
                        <a:pt x="14671" y="-2152"/>
                        <a:pt x="11773" y="42388"/>
                        <a:pt x="10449" y="53457"/>
                      </a:cubicBezTo>
                      <a:cubicBezTo>
                        <a:pt x="9126" y="64526"/>
                        <a:pt x="19419" y="103820"/>
                        <a:pt x="5539" y="93135"/>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58" name="Google Shape;1158;p2"/>
                <p:cNvSpPr/>
                <p:nvPr/>
              </p:nvSpPr>
              <p:spPr>
                <a:xfrm>
                  <a:off x="5198769" y="3147443"/>
                  <a:ext cx="9992" cy="47126"/>
                </a:xfrm>
                <a:custGeom>
                  <a:avLst/>
                  <a:gdLst/>
                  <a:ahLst/>
                  <a:cxnLst/>
                  <a:rect l="l" t="t" r="r" b="b"/>
                  <a:pathLst>
                    <a:path w="9992" h="47126" extrusionOk="0">
                      <a:moveTo>
                        <a:pt x="434" y="28650"/>
                      </a:moveTo>
                      <a:cubicBezTo>
                        <a:pt x="1673" y="6181"/>
                        <a:pt x="6789" y="-1257"/>
                        <a:pt x="8829" y="169"/>
                      </a:cubicBezTo>
                      <a:cubicBezTo>
                        <a:pt x="10868" y="1593"/>
                        <a:pt x="10239" y="41447"/>
                        <a:pt x="6847" y="39580"/>
                      </a:cubicBezTo>
                      <a:cubicBezTo>
                        <a:pt x="3454" y="37714"/>
                        <a:pt x="-1500" y="63745"/>
                        <a:pt x="434" y="28650"/>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59" name="Google Shape;1159;p2"/>
                <p:cNvSpPr/>
                <p:nvPr/>
              </p:nvSpPr>
              <p:spPr>
                <a:xfrm>
                  <a:off x="5357863" y="3498222"/>
                  <a:ext cx="17968" cy="77124"/>
                </a:xfrm>
                <a:custGeom>
                  <a:avLst/>
                  <a:gdLst/>
                  <a:ahLst/>
                  <a:cxnLst/>
                  <a:rect l="l" t="t" r="r" b="b"/>
                  <a:pathLst>
                    <a:path w="17968" h="77124" extrusionOk="0">
                      <a:moveTo>
                        <a:pt x="8083" y="59350"/>
                      </a:moveTo>
                      <a:cubicBezTo>
                        <a:pt x="2291" y="37159"/>
                        <a:pt x="-325" y="-2329"/>
                        <a:pt x="32" y="108"/>
                      </a:cubicBezTo>
                      <a:cubicBezTo>
                        <a:pt x="4940" y="33506"/>
                        <a:pt x="21146" y="68621"/>
                        <a:pt x="17417" y="67899"/>
                      </a:cubicBezTo>
                      <a:cubicBezTo>
                        <a:pt x="13689" y="67174"/>
                        <a:pt x="17131" y="94008"/>
                        <a:pt x="8083" y="59350"/>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60" name="Google Shape;1160;p2"/>
                <p:cNvSpPr/>
                <p:nvPr/>
              </p:nvSpPr>
              <p:spPr>
                <a:xfrm>
                  <a:off x="5615205" y="3985006"/>
                  <a:ext cx="73976" cy="24477"/>
                </a:xfrm>
                <a:custGeom>
                  <a:avLst/>
                  <a:gdLst/>
                  <a:ahLst/>
                  <a:cxnLst/>
                  <a:rect l="l" t="t" r="r" b="b"/>
                  <a:pathLst>
                    <a:path w="73976" h="24477" extrusionOk="0">
                      <a:moveTo>
                        <a:pt x="55883" y="21172"/>
                      </a:moveTo>
                      <a:cubicBezTo>
                        <a:pt x="33979" y="15820"/>
                        <a:pt x="-2199" y="-815"/>
                        <a:pt x="105" y="31"/>
                      </a:cubicBezTo>
                      <a:cubicBezTo>
                        <a:pt x="31686" y="11610"/>
                        <a:pt x="68914" y="13576"/>
                        <a:pt x="66911" y="16671"/>
                      </a:cubicBezTo>
                      <a:cubicBezTo>
                        <a:pt x="64906" y="19769"/>
                        <a:pt x="90096" y="29532"/>
                        <a:pt x="55883" y="21172"/>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61" name="Google Shape;1161;p2"/>
                <p:cNvSpPr/>
                <p:nvPr/>
              </p:nvSpPr>
              <p:spPr>
                <a:xfrm>
                  <a:off x="5259825" y="3366139"/>
                  <a:ext cx="19617" cy="62671"/>
                </a:xfrm>
                <a:custGeom>
                  <a:avLst/>
                  <a:gdLst/>
                  <a:ahLst/>
                  <a:cxnLst/>
                  <a:rect l="l" t="t" r="r" b="b"/>
                  <a:pathLst>
                    <a:path w="19617" h="62671" extrusionOk="0">
                      <a:moveTo>
                        <a:pt x="6491" y="59320"/>
                      </a:moveTo>
                      <a:cubicBezTo>
                        <a:pt x="-4516" y="47479"/>
                        <a:pt x="182" y="-3703"/>
                        <a:pt x="7993" y="213"/>
                      </a:cubicBezTo>
                      <a:cubicBezTo>
                        <a:pt x="15806" y="4129"/>
                        <a:pt x="2534" y="18890"/>
                        <a:pt x="14695" y="40504"/>
                      </a:cubicBezTo>
                      <a:cubicBezTo>
                        <a:pt x="26859" y="62118"/>
                        <a:pt x="13507" y="66866"/>
                        <a:pt x="6491" y="59320"/>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62" name="Google Shape;1162;p2"/>
                <p:cNvSpPr/>
                <p:nvPr/>
              </p:nvSpPr>
              <p:spPr>
                <a:xfrm>
                  <a:off x="5355634" y="3802346"/>
                  <a:ext cx="47156" cy="48730"/>
                </a:xfrm>
                <a:custGeom>
                  <a:avLst/>
                  <a:gdLst/>
                  <a:ahLst/>
                  <a:cxnLst/>
                  <a:rect l="l" t="t" r="r" b="b"/>
                  <a:pathLst>
                    <a:path w="47156" h="48730" extrusionOk="0">
                      <a:moveTo>
                        <a:pt x="38062" y="48620"/>
                      </a:moveTo>
                      <a:cubicBezTo>
                        <a:pt x="22588" y="46389"/>
                        <a:pt x="-6723" y="2162"/>
                        <a:pt x="1394" y="139"/>
                      </a:cubicBezTo>
                      <a:cubicBezTo>
                        <a:pt x="9512" y="-1884"/>
                        <a:pt x="9398" y="18753"/>
                        <a:pt x="31944" y="28074"/>
                      </a:cubicBezTo>
                      <a:cubicBezTo>
                        <a:pt x="54491" y="37396"/>
                        <a:pt x="47924" y="50042"/>
                        <a:pt x="38062" y="48620"/>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63" name="Google Shape;1163;p2"/>
                <p:cNvSpPr/>
                <p:nvPr/>
              </p:nvSpPr>
              <p:spPr>
                <a:xfrm>
                  <a:off x="5244412" y="3336761"/>
                  <a:ext cx="6789" cy="49857"/>
                </a:xfrm>
                <a:custGeom>
                  <a:avLst/>
                  <a:gdLst/>
                  <a:ahLst/>
                  <a:cxnLst/>
                  <a:rect l="l" t="t" r="r" b="b"/>
                  <a:pathLst>
                    <a:path w="6789" h="49857" extrusionOk="0">
                      <a:moveTo>
                        <a:pt x="5266" y="49427"/>
                      </a:moveTo>
                      <a:cubicBezTo>
                        <a:pt x="-911" y="42532"/>
                        <a:pt x="-497" y="-6791"/>
                        <a:pt x="774" y="790"/>
                      </a:cubicBezTo>
                      <a:cubicBezTo>
                        <a:pt x="1663" y="6082"/>
                        <a:pt x="10195" y="54927"/>
                        <a:pt x="5266" y="49427"/>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64" name="Google Shape;1164;p2"/>
                <p:cNvSpPr/>
                <p:nvPr/>
              </p:nvSpPr>
              <p:spPr>
                <a:xfrm>
                  <a:off x="5596574" y="3962041"/>
                  <a:ext cx="46853" cy="18562"/>
                </a:xfrm>
                <a:custGeom>
                  <a:avLst/>
                  <a:gdLst/>
                  <a:ahLst/>
                  <a:cxnLst/>
                  <a:rect l="l" t="t" r="r" b="b"/>
                  <a:pathLst>
                    <a:path w="46853" h="18562" extrusionOk="0">
                      <a:moveTo>
                        <a:pt x="46211" y="18358"/>
                      </a:moveTo>
                      <a:cubicBezTo>
                        <a:pt x="37885" y="20955"/>
                        <a:pt x="-6470" y="-2140"/>
                        <a:pt x="802" y="162"/>
                      </a:cubicBezTo>
                      <a:cubicBezTo>
                        <a:pt x="5879" y="1766"/>
                        <a:pt x="52854" y="16285"/>
                        <a:pt x="46211" y="18358"/>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65" name="Google Shape;1165;p2"/>
                <p:cNvSpPr/>
                <p:nvPr/>
              </p:nvSpPr>
              <p:spPr>
                <a:xfrm>
                  <a:off x="5143828" y="3316409"/>
                  <a:ext cx="6788" cy="49857"/>
                </a:xfrm>
                <a:custGeom>
                  <a:avLst/>
                  <a:gdLst/>
                  <a:ahLst/>
                  <a:cxnLst/>
                  <a:rect l="l" t="t" r="r" b="b"/>
                  <a:pathLst>
                    <a:path w="6788" h="49857" extrusionOk="0">
                      <a:moveTo>
                        <a:pt x="5266" y="49427"/>
                      </a:moveTo>
                      <a:cubicBezTo>
                        <a:pt x="-911" y="42532"/>
                        <a:pt x="-497" y="-6791"/>
                        <a:pt x="774" y="790"/>
                      </a:cubicBezTo>
                      <a:cubicBezTo>
                        <a:pt x="1661" y="6082"/>
                        <a:pt x="10192" y="54927"/>
                        <a:pt x="5266" y="49427"/>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66" name="Google Shape;1166;p2"/>
                <p:cNvSpPr/>
                <p:nvPr/>
              </p:nvSpPr>
              <p:spPr>
                <a:xfrm>
                  <a:off x="5345372" y="3509780"/>
                  <a:ext cx="3741" cy="4982"/>
                </a:xfrm>
                <a:custGeom>
                  <a:avLst/>
                  <a:gdLst/>
                  <a:ahLst/>
                  <a:cxnLst/>
                  <a:rect l="l" t="t" r="r" b="b"/>
                  <a:pathLst>
                    <a:path w="3741" h="4982" extrusionOk="0">
                      <a:moveTo>
                        <a:pt x="1703" y="4321"/>
                      </a:moveTo>
                      <a:cubicBezTo>
                        <a:pt x="-1968" y="7362"/>
                        <a:pt x="1184" y="-1142"/>
                        <a:pt x="2894" y="131"/>
                      </a:cubicBezTo>
                      <a:cubicBezTo>
                        <a:pt x="4606" y="1407"/>
                        <a:pt x="3475" y="2853"/>
                        <a:pt x="1703" y="4321"/>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67" name="Google Shape;1167;p2"/>
                <p:cNvSpPr/>
                <p:nvPr/>
              </p:nvSpPr>
              <p:spPr>
                <a:xfrm>
                  <a:off x="5479596" y="3794171"/>
                  <a:ext cx="8120" cy="10810"/>
                </a:xfrm>
                <a:custGeom>
                  <a:avLst/>
                  <a:gdLst/>
                  <a:ahLst/>
                  <a:cxnLst/>
                  <a:rect l="l" t="t" r="r" b="b"/>
                  <a:pathLst>
                    <a:path w="8120" h="10810" extrusionOk="0">
                      <a:moveTo>
                        <a:pt x="3697" y="9376"/>
                      </a:moveTo>
                      <a:cubicBezTo>
                        <a:pt x="-4272" y="15974"/>
                        <a:pt x="2570" y="-2481"/>
                        <a:pt x="6283" y="285"/>
                      </a:cubicBezTo>
                      <a:cubicBezTo>
                        <a:pt x="9997" y="3051"/>
                        <a:pt x="7542" y="6192"/>
                        <a:pt x="3697" y="9376"/>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68" name="Google Shape;1168;p2"/>
                <p:cNvSpPr/>
                <p:nvPr/>
              </p:nvSpPr>
              <p:spPr>
                <a:xfrm>
                  <a:off x="5311258" y="3542136"/>
                  <a:ext cx="10578" cy="8490"/>
                </a:xfrm>
                <a:custGeom>
                  <a:avLst/>
                  <a:gdLst/>
                  <a:ahLst/>
                  <a:cxnLst/>
                  <a:rect l="l" t="t" r="r" b="b"/>
                  <a:pathLst>
                    <a:path w="10578" h="8490" extrusionOk="0">
                      <a:moveTo>
                        <a:pt x="1079" y="6488"/>
                      </a:moveTo>
                      <a:cubicBezTo>
                        <a:pt x="-976" y="4506"/>
                        <a:pt x="-695" y="-2502"/>
                        <a:pt x="7290" y="934"/>
                      </a:cubicBezTo>
                      <a:cubicBezTo>
                        <a:pt x="15275" y="4369"/>
                        <a:pt x="6941" y="12146"/>
                        <a:pt x="1079" y="6488"/>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69" name="Google Shape;1169;p2"/>
                <p:cNvSpPr/>
                <p:nvPr/>
              </p:nvSpPr>
              <p:spPr>
                <a:xfrm>
                  <a:off x="6044280" y="4030840"/>
                  <a:ext cx="10579" cy="8490"/>
                </a:xfrm>
                <a:custGeom>
                  <a:avLst/>
                  <a:gdLst/>
                  <a:ahLst/>
                  <a:cxnLst/>
                  <a:rect l="l" t="t" r="r" b="b"/>
                  <a:pathLst>
                    <a:path w="10579" h="8490" extrusionOk="0">
                      <a:moveTo>
                        <a:pt x="1079" y="6489"/>
                      </a:moveTo>
                      <a:cubicBezTo>
                        <a:pt x="-976" y="4507"/>
                        <a:pt x="-695" y="-2504"/>
                        <a:pt x="7290" y="934"/>
                      </a:cubicBezTo>
                      <a:cubicBezTo>
                        <a:pt x="15278" y="4370"/>
                        <a:pt x="6941" y="12145"/>
                        <a:pt x="1079" y="6489"/>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70" name="Google Shape;1170;p2"/>
                <p:cNvSpPr/>
                <p:nvPr/>
              </p:nvSpPr>
              <p:spPr>
                <a:xfrm>
                  <a:off x="5375319" y="3791975"/>
                  <a:ext cx="15216" cy="12210"/>
                </a:xfrm>
                <a:custGeom>
                  <a:avLst/>
                  <a:gdLst/>
                  <a:ahLst/>
                  <a:cxnLst/>
                  <a:rect l="l" t="t" r="r" b="b"/>
                  <a:pathLst>
                    <a:path w="15216" h="12210" extrusionOk="0">
                      <a:moveTo>
                        <a:pt x="1552" y="9332"/>
                      </a:moveTo>
                      <a:cubicBezTo>
                        <a:pt x="-1403" y="6482"/>
                        <a:pt x="-999" y="-3599"/>
                        <a:pt x="10486" y="1343"/>
                      </a:cubicBezTo>
                      <a:cubicBezTo>
                        <a:pt x="21973" y="6285"/>
                        <a:pt x="9983" y="17466"/>
                        <a:pt x="1552" y="9332"/>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71" name="Google Shape;1171;p2"/>
                <p:cNvSpPr/>
                <p:nvPr/>
              </p:nvSpPr>
              <p:spPr>
                <a:xfrm>
                  <a:off x="5774069" y="4054494"/>
                  <a:ext cx="15214" cy="12210"/>
                </a:xfrm>
                <a:custGeom>
                  <a:avLst/>
                  <a:gdLst/>
                  <a:ahLst/>
                  <a:cxnLst/>
                  <a:rect l="l" t="t" r="r" b="b"/>
                  <a:pathLst>
                    <a:path w="15214" h="12210" extrusionOk="0">
                      <a:moveTo>
                        <a:pt x="1551" y="9332"/>
                      </a:moveTo>
                      <a:cubicBezTo>
                        <a:pt x="-1402" y="6482"/>
                        <a:pt x="-1000" y="-3599"/>
                        <a:pt x="10485" y="1343"/>
                      </a:cubicBezTo>
                      <a:cubicBezTo>
                        <a:pt x="21970" y="6285"/>
                        <a:pt x="9980" y="17466"/>
                        <a:pt x="1551" y="9332"/>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72" name="Google Shape;1172;p2"/>
                <p:cNvSpPr/>
                <p:nvPr/>
              </p:nvSpPr>
              <p:spPr>
                <a:xfrm>
                  <a:off x="5286493" y="3119737"/>
                  <a:ext cx="19254" cy="20227"/>
                </a:xfrm>
                <a:custGeom>
                  <a:avLst/>
                  <a:gdLst/>
                  <a:ahLst/>
                  <a:cxnLst/>
                  <a:rect l="l" t="t" r="r" b="b"/>
                  <a:pathLst>
                    <a:path w="19254" h="20227" extrusionOk="0">
                      <a:moveTo>
                        <a:pt x="9428" y="118"/>
                      </a:moveTo>
                      <a:cubicBezTo>
                        <a:pt x="14828" y="-1135"/>
                        <a:pt x="26543" y="7803"/>
                        <a:pt x="12855" y="17814"/>
                      </a:cubicBezTo>
                      <a:cubicBezTo>
                        <a:pt x="-831" y="27824"/>
                        <a:pt x="-5977" y="3691"/>
                        <a:pt x="9428" y="118"/>
                      </a:cubicBezTo>
                      <a:close/>
                    </a:path>
                  </a:pathLst>
                </a:custGeom>
                <a:solidFill>
                  <a:srgbClr val="EBB4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73" name="Google Shape;1173;p2"/>
                <p:cNvSpPr/>
                <p:nvPr/>
              </p:nvSpPr>
              <p:spPr>
                <a:xfrm>
                  <a:off x="5348773" y="2716364"/>
                  <a:ext cx="82157" cy="79318"/>
                </a:xfrm>
                <a:custGeom>
                  <a:avLst/>
                  <a:gdLst/>
                  <a:ahLst/>
                  <a:cxnLst/>
                  <a:rect l="l" t="t" r="r" b="b"/>
                  <a:pathLst>
                    <a:path w="82157" h="79318" extrusionOk="0">
                      <a:moveTo>
                        <a:pt x="1431" y="58980"/>
                      </a:moveTo>
                      <a:cubicBezTo>
                        <a:pt x="-8545" y="49392"/>
                        <a:pt x="36723" y="34135"/>
                        <a:pt x="41647" y="27364"/>
                      </a:cubicBezTo>
                      <a:cubicBezTo>
                        <a:pt x="46573" y="20593"/>
                        <a:pt x="3633" y="16174"/>
                        <a:pt x="40915" y="1"/>
                      </a:cubicBezTo>
                      <a:cubicBezTo>
                        <a:pt x="50871" y="-182"/>
                        <a:pt x="77425" y="38648"/>
                        <a:pt x="80534" y="46459"/>
                      </a:cubicBezTo>
                      <a:cubicBezTo>
                        <a:pt x="87474" y="55836"/>
                        <a:pt x="69913" y="68300"/>
                        <a:pt x="69913" y="68300"/>
                      </a:cubicBezTo>
                      <a:cubicBezTo>
                        <a:pt x="69913" y="68300"/>
                        <a:pt x="61864" y="82185"/>
                        <a:pt x="43663" y="78781"/>
                      </a:cubicBezTo>
                      <a:cubicBezTo>
                        <a:pt x="25464" y="75373"/>
                        <a:pt x="1431" y="58980"/>
                        <a:pt x="1431" y="58980"/>
                      </a:cubicBezTo>
                      <a:close/>
                    </a:path>
                  </a:pathLst>
                </a:custGeom>
                <a:solidFill>
                  <a:srgbClr val="594E3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grpSp>
          <p:nvGrpSpPr>
            <p:cNvPr id="1174" name="Google Shape;1174;p2"/>
            <p:cNvGrpSpPr/>
            <p:nvPr/>
          </p:nvGrpSpPr>
          <p:grpSpPr>
            <a:xfrm>
              <a:off x="7612775" y="4500865"/>
              <a:ext cx="1847327" cy="1796034"/>
              <a:chOff x="7612775" y="4500865"/>
              <a:chExt cx="1847327" cy="1796034"/>
            </a:xfrm>
          </p:grpSpPr>
          <p:sp>
            <p:nvSpPr>
              <p:cNvPr id="1175" name="Google Shape;1175;p2"/>
              <p:cNvSpPr/>
              <p:nvPr/>
            </p:nvSpPr>
            <p:spPr>
              <a:xfrm>
                <a:off x="7612775" y="5983036"/>
                <a:ext cx="111313" cy="187778"/>
              </a:xfrm>
              <a:custGeom>
                <a:avLst/>
                <a:gdLst/>
                <a:ahLst/>
                <a:cxnLst/>
                <a:rect l="l" t="t" r="r" b="b"/>
                <a:pathLst>
                  <a:path w="111313" h="187778" extrusionOk="0">
                    <a:moveTo>
                      <a:pt x="20571" y="0"/>
                    </a:moveTo>
                    <a:cubicBezTo>
                      <a:pt x="-2344" y="34808"/>
                      <a:pt x="-5053" y="53762"/>
                      <a:pt x="7200" y="64248"/>
                    </a:cubicBezTo>
                    <a:cubicBezTo>
                      <a:pt x="19451" y="74731"/>
                      <a:pt x="14435" y="100355"/>
                      <a:pt x="24544" y="110169"/>
                    </a:cubicBezTo>
                    <a:cubicBezTo>
                      <a:pt x="34652" y="119983"/>
                      <a:pt x="47593" y="102554"/>
                      <a:pt x="53592" y="127780"/>
                    </a:cubicBezTo>
                    <a:cubicBezTo>
                      <a:pt x="59590" y="153006"/>
                      <a:pt x="51304" y="158394"/>
                      <a:pt x="65404" y="173151"/>
                    </a:cubicBezTo>
                    <a:cubicBezTo>
                      <a:pt x="79506" y="187907"/>
                      <a:pt x="111313" y="187778"/>
                      <a:pt x="111313" y="187778"/>
                    </a:cubicBezTo>
                    <a:lnTo>
                      <a:pt x="66905" y="11962"/>
                    </a:lnTo>
                    <a:lnTo>
                      <a:pt x="20571" y="0"/>
                    </a:lnTo>
                    <a:close/>
                  </a:path>
                </a:pathLst>
              </a:custGeom>
              <a:solidFill>
                <a:srgbClr val="B16E6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76" name="Google Shape;1176;p2"/>
              <p:cNvSpPr/>
              <p:nvPr/>
            </p:nvSpPr>
            <p:spPr>
              <a:xfrm>
                <a:off x="7625214" y="4698217"/>
                <a:ext cx="1832524" cy="1598682"/>
              </a:xfrm>
              <a:custGeom>
                <a:avLst/>
                <a:gdLst/>
                <a:ahLst/>
                <a:cxnLst/>
                <a:rect l="l" t="t" r="r" b="b"/>
                <a:pathLst>
                  <a:path w="1832524" h="1598682" extrusionOk="0">
                    <a:moveTo>
                      <a:pt x="1666112" y="604"/>
                    </a:moveTo>
                    <a:cubicBezTo>
                      <a:pt x="1505253" y="-13583"/>
                      <a:pt x="1445566" y="225496"/>
                      <a:pt x="1243021" y="369169"/>
                    </a:cubicBezTo>
                    <a:cubicBezTo>
                      <a:pt x="1040475" y="512842"/>
                      <a:pt x="314057" y="729132"/>
                      <a:pt x="167732" y="835460"/>
                    </a:cubicBezTo>
                    <a:cubicBezTo>
                      <a:pt x="21408" y="941789"/>
                      <a:pt x="-37175" y="1156675"/>
                      <a:pt x="24000" y="1349161"/>
                    </a:cubicBezTo>
                    <a:cubicBezTo>
                      <a:pt x="85176" y="1541647"/>
                      <a:pt x="372947" y="1708783"/>
                      <a:pt x="707873" y="1507137"/>
                    </a:cubicBezTo>
                    <a:cubicBezTo>
                      <a:pt x="1042800" y="1305494"/>
                      <a:pt x="1320169" y="1050216"/>
                      <a:pt x="1462706" y="887817"/>
                    </a:cubicBezTo>
                    <a:cubicBezTo>
                      <a:pt x="1605243" y="725417"/>
                      <a:pt x="2081727" y="37255"/>
                      <a:pt x="1666112" y="604"/>
                    </a:cubicBezTo>
                    <a:close/>
                  </a:path>
                </a:pathLst>
              </a:custGeom>
              <a:solidFill>
                <a:srgbClr val="AFD66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77" name="Google Shape;1177;p2"/>
              <p:cNvSpPr/>
              <p:nvPr/>
            </p:nvSpPr>
            <p:spPr>
              <a:xfrm>
                <a:off x="7684199" y="4730783"/>
                <a:ext cx="1773444" cy="1566114"/>
              </a:xfrm>
              <a:custGeom>
                <a:avLst/>
                <a:gdLst/>
                <a:ahLst/>
                <a:cxnLst/>
                <a:rect l="l" t="t" r="r" b="b"/>
                <a:pathLst>
                  <a:path w="1773444" h="1566114" extrusionOk="0">
                    <a:moveTo>
                      <a:pt x="1214351" y="742740"/>
                    </a:moveTo>
                    <a:cubicBezTo>
                      <a:pt x="1563018" y="377146"/>
                      <a:pt x="1518830" y="64099"/>
                      <a:pt x="1653466" y="17550"/>
                    </a:cubicBezTo>
                    <a:cubicBezTo>
                      <a:pt x="1671393" y="11352"/>
                      <a:pt x="1690522" y="5296"/>
                      <a:pt x="1710086" y="0"/>
                    </a:cubicBezTo>
                    <a:cubicBezTo>
                      <a:pt x="1925969" y="143892"/>
                      <a:pt x="1531248" y="709956"/>
                      <a:pt x="1403721" y="855250"/>
                    </a:cubicBezTo>
                    <a:cubicBezTo>
                      <a:pt x="1261182" y="1017650"/>
                      <a:pt x="983814" y="1272927"/>
                      <a:pt x="648888" y="1474571"/>
                    </a:cubicBezTo>
                    <a:cubicBezTo>
                      <a:pt x="382009" y="1635246"/>
                      <a:pt x="145069" y="1561770"/>
                      <a:pt x="28859" y="1427897"/>
                    </a:cubicBezTo>
                    <a:cubicBezTo>
                      <a:pt x="11455" y="1405243"/>
                      <a:pt x="0" y="1389609"/>
                      <a:pt x="0" y="1389609"/>
                    </a:cubicBezTo>
                    <a:cubicBezTo>
                      <a:pt x="113324" y="1500167"/>
                      <a:pt x="865683" y="1108333"/>
                      <a:pt x="1214351" y="742740"/>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78" name="Google Shape;1178;p2"/>
              <p:cNvSpPr/>
              <p:nvPr/>
            </p:nvSpPr>
            <p:spPr>
              <a:xfrm>
                <a:off x="9233463" y="4504883"/>
                <a:ext cx="224075" cy="284918"/>
              </a:xfrm>
              <a:custGeom>
                <a:avLst/>
                <a:gdLst/>
                <a:ahLst/>
                <a:cxnLst/>
                <a:rect l="l" t="t" r="r" b="b"/>
                <a:pathLst>
                  <a:path w="224075" h="284918" extrusionOk="0">
                    <a:moveTo>
                      <a:pt x="193229" y="280522"/>
                    </a:moveTo>
                    <a:cubicBezTo>
                      <a:pt x="193229" y="280522"/>
                      <a:pt x="182005" y="116264"/>
                      <a:pt x="224076" y="77566"/>
                    </a:cubicBezTo>
                    <a:cubicBezTo>
                      <a:pt x="205966" y="54427"/>
                      <a:pt x="91035" y="-27800"/>
                      <a:pt x="62186" y="9619"/>
                    </a:cubicBezTo>
                    <a:cubicBezTo>
                      <a:pt x="77667" y="39145"/>
                      <a:pt x="103190" y="129961"/>
                      <a:pt x="0" y="213704"/>
                    </a:cubicBezTo>
                    <a:cubicBezTo>
                      <a:pt x="102792" y="310542"/>
                      <a:pt x="193229" y="280522"/>
                      <a:pt x="193229" y="280522"/>
                    </a:cubicBezTo>
                    <a:close/>
                  </a:path>
                </a:pathLst>
              </a:custGeom>
              <a:solidFill>
                <a:srgbClr val="47913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79" name="Google Shape;1179;p2"/>
              <p:cNvSpPr/>
              <p:nvPr/>
            </p:nvSpPr>
            <p:spPr>
              <a:xfrm>
                <a:off x="9296284" y="4500865"/>
                <a:ext cx="163818" cy="92051"/>
              </a:xfrm>
              <a:custGeom>
                <a:avLst/>
                <a:gdLst/>
                <a:ahLst/>
                <a:cxnLst/>
                <a:rect l="l" t="t" r="r" b="b"/>
                <a:pathLst>
                  <a:path w="163818" h="92051" extrusionOk="0">
                    <a:moveTo>
                      <a:pt x="161254" y="81584"/>
                    </a:moveTo>
                    <a:cubicBezTo>
                      <a:pt x="172661" y="92198"/>
                      <a:pt x="143284" y="77142"/>
                      <a:pt x="126711" y="87919"/>
                    </a:cubicBezTo>
                    <a:cubicBezTo>
                      <a:pt x="110137" y="98693"/>
                      <a:pt x="63064" y="86821"/>
                      <a:pt x="46363" y="70463"/>
                    </a:cubicBezTo>
                    <a:cubicBezTo>
                      <a:pt x="29659" y="54104"/>
                      <a:pt x="4504" y="36463"/>
                      <a:pt x="1237" y="17444"/>
                    </a:cubicBezTo>
                    <a:cubicBezTo>
                      <a:pt x="-2030" y="-1576"/>
                      <a:pt x="-245" y="904"/>
                      <a:pt x="24319" y="17"/>
                    </a:cubicBezTo>
                    <a:cubicBezTo>
                      <a:pt x="48881" y="-867"/>
                      <a:pt x="110300" y="32538"/>
                      <a:pt x="126818" y="43815"/>
                    </a:cubicBezTo>
                    <a:cubicBezTo>
                      <a:pt x="143339" y="55092"/>
                      <a:pt x="161254" y="81584"/>
                      <a:pt x="161254" y="81584"/>
                    </a:cubicBezTo>
                    <a:close/>
                  </a:path>
                </a:pathLst>
              </a:custGeom>
              <a:solidFill>
                <a:srgbClr val="4EA43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80" name="Google Shape;1180;p2"/>
              <p:cNvSpPr/>
              <p:nvPr/>
            </p:nvSpPr>
            <p:spPr>
              <a:xfrm>
                <a:off x="9223029" y="4718161"/>
                <a:ext cx="209268" cy="79620"/>
              </a:xfrm>
              <a:custGeom>
                <a:avLst/>
                <a:gdLst/>
                <a:ahLst/>
                <a:cxnLst/>
                <a:rect l="l" t="t" r="r" b="b"/>
                <a:pathLst>
                  <a:path w="209268" h="79620" extrusionOk="0">
                    <a:moveTo>
                      <a:pt x="202670" y="44811"/>
                    </a:moveTo>
                    <a:cubicBezTo>
                      <a:pt x="203507" y="64709"/>
                      <a:pt x="212075" y="77119"/>
                      <a:pt x="208324" y="78950"/>
                    </a:cubicBezTo>
                    <a:cubicBezTo>
                      <a:pt x="204572" y="80781"/>
                      <a:pt x="188794" y="66510"/>
                      <a:pt x="173791" y="73834"/>
                    </a:cubicBezTo>
                    <a:cubicBezTo>
                      <a:pt x="158788" y="81161"/>
                      <a:pt x="137732" y="82142"/>
                      <a:pt x="127548" y="73217"/>
                    </a:cubicBezTo>
                    <a:cubicBezTo>
                      <a:pt x="117366" y="64295"/>
                      <a:pt x="103089" y="53484"/>
                      <a:pt x="86743" y="58737"/>
                    </a:cubicBezTo>
                    <a:cubicBezTo>
                      <a:pt x="70395" y="63991"/>
                      <a:pt x="44634" y="55167"/>
                      <a:pt x="39034" y="40952"/>
                    </a:cubicBezTo>
                    <a:cubicBezTo>
                      <a:pt x="33433" y="26738"/>
                      <a:pt x="31949" y="20854"/>
                      <a:pt x="21347" y="20813"/>
                    </a:cubicBezTo>
                    <a:cubicBezTo>
                      <a:pt x="10744" y="20772"/>
                      <a:pt x="-14006" y="4701"/>
                      <a:pt x="10436" y="429"/>
                    </a:cubicBezTo>
                    <a:cubicBezTo>
                      <a:pt x="34876" y="-3844"/>
                      <a:pt x="102242" y="25106"/>
                      <a:pt x="114636" y="30172"/>
                    </a:cubicBezTo>
                    <a:cubicBezTo>
                      <a:pt x="127029" y="35235"/>
                      <a:pt x="202670" y="44811"/>
                      <a:pt x="202670" y="44811"/>
                    </a:cubicBezTo>
                    <a:close/>
                  </a:path>
                </a:pathLst>
              </a:custGeom>
              <a:solidFill>
                <a:srgbClr val="47913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81" name="Google Shape;1181;p2"/>
              <p:cNvSpPr/>
              <p:nvPr/>
            </p:nvSpPr>
            <p:spPr>
              <a:xfrm>
                <a:off x="9392508" y="4617265"/>
                <a:ext cx="28545" cy="153628"/>
              </a:xfrm>
              <a:custGeom>
                <a:avLst/>
                <a:gdLst/>
                <a:ahLst/>
                <a:cxnLst/>
                <a:rect l="l" t="t" r="r" b="b"/>
                <a:pathLst>
                  <a:path w="28545" h="153628" extrusionOk="0">
                    <a:moveTo>
                      <a:pt x="28546" y="0"/>
                    </a:moveTo>
                    <a:cubicBezTo>
                      <a:pt x="4374" y="35218"/>
                      <a:pt x="21921" y="133811"/>
                      <a:pt x="17342" y="147970"/>
                    </a:cubicBezTo>
                    <a:cubicBezTo>
                      <a:pt x="12763" y="162128"/>
                      <a:pt x="4591" y="147159"/>
                      <a:pt x="1470" y="131157"/>
                    </a:cubicBezTo>
                    <a:cubicBezTo>
                      <a:pt x="-1650" y="115155"/>
                      <a:pt x="-2617" y="28900"/>
                      <a:pt x="28546"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82" name="Google Shape;1182;p2"/>
              <p:cNvSpPr/>
              <p:nvPr/>
            </p:nvSpPr>
            <p:spPr>
              <a:xfrm>
                <a:off x="9247706" y="4579315"/>
                <a:ext cx="86945" cy="167727"/>
              </a:xfrm>
              <a:custGeom>
                <a:avLst/>
                <a:gdLst/>
                <a:ahLst/>
                <a:cxnLst/>
                <a:rect l="l" t="t" r="r" b="b"/>
                <a:pathLst>
                  <a:path w="86945" h="167727" extrusionOk="0">
                    <a:moveTo>
                      <a:pt x="85051" y="0"/>
                    </a:moveTo>
                    <a:cubicBezTo>
                      <a:pt x="98527" y="44463"/>
                      <a:pt x="36136" y="172227"/>
                      <a:pt x="23247" y="167605"/>
                    </a:cubicBezTo>
                    <a:cubicBezTo>
                      <a:pt x="10359" y="162983"/>
                      <a:pt x="12953" y="140838"/>
                      <a:pt x="1249" y="145499"/>
                    </a:cubicBezTo>
                    <a:cubicBezTo>
                      <a:pt x="-10455" y="150163"/>
                      <a:pt x="63392" y="128418"/>
                      <a:pt x="85051"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83" name="Google Shape;1183;p2"/>
              <p:cNvSpPr/>
              <p:nvPr/>
            </p:nvSpPr>
            <p:spPr>
              <a:xfrm>
                <a:off x="9339303" y="4631418"/>
                <a:ext cx="28837" cy="145179"/>
              </a:xfrm>
              <a:custGeom>
                <a:avLst/>
                <a:gdLst/>
                <a:ahLst/>
                <a:cxnLst/>
                <a:rect l="l" t="t" r="r" b="b"/>
                <a:pathLst>
                  <a:path w="28837" h="145179" extrusionOk="0">
                    <a:moveTo>
                      <a:pt x="27308" y="4770"/>
                    </a:moveTo>
                    <a:cubicBezTo>
                      <a:pt x="27644" y="33574"/>
                      <a:pt x="33423" y="150843"/>
                      <a:pt x="20066" y="144966"/>
                    </a:cubicBezTo>
                    <a:cubicBezTo>
                      <a:pt x="6709" y="139089"/>
                      <a:pt x="25502" y="119328"/>
                      <a:pt x="5465" y="128107"/>
                    </a:cubicBezTo>
                    <a:cubicBezTo>
                      <a:pt x="-14572" y="136885"/>
                      <a:pt x="26903" y="-29986"/>
                      <a:pt x="27308" y="477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84" name="Google Shape;1184;p2"/>
              <p:cNvSpPr/>
              <p:nvPr/>
            </p:nvSpPr>
            <p:spPr>
              <a:xfrm>
                <a:off x="7856785" y="4761539"/>
                <a:ext cx="1600871" cy="1535348"/>
              </a:xfrm>
              <a:custGeom>
                <a:avLst/>
                <a:gdLst/>
                <a:ahLst/>
                <a:cxnLst/>
                <a:rect l="l" t="t" r="r" b="b"/>
                <a:pathLst>
                  <a:path w="1600871" h="1535348" extrusionOk="0">
                    <a:moveTo>
                      <a:pt x="1502855" y="116181"/>
                    </a:moveTo>
                    <a:cubicBezTo>
                      <a:pt x="1499897" y="55779"/>
                      <a:pt x="1528393" y="12552"/>
                      <a:pt x="1570347" y="0"/>
                    </a:cubicBezTo>
                    <a:cubicBezTo>
                      <a:pt x="1706332" y="180471"/>
                      <a:pt x="1350900" y="688040"/>
                      <a:pt x="1231135" y="824494"/>
                    </a:cubicBezTo>
                    <a:cubicBezTo>
                      <a:pt x="1088596" y="986894"/>
                      <a:pt x="811228" y="1242171"/>
                      <a:pt x="476302" y="1443815"/>
                    </a:cubicBezTo>
                    <a:cubicBezTo>
                      <a:pt x="293875" y="1553646"/>
                      <a:pt x="125451" y="1554053"/>
                      <a:pt x="0" y="1500565"/>
                    </a:cubicBezTo>
                    <a:cubicBezTo>
                      <a:pt x="916026" y="1391061"/>
                      <a:pt x="1508163" y="224545"/>
                      <a:pt x="1502855" y="116181"/>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85" name="Google Shape;1185;p2"/>
              <p:cNvSpPr/>
              <p:nvPr/>
            </p:nvSpPr>
            <p:spPr>
              <a:xfrm>
                <a:off x="8433092" y="5309756"/>
                <a:ext cx="130934" cy="111631"/>
              </a:xfrm>
              <a:custGeom>
                <a:avLst/>
                <a:gdLst/>
                <a:ahLst/>
                <a:cxnLst/>
                <a:rect l="l" t="t" r="r" b="b"/>
                <a:pathLst>
                  <a:path w="130934" h="111631" extrusionOk="0">
                    <a:moveTo>
                      <a:pt x="60024" y="106500"/>
                    </a:moveTo>
                    <a:cubicBezTo>
                      <a:pt x="-1243" y="87764"/>
                      <a:pt x="-15967" y="40972"/>
                      <a:pt x="17502" y="12452"/>
                    </a:cubicBezTo>
                    <a:cubicBezTo>
                      <a:pt x="50972" y="-16068"/>
                      <a:pt x="105742" y="7853"/>
                      <a:pt x="124538" y="49314"/>
                    </a:cubicBezTo>
                    <a:cubicBezTo>
                      <a:pt x="143333" y="90780"/>
                      <a:pt x="120379" y="124958"/>
                      <a:pt x="60024" y="106500"/>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86" name="Google Shape;1186;p2"/>
              <p:cNvSpPr/>
              <p:nvPr/>
            </p:nvSpPr>
            <p:spPr>
              <a:xfrm>
                <a:off x="7766140" y="5443525"/>
                <a:ext cx="642104" cy="445202"/>
              </a:xfrm>
              <a:custGeom>
                <a:avLst/>
                <a:gdLst/>
                <a:ahLst/>
                <a:cxnLst/>
                <a:rect l="l" t="t" r="r" b="b"/>
                <a:pathLst>
                  <a:path w="642104" h="445202" extrusionOk="0">
                    <a:moveTo>
                      <a:pt x="484123" y="526"/>
                    </a:moveTo>
                    <a:cubicBezTo>
                      <a:pt x="313173" y="12130"/>
                      <a:pt x="17178" y="134765"/>
                      <a:pt x="862" y="334500"/>
                    </a:cubicBezTo>
                    <a:cubicBezTo>
                      <a:pt x="-15453" y="534237"/>
                      <a:pt x="204257" y="424509"/>
                      <a:pt x="277082" y="310901"/>
                    </a:cubicBezTo>
                    <a:cubicBezTo>
                      <a:pt x="349905" y="197294"/>
                      <a:pt x="513546" y="84864"/>
                      <a:pt x="604465" y="86327"/>
                    </a:cubicBezTo>
                    <a:cubicBezTo>
                      <a:pt x="695384" y="87790"/>
                      <a:pt x="608369" y="-7907"/>
                      <a:pt x="484123" y="526"/>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187" name="Google Shape;1187;p2"/>
            <p:cNvGrpSpPr/>
            <p:nvPr/>
          </p:nvGrpSpPr>
          <p:grpSpPr>
            <a:xfrm>
              <a:off x="7048242" y="5255151"/>
              <a:ext cx="758381" cy="748720"/>
              <a:chOff x="7048242" y="5255151"/>
              <a:chExt cx="758381" cy="748720"/>
            </a:xfrm>
          </p:grpSpPr>
          <p:sp>
            <p:nvSpPr>
              <p:cNvPr id="1188" name="Google Shape;1188;p2"/>
              <p:cNvSpPr/>
              <p:nvPr/>
            </p:nvSpPr>
            <p:spPr>
              <a:xfrm>
                <a:off x="7048242" y="5255151"/>
                <a:ext cx="750992" cy="728729"/>
              </a:xfrm>
              <a:custGeom>
                <a:avLst/>
                <a:gdLst/>
                <a:ahLst/>
                <a:cxnLst/>
                <a:rect l="l" t="t" r="r" b="b"/>
                <a:pathLst>
                  <a:path w="750992" h="728729" extrusionOk="0">
                    <a:moveTo>
                      <a:pt x="204525" y="86906"/>
                    </a:moveTo>
                    <a:cubicBezTo>
                      <a:pt x="155104" y="-183489"/>
                      <a:pt x="994439" y="249402"/>
                      <a:pt x="680504" y="404013"/>
                    </a:cubicBezTo>
                    <a:cubicBezTo>
                      <a:pt x="638383" y="542158"/>
                      <a:pt x="536546" y="726702"/>
                      <a:pt x="432773" y="728719"/>
                    </a:cubicBezTo>
                    <a:cubicBezTo>
                      <a:pt x="343760" y="730449"/>
                      <a:pt x="8946" y="524654"/>
                      <a:pt x="60" y="400611"/>
                    </a:cubicBezTo>
                    <a:cubicBezTo>
                      <a:pt x="-4061" y="343038"/>
                      <a:pt x="204525" y="86906"/>
                      <a:pt x="204525" y="86906"/>
                    </a:cubicBezTo>
                    <a:close/>
                  </a:path>
                </a:pathLst>
              </a:custGeom>
              <a:solidFill>
                <a:srgbClr val="F0AB5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89" name="Google Shape;1189;p2"/>
              <p:cNvSpPr/>
              <p:nvPr/>
            </p:nvSpPr>
            <p:spPr>
              <a:xfrm>
                <a:off x="7055631" y="5275142"/>
                <a:ext cx="750992" cy="728729"/>
              </a:xfrm>
              <a:custGeom>
                <a:avLst/>
                <a:gdLst/>
                <a:ahLst/>
                <a:cxnLst/>
                <a:rect l="l" t="t" r="r" b="b"/>
                <a:pathLst>
                  <a:path w="750992" h="728729" extrusionOk="0">
                    <a:moveTo>
                      <a:pt x="204525" y="86906"/>
                    </a:moveTo>
                    <a:cubicBezTo>
                      <a:pt x="155104" y="-183489"/>
                      <a:pt x="994436" y="249402"/>
                      <a:pt x="680504" y="404013"/>
                    </a:cubicBezTo>
                    <a:cubicBezTo>
                      <a:pt x="638382" y="542159"/>
                      <a:pt x="536546" y="726702"/>
                      <a:pt x="432773" y="728719"/>
                    </a:cubicBezTo>
                    <a:cubicBezTo>
                      <a:pt x="343760" y="730447"/>
                      <a:pt x="8946" y="524655"/>
                      <a:pt x="60" y="400611"/>
                    </a:cubicBezTo>
                    <a:cubicBezTo>
                      <a:pt x="-4061" y="343039"/>
                      <a:pt x="204525" y="86906"/>
                      <a:pt x="204525" y="86906"/>
                    </a:cubicBezTo>
                    <a:close/>
                  </a:path>
                </a:pathLst>
              </a:custGeom>
              <a:solidFill>
                <a:srgbClr val="FFB65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90" name="Google Shape;1190;p2"/>
              <p:cNvSpPr/>
              <p:nvPr/>
            </p:nvSpPr>
            <p:spPr>
              <a:xfrm>
                <a:off x="7064797" y="5283004"/>
                <a:ext cx="736794" cy="711586"/>
              </a:xfrm>
              <a:custGeom>
                <a:avLst/>
                <a:gdLst/>
                <a:ahLst/>
                <a:cxnLst/>
                <a:rect l="l" t="t" r="r" b="b"/>
                <a:pathLst>
                  <a:path w="736794" h="711586" extrusionOk="0">
                    <a:moveTo>
                      <a:pt x="199506" y="85511"/>
                    </a:moveTo>
                    <a:cubicBezTo>
                      <a:pt x="151298" y="-178250"/>
                      <a:pt x="974569" y="238525"/>
                      <a:pt x="668339" y="389341"/>
                    </a:cubicBezTo>
                    <a:cubicBezTo>
                      <a:pt x="627251" y="524096"/>
                      <a:pt x="523379" y="709608"/>
                      <a:pt x="422153" y="711575"/>
                    </a:cubicBezTo>
                    <a:cubicBezTo>
                      <a:pt x="335326" y="713263"/>
                      <a:pt x="8725" y="512520"/>
                      <a:pt x="59" y="391520"/>
                    </a:cubicBezTo>
                    <a:cubicBezTo>
                      <a:pt x="-3962" y="335359"/>
                      <a:pt x="199506" y="85511"/>
                      <a:pt x="199506" y="85511"/>
                    </a:cubicBezTo>
                    <a:close/>
                  </a:path>
                </a:pathLst>
              </a:custGeom>
              <a:solidFill>
                <a:srgbClr val="FFDD9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91" name="Google Shape;1191;p2"/>
              <p:cNvSpPr/>
              <p:nvPr/>
            </p:nvSpPr>
            <p:spPr>
              <a:xfrm>
                <a:off x="7096143" y="5589627"/>
                <a:ext cx="50165" cy="116117"/>
              </a:xfrm>
              <a:custGeom>
                <a:avLst/>
                <a:gdLst/>
                <a:ahLst/>
                <a:cxnLst/>
                <a:rect l="l" t="t" r="r" b="b"/>
                <a:pathLst>
                  <a:path w="50165" h="116117" extrusionOk="0">
                    <a:moveTo>
                      <a:pt x="6290" y="55152"/>
                    </a:moveTo>
                    <a:cubicBezTo>
                      <a:pt x="21657" y="19699"/>
                      <a:pt x="45351" y="-8282"/>
                      <a:pt x="49811" y="2245"/>
                    </a:cubicBezTo>
                    <a:cubicBezTo>
                      <a:pt x="54271" y="12772"/>
                      <a:pt x="14975" y="64531"/>
                      <a:pt x="25239" y="73349"/>
                    </a:cubicBezTo>
                    <a:cubicBezTo>
                      <a:pt x="35503" y="82166"/>
                      <a:pt x="43488" y="135622"/>
                      <a:pt x="18520" y="108523"/>
                    </a:cubicBezTo>
                    <a:cubicBezTo>
                      <a:pt x="-6447" y="81425"/>
                      <a:pt x="-1414" y="72930"/>
                      <a:pt x="6290" y="5515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92" name="Google Shape;1192;p2"/>
              <p:cNvSpPr/>
              <p:nvPr/>
            </p:nvSpPr>
            <p:spPr>
              <a:xfrm>
                <a:off x="7180402" y="5619611"/>
                <a:ext cx="27154" cy="33768"/>
              </a:xfrm>
              <a:custGeom>
                <a:avLst/>
                <a:gdLst/>
                <a:ahLst/>
                <a:cxnLst/>
                <a:rect l="l" t="t" r="r" b="b"/>
                <a:pathLst>
                  <a:path w="27154" h="33768" extrusionOk="0">
                    <a:moveTo>
                      <a:pt x="315" y="30369"/>
                    </a:moveTo>
                    <a:cubicBezTo>
                      <a:pt x="7598" y="7634"/>
                      <a:pt x="24997" y="-9063"/>
                      <a:pt x="27061" y="5408"/>
                    </a:cubicBezTo>
                    <a:cubicBezTo>
                      <a:pt x="29123" y="19876"/>
                      <a:pt x="-3528" y="42366"/>
                      <a:pt x="315" y="3036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93" name="Google Shape;1193;p2"/>
              <p:cNvSpPr/>
              <p:nvPr/>
            </p:nvSpPr>
            <p:spPr>
              <a:xfrm>
                <a:off x="7271179" y="5636232"/>
                <a:ext cx="27154" cy="33767"/>
              </a:xfrm>
              <a:custGeom>
                <a:avLst/>
                <a:gdLst/>
                <a:ahLst/>
                <a:cxnLst/>
                <a:rect l="l" t="t" r="r" b="b"/>
                <a:pathLst>
                  <a:path w="27154" h="33767" extrusionOk="0">
                    <a:moveTo>
                      <a:pt x="315" y="30369"/>
                    </a:moveTo>
                    <a:cubicBezTo>
                      <a:pt x="7598" y="7634"/>
                      <a:pt x="24997" y="-9063"/>
                      <a:pt x="27061" y="5408"/>
                    </a:cubicBezTo>
                    <a:cubicBezTo>
                      <a:pt x="29123" y="19874"/>
                      <a:pt x="-3528" y="42364"/>
                      <a:pt x="315" y="3036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94" name="Google Shape;1194;p2"/>
              <p:cNvSpPr/>
              <p:nvPr/>
            </p:nvSpPr>
            <p:spPr>
              <a:xfrm>
                <a:off x="7146888" y="5655277"/>
                <a:ext cx="18949" cy="24373"/>
              </a:xfrm>
              <a:custGeom>
                <a:avLst/>
                <a:gdLst/>
                <a:ahLst/>
                <a:cxnLst/>
                <a:rect l="l" t="t" r="r" b="b"/>
                <a:pathLst>
                  <a:path w="18949" h="24373" extrusionOk="0">
                    <a:moveTo>
                      <a:pt x="4737" y="648"/>
                    </a:moveTo>
                    <a:cubicBezTo>
                      <a:pt x="19610" y="10405"/>
                      <a:pt x="24358" y="25860"/>
                      <a:pt x="11462" y="24258"/>
                    </a:cubicBezTo>
                    <a:cubicBezTo>
                      <a:pt x="-1433" y="22653"/>
                      <a:pt x="-3111" y="-4500"/>
                      <a:pt x="4737" y="64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95" name="Google Shape;1195;p2"/>
              <p:cNvSpPr/>
              <p:nvPr/>
            </p:nvSpPr>
            <p:spPr>
              <a:xfrm>
                <a:off x="7308725" y="5579174"/>
                <a:ext cx="18948" cy="24373"/>
              </a:xfrm>
              <a:custGeom>
                <a:avLst/>
                <a:gdLst/>
                <a:ahLst/>
                <a:cxnLst/>
                <a:rect l="l" t="t" r="r" b="b"/>
                <a:pathLst>
                  <a:path w="18948" h="24373" extrusionOk="0">
                    <a:moveTo>
                      <a:pt x="4736" y="648"/>
                    </a:moveTo>
                    <a:cubicBezTo>
                      <a:pt x="19609" y="10404"/>
                      <a:pt x="24357" y="25861"/>
                      <a:pt x="11461" y="24258"/>
                    </a:cubicBezTo>
                    <a:cubicBezTo>
                      <a:pt x="-1434" y="22655"/>
                      <a:pt x="-3110" y="-4500"/>
                      <a:pt x="4736" y="64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96" name="Google Shape;1196;p2"/>
              <p:cNvSpPr/>
              <p:nvPr/>
            </p:nvSpPr>
            <p:spPr>
              <a:xfrm>
                <a:off x="7335049" y="5825541"/>
                <a:ext cx="18949" cy="24373"/>
              </a:xfrm>
              <a:custGeom>
                <a:avLst/>
                <a:gdLst/>
                <a:ahLst/>
                <a:cxnLst/>
                <a:rect l="l" t="t" r="r" b="b"/>
                <a:pathLst>
                  <a:path w="18949" h="24373" extrusionOk="0">
                    <a:moveTo>
                      <a:pt x="4737" y="648"/>
                    </a:moveTo>
                    <a:cubicBezTo>
                      <a:pt x="19610" y="10405"/>
                      <a:pt x="24358" y="25861"/>
                      <a:pt x="11462" y="24258"/>
                    </a:cubicBezTo>
                    <a:cubicBezTo>
                      <a:pt x="-1433" y="22655"/>
                      <a:pt x="-3111" y="-4500"/>
                      <a:pt x="4737" y="64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97" name="Google Shape;1197;p2"/>
              <p:cNvSpPr/>
              <p:nvPr/>
            </p:nvSpPr>
            <p:spPr>
              <a:xfrm>
                <a:off x="7164055" y="5569235"/>
                <a:ext cx="25530" cy="40669"/>
              </a:xfrm>
              <a:custGeom>
                <a:avLst/>
                <a:gdLst/>
                <a:ahLst/>
                <a:cxnLst/>
                <a:rect l="l" t="t" r="r" b="b"/>
                <a:pathLst>
                  <a:path w="25530" h="40669" extrusionOk="0">
                    <a:moveTo>
                      <a:pt x="4327" y="3821"/>
                    </a:moveTo>
                    <a:cubicBezTo>
                      <a:pt x="-7992" y="14807"/>
                      <a:pt x="24801" y="19932"/>
                      <a:pt x="1719" y="34736"/>
                    </a:cubicBezTo>
                    <a:cubicBezTo>
                      <a:pt x="-6673" y="40118"/>
                      <a:pt x="18103" y="42906"/>
                      <a:pt x="23500" y="38462"/>
                    </a:cubicBezTo>
                    <a:cubicBezTo>
                      <a:pt x="28897" y="34016"/>
                      <a:pt x="23877" y="-13613"/>
                      <a:pt x="4327" y="382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98" name="Google Shape;1198;p2"/>
              <p:cNvSpPr/>
              <p:nvPr/>
            </p:nvSpPr>
            <p:spPr>
              <a:xfrm>
                <a:off x="7222956" y="5681971"/>
                <a:ext cx="25530" cy="40671"/>
              </a:xfrm>
              <a:custGeom>
                <a:avLst/>
                <a:gdLst/>
                <a:ahLst/>
                <a:cxnLst/>
                <a:rect l="l" t="t" r="r" b="b"/>
                <a:pathLst>
                  <a:path w="25530" h="40671" extrusionOk="0">
                    <a:moveTo>
                      <a:pt x="4327" y="3821"/>
                    </a:moveTo>
                    <a:cubicBezTo>
                      <a:pt x="-7992" y="14807"/>
                      <a:pt x="24803" y="19930"/>
                      <a:pt x="1719" y="34737"/>
                    </a:cubicBezTo>
                    <a:cubicBezTo>
                      <a:pt x="-6673" y="40120"/>
                      <a:pt x="18103" y="42909"/>
                      <a:pt x="23500" y="38463"/>
                    </a:cubicBezTo>
                    <a:cubicBezTo>
                      <a:pt x="28897" y="34017"/>
                      <a:pt x="23877" y="-13614"/>
                      <a:pt x="4327" y="382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199" name="Google Shape;1199;p2"/>
              <p:cNvSpPr/>
              <p:nvPr/>
            </p:nvSpPr>
            <p:spPr>
              <a:xfrm>
                <a:off x="7275950" y="5838624"/>
                <a:ext cx="25530" cy="40671"/>
              </a:xfrm>
              <a:custGeom>
                <a:avLst/>
                <a:gdLst/>
                <a:ahLst/>
                <a:cxnLst/>
                <a:rect l="l" t="t" r="r" b="b"/>
                <a:pathLst>
                  <a:path w="25530" h="40671" extrusionOk="0">
                    <a:moveTo>
                      <a:pt x="4327" y="3821"/>
                    </a:moveTo>
                    <a:cubicBezTo>
                      <a:pt x="-7992" y="14805"/>
                      <a:pt x="24803" y="19930"/>
                      <a:pt x="1719" y="34736"/>
                    </a:cubicBezTo>
                    <a:cubicBezTo>
                      <a:pt x="-6673" y="40120"/>
                      <a:pt x="18103" y="42909"/>
                      <a:pt x="23500" y="38462"/>
                    </a:cubicBezTo>
                    <a:cubicBezTo>
                      <a:pt x="28897" y="34016"/>
                      <a:pt x="23877" y="-13613"/>
                      <a:pt x="4327" y="382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00" name="Google Shape;1200;p2"/>
              <p:cNvSpPr/>
              <p:nvPr/>
            </p:nvSpPr>
            <p:spPr>
              <a:xfrm>
                <a:off x="7721827" y="5507772"/>
                <a:ext cx="49499" cy="113281"/>
              </a:xfrm>
              <a:custGeom>
                <a:avLst/>
                <a:gdLst/>
                <a:ahLst/>
                <a:cxnLst/>
                <a:rect l="l" t="t" r="r" b="b"/>
                <a:pathLst>
                  <a:path w="49499" h="113281" extrusionOk="0">
                    <a:moveTo>
                      <a:pt x="49419" y="45884"/>
                    </a:moveTo>
                    <a:cubicBezTo>
                      <a:pt x="50484" y="84508"/>
                      <a:pt x="40842" y="119884"/>
                      <a:pt x="32349" y="112231"/>
                    </a:cubicBezTo>
                    <a:cubicBezTo>
                      <a:pt x="23857" y="104577"/>
                      <a:pt x="37584" y="41056"/>
                      <a:pt x="24554" y="37405"/>
                    </a:cubicBezTo>
                    <a:cubicBezTo>
                      <a:pt x="11524" y="33755"/>
                      <a:pt x="-18313" y="-11312"/>
                      <a:pt x="15771" y="2688"/>
                    </a:cubicBezTo>
                    <a:cubicBezTo>
                      <a:pt x="49855" y="16687"/>
                      <a:pt x="48884" y="26517"/>
                      <a:pt x="49419" y="45884"/>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01" name="Google Shape;1201;p2"/>
              <p:cNvSpPr/>
              <p:nvPr/>
            </p:nvSpPr>
            <p:spPr>
              <a:xfrm>
                <a:off x="7718835" y="5564851"/>
                <a:ext cx="16163" cy="40080"/>
              </a:xfrm>
              <a:custGeom>
                <a:avLst/>
                <a:gdLst/>
                <a:ahLst/>
                <a:cxnLst/>
                <a:rect l="l" t="t" r="r" b="b"/>
                <a:pathLst>
                  <a:path w="16163" h="40080" extrusionOk="0">
                    <a:moveTo>
                      <a:pt x="15553" y="2704"/>
                    </a:moveTo>
                    <a:cubicBezTo>
                      <a:pt x="18566" y="26387"/>
                      <a:pt x="9857" y="48872"/>
                      <a:pt x="1870" y="36633"/>
                    </a:cubicBezTo>
                    <a:cubicBezTo>
                      <a:pt x="-6116" y="24394"/>
                      <a:pt x="13965" y="-9793"/>
                      <a:pt x="15553" y="2704"/>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02" name="Google Shape;1202;p2"/>
              <p:cNvSpPr/>
              <p:nvPr/>
            </p:nvSpPr>
            <p:spPr>
              <a:xfrm>
                <a:off x="7662250" y="5505414"/>
                <a:ext cx="26892" cy="26121"/>
              </a:xfrm>
              <a:custGeom>
                <a:avLst/>
                <a:gdLst/>
                <a:ahLst/>
                <a:cxnLst/>
                <a:rect l="l" t="t" r="r" b="b"/>
                <a:pathLst>
                  <a:path w="26892" h="26121" extrusionOk="0">
                    <a:moveTo>
                      <a:pt x="3552" y="392"/>
                    </a:moveTo>
                    <a:cubicBezTo>
                      <a:pt x="22964" y="8345"/>
                      <a:pt x="34669" y="25095"/>
                      <a:pt x="20895" y="26098"/>
                    </a:cubicBezTo>
                    <a:cubicBezTo>
                      <a:pt x="7122" y="27101"/>
                      <a:pt x="-6692" y="-3803"/>
                      <a:pt x="3552" y="39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03" name="Google Shape;1203;p2"/>
              <p:cNvSpPr/>
              <p:nvPr/>
            </p:nvSpPr>
            <p:spPr>
              <a:xfrm>
                <a:off x="7670856" y="5576295"/>
                <a:ext cx="24536" cy="19058"/>
              </a:xfrm>
              <a:custGeom>
                <a:avLst/>
                <a:gdLst/>
                <a:ahLst/>
                <a:cxnLst/>
                <a:rect l="l" t="t" r="r" b="b"/>
                <a:pathLst>
                  <a:path w="24536" h="19058" extrusionOk="0">
                    <a:moveTo>
                      <a:pt x="21384" y="19003"/>
                    </a:moveTo>
                    <a:cubicBezTo>
                      <a:pt x="3782" y="16449"/>
                      <a:pt x="-7057" y="4453"/>
                      <a:pt x="5306" y="452"/>
                    </a:cubicBezTo>
                    <a:cubicBezTo>
                      <a:pt x="17669" y="-3548"/>
                      <a:pt x="30672" y="20351"/>
                      <a:pt x="21384" y="19003"/>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04" name="Google Shape;1204;p2"/>
              <p:cNvSpPr/>
              <p:nvPr/>
            </p:nvSpPr>
            <p:spPr>
              <a:xfrm>
                <a:off x="7209077" y="5534299"/>
                <a:ext cx="24536" cy="19058"/>
              </a:xfrm>
              <a:custGeom>
                <a:avLst/>
                <a:gdLst/>
                <a:ahLst/>
                <a:cxnLst/>
                <a:rect l="l" t="t" r="r" b="b"/>
                <a:pathLst>
                  <a:path w="24536" h="19058" extrusionOk="0">
                    <a:moveTo>
                      <a:pt x="21384" y="19003"/>
                    </a:moveTo>
                    <a:cubicBezTo>
                      <a:pt x="3781" y="16450"/>
                      <a:pt x="-7056" y="4453"/>
                      <a:pt x="5306" y="452"/>
                    </a:cubicBezTo>
                    <a:cubicBezTo>
                      <a:pt x="17669" y="-3548"/>
                      <a:pt x="30672" y="20352"/>
                      <a:pt x="21384" y="19003"/>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05" name="Google Shape;1205;p2"/>
              <p:cNvSpPr/>
              <p:nvPr/>
            </p:nvSpPr>
            <p:spPr>
              <a:xfrm>
                <a:off x="7675816" y="5637265"/>
                <a:ext cx="33165" cy="40264"/>
              </a:xfrm>
              <a:custGeom>
                <a:avLst/>
                <a:gdLst/>
                <a:ahLst/>
                <a:cxnLst/>
                <a:rect l="l" t="t" r="r" b="b"/>
                <a:pathLst>
                  <a:path w="33165" h="40264" extrusionOk="0">
                    <a:moveTo>
                      <a:pt x="32275" y="32771"/>
                    </a:moveTo>
                    <a:cubicBezTo>
                      <a:pt x="38795" y="17606"/>
                      <a:pt x="6909" y="26828"/>
                      <a:pt x="21567" y="3652"/>
                    </a:cubicBezTo>
                    <a:cubicBezTo>
                      <a:pt x="26896" y="-4774"/>
                      <a:pt x="3263" y="3174"/>
                      <a:pt x="253" y="9486"/>
                    </a:cubicBezTo>
                    <a:cubicBezTo>
                      <a:pt x="-2758" y="15795"/>
                      <a:pt x="21931" y="56836"/>
                      <a:pt x="32275" y="3277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06" name="Google Shape;1206;p2"/>
              <p:cNvSpPr/>
              <p:nvPr/>
            </p:nvSpPr>
            <p:spPr>
              <a:xfrm>
                <a:off x="7366033" y="5468828"/>
                <a:ext cx="33165" cy="40264"/>
              </a:xfrm>
              <a:custGeom>
                <a:avLst/>
                <a:gdLst/>
                <a:ahLst/>
                <a:cxnLst/>
                <a:rect l="l" t="t" r="r" b="b"/>
                <a:pathLst>
                  <a:path w="33165" h="40264" extrusionOk="0">
                    <a:moveTo>
                      <a:pt x="32275" y="32771"/>
                    </a:moveTo>
                    <a:cubicBezTo>
                      <a:pt x="38794" y="17606"/>
                      <a:pt x="6909" y="26827"/>
                      <a:pt x="21567" y="3652"/>
                    </a:cubicBezTo>
                    <a:cubicBezTo>
                      <a:pt x="26896" y="-4774"/>
                      <a:pt x="3263" y="3174"/>
                      <a:pt x="252" y="9486"/>
                    </a:cubicBezTo>
                    <a:cubicBezTo>
                      <a:pt x="-2756" y="15795"/>
                      <a:pt x="21930" y="56836"/>
                      <a:pt x="32275" y="3277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07" name="Google Shape;1207;p2"/>
              <p:cNvSpPr/>
              <p:nvPr/>
            </p:nvSpPr>
            <p:spPr>
              <a:xfrm>
                <a:off x="7313699" y="5692712"/>
                <a:ext cx="33166" cy="40263"/>
              </a:xfrm>
              <a:custGeom>
                <a:avLst/>
                <a:gdLst/>
                <a:ahLst/>
                <a:cxnLst/>
                <a:rect l="l" t="t" r="r" b="b"/>
                <a:pathLst>
                  <a:path w="33166" h="40263" extrusionOk="0">
                    <a:moveTo>
                      <a:pt x="32275" y="32771"/>
                    </a:moveTo>
                    <a:cubicBezTo>
                      <a:pt x="38795" y="17606"/>
                      <a:pt x="6909" y="26827"/>
                      <a:pt x="21567" y="3652"/>
                    </a:cubicBezTo>
                    <a:cubicBezTo>
                      <a:pt x="26896" y="-4774"/>
                      <a:pt x="3263" y="3174"/>
                      <a:pt x="253" y="9486"/>
                    </a:cubicBezTo>
                    <a:cubicBezTo>
                      <a:pt x="-2758" y="15795"/>
                      <a:pt x="21931" y="56833"/>
                      <a:pt x="32275" y="3277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08" name="Google Shape;1208;p2"/>
              <p:cNvSpPr/>
              <p:nvPr/>
            </p:nvSpPr>
            <p:spPr>
              <a:xfrm>
                <a:off x="7257752" y="5468531"/>
                <a:ext cx="33165" cy="40264"/>
              </a:xfrm>
              <a:custGeom>
                <a:avLst/>
                <a:gdLst/>
                <a:ahLst/>
                <a:cxnLst/>
                <a:rect l="l" t="t" r="r" b="b"/>
                <a:pathLst>
                  <a:path w="33165" h="40264" extrusionOk="0">
                    <a:moveTo>
                      <a:pt x="32275" y="32771"/>
                    </a:moveTo>
                    <a:cubicBezTo>
                      <a:pt x="38795" y="17608"/>
                      <a:pt x="6909" y="26828"/>
                      <a:pt x="21567" y="3652"/>
                    </a:cubicBezTo>
                    <a:cubicBezTo>
                      <a:pt x="26898" y="-4774"/>
                      <a:pt x="3263" y="3174"/>
                      <a:pt x="253" y="9486"/>
                    </a:cubicBezTo>
                    <a:cubicBezTo>
                      <a:pt x="-2758" y="15795"/>
                      <a:pt x="21931" y="56836"/>
                      <a:pt x="32275" y="3277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09" name="Google Shape;1209;p2"/>
              <p:cNvSpPr/>
              <p:nvPr/>
            </p:nvSpPr>
            <p:spPr>
              <a:xfrm>
                <a:off x="7301023" y="5307083"/>
                <a:ext cx="117110" cy="42479"/>
              </a:xfrm>
              <a:custGeom>
                <a:avLst/>
                <a:gdLst/>
                <a:ahLst/>
                <a:cxnLst/>
                <a:rect l="l" t="t" r="r" b="b"/>
                <a:pathLst>
                  <a:path w="117110" h="42479" extrusionOk="0">
                    <a:moveTo>
                      <a:pt x="53924" y="1990"/>
                    </a:moveTo>
                    <a:cubicBezTo>
                      <a:pt x="91988" y="8631"/>
                      <a:pt x="124740" y="25119"/>
                      <a:pt x="115548" y="31918"/>
                    </a:cubicBezTo>
                    <a:cubicBezTo>
                      <a:pt x="106358" y="38719"/>
                      <a:pt x="46837" y="12626"/>
                      <a:pt x="40668" y="24671"/>
                    </a:cubicBezTo>
                    <a:cubicBezTo>
                      <a:pt x="34497" y="36716"/>
                      <a:pt x="-15605" y="56988"/>
                      <a:pt x="4898" y="26372"/>
                    </a:cubicBezTo>
                    <a:cubicBezTo>
                      <a:pt x="25402" y="-4246"/>
                      <a:pt x="34838" y="-1341"/>
                      <a:pt x="53924" y="1990"/>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10" name="Google Shape;1210;p2"/>
              <p:cNvSpPr/>
              <p:nvPr/>
            </p:nvSpPr>
            <p:spPr>
              <a:xfrm>
                <a:off x="7365170" y="5386375"/>
                <a:ext cx="37943" cy="20909"/>
              </a:xfrm>
              <a:custGeom>
                <a:avLst/>
                <a:gdLst/>
                <a:ahLst/>
                <a:cxnLst/>
                <a:rect l="l" t="t" r="r" b="b"/>
                <a:pathLst>
                  <a:path w="37943" h="20909" extrusionOk="0">
                    <a:moveTo>
                      <a:pt x="3045" y="24"/>
                    </a:moveTo>
                    <a:cubicBezTo>
                      <a:pt x="26854" y="1784"/>
                      <a:pt x="47158" y="14791"/>
                      <a:pt x="33575" y="20184"/>
                    </a:cubicBezTo>
                    <a:cubicBezTo>
                      <a:pt x="19989" y="25577"/>
                      <a:pt x="-9519" y="-904"/>
                      <a:pt x="3045" y="24"/>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11" name="Google Shape;1211;p2"/>
              <p:cNvSpPr/>
              <p:nvPr/>
            </p:nvSpPr>
            <p:spPr>
              <a:xfrm>
                <a:off x="7360676" y="5556344"/>
                <a:ext cx="37942" cy="20908"/>
              </a:xfrm>
              <a:custGeom>
                <a:avLst/>
                <a:gdLst/>
                <a:ahLst/>
                <a:cxnLst/>
                <a:rect l="l" t="t" r="r" b="b"/>
                <a:pathLst>
                  <a:path w="37942" h="20908" extrusionOk="0">
                    <a:moveTo>
                      <a:pt x="3044" y="24"/>
                    </a:moveTo>
                    <a:cubicBezTo>
                      <a:pt x="26853" y="1784"/>
                      <a:pt x="47157" y="14791"/>
                      <a:pt x="33574" y="20184"/>
                    </a:cubicBezTo>
                    <a:cubicBezTo>
                      <a:pt x="19990" y="25574"/>
                      <a:pt x="-9518" y="-904"/>
                      <a:pt x="3044" y="24"/>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12" name="Google Shape;1212;p2"/>
              <p:cNvSpPr/>
              <p:nvPr/>
            </p:nvSpPr>
            <p:spPr>
              <a:xfrm>
                <a:off x="7425654" y="5927453"/>
                <a:ext cx="37942" cy="20909"/>
              </a:xfrm>
              <a:custGeom>
                <a:avLst/>
                <a:gdLst/>
                <a:ahLst/>
                <a:cxnLst/>
                <a:rect l="l" t="t" r="r" b="b"/>
                <a:pathLst>
                  <a:path w="37942" h="20909" extrusionOk="0">
                    <a:moveTo>
                      <a:pt x="3044" y="24"/>
                    </a:moveTo>
                    <a:cubicBezTo>
                      <a:pt x="26853" y="1784"/>
                      <a:pt x="47157" y="14792"/>
                      <a:pt x="33574" y="20184"/>
                    </a:cubicBezTo>
                    <a:cubicBezTo>
                      <a:pt x="19990" y="25577"/>
                      <a:pt x="-9518" y="-904"/>
                      <a:pt x="3044" y="24"/>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13" name="Google Shape;1213;p2"/>
              <p:cNvSpPr/>
              <p:nvPr/>
            </p:nvSpPr>
            <p:spPr>
              <a:xfrm>
                <a:off x="7334186" y="5355775"/>
                <a:ext cx="21705" cy="22130"/>
              </a:xfrm>
              <a:custGeom>
                <a:avLst/>
                <a:gdLst/>
                <a:ahLst/>
                <a:cxnLst/>
                <a:rect l="l" t="t" r="r" b="b"/>
                <a:pathLst>
                  <a:path w="21705" h="22130" extrusionOk="0">
                    <a:moveTo>
                      <a:pt x="21438" y="3732"/>
                    </a:moveTo>
                    <a:cubicBezTo>
                      <a:pt x="15433" y="20475"/>
                      <a:pt x="1518" y="28709"/>
                      <a:pt x="59" y="15797"/>
                    </a:cubicBezTo>
                    <a:cubicBezTo>
                      <a:pt x="-1399" y="2884"/>
                      <a:pt x="24606" y="-5101"/>
                      <a:pt x="21438" y="3732"/>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14" name="Google Shape;1214;p2"/>
              <p:cNvSpPr/>
              <p:nvPr/>
            </p:nvSpPr>
            <p:spPr>
              <a:xfrm>
                <a:off x="7446053" y="5495303"/>
                <a:ext cx="21705" cy="22130"/>
              </a:xfrm>
              <a:custGeom>
                <a:avLst/>
                <a:gdLst/>
                <a:ahLst/>
                <a:cxnLst/>
                <a:rect l="l" t="t" r="r" b="b"/>
                <a:pathLst>
                  <a:path w="21705" h="22130" extrusionOk="0">
                    <a:moveTo>
                      <a:pt x="21438" y="3731"/>
                    </a:moveTo>
                    <a:cubicBezTo>
                      <a:pt x="15432" y="20474"/>
                      <a:pt x="1518" y="28708"/>
                      <a:pt x="59" y="15797"/>
                    </a:cubicBezTo>
                    <a:cubicBezTo>
                      <a:pt x="-1399" y="2886"/>
                      <a:pt x="24606" y="-5102"/>
                      <a:pt x="21438" y="3731"/>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15" name="Google Shape;1215;p2"/>
              <p:cNvSpPr/>
              <p:nvPr/>
            </p:nvSpPr>
            <p:spPr>
              <a:xfrm>
                <a:off x="7424631" y="5624391"/>
                <a:ext cx="21705" cy="22130"/>
              </a:xfrm>
              <a:custGeom>
                <a:avLst/>
                <a:gdLst/>
                <a:ahLst/>
                <a:cxnLst/>
                <a:rect l="l" t="t" r="r" b="b"/>
                <a:pathLst>
                  <a:path w="21705" h="22130" extrusionOk="0">
                    <a:moveTo>
                      <a:pt x="21438" y="3731"/>
                    </a:moveTo>
                    <a:cubicBezTo>
                      <a:pt x="15433" y="20474"/>
                      <a:pt x="1518" y="28708"/>
                      <a:pt x="59" y="15797"/>
                    </a:cubicBezTo>
                    <a:cubicBezTo>
                      <a:pt x="-1399" y="2886"/>
                      <a:pt x="24606" y="-5102"/>
                      <a:pt x="21438" y="3731"/>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16" name="Google Shape;1216;p2"/>
              <p:cNvSpPr/>
              <p:nvPr/>
            </p:nvSpPr>
            <p:spPr>
              <a:xfrm>
                <a:off x="7405243" y="5354680"/>
                <a:ext cx="40649" cy="29152"/>
              </a:xfrm>
              <a:custGeom>
                <a:avLst/>
                <a:gdLst/>
                <a:ahLst/>
                <a:cxnLst/>
                <a:rect l="l" t="t" r="r" b="b"/>
                <a:pathLst>
                  <a:path w="40649" h="29152" extrusionOk="0">
                    <a:moveTo>
                      <a:pt x="34871" y="1722"/>
                    </a:moveTo>
                    <a:cubicBezTo>
                      <a:pt x="21308" y="-7685"/>
                      <a:pt x="24001" y="25399"/>
                      <a:pt x="4204" y="6423"/>
                    </a:cubicBezTo>
                    <a:cubicBezTo>
                      <a:pt x="-2995" y="-477"/>
                      <a:pt x="94" y="24265"/>
                      <a:pt x="5681" y="28471"/>
                    </a:cubicBezTo>
                    <a:cubicBezTo>
                      <a:pt x="11263" y="32677"/>
                      <a:pt x="56396" y="16650"/>
                      <a:pt x="34871" y="172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17" name="Google Shape;1217;p2"/>
              <p:cNvSpPr/>
              <p:nvPr/>
            </p:nvSpPr>
            <p:spPr>
              <a:xfrm>
                <a:off x="7309426" y="5438329"/>
                <a:ext cx="40649" cy="29152"/>
              </a:xfrm>
              <a:custGeom>
                <a:avLst/>
                <a:gdLst/>
                <a:ahLst/>
                <a:cxnLst/>
                <a:rect l="l" t="t" r="r" b="b"/>
                <a:pathLst>
                  <a:path w="40649" h="29152" extrusionOk="0">
                    <a:moveTo>
                      <a:pt x="34871" y="1722"/>
                    </a:moveTo>
                    <a:cubicBezTo>
                      <a:pt x="21308" y="-7685"/>
                      <a:pt x="24001" y="25398"/>
                      <a:pt x="4204" y="6422"/>
                    </a:cubicBezTo>
                    <a:cubicBezTo>
                      <a:pt x="-2995" y="-477"/>
                      <a:pt x="94" y="24265"/>
                      <a:pt x="5681" y="28471"/>
                    </a:cubicBezTo>
                    <a:cubicBezTo>
                      <a:pt x="11263" y="32677"/>
                      <a:pt x="56395" y="16650"/>
                      <a:pt x="34871" y="1722"/>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18" name="Google Shape;1218;p2"/>
              <p:cNvSpPr/>
              <p:nvPr/>
            </p:nvSpPr>
            <p:spPr>
              <a:xfrm>
                <a:off x="7549463" y="5580752"/>
                <a:ext cx="40644" cy="25234"/>
              </a:xfrm>
              <a:custGeom>
                <a:avLst/>
                <a:gdLst/>
                <a:ahLst/>
                <a:cxnLst/>
                <a:rect l="l" t="t" r="r" b="b"/>
                <a:pathLst>
                  <a:path w="40644" h="25234" extrusionOk="0">
                    <a:moveTo>
                      <a:pt x="36507" y="3023"/>
                    </a:moveTo>
                    <a:cubicBezTo>
                      <a:pt x="25045" y="-8853"/>
                      <a:pt x="21215" y="24116"/>
                      <a:pt x="5513" y="1635"/>
                    </a:cubicBezTo>
                    <a:cubicBezTo>
                      <a:pt x="-197" y="-6540"/>
                      <a:pt x="-2006" y="18330"/>
                      <a:pt x="2649" y="23547"/>
                    </a:cubicBezTo>
                    <a:cubicBezTo>
                      <a:pt x="7303" y="28766"/>
                      <a:pt x="54696" y="21871"/>
                      <a:pt x="36507" y="302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19" name="Google Shape;1219;p2"/>
              <p:cNvSpPr/>
              <p:nvPr/>
            </p:nvSpPr>
            <p:spPr>
              <a:xfrm>
                <a:off x="7596686" y="5821429"/>
                <a:ext cx="40643" cy="25234"/>
              </a:xfrm>
              <a:custGeom>
                <a:avLst/>
                <a:gdLst/>
                <a:ahLst/>
                <a:cxnLst/>
                <a:rect l="l" t="t" r="r" b="b"/>
                <a:pathLst>
                  <a:path w="40643" h="25234" extrusionOk="0">
                    <a:moveTo>
                      <a:pt x="36506" y="3023"/>
                    </a:moveTo>
                    <a:cubicBezTo>
                      <a:pt x="25044" y="-8853"/>
                      <a:pt x="21215" y="24116"/>
                      <a:pt x="5512" y="1635"/>
                    </a:cubicBezTo>
                    <a:cubicBezTo>
                      <a:pt x="-196" y="-6540"/>
                      <a:pt x="-2006" y="18330"/>
                      <a:pt x="2648" y="23546"/>
                    </a:cubicBezTo>
                    <a:cubicBezTo>
                      <a:pt x="7302" y="28765"/>
                      <a:pt x="54696" y="21870"/>
                      <a:pt x="36506" y="302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20" name="Google Shape;1220;p2"/>
              <p:cNvSpPr/>
              <p:nvPr/>
            </p:nvSpPr>
            <p:spPr>
              <a:xfrm>
                <a:off x="7596572" y="5471746"/>
                <a:ext cx="31019" cy="30077"/>
              </a:xfrm>
              <a:custGeom>
                <a:avLst/>
                <a:gdLst/>
                <a:ahLst/>
                <a:cxnLst/>
                <a:rect l="l" t="t" r="r" b="b"/>
                <a:pathLst>
                  <a:path w="31019" h="30077" extrusionOk="0">
                    <a:moveTo>
                      <a:pt x="617" y="26433"/>
                    </a:moveTo>
                    <a:cubicBezTo>
                      <a:pt x="11449" y="5158"/>
                      <a:pt x="31298" y="-8535"/>
                      <a:pt x="31017" y="6076"/>
                    </a:cubicBezTo>
                    <a:cubicBezTo>
                      <a:pt x="30736" y="20691"/>
                      <a:pt x="-5098" y="37660"/>
                      <a:pt x="617" y="2643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21" name="Google Shape;1221;p2"/>
              <p:cNvSpPr/>
              <p:nvPr/>
            </p:nvSpPr>
            <p:spPr>
              <a:xfrm>
                <a:off x="7646671" y="5418289"/>
                <a:ext cx="16962" cy="25867"/>
              </a:xfrm>
              <a:custGeom>
                <a:avLst/>
                <a:gdLst/>
                <a:ahLst/>
                <a:cxnLst/>
                <a:rect l="l" t="t" r="r" b="b"/>
                <a:pathLst>
                  <a:path w="16962" h="25867" extrusionOk="0">
                    <a:moveTo>
                      <a:pt x="5844" y="958"/>
                    </a:moveTo>
                    <a:cubicBezTo>
                      <a:pt x="18961" y="12971"/>
                      <a:pt x="21174" y="28986"/>
                      <a:pt x="8702" y="25340"/>
                    </a:cubicBezTo>
                    <a:cubicBezTo>
                      <a:pt x="-3771" y="21690"/>
                      <a:pt x="-1078" y="-5381"/>
                      <a:pt x="5844" y="95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22" name="Google Shape;1222;p2"/>
              <p:cNvSpPr/>
              <p:nvPr/>
            </p:nvSpPr>
            <p:spPr>
              <a:xfrm>
                <a:off x="7540893" y="5507456"/>
                <a:ext cx="27220" cy="40841"/>
              </a:xfrm>
              <a:custGeom>
                <a:avLst/>
                <a:gdLst/>
                <a:ahLst/>
                <a:cxnLst/>
                <a:rect l="l" t="t" r="r" b="b"/>
                <a:pathLst>
                  <a:path w="27220" h="40841" extrusionOk="0">
                    <a:moveTo>
                      <a:pt x="9582" y="2586"/>
                    </a:moveTo>
                    <a:cubicBezTo>
                      <a:pt x="-4338" y="11456"/>
                      <a:pt x="27211" y="21768"/>
                      <a:pt x="2054" y="32686"/>
                    </a:cubicBezTo>
                    <a:cubicBezTo>
                      <a:pt x="-7092" y="36654"/>
                      <a:pt x="16918" y="43377"/>
                      <a:pt x="22957" y="39852"/>
                    </a:cubicBezTo>
                    <a:cubicBezTo>
                      <a:pt x="28997" y="36327"/>
                      <a:pt x="31671" y="-11491"/>
                      <a:pt x="9582" y="2586"/>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23" name="Google Shape;1223;p2"/>
              <p:cNvSpPr/>
              <p:nvPr/>
            </p:nvSpPr>
            <p:spPr>
              <a:xfrm>
                <a:off x="7521739" y="5872717"/>
                <a:ext cx="40645" cy="25233"/>
              </a:xfrm>
              <a:custGeom>
                <a:avLst/>
                <a:gdLst/>
                <a:ahLst/>
                <a:cxnLst/>
                <a:rect l="l" t="t" r="r" b="b"/>
                <a:pathLst>
                  <a:path w="40645" h="25233" extrusionOk="0">
                    <a:moveTo>
                      <a:pt x="36507" y="3023"/>
                    </a:moveTo>
                    <a:cubicBezTo>
                      <a:pt x="25044" y="-8853"/>
                      <a:pt x="21216" y="24116"/>
                      <a:pt x="5513" y="1635"/>
                    </a:cubicBezTo>
                    <a:cubicBezTo>
                      <a:pt x="-198" y="-6540"/>
                      <a:pt x="-2006" y="18330"/>
                      <a:pt x="2649" y="23547"/>
                    </a:cubicBezTo>
                    <a:cubicBezTo>
                      <a:pt x="7303" y="28763"/>
                      <a:pt x="54699" y="21869"/>
                      <a:pt x="36507" y="3023"/>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24" name="Google Shape;1224;p2"/>
              <p:cNvSpPr/>
              <p:nvPr/>
            </p:nvSpPr>
            <p:spPr>
              <a:xfrm>
                <a:off x="7568850" y="5763712"/>
                <a:ext cx="31019" cy="30075"/>
              </a:xfrm>
              <a:custGeom>
                <a:avLst/>
                <a:gdLst/>
                <a:ahLst/>
                <a:cxnLst/>
                <a:rect l="l" t="t" r="r" b="b"/>
                <a:pathLst>
                  <a:path w="31019" h="30075" extrusionOk="0">
                    <a:moveTo>
                      <a:pt x="617" y="26431"/>
                    </a:moveTo>
                    <a:cubicBezTo>
                      <a:pt x="11448" y="5158"/>
                      <a:pt x="31298" y="-8535"/>
                      <a:pt x="31017" y="6076"/>
                    </a:cubicBezTo>
                    <a:cubicBezTo>
                      <a:pt x="30733" y="20689"/>
                      <a:pt x="-5098" y="37658"/>
                      <a:pt x="617" y="26431"/>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25" name="Google Shape;1225;p2"/>
              <p:cNvSpPr/>
              <p:nvPr/>
            </p:nvSpPr>
            <p:spPr>
              <a:xfrm>
                <a:off x="7618947" y="5710252"/>
                <a:ext cx="16961" cy="25867"/>
              </a:xfrm>
              <a:custGeom>
                <a:avLst/>
                <a:gdLst/>
                <a:ahLst/>
                <a:cxnLst/>
                <a:rect l="l" t="t" r="r" b="b"/>
                <a:pathLst>
                  <a:path w="16961" h="25867" extrusionOk="0">
                    <a:moveTo>
                      <a:pt x="5843" y="958"/>
                    </a:moveTo>
                    <a:cubicBezTo>
                      <a:pt x="18961" y="12971"/>
                      <a:pt x="21173" y="28986"/>
                      <a:pt x="8701" y="25340"/>
                    </a:cubicBezTo>
                    <a:cubicBezTo>
                      <a:pt x="-3771" y="21692"/>
                      <a:pt x="-1076" y="-5381"/>
                      <a:pt x="5843" y="958"/>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26" name="Google Shape;1226;p2"/>
              <p:cNvSpPr/>
              <p:nvPr/>
            </p:nvSpPr>
            <p:spPr>
              <a:xfrm>
                <a:off x="7513169" y="5799419"/>
                <a:ext cx="27221" cy="40839"/>
              </a:xfrm>
              <a:custGeom>
                <a:avLst/>
                <a:gdLst/>
                <a:ahLst/>
                <a:cxnLst/>
                <a:rect l="l" t="t" r="r" b="b"/>
                <a:pathLst>
                  <a:path w="27221" h="40839" extrusionOk="0">
                    <a:moveTo>
                      <a:pt x="9582" y="2586"/>
                    </a:moveTo>
                    <a:cubicBezTo>
                      <a:pt x="-4338" y="11456"/>
                      <a:pt x="27211" y="21768"/>
                      <a:pt x="2054" y="32684"/>
                    </a:cubicBezTo>
                    <a:cubicBezTo>
                      <a:pt x="-7092" y="36652"/>
                      <a:pt x="16918" y="43375"/>
                      <a:pt x="22957" y="39850"/>
                    </a:cubicBezTo>
                    <a:cubicBezTo>
                      <a:pt x="28999" y="36327"/>
                      <a:pt x="31671" y="-11491"/>
                      <a:pt x="9582" y="2586"/>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27" name="Google Shape;1227;p2"/>
              <p:cNvSpPr/>
              <p:nvPr/>
            </p:nvSpPr>
            <p:spPr>
              <a:xfrm>
                <a:off x="7167847" y="5731897"/>
                <a:ext cx="27517" cy="22330"/>
              </a:xfrm>
              <a:custGeom>
                <a:avLst/>
                <a:gdLst/>
                <a:ahLst/>
                <a:cxnLst/>
                <a:rect l="l" t="t" r="r" b="b"/>
                <a:pathLst>
                  <a:path w="27517" h="22330" extrusionOk="0">
                    <a:moveTo>
                      <a:pt x="21505" y="2957"/>
                    </a:moveTo>
                    <a:cubicBezTo>
                      <a:pt x="12815" y="-3060"/>
                      <a:pt x="3955" y="1213"/>
                      <a:pt x="1868" y="5965"/>
                    </a:cubicBezTo>
                    <a:cubicBezTo>
                      <a:pt x="-697" y="11810"/>
                      <a:pt x="-837" y="17489"/>
                      <a:pt x="2812" y="20084"/>
                    </a:cubicBezTo>
                    <a:cubicBezTo>
                      <a:pt x="13241" y="27497"/>
                      <a:pt x="39194" y="15208"/>
                      <a:pt x="21505" y="2957"/>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28" name="Google Shape;1228;p2"/>
              <p:cNvSpPr/>
              <p:nvPr/>
            </p:nvSpPr>
            <p:spPr>
              <a:xfrm>
                <a:off x="7210549" y="5795799"/>
                <a:ext cx="27517" cy="22330"/>
              </a:xfrm>
              <a:custGeom>
                <a:avLst/>
                <a:gdLst/>
                <a:ahLst/>
                <a:cxnLst/>
                <a:rect l="l" t="t" r="r" b="b"/>
                <a:pathLst>
                  <a:path w="27517" h="22330" extrusionOk="0">
                    <a:moveTo>
                      <a:pt x="21504" y="2957"/>
                    </a:moveTo>
                    <a:cubicBezTo>
                      <a:pt x="12816" y="-3059"/>
                      <a:pt x="3955" y="1211"/>
                      <a:pt x="1868" y="5966"/>
                    </a:cubicBezTo>
                    <a:cubicBezTo>
                      <a:pt x="-697" y="11811"/>
                      <a:pt x="-837" y="17489"/>
                      <a:pt x="2812" y="20084"/>
                    </a:cubicBezTo>
                    <a:cubicBezTo>
                      <a:pt x="13241" y="27497"/>
                      <a:pt x="39194" y="15206"/>
                      <a:pt x="21504" y="2957"/>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29" name="Google Shape;1229;p2"/>
              <p:cNvSpPr/>
              <p:nvPr/>
            </p:nvSpPr>
            <p:spPr>
              <a:xfrm>
                <a:off x="7473656" y="5388114"/>
                <a:ext cx="15856" cy="26597"/>
              </a:xfrm>
              <a:custGeom>
                <a:avLst/>
                <a:gdLst/>
                <a:ahLst/>
                <a:cxnLst/>
                <a:rect l="l" t="t" r="r" b="b"/>
                <a:pathLst>
                  <a:path w="15856" h="26597" extrusionOk="0">
                    <a:moveTo>
                      <a:pt x="193" y="24019"/>
                    </a:moveTo>
                    <a:cubicBezTo>
                      <a:pt x="-1444" y="6307"/>
                      <a:pt x="7684" y="-7036"/>
                      <a:pt x="14466" y="4046"/>
                    </a:cubicBezTo>
                    <a:cubicBezTo>
                      <a:pt x="21247" y="15130"/>
                      <a:pt x="1057" y="33364"/>
                      <a:pt x="193" y="24019"/>
                    </a:cubicBezTo>
                    <a:close/>
                  </a:path>
                </a:pathLst>
              </a:custGeom>
              <a:solidFill>
                <a:srgbClr val="E6C88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30" name="Google Shape;1230;p2"/>
              <p:cNvSpPr/>
              <p:nvPr/>
            </p:nvSpPr>
            <p:spPr>
              <a:xfrm>
                <a:off x="7422069" y="5782881"/>
                <a:ext cx="38603" cy="36819"/>
              </a:xfrm>
              <a:custGeom>
                <a:avLst/>
                <a:gdLst/>
                <a:ahLst/>
                <a:cxnLst/>
                <a:rect l="l" t="t" r="r" b="b"/>
                <a:pathLst>
                  <a:path w="38603" h="36819" extrusionOk="0">
                    <a:moveTo>
                      <a:pt x="9520" y="36628"/>
                    </a:moveTo>
                    <a:cubicBezTo>
                      <a:pt x="25790" y="39417"/>
                      <a:pt x="9362" y="10577"/>
                      <a:pt x="35325" y="19403"/>
                    </a:cubicBezTo>
                    <a:cubicBezTo>
                      <a:pt x="44763" y="22613"/>
                      <a:pt x="31505" y="1497"/>
                      <a:pt x="24665" y="46"/>
                    </a:cubicBezTo>
                    <a:cubicBezTo>
                      <a:pt x="17825" y="-1404"/>
                      <a:pt x="-16296" y="32202"/>
                      <a:pt x="9520" y="36628"/>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31" name="Google Shape;1231;p2"/>
              <p:cNvSpPr/>
              <p:nvPr/>
            </p:nvSpPr>
            <p:spPr>
              <a:xfrm>
                <a:off x="7528825" y="5421247"/>
                <a:ext cx="38604" cy="36819"/>
              </a:xfrm>
              <a:custGeom>
                <a:avLst/>
                <a:gdLst/>
                <a:ahLst/>
                <a:cxnLst/>
                <a:rect l="l" t="t" r="r" b="b"/>
                <a:pathLst>
                  <a:path w="38604" h="36819" extrusionOk="0">
                    <a:moveTo>
                      <a:pt x="9521" y="36629"/>
                    </a:moveTo>
                    <a:cubicBezTo>
                      <a:pt x="25791" y="39418"/>
                      <a:pt x="9363" y="10578"/>
                      <a:pt x="35325" y="19403"/>
                    </a:cubicBezTo>
                    <a:cubicBezTo>
                      <a:pt x="44764" y="22613"/>
                      <a:pt x="31506" y="1497"/>
                      <a:pt x="24666" y="46"/>
                    </a:cubicBezTo>
                    <a:cubicBezTo>
                      <a:pt x="17826" y="-1404"/>
                      <a:pt x="-16297" y="32203"/>
                      <a:pt x="9521" y="36629"/>
                    </a:cubicBezTo>
                    <a:close/>
                  </a:path>
                </a:pathLst>
              </a:custGeom>
              <a:solidFill>
                <a:srgbClr val="F0D18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232" name="Google Shape;1232;p2"/>
            <p:cNvGrpSpPr/>
            <p:nvPr/>
          </p:nvGrpSpPr>
          <p:grpSpPr>
            <a:xfrm>
              <a:off x="7747990" y="3307459"/>
              <a:ext cx="601981" cy="566589"/>
              <a:chOff x="7747990" y="3307459"/>
              <a:chExt cx="601981" cy="566589"/>
            </a:xfrm>
          </p:grpSpPr>
          <p:sp>
            <p:nvSpPr>
              <p:cNvPr id="1233" name="Google Shape;1233;p2"/>
              <p:cNvSpPr/>
              <p:nvPr/>
            </p:nvSpPr>
            <p:spPr>
              <a:xfrm>
                <a:off x="7747990" y="3307459"/>
                <a:ext cx="601979" cy="566587"/>
              </a:xfrm>
              <a:custGeom>
                <a:avLst/>
                <a:gdLst/>
                <a:ahLst/>
                <a:cxnLst/>
                <a:rect l="l" t="t" r="r" b="b"/>
                <a:pathLst>
                  <a:path w="601979" h="566587" extrusionOk="0">
                    <a:moveTo>
                      <a:pt x="584572" y="158739"/>
                    </a:moveTo>
                    <a:cubicBezTo>
                      <a:pt x="595648" y="141162"/>
                      <a:pt x="597024" y="119536"/>
                      <a:pt x="586174" y="102574"/>
                    </a:cubicBezTo>
                    <a:cubicBezTo>
                      <a:pt x="575325" y="85612"/>
                      <a:pt x="555114" y="77796"/>
                      <a:pt x="534513" y="80485"/>
                    </a:cubicBezTo>
                    <a:cubicBezTo>
                      <a:pt x="444349" y="-14167"/>
                      <a:pt x="285179" y="-28258"/>
                      <a:pt x="156873" y="53818"/>
                    </a:cubicBezTo>
                    <a:cubicBezTo>
                      <a:pt x="30333" y="134768"/>
                      <a:pt x="-23863" y="282185"/>
                      <a:pt x="20846" y="402817"/>
                    </a:cubicBezTo>
                    <a:cubicBezTo>
                      <a:pt x="-233" y="421524"/>
                      <a:pt x="-6485" y="450997"/>
                      <a:pt x="7455" y="472787"/>
                    </a:cubicBezTo>
                    <a:cubicBezTo>
                      <a:pt x="21395" y="494577"/>
                      <a:pt x="50775" y="501259"/>
                      <a:pt x="76595" y="489962"/>
                    </a:cubicBezTo>
                    <a:cubicBezTo>
                      <a:pt x="167372" y="581123"/>
                      <a:pt x="323931" y="593719"/>
                      <a:pt x="450470" y="512769"/>
                    </a:cubicBezTo>
                    <a:cubicBezTo>
                      <a:pt x="578772" y="430693"/>
                      <a:pt x="632708" y="280276"/>
                      <a:pt x="584572" y="158739"/>
                    </a:cubicBezTo>
                    <a:close/>
                  </a:path>
                </a:pathLst>
              </a:custGeom>
              <a:solidFill>
                <a:srgbClr val="FFD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34" name="Google Shape;1234;p2"/>
              <p:cNvSpPr/>
              <p:nvPr/>
            </p:nvSpPr>
            <p:spPr>
              <a:xfrm>
                <a:off x="7836373" y="3461002"/>
                <a:ext cx="54434" cy="58636"/>
              </a:xfrm>
              <a:custGeom>
                <a:avLst/>
                <a:gdLst/>
                <a:ahLst/>
                <a:cxnLst/>
                <a:rect l="l" t="t" r="r" b="b"/>
                <a:pathLst>
                  <a:path w="54434" h="58636" extrusionOk="0">
                    <a:moveTo>
                      <a:pt x="4710" y="23788"/>
                    </a:moveTo>
                    <a:cubicBezTo>
                      <a:pt x="17411" y="-3098"/>
                      <a:pt x="39885" y="-6730"/>
                      <a:pt x="50746" y="10547"/>
                    </a:cubicBezTo>
                    <a:cubicBezTo>
                      <a:pt x="61607" y="27825"/>
                      <a:pt x="46960" y="51378"/>
                      <a:pt x="26661" y="57239"/>
                    </a:cubicBezTo>
                    <a:cubicBezTo>
                      <a:pt x="6361" y="63098"/>
                      <a:pt x="-7801" y="50271"/>
                      <a:pt x="4710" y="23788"/>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35" name="Google Shape;1235;p2"/>
              <p:cNvSpPr/>
              <p:nvPr/>
            </p:nvSpPr>
            <p:spPr>
              <a:xfrm>
                <a:off x="7748016" y="3410033"/>
                <a:ext cx="601955" cy="464015"/>
              </a:xfrm>
              <a:custGeom>
                <a:avLst/>
                <a:gdLst/>
                <a:ahLst/>
                <a:cxnLst/>
                <a:rect l="l" t="t" r="r" b="b"/>
                <a:pathLst>
                  <a:path w="601955" h="464015" extrusionOk="0">
                    <a:moveTo>
                      <a:pt x="567474" y="53417"/>
                    </a:moveTo>
                    <a:cubicBezTo>
                      <a:pt x="612371" y="169877"/>
                      <a:pt x="501022" y="546071"/>
                      <a:pt x="102769" y="368540"/>
                    </a:cubicBezTo>
                    <a:cubicBezTo>
                      <a:pt x="64954" y="374079"/>
                      <a:pt x="25004" y="386764"/>
                      <a:pt x="393" y="338006"/>
                    </a:cubicBezTo>
                    <a:cubicBezTo>
                      <a:pt x="-974" y="349180"/>
                      <a:pt x="1193" y="360466"/>
                      <a:pt x="7431" y="370215"/>
                    </a:cubicBezTo>
                    <a:cubicBezTo>
                      <a:pt x="21371" y="392005"/>
                      <a:pt x="50751" y="398688"/>
                      <a:pt x="76571" y="387390"/>
                    </a:cubicBezTo>
                    <a:cubicBezTo>
                      <a:pt x="167348" y="478551"/>
                      <a:pt x="323908" y="491147"/>
                      <a:pt x="450447" y="410197"/>
                    </a:cubicBezTo>
                    <a:cubicBezTo>
                      <a:pt x="578751" y="328119"/>
                      <a:pt x="632684" y="177702"/>
                      <a:pt x="584548" y="56165"/>
                    </a:cubicBezTo>
                    <a:cubicBezTo>
                      <a:pt x="595624" y="38588"/>
                      <a:pt x="597000" y="16962"/>
                      <a:pt x="586150" y="0"/>
                    </a:cubicBezTo>
                    <a:cubicBezTo>
                      <a:pt x="586146" y="0"/>
                      <a:pt x="593925" y="37712"/>
                      <a:pt x="567474" y="5341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36" name="Google Shape;1236;p2"/>
              <p:cNvSpPr/>
              <p:nvPr/>
            </p:nvSpPr>
            <p:spPr>
              <a:xfrm>
                <a:off x="7748019" y="3582365"/>
                <a:ext cx="600862" cy="291679"/>
              </a:xfrm>
              <a:custGeom>
                <a:avLst/>
                <a:gdLst/>
                <a:ahLst/>
                <a:cxnLst/>
                <a:rect l="l" t="t" r="r" b="b"/>
                <a:pathLst>
                  <a:path w="600862" h="291679" extrusionOk="0">
                    <a:moveTo>
                      <a:pt x="592987" y="45734"/>
                    </a:moveTo>
                    <a:cubicBezTo>
                      <a:pt x="597653" y="20014"/>
                      <a:pt x="600389" y="3072"/>
                      <a:pt x="600846" y="213"/>
                    </a:cubicBezTo>
                    <a:cubicBezTo>
                      <a:pt x="600853" y="142"/>
                      <a:pt x="600858" y="71"/>
                      <a:pt x="600862" y="0"/>
                    </a:cubicBezTo>
                    <a:cubicBezTo>
                      <a:pt x="598233" y="11501"/>
                      <a:pt x="506153" y="398848"/>
                      <a:pt x="75809" y="188305"/>
                    </a:cubicBezTo>
                    <a:cubicBezTo>
                      <a:pt x="58639" y="201858"/>
                      <a:pt x="17029" y="205941"/>
                      <a:pt x="2671" y="155423"/>
                    </a:cubicBezTo>
                    <a:cubicBezTo>
                      <a:pt x="-1931" y="169742"/>
                      <a:pt x="-736" y="185122"/>
                      <a:pt x="7423" y="197879"/>
                    </a:cubicBezTo>
                    <a:cubicBezTo>
                      <a:pt x="21363" y="219669"/>
                      <a:pt x="50743" y="226351"/>
                      <a:pt x="76563" y="215053"/>
                    </a:cubicBezTo>
                    <a:cubicBezTo>
                      <a:pt x="167340" y="306214"/>
                      <a:pt x="323899" y="318810"/>
                      <a:pt x="450439" y="237861"/>
                    </a:cubicBezTo>
                    <a:cubicBezTo>
                      <a:pt x="524624" y="190406"/>
                      <a:pt x="573880" y="120093"/>
                      <a:pt x="592987" y="45734"/>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37" name="Google Shape;1237;p2"/>
              <p:cNvSpPr/>
              <p:nvPr/>
            </p:nvSpPr>
            <p:spPr>
              <a:xfrm>
                <a:off x="8228203" y="3602443"/>
                <a:ext cx="36665" cy="27052"/>
              </a:xfrm>
              <a:custGeom>
                <a:avLst/>
                <a:gdLst/>
                <a:ahLst/>
                <a:cxnLst/>
                <a:rect l="l" t="t" r="r" b="b"/>
                <a:pathLst>
                  <a:path w="36665" h="27052" extrusionOk="0">
                    <a:moveTo>
                      <a:pt x="604" y="0"/>
                    </a:moveTo>
                    <a:cubicBezTo>
                      <a:pt x="604" y="0"/>
                      <a:pt x="10230" y="29350"/>
                      <a:pt x="36665" y="14848"/>
                    </a:cubicBezTo>
                    <a:cubicBezTo>
                      <a:pt x="16974" y="41436"/>
                      <a:pt x="-3831" y="19058"/>
                      <a:pt x="604"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38" name="Google Shape;1238;p2"/>
              <p:cNvSpPr/>
              <p:nvPr/>
            </p:nvSpPr>
            <p:spPr>
              <a:xfrm>
                <a:off x="8052003" y="3682540"/>
                <a:ext cx="36665" cy="27052"/>
              </a:xfrm>
              <a:custGeom>
                <a:avLst/>
                <a:gdLst/>
                <a:ahLst/>
                <a:cxnLst/>
                <a:rect l="l" t="t" r="r" b="b"/>
                <a:pathLst>
                  <a:path w="36665" h="27052" extrusionOk="0">
                    <a:moveTo>
                      <a:pt x="604" y="0"/>
                    </a:moveTo>
                    <a:cubicBezTo>
                      <a:pt x="604" y="0"/>
                      <a:pt x="10230" y="29348"/>
                      <a:pt x="36665" y="14848"/>
                    </a:cubicBezTo>
                    <a:cubicBezTo>
                      <a:pt x="16974" y="41438"/>
                      <a:pt x="-3831" y="19058"/>
                      <a:pt x="604"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39" name="Google Shape;1239;p2"/>
              <p:cNvSpPr/>
              <p:nvPr/>
            </p:nvSpPr>
            <p:spPr>
              <a:xfrm>
                <a:off x="7819450" y="3599579"/>
                <a:ext cx="36665" cy="27051"/>
              </a:xfrm>
              <a:custGeom>
                <a:avLst/>
                <a:gdLst/>
                <a:ahLst/>
                <a:cxnLst/>
                <a:rect l="l" t="t" r="r" b="b"/>
                <a:pathLst>
                  <a:path w="36665" h="27051" extrusionOk="0">
                    <a:moveTo>
                      <a:pt x="604" y="0"/>
                    </a:moveTo>
                    <a:cubicBezTo>
                      <a:pt x="604" y="0"/>
                      <a:pt x="10230" y="29348"/>
                      <a:pt x="36665" y="14848"/>
                    </a:cubicBezTo>
                    <a:cubicBezTo>
                      <a:pt x="16972" y="41436"/>
                      <a:pt x="-3831" y="19058"/>
                      <a:pt x="604"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40" name="Google Shape;1240;p2"/>
              <p:cNvSpPr/>
              <p:nvPr/>
            </p:nvSpPr>
            <p:spPr>
              <a:xfrm>
                <a:off x="8118782" y="3605598"/>
                <a:ext cx="26936" cy="19873"/>
              </a:xfrm>
              <a:custGeom>
                <a:avLst/>
                <a:gdLst/>
                <a:ahLst/>
                <a:cxnLst/>
                <a:rect l="l" t="t" r="r" b="b"/>
                <a:pathLst>
                  <a:path w="26936" h="19873" extrusionOk="0">
                    <a:moveTo>
                      <a:pt x="443" y="0"/>
                    </a:moveTo>
                    <a:cubicBezTo>
                      <a:pt x="443" y="0"/>
                      <a:pt x="7517" y="21559"/>
                      <a:pt x="26936" y="10909"/>
                    </a:cubicBezTo>
                    <a:cubicBezTo>
                      <a:pt x="12468" y="30440"/>
                      <a:pt x="-2814" y="14000"/>
                      <a:pt x="443"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41" name="Google Shape;1241;p2"/>
              <p:cNvSpPr/>
              <p:nvPr/>
            </p:nvSpPr>
            <p:spPr>
              <a:xfrm>
                <a:off x="8234193" y="3716995"/>
                <a:ext cx="26935" cy="19873"/>
              </a:xfrm>
              <a:custGeom>
                <a:avLst/>
                <a:gdLst/>
                <a:ahLst/>
                <a:cxnLst/>
                <a:rect l="l" t="t" r="r" b="b"/>
                <a:pathLst>
                  <a:path w="26935" h="19873" extrusionOk="0">
                    <a:moveTo>
                      <a:pt x="443" y="0"/>
                    </a:moveTo>
                    <a:cubicBezTo>
                      <a:pt x="443" y="0"/>
                      <a:pt x="7516" y="21559"/>
                      <a:pt x="26936" y="10909"/>
                    </a:cubicBezTo>
                    <a:cubicBezTo>
                      <a:pt x="12470" y="30440"/>
                      <a:pt x="-2814" y="14002"/>
                      <a:pt x="443"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42" name="Google Shape;1242;p2"/>
              <p:cNvSpPr/>
              <p:nvPr/>
            </p:nvSpPr>
            <p:spPr>
              <a:xfrm>
                <a:off x="7939911" y="3751054"/>
                <a:ext cx="26935" cy="19873"/>
              </a:xfrm>
              <a:custGeom>
                <a:avLst/>
                <a:gdLst/>
                <a:ahLst/>
                <a:cxnLst/>
                <a:rect l="l" t="t" r="r" b="b"/>
                <a:pathLst>
                  <a:path w="26935" h="19873" extrusionOk="0">
                    <a:moveTo>
                      <a:pt x="443" y="0"/>
                    </a:moveTo>
                    <a:cubicBezTo>
                      <a:pt x="443" y="0"/>
                      <a:pt x="7516" y="21559"/>
                      <a:pt x="26936" y="10909"/>
                    </a:cubicBezTo>
                    <a:cubicBezTo>
                      <a:pt x="12470" y="30440"/>
                      <a:pt x="-2814" y="14002"/>
                      <a:pt x="443"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43" name="Google Shape;1243;p2"/>
              <p:cNvSpPr/>
              <p:nvPr/>
            </p:nvSpPr>
            <p:spPr>
              <a:xfrm>
                <a:off x="7910743" y="3340116"/>
                <a:ext cx="334313" cy="120876"/>
              </a:xfrm>
              <a:custGeom>
                <a:avLst/>
                <a:gdLst/>
                <a:ahLst/>
                <a:cxnLst/>
                <a:rect l="l" t="t" r="r" b="b"/>
                <a:pathLst>
                  <a:path w="334313" h="120876" extrusionOk="0">
                    <a:moveTo>
                      <a:pt x="286919" y="34872"/>
                    </a:moveTo>
                    <a:cubicBezTo>
                      <a:pt x="216540" y="-2142"/>
                      <a:pt x="69729" y="-25711"/>
                      <a:pt x="14675" y="49249"/>
                    </a:cubicBezTo>
                    <a:cubicBezTo>
                      <a:pt x="-40377" y="124209"/>
                      <a:pt x="73148" y="134316"/>
                      <a:pt x="129571" y="107142"/>
                    </a:cubicBezTo>
                    <a:cubicBezTo>
                      <a:pt x="185995" y="79968"/>
                      <a:pt x="278022" y="75362"/>
                      <a:pt x="313594" y="98064"/>
                    </a:cubicBezTo>
                    <a:cubicBezTo>
                      <a:pt x="349169" y="120769"/>
                      <a:pt x="338073" y="61776"/>
                      <a:pt x="286919" y="34872"/>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244" name="Google Shape;1244;p2"/>
            <p:cNvGrpSpPr/>
            <p:nvPr/>
          </p:nvGrpSpPr>
          <p:grpSpPr>
            <a:xfrm>
              <a:off x="7164039" y="3879534"/>
              <a:ext cx="407037" cy="544704"/>
              <a:chOff x="7164039" y="3879534"/>
              <a:chExt cx="407037" cy="544704"/>
            </a:xfrm>
          </p:grpSpPr>
          <p:sp>
            <p:nvSpPr>
              <p:cNvPr id="1245" name="Google Shape;1245;p2"/>
              <p:cNvSpPr/>
              <p:nvPr/>
            </p:nvSpPr>
            <p:spPr>
              <a:xfrm>
                <a:off x="7401392" y="3947410"/>
                <a:ext cx="79674" cy="119022"/>
              </a:xfrm>
              <a:custGeom>
                <a:avLst/>
                <a:gdLst/>
                <a:ahLst/>
                <a:cxnLst/>
                <a:rect l="l" t="t" r="r" b="b"/>
                <a:pathLst>
                  <a:path w="79674" h="119022" extrusionOk="0">
                    <a:moveTo>
                      <a:pt x="1629" y="119023"/>
                    </a:moveTo>
                    <a:cubicBezTo>
                      <a:pt x="1629" y="119023"/>
                      <a:pt x="-16065" y="25514"/>
                      <a:pt x="65173" y="0"/>
                    </a:cubicBezTo>
                    <a:cubicBezTo>
                      <a:pt x="84279" y="10189"/>
                      <a:pt x="79008" y="24751"/>
                      <a:pt x="79008" y="24751"/>
                    </a:cubicBezTo>
                    <a:cubicBezTo>
                      <a:pt x="79008" y="24751"/>
                      <a:pt x="-1279" y="42225"/>
                      <a:pt x="1629" y="119023"/>
                    </a:cubicBezTo>
                    <a:close/>
                  </a:path>
                </a:pathLst>
              </a:custGeom>
              <a:solidFill>
                <a:srgbClr val="76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46" name="Google Shape;1246;p2"/>
              <p:cNvSpPr/>
              <p:nvPr/>
            </p:nvSpPr>
            <p:spPr>
              <a:xfrm>
                <a:off x="7273570" y="3879534"/>
                <a:ext cx="142332" cy="121067"/>
              </a:xfrm>
              <a:custGeom>
                <a:avLst/>
                <a:gdLst/>
                <a:ahLst/>
                <a:cxnLst/>
                <a:rect l="l" t="t" r="r" b="b"/>
                <a:pathLst>
                  <a:path w="142332" h="121067" extrusionOk="0">
                    <a:moveTo>
                      <a:pt x="140351" y="117402"/>
                    </a:moveTo>
                    <a:cubicBezTo>
                      <a:pt x="140351" y="117402"/>
                      <a:pt x="154323" y="78757"/>
                      <a:pt x="108064" y="45194"/>
                    </a:cubicBezTo>
                    <a:cubicBezTo>
                      <a:pt x="61804" y="11631"/>
                      <a:pt x="2573" y="53394"/>
                      <a:pt x="3186" y="0"/>
                    </a:cubicBezTo>
                    <a:cubicBezTo>
                      <a:pt x="-15660" y="59315"/>
                      <a:pt x="51533" y="139174"/>
                      <a:pt x="140351" y="117402"/>
                    </a:cubicBezTo>
                    <a:close/>
                  </a:path>
                </a:pathLst>
              </a:custGeom>
              <a:solidFill>
                <a:srgbClr val="008F3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47" name="Google Shape;1247;p2"/>
              <p:cNvSpPr/>
              <p:nvPr/>
            </p:nvSpPr>
            <p:spPr>
              <a:xfrm>
                <a:off x="7288129" y="3914366"/>
                <a:ext cx="125791" cy="82570"/>
              </a:xfrm>
              <a:custGeom>
                <a:avLst/>
                <a:gdLst/>
                <a:ahLst/>
                <a:cxnLst/>
                <a:rect l="l" t="t" r="r" b="b"/>
                <a:pathLst>
                  <a:path w="125791" h="82570" extrusionOk="0">
                    <a:moveTo>
                      <a:pt x="0" y="0"/>
                    </a:moveTo>
                    <a:cubicBezTo>
                      <a:pt x="9962" y="27142"/>
                      <a:pt x="108343" y="-7370"/>
                      <a:pt x="125792" y="82570"/>
                    </a:cubicBezTo>
                    <a:cubicBezTo>
                      <a:pt x="99805" y="9656"/>
                      <a:pt x="23310" y="34733"/>
                      <a:pt x="0" y="0"/>
                    </a:cubicBezTo>
                    <a:close/>
                  </a:path>
                </a:pathLst>
              </a:custGeom>
              <a:solidFill>
                <a:srgbClr val="CFCFC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48" name="Google Shape;1248;p2"/>
              <p:cNvSpPr/>
              <p:nvPr/>
            </p:nvSpPr>
            <p:spPr>
              <a:xfrm rot="-4234075">
                <a:off x="7170920" y="4081965"/>
                <a:ext cx="344336" cy="258252"/>
              </a:xfrm>
              <a:custGeom>
                <a:avLst/>
                <a:gdLst/>
                <a:ahLst/>
                <a:cxnLst/>
                <a:rect l="l" t="t" r="r" b="b"/>
                <a:pathLst>
                  <a:path w="344532" h="258399" extrusionOk="0">
                    <a:moveTo>
                      <a:pt x="344532" y="129200"/>
                    </a:moveTo>
                    <a:cubicBezTo>
                      <a:pt x="344532" y="200555"/>
                      <a:pt x="267406" y="258399"/>
                      <a:pt x="172266" y="258399"/>
                    </a:cubicBezTo>
                    <a:cubicBezTo>
                      <a:pt x="77126" y="258399"/>
                      <a:pt x="0" y="200555"/>
                      <a:pt x="0" y="129200"/>
                    </a:cubicBezTo>
                    <a:cubicBezTo>
                      <a:pt x="0" y="57845"/>
                      <a:pt x="77126" y="0"/>
                      <a:pt x="172266" y="0"/>
                    </a:cubicBezTo>
                    <a:cubicBezTo>
                      <a:pt x="267406" y="0"/>
                      <a:pt x="344532" y="57845"/>
                      <a:pt x="344532" y="129200"/>
                    </a:cubicBezTo>
                    <a:close/>
                  </a:path>
                </a:pathLst>
              </a:custGeom>
              <a:solidFill>
                <a:srgbClr val="331B5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49" name="Google Shape;1249;p2"/>
              <p:cNvSpPr/>
              <p:nvPr/>
            </p:nvSpPr>
            <p:spPr>
              <a:xfrm rot="-4234075">
                <a:off x="7219859" y="4089792"/>
                <a:ext cx="344336" cy="258252"/>
              </a:xfrm>
              <a:custGeom>
                <a:avLst/>
                <a:gdLst/>
                <a:ahLst/>
                <a:cxnLst/>
                <a:rect l="l" t="t" r="r" b="b"/>
                <a:pathLst>
                  <a:path w="344532" h="258399" extrusionOk="0">
                    <a:moveTo>
                      <a:pt x="344533" y="129200"/>
                    </a:moveTo>
                    <a:cubicBezTo>
                      <a:pt x="344533" y="200555"/>
                      <a:pt x="267406" y="258399"/>
                      <a:pt x="172266" y="258399"/>
                    </a:cubicBezTo>
                    <a:cubicBezTo>
                      <a:pt x="77127" y="258399"/>
                      <a:pt x="0" y="200555"/>
                      <a:pt x="0" y="129200"/>
                    </a:cubicBezTo>
                    <a:cubicBezTo>
                      <a:pt x="0" y="57845"/>
                      <a:pt x="77127" y="0"/>
                      <a:pt x="172266" y="0"/>
                    </a:cubicBezTo>
                    <a:cubicBezTo>
                      <a:pt x="267406" y="0"/>
                      <a:pt x="344533" y="57845"/>
                      <a:pt x="344533" y="129200"/>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50" name="Google Shape;1250;p2"/>
              <p:cNvSpPr/>
              <p:nvPr/>
            </p:nvSpPr>
            <p:spPr>
              <a:xfrm>
                <a:off x="7289679" y="4201896"/>
                <a:ext cx="24723" cy="33959"/>
              </a:xfrm>
              <a:custGeom>
                <a:avLst/>
                <a:gdLst/>
                <a:ahLst/>
                <a:cxnLst/>
                <a:rect l="l" t="t" r="r" b="b"/>
                <a:pathLst>
                  <a:path w="24723" h="33959" extrusionOk="0">
                    <a:moveTo>
                      <a:pt x="674" y="21089"/>
                    </a:moveTo>
                    <a:cubicBezTo>
                      <a:pt x="-2473" y="5709"/>
                      <a:pt x="5870" y="-2944"/>
                      <a:pt x="15931" y="915"/>
                    </a:cubicBezTo>
                    <a:cubicBezTo>
                      <a:pt x="25992" y="4774"/>
                      <a:pt x="27263" y="19365"/>
                      <a:pt x="20542" y="28269"/>
                    </a:cubicBezTo>
                    <a:cubicBezTo>
                      <a:pt x="13821" y="37173"/>
                      <a:pt x="3776" y="36241"/>
                      <a:pt x="674" y="21089"/>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51" name="Google Shape;1251;p2"/>
              <p:cNvSpPr/>
              <p:nvPr/>
            </p:nvSpPr>
            <p:spPr>
              <a:xfrm>
                <a:off x="7302042" y="4064554"/>
                <a:ext cx="150552" cy="118546"/>
              </a:xfrm>
              <a:custGeom>
                <a:avLst/>
                <a:gdLst/>
                <a:ahLst/>
                <a:cxnLst/>
                <a:rect l="l" t="t" r="r" b="b"/>
                <a:pathLst>
                  <a:path w="150552" h="118546" extrusionOk="0">
                    <a:moveTo>
                      <a:pt x="110473" y="709"/>
                    </a:moveTo>
                    <a:cubicBezTo>
                      <a:pt x="69014" y="7359"/>
                      <a:pt x="-477" y="43896"/>
                      <a:pt x="2" y="93001"/>
                    </a:cubicBezTo>
                    <a:cubicBezTo>
                      <a:pt x="482" y="142107"/>
                      <a:pt x="51648" y="110423"/>
                      <a:pt x="66882" y="81073"/>
                    </a:cubicBezTo>
                    <a:cubicBezTo>
                      <a:pt x="82115" y="51723"/>
                      <a:pt x="119538" y="20631"/>
                      <a:pt x="141757" y="18958"/>
                    </a:cubicBezTo>
                    <a:cubicBezTo>
                      <a:pt x="163977" y="17287"/>
                      <a:pt x="140605" y="-4124"/>
                      <a:pt x="110473" y="709"/>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52" name="Google Shape;1252;p2"/>
              <p:cNvSpPr/>
              <p:nvPr/>
            </p:nvSpPr>
            <p:spPr>
              <a:xfrm>
                <a:off x="7302051" y="4094903"/>
                <a:ext cx="224763" cy="292038"/>
              </a:xfrm>
              <a:custGeom>
                <a:avLst/>
                <a:gdLst/>
                <a:ahLst/>
                <a:cxnLst/>
                <a:rect l="l" t="t" r="r" b="b"/>
                <a:pathLst>
                  <a:path w="224763" h="292038" extrusionOk="0">
                    <a:moveTo>
                      <a:pt x="0" y="267144"/>
                    </a:moveTo>
                    <a:cubicBezTo>
                      <a:pt x="9533" y="275513"/>
                      <a:pt x="20453" y="282072"/>
                      <a:pt x="32642" y="286383"/>
                    </a:cubicBezTo>
                    <a:cubicBezTo>
                      <a:pt x="99914" y="310171"/>
                      <a:pt x="180160" y="256741"/>
                      <a:pt x="211876" y="167045"/>
                    </a:cubicBezTo>
                    <a:cubicBezTo>
                      <a:pt x="233986" y="104516"/>
                      <a:pt x="226666" y="40878"/>
                      <a:pt x="197421" y="0"/>
                    </a:cubicBezTo>
                    <a:lnTo>
                      <a:pt x="197421" y="0"/>
                    </a:lnTo>
                    <a:cubicBezTo>
                      <a:pt x="197419" y="0"/>
                      <a:pt x="209987" y="325387"/>
                      <a:pt x="0" y="267144"/>
                    </a:cubicBezTo>
                    <a:close/>
                  </a:path>
                </a:pathLst>
              </a:custGeom>
              <a:solidFill>
                <a:srgbClr val="E6E6E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53" name="Google Shape;1253;p2"/>
              <p:cNvSpPr/>
              <p:nvPr/>
            </p:nvSpPr>
            <p:spPr>
              <a:xfrm>
                <a:off x="7273504" y="4142248"/>
                <a:ext cx="253310" cy="244693"/>
              </a:xfrm>
              <a:custGeom>
                <a:avLst/>
                <a:gdLst/>
                <a:ahLst/>
                <a:cxnLst/>
                <a:rect l="l" t="t" r="r" b="b"/>
                <a:pathLst>
                  <a:path w="253310" h="244693" extrusionOk="0">
                    <a:moveTo>
                      <a:pt x="0" y="181573"/>
                    </a:moveTo>
                    <a:cubicBezTo>
                      <a:pt x="13174" y="208741"/>
                      <a:pt x="34050" y="229441"/>
                      <a:pt x="61189" y="239038"/>
                    </a:cubicBezTo>
                    <a:cubicBezTo>
                      <a:pt x="128462" y="262826"/>
                      <a:pt x="208707" y="209395"/>
                      <a:pt x="240423" y="119700"/>
                    </a:cubicBezTo>
                    <a:cubicBezTo>
                      <a:pt x="255188" y="77946"/>
                      <a:pt x="256828" y="35696"/>
                      <a:pt x="247581" y="57"/>
                    </a:cubicBezTo>
                    <a:cubicBezTo>
                      <a:pt x="247571" y="37"/>
                      <a:pt x="247553" y="0"/>
                      <a:pt x="247553" y="0"/>
                    </a:cubicBezTo>
                    <a:cubicBezTo>
                      <a:pt x="247553" y="0"/>
                      <a:pt x="204711" y="269163"/>
                      <a:pt x="0" y="181573"/>
                    </a:cubicBezTo>
                    <a:close/>
                  </a:path>
                </a:pathLst>
              </a:custGeom>
              <a:solidFill>
                <a:srgbClr val="E6E6E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254" name="Google Shape;1254;p2"/>
            <p:cNvGrpSpPr/>
            <p:nvPr/>
          </p:nvGrpSpPr>
          <p:grpSpPr>
            <a:xfrm>
              <a:off x="7476594" y="3670299"/>
              <a:ext cx="401882" cy="436090"/>
              <a:chOff x="7476595" y="3670299"/>
              <a:chExt cx="401882" cy="436090"/>
            </a:xfrm>
          </p:grpSpPr>
          <p:sp>
            <p:nvSpPr>
              <p:cNvPr id="1255" name="Google Shape;1255;p2"/>
              <p:cNvSpPr/>
              <p:nvPr/>
            </p:nvSpPr>
            <p:spPr>
              <a:xfrm rot="-1174028">
                <a:off x="7526842" y="3728426"/>
                <a:ext cx="258473" cy="344631"/>
              </a:xfrm>
              <a:custGeom>
                <a:avLst/>
                <a:gdLst/>
                <a:ahLst/>
                <a:cxnLst/>
                <a:rect l="l" t="t" r="r" b="b"/>
                <a:pathLst>
                  <a:path w="258404" h="344539" extrusionOk="0">
                    <a:moveTo>
                      <a:pt x="258405" y="172270"/>
                    </a:moveTo>
                    <a:cubicBezTo>
                      <a:pt x="258405" y="267412"/>
                      <a:pt x="200559" y="344540"/>
                      <a:pt x="129203" y="344540"/>
                    </a:cubicBezTo>
                    <a:cubicBezTo>
                      <a:pt x="57846" y="344540"/>
                      <a:pt x="0" y="267412"/>
                      <a:pt x="0" y="172270"/>
                    </a:cubicBezTo>
                    <a:cubicBezTo>
                      <a:pt x="0" y="77128"/>
                      <a:pt x="57846" y="0"/>
                      <a:pt x="129203" y="0"/>
                    </a:cubicBezTo>
                    <a:cubicBezTo>
                      <a:pt x="200559" y="0"/>
                      <a:pt x="258405" y="77128"/>
                      <a:pt x="258405" y="172270"/>
                    </a:cubicBezTo>
                    <a:close/>
                  </a:path>
                </a:pathLst>
              </a:custGeom>
              <a:solidFill>
                <a:srgbClr val="331B5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56" name="Google Shape;1256;p2"/>
              <p:cNvSpPr/>
              <p:nvPr/>
            </p:nvSpPr>
            <p:spPr>
              <a:xfrm rot="-1174028">
                <a:off x="7569757" y="3703630"/>
                <a:ext cx="258473" cy="344631"/>
              </a:xfrm>
              <a:custGeom>
                <a:avLst/>
                <a:gdLst/>
                <a:ahLst/>
                <a:cxnLst/>
                <a:rect l="l" t="t" r="r" b="b"/>
                <a:pathLst>
                  <a:path w="258404" h="344539" extrusionOk="0">
                    <a:moveTo>
                      <a:pt x="258405" y="172270"/>
                    </a:moveTo>
                    <a:cubicBezTo>
                      <a:pt x="258405" y="267412"/>
                      <a:pt x="200559" y="344540"/>
                      <a:pt x="129203" y="344540"/>
                    </a:cubicBezTo>
                    <a:cubicBezTo>
                      <a:pt x="57846" y="344540"/>
                      <a:pt x="0" y="267412"/>
                      <a:pt x="0" y="172270"/>
                    </a:cubicBezTo>
                    <a:cubicBezTo>
                      <a:pt x="0" y="77128"/>
                      <a:pt x="57846" y="0"/>
                      <a:pt x="129203" y="0"/>
                    </a:cubicBezTo>
                    <a:cubicBezTo>
                      <a:pt x="200559" y="0"/>
                      <a:pt x="258405" y="77128"/>
                      <a:pt x="258405" y="172270"/>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57" name="Google Shape;1257;p2"/>
              <p:cNvSpPr/>
              <p:nvPr/>
            </p:nvSpPr>
            <p:spPr>
              <a:xfrm>
                <a:off x="7613702" y="3917114"/>
                <a:ext cx="28798" cy="30962"/>
              </a:xfrm>
              <a:custGeom>
                <a:avLst/>
                <a:gdLst/>
                <a:ahLst/>
                <a:cxnLst/>
                <a:rect l="l" t="t" r="r" b="b"/>
                <a:pathLst>
                  <a:path w="28798" h="30962" extrusionOk="0">
                    <a:moveTo>
                      <a:pt x="8837" y="25909"/>
                    </a:moveTo>
                    <a:cubicBezTo>
                      <a:pt x="-3308" y="15960"/>
                      <a:pt x="-2288" y="3982"/>
                      <a:pt x="7953" y="633"/>
                    </a:cubicBezTo>
                    <a:cubicBezTo>
                      <a:pt x="18194" y="-2719"/>
                      <a:pt x="28383" y="7802"/>
                      <a:pt x="28785" y="18950"/>
                    </a:cubicBezTo>
                    <a:cubicBezTo>
                      <a:pt x="29185" y="30099"/>
                      <a:pt x="20802" y="35709"/>
                      <a:pt x="8837" y="25909"/>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58" name="Google Shape;1258;p2"/>
              <p:cNvSpPr/>
              <p:nvPr/>
            </p:nvSpPr>
            <p:spPr>
              <a:xfrm>
                <a:off x="7577169" y="3726484"/>
                <a:ext cx="80919" cy="170907"/>
              </a:xfrm>
              <a:custGeom>
                <a:avLst/>
                <a:gdLst/>
                <a:ahLst/>
                <a:cxnLst/>
                <a:rect l="l" t="t" r="r" b="b"/>
                <a:pathLst>
                  <a:path w="80919" h="170907" extrusionOk="0">
                    <a:moveTo>
                      <a:pt x="40679" y="17095"/>
                    </a:moveTo>
                    <a:cubicBezTo>
                      <a:pt x="12703" y="48404"/>
                      <a:pt x="-18177" y="120592"/>
                      <a:pt x="13169" y="158393"/>
                    </a:cubicBezTo>
                    <a:cubicBezTo>
                      <a:pt x="44515" y="196196"/>
                      <a:pt x="64234" y="139337"/>
                      <a:pt x="57542" y="106953"/>
                    </a:cubicBezTo>
                    <a:cubicBezTo>
                      <a:pt x="50851" y="74570"/>
                      <a:pt x="60279" y="26838"/>
                      <a:pt x="76466" y="11524"/>
                    </a:cubicBezTo>
                    <a:cubicBezTo>
                      <a:pt x="92653" y="-3788"/>
                      <a:pt x="61013" y="-5662"/>
                      <a:pt x="40679" y="17095"/>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59" name="Google Shape;1259;p2"/>
              <p:cNvSpPr/>
              <p:nvPr/>
            </p:nvSpPr>
            <p:spPr>
              <a:xfrm>
                <a:off x="7704019" y="3711733"/>
                <a:ext cx="129675" cy="331898"/>
              </a:xfrm>
              <a:custGeom>
                <a:avLst/>
                <a:gdLst/>
                <a:ahLst/>
                <a:cxnLst/>
                <a:rect l="l" t="t" r="r" b="b"/>
                <a:pathLst>
                  <a:path w="129675" h="331898" extrusionOk="0">
                    <a:moveTo>
                      <a:pt x="15309" y="331822"/>
                    </a:moveTo>
                    <a:cubicBezTo>
                      <a:pt x="27985" y="332304"/>
                      <a:pt x="40595" y="330505"/>
                      <a:pt x="52772" y="326162"/>
                    </a:cubicBezTo>
                    <a:cubicBezTo>
                      <a:pt x="119978" y="302188"/>
                      <a:pt x="148546" y="210113"/>
                      <a:pt x="116581" y="120504"/>
                    </a:cubicBezTo>
                    <a:cubicBezTo>
                      <a:pt x="94298" y="58037"/>
                      <a:pt x="48479" y="13272"/>
                      <a:pt x="0" y="0"/>
                    </a:cubicBezTo>
                    <a:lnTo>
                      <a:pt x="0" y="0"/>
                    </a:lnTo>
                    <a:cubicBezTo>
                      <a:pt x="2" y="0"/>
                      <a:pt x="214994" y="244568"/>
                      <a:pt x="15309" y="331822"/>
                    </a:cubicBezTo>
                    <a:close/>
                  </a:path>
                </a:pathLst>
              </a:custGeom>
              <a:solidFill>
                <a:srgbClr val="E6E6E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60" name="Google Shape;1260;p2"/>
              <p:cNvSpPr/>
              <p:nvPr/>
            </p:nvSpPr>
            <p:spPr>
              <a:xfrm>
                <a:off x="7673064" y="3734855"/>
                <a:ext cx="160630" cy="308785"/>
              </a:xfrm>
              <a:custGeom>
                <a:avLst/>
                <a:gdLst/>
                <a:ahLst/>
                <a:cxnLst/>
                <a:rect l="l" t="t" r="r" b="b"/>
                <a:pathLst>
                  <a:path w="160630" h="308785" extrusionOk="0">
                    <a:moveTo>
                      <a:pt x="0" y="297043"/>
                    </a:moveTo>
                    <a:cubicBezTo>
                      <a:pt x="27359" y="309815"/>
                      <a:pt x="56615" y="312711"/>
                      <a:pt x="83727" y="303041"/>
                    </a:cubicBezTo>
                    <a:cubicBezTo>
                      <a:pt x="150933" y="279068"/>
                      <a:pt x="179501" y="186992"/>
                      <a:pt x="147536" y="97384"/>
                    </a:cubicBezTo>
                    <a:cubicBezTo>
                      <a:pt x="132656" y="55671"/>
                      <a:pt x="107280" y="21852"/>
                      <a:pt x="77625" y="27"/>
                    </a:cubicBezTo>
                    <a:cubicBezTo>
                      <a:pt x="77605" y="18"/>
                      <a:pt x="77569" y="0"/>
                      <a:pt x="77569" y="0"/>
                    </a:cubicBezTo>
                    <a:cubicBezTo>
                      <a:pt x="77569" y="0"/>
                      <a:pt x="214102" y="235888"/>
                      <a:pt x="0" y="297043"/>
                    </a:cubicBezTo>
                    <a:close/>
                  </a:path>
                </a:pathLst>
              </a:custGeom>
              <a:solidFill>
                <a:srgbClr val="E6E6E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261" name="Google Shape;1261;p2"/>
            <p:cNvGrpSpPr/>
            <p:nvPr/>
          </p:nvGrpSpPr>
          <p:grpSpPr>
            <a:xfrm>
              <a:off x="7501308" y="4052651"/>
              <a:ext cx="402561" cy="410182"/>
              <a:chOff x="7501308" y="4052651"/>
              <a:chExt cx="402561" cy="410182"/>
            </a:xfrm>
          </p:grpSpPr>
          <p:sp>
            <p:nvSpPr>
              <p:cNvPr id="1262" name="Google Shape;1262;p2"/>
              <p:cNvSpPr/>
              <p:nvPr/>
            </p:nvSpPr>
            <p:spPr>
              <a:xfrm rot="-2955531">
                <a:off x="7577115" y="4124180"/>
                <a:ext cx="228730" cy="304969"/>
              </a:xfrm>
              <a:custGeom>
                <a:avLst/>
                <a:gdLst/>
                <a:ahLst/>
                <a:cxnLst/>
                <a:rect l="l" t="t" r="r" b="b"/>
                <a:pathLst>
                  <a:path w="228780" h="305036" extrusionOk="0">
                    <a:moveTo>
                      <a:pt x="228781" y="152518"/>
                    </a:moveTo>
                    <a:cubicBezTo>
                      <a:pt x="228781" y="236752"/>
                      <a:pt x="177566" y="305036"/>
                      <a:pt x="114390" y="305036"/>
                    </a:cubicBezTo>
                    <a:cubicBezTo>
                      <a:pt x="51214" y="305036"/>
                      <a:pt x="0" y="236752"/>
                      <a:pt x="0" y="152518"/>
                    </a:cubicBezTo>
                    <a:cubicBezTo>
                      <a:pt x="0" y="68285"/>
                      <a:pt x="51214" y="0"/>
                      <a:pt x="114390" y="0"/>
                    </a:cubicBezTo>
                    <a:cubicBezTo>
                      <a:pt x="177566" y="0"/>
                      <a:pt x="228781" y="68285"/>
                      <a:pt x="228781" y="152518"/>
                    </a:cubicBezTo>
                    <a:close/>
                  </a:path>
                </a:pathLst>
              </a:custGeom>
              <a:solidFill>
                <a:srgbClr val="331B5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63" name="Google Shape;1263;p2"/>
              <p:cNvSpPr/>
              <p:nvPr/>
            </p:nvSpPr>
            <p:spPr>
              <a:xfrm rot="-2955531">
                <a:off x="7599332" y="4086335"/>
                <a:ext cx="228730" cy="304969"/>
              </a:xfrm>
              <a:custGeom>
                <a:avLst/>
                <a:gdLst/>
                <a:ahLst/>
                <a:cxnLst/>
                <a:rect l="l" t="t" r="r" b="b"/>
                <a:pathLst>
                  <a:path w="228780" h="305036" extrusionOk="0">
                    <a:moveTo>
                      <a:pt x="228781" y="152518"/>
                    </a:moveTo>
                    <a:cubicBezTo>
                      <a:pt x="228781" y="236752"/>
                      <a:pt x="177566" y="305036"/>
                      <a:pt x="114390" y="305036"/>
                    </a:cubicBezTo>
                    <a:cubicBezTo>
                      <a:pt x="51214" y="305036"/>
                      <a:pt x="0" y="236752"/>
                      <a:pt x="0" y="152518"/>
                    </a:cubicBezTo>
                    <a:cubicBezTo>
                      <a:pt x="0" y="68285"/>
                      <a:pt x="51214" y="0"/>
                      <a:pt x="114390" y="0"/>
                    </a:cubicBezTo>
                    <a:cubicBezTo>
                      <a:pt x="177566" y="0"/>
                      <a:pt x="228781" y="68285"/>
                      <a:pt x="228781" y="152518"/>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64" name="Google Shape;1264;p2"/>
              <p:cNvSpPr/>
              <p:nvPr/>
            </p:nvSpPr>
            <p:spPr>
              <a:xfrm>
                <a:off x="7669770" y="4301612"/>
                <a:ext cx="29120" cy="23221"/>
              </a:xfrm>
              <a:custGeom>
                <a:avLst/>
                <a:gdLst/>
                <a:ahLst/>
                <a:cxnLst/>
                <a:rect l="l" t="t" r="r" b="b"/>
                <a:pathLst>
                  <a:path w="29120" h="23221" extrusionOk="0">
                    <a:moveTo>
                      <a:pt x="14614" y="22814"/>
                    </a:moveTo>
                    <a:cubicBezTo>
                      <a:pt x="915" y="20457"/>
                      <a:pt x="-3534" y="10790"/>
                      <a:pt x="2890" y="3735"/>
                    </a:cubicBezTo>
                    <a:cubicBezTo>
                      <a:pt x="9313" y="-3319"/>
                      <a:pt x="21756" y="332"/>
                      <a:pt x="26936" y="8742"/>
                    </a:cubicBezTo>
                    <a:cubicBezTo>
                      <a:pt x="32116" y="17150"/>
                      <a:pt x="28111" y="25135"/>
                      <a:pt x="14614" y="22814"/>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65" name="Google Shape;1265;p2"/>
              <p:cNvSpPr/>
              <p:nvPr/>
            </p:nvSpPr>
            <p:spPr>
              <a:xfrm>
                <a:off x="7590897" y="4143872"/>
                <a:ext cx="71625" cy="152638"/>
              </a:xfrm>
              <a:custGeom>
                <a:avLst/>
                <a:gdLst/>
                <a:ahLst/>
                <a:cxnLst/>
                <a:rect l="l" t="t" r="r" b="b"/>
                <a:pathLst>
                  <a:path w="71625" h="152638" extrusionOk="0">
                    <a:moveTo>
                      <a:pt x="2740" y="29011"/>
                    </a:moveTo>
                    <a:cubicBezTo>
                      <a:pt x="-5126" y="65345"/>
                      <a:pt x="2633" y="134425"/>
                      <a:pt x="43287" y="149844"/>
                    </a:cubicBezTo>
                    <a:cubicBezTo>
                      <a:pt x="83941" y="165261"/>
                      <a:pt x="74287" y="112859"/>
                      <a:pt x="54984" y="90845"/>
                    </a:cubicBezTo>
                    <a:cubicBezTo>
                      <a:pt x="35684" y="68831"/>
                      <a:pt x="22091" y="27952"/>
                      <a:pt x="27865" y="9088"/>
                    </a:cubicBezTo>
                    <a:cubicBezTo>
                      <a:pt x="33642" y="-9778"/>
                      <a:pt x="8457" y="2603"/>
                      <a:pt x="2740" y="29011"/>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66" name="Google Shape;1266;p2"/>
              <p:cNvSpPr/>
              <p:nvPr/>
            </p:nvSpPr>
            <p:spPr>
              <a:xfrm>
                <a:off x="7646085" y="4107151"/>
                <a:ext cx="205235" cy="252408"/>
              </a:xfrm>
              <a:custGeom>
                <a:avLst/>
                <a:gdLst/>
                <a:ahLst/>
                <a:cxnLst/>
                <a:rect l="l" t="t" r="r" b="b"/>
                <a:pathLst>
                  <a:path w="205235" h="252408" extrusionOk="0">
                    <a:moveTo>
                      <a:pt x="156758" y="252409"/>
                    </a:moveTo>
                    <a:cubicBezTo>
                      <a:pt x="166729" y="247242"/>
                      <a:pt x="175656" y="240348"/>
                      <a:pt x="183136" y="231681"/>
                    </a:cubicBezTo>
                    <a:cubicBezTo>
                      <a:pt x="224416" y="183858"/>
                      <a:pt x="206190" y="100470"/>
                      <a:pt x="142427" y="45427"/>
                    </a:cubicBezTo>
                    <a:cubicBezTo>
                      <a:pt x="97976" y="7057"/>
                      <a:pt x="43132" y="-7400"/>
                      <a:pt x="0" y="3559"/>
                    </a:cubicBezTo>
                    <a:lnTo>
                      <a:pt x="0" y="3559"/>
                    </a:lnTo>
                    <a:cubicBezTo>
                      <a:pt x="0" y="3562"/>
                      <a:pt x="272414" y="97973"/>
                      <a:pt x="156758" y="252409"/>
                    </a:cubicBezTo>
                    <a:close/>
                  </a:path>
                </a:pathLst>
              </a:custGeom>
              <a:solidFill>
                <a:srgbClr val="E6E6E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67" name="Google Shape;1267;p2"/>
              <p:cNvSpPr/>
              <p:nvPr/>
            </p:nvSpPr>
            <p:spPr>
              <a:xfrm>
                <a:off x="7692086" y="4108150"/>
                <a:ext cx="159234" cy="262645"/>
              </a:xfrm>
              <a:custGeom>
                <a:avLst/>
                <a:gdLst/>
                <a:ahLst/>
                <a:cxnLst/>
                <a:rect l="l" t="t" r="r" b="b"/>
                <a:pathLst>
                  <a:path w="159234" h="262645" extrusionOk="0">
                    <a:moveTo>
                      <a:pt x="70036" y="262646"/>
                    </a:moveTo>
                    <a:cubicBezTo>
                      <a:pt x="96686" y="260529"/>
                      <a:pt x="120481" y="249977"/>
                      <a:pt x="137135" y="230685"/>
                    </a:cubicBezTo>
                    <a:cubicBezTo>
                      <a:pt x="178415" y="182862"/>
                      <a:pt x="160189" y="99473"/>
                      <a:pt x="96426" y="44431"/>
                    </a:cubicBezTo>
                    <a:cubicBezTo>
                      <a:pt x="66742" y="18809"/>
                      <a:pt x="32425" y="3852"/>
                      <a:pt x="55" y="0"/>
                    </a:cubicBezTo>
                    <a:cubicBezTo>
                      <a:pt x="34" y="3"/>
                      <a:pt x="0" y="5"/>
                      <a:pt x="0" y="5"/>
                    </a:cubicBezTo>
                    <a:cubicBezTo>
                      <a:pt x="0" y="5"/>
                      <a:pt x="208198" y="122011"/>
                      <a:pt x="70036" y="262646"/>
                    </a:cubicBezTo>
                    <a:close/>
                  </a:path>
                </a:pathLst>
              </a:custGeom>
              <a:solidFill>
                <a:srgbClr val="E6E6E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268" name="Google Shape;1268;p2"/>
            <p:cNvGrpSpPr/>
            <p:nvPr/>
          </p:nvGrpSpPr>
          <p:grpSpPr>
            <a:xfrm>
              <a:off x="9154516" y="3343622"/>
              <a:ext cx="296152" cy="434863"/>
              <a:chOff x="9154516" y="3343622"/>
              <a:chExt cx="296152" cy="434863"/>
            </a:xfrm>
          </p:grpSpPr>
          <p:sp>
            <p:nvSpPr>
              <p:cNvPr id="1269" name="Google Shape;1269;p2"/>
              <p:cNvSpPr/>
              <p:nvPr/>
            </p:nvSpPr>
            <p:spPr>
              <a:xfrm>
                <a:off x="9244285" y="3343622"/>
                <a:ext cx="62636" cy="123786"/>
              </a:xfrm>
              <a:custGeom>
                <a:avLst/>
                <a:gdLst/>
                <a:ahLst/>
                <a:cxnLst/>
                <a:rect l="l" t="t" r="r" b="b"/>
                <a:pathLst>
                  <a:path w="62636" h="123786" extrusionOk="0">
                    <a:moveTo>
                      <a:pt x="54130" y="123787"/>
                    </a:moveTo>
                    <a:cubicBezTo>
                      <a:pt x="54130" y="123787"/>
                      <a:pt x="88905" y="39706"/>
                      <a:pt x="17833" y="0"/>
                    </a:cubicBezTo>
                    <a:cubicBezTo>
                      <a:pt x="-2037" y="5816"/>
                      <a:pt x="64" y="20474"/>
                      <a:pt x="64" y="20474"/>
                    </a:cubicBezTo>
                    <a:cubicBezTo>
                      <a:pt x="64" y="20474"/>
                      <a:pt x="71808" y="52466"/>
                      <a:pt x="54130" y="123787"/>
                    </a:cubicBezTo>
                    <a:close/>
                  </a:path>
                </a:pathLst>
              </a:custGeom>
              <a:solidFill>
                <a:srgbClr val="76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70" name="Google Shape;1270;p2"/>
              <p:cNvSpPr/>
              <p:nvPr/>
            </p:nvSpPr>
            <p:spPr>
              <a:xfrm>
                <a:off x="9154516" y="3448165"/>
                <a:ext cx="296152" cy="330320"/>
              </a:xfrm>
              <a:custGeom>
                <a:avLst/>
                <a:gdLst/>
                <a:ahLst/>
                <a:cxnLst/>
                <a:rect l="l" t="t" r="r" b="b"/>
                <a:pathLst>
                  <a:path w="296152" h="330320" extrusionOk="0">
                    <a:moveTo>
                      <a:pt x="102289" y="853"/>
                    </a:moveTo>
                    <a:cubicBezTo>
                      <a:pt x="116128" y="-1023"/>
                      <a:pt x="129844" y="241"/>
                      <a:pt x="143014" y="4202"/>
                    </a:cubicBezTo>
                    <a:cubicBezTo>
                      <a:pt x="145192" y="3747"/>
                      <a:pt x="147394" y="3357"/>
                      <a:pt x="149620" y="3055"/>
                    </a:cubicBezTo>
                    <a:cubicBezTo>
                      <a:pt x="217224" y="-6110"/>
                      <a:pt x="281932" y="59533"/>
                      <a:pt x="294148" y="149670"/>
                    </a:cubicBezTo>
                    <a:cubicBezTo>
                      <a:pt x="306367" y="239807"/>
                      <a:pt x="261467" y="320306"/>
                      <a:pt x="193863" y="329468"/>
                    </a:cubicBezTo>
                    <a:cubicBezTo>
                      <a:pt x="180024" y="331343"/>
                      <a:pt x="166308" y="330081"/>
                      <a:pt x="153138" y="326119"/>
                    </a:cubicBezTo>
                    <a:cubicBezTo>
                      <a:pt x="150960" y="326574"/>
                      <a:pt x="148758" y="326965"/>
                      <a:pt x="146532" y="327267"/>
                    </a:cubicBezTo>
                    <a:cubicBezTo>
                      <a:pt x="78928" y="336429"/>
                      <a:pt x="14223" y="270789"/>
                      <a:pt x="2004" y="180649"/>
                    </a:cubicBezTo>
                    <a:cubicBezTo>
                      <a:pt x="-10212" y="90517"/>
                      <a:pt x="34687" y="10018"/>
                      <a:pt x="102289" y="853"/>
                    </a:cubicBezTo>
                    <a:close/>
                  </a:path>
                </a:pathLst>
              </a:custGeom>
              <a:solidFill>
                <a:srgbClr val="FF97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71" name="Google Shape;1271;p2"/>
              <p:cNvSpPr/>
              <p:nvPr/>
            </p:nvSpPr>
            <p:spPr>
              <a:xfrm>
                <a:off x="9418237" y="3591155"/>
                <a:ext cx="20000" cy="26614"/>
              </a:xfrm>
              <a:custGeom>
                <a:avLst/>
                <a:gdLst/>
                <a:ahLst/>
                <a:cxnLst/>
                <a:rect l="l" t="t" r="r" b="b"/>
                <a:pathLst>
                  <a:path w="20000" h="26614" extrusionOk="0">
                    <a:moveTo>
                      <a:pt x="18072" y="18222"/>
                    </a:moveTo>
                    <a:cubicBezTo>
                      <a:pt x="22986" y="6824"/>
                      <a:pt x="17921" y="-1216"/>
                      <a:pt x="9513" y="151"/>
                    </a:cubicBezTo>
                    <a:cubicBezTo>
                      <a:pt x="1105" y="1518"/>
                      <a:pt x="-2228" y="12606"/>
                      <a:pt x="1540" y="20581"/>
                    </a:cubicBezTo>
                    <a:cubicBezTo>
                      <a:pt x="5305" y="28557"/>
                      <a:pt x="13230" y="29451"/>
                      <a:pt x="18072" y="18222"/>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72" name="Google Shape;1272;p2"/>
              <p:cNvSpPr/>
              <p:nvPr/>
            </p:nvSpPr>
            <p:spPr>
              <a:xfrm>
                <a:off x="9317365" y="3467292"/>
                <a:ext cx="104802" cy="109386"/>
              </a:xfrm>
              <a:custGeom>
                <a:avLst/>
                <a:gdLst/>
                <a:ahLst/>
                <a:cxnLst/>
                <a:rect l="l" t="t" r="r" b="b"/>
                <a:pathLst>
                  <a:path w="104802" h="109386" extrusionOk="0">
                    <a:moveTo>
                      <a:pt x="33219" y="2895"/>
                    </a:moveTo>
                    <a:cubicBezTo>
                      <a:pt x="64235" y="14718"/>
                      <a:pt x="112134" y="54188"/>
                      <a:pt x="103856" y="92117"/>
                    </a:cubicBezTo>
                    <a:cubicBezTo>
                      <a:pt x="95579" y="130047"/>
                      <a:pt x="61079" y="97284"/>
                      <a:pt x="54017" y="72115"/>
                    </a:cubicBezTo>
                    <a:cubicBezTo>
                      <a:pt x="46953" y="46946"/>
                      <a:pt x="22996" y="16855"/>
                      <a:pt x="6071" y="11981"/>
                    </a:cubicBezTo>
                    <a:cubicBezTo>
                      <a:pt x="-10860" y="7108"/>
                      <a:pt x="10677" y="-5698"/>
                      <a:pt x="33219" y="2895"/>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73" name="Google Shape;1273;p2"/>
              <p:cNvSpPr/>
              <p:nvPr/>
            </p:nvSpPr>
            <p:spPr>
              <a:xfrm>
                <a:off x="9154519" y="3475271"/>
                <a:ext cx="180830" cy="301016"/>
              </a:xfrm>
              <a:custGeom>
                <a:avLst/>
                <a:gdLst/>
                <a:ahLst/>
                <a:cxnLst/>
                <a:rect l="l" t="t" r="r" b="b"/>
                <a:pathLst>
                  <a:path w="180830" h="301016" extrusionOk="0">
                    <a:moveTo>
                      <a:pt x="180831" y="288514"/>
                    </a:moveTo>
                    <a:cubicBezTo>
                      <a:pt x="170279" y="294492"/>
                      <a:pt x="158780" y="298504"/>
                      <a:pt x="146532" y="300163"/>
                    </a:cubicBezTo>
                    <a:cubicBezTo>
                      <a:pt x="78928" y="309326"/>
                      <a:pt x="14221" y="243685"/>
                      <a:pt x="2004" y="153546"/>
                    </a:cubicBezTo>
                    <a:cubicBezTo>
                      <a:pt x="-6514" y="90711"/>
                      <a:pt x="12732" y="32567"/>
                      <a:pt x="48069" y="0"/>
                    </a:cubicBezTo>
                    <a:lnTo>
                      <a:pt x="48069" y="0"/>
                    </a:lnTo>
                    <a:cubicBezTo>
                      <a:pt x="48069" y="2"/>
                      <a:pt x="-27071" y="302132"/>
                      <a:pt x="180831" y="288514"/>
                    </a:cubicBezTo>
                    <a:close/>
                  </a:path>
                </a:pathLst>
              </a:custGeom>
              <a:solidFill>
                <a:srgbClr val="E6E6E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74" name="Google Shape;1274;p2"/>
              <p:cNvSpPr/>
              <p:nvPr/>
            </p:nvSpPr>
            <p:spPr>
              <a:xfrm>
                <a:off x="9154519" y="3515383"/>
                <a:ext cx="214999" cy="260904"/>
              </a:xfrm>
              <a:custGeom>
                <a:avLst/>
                <a:gdLst/>
                <a:ahLst/>
                <a:cxnLst/>
                <a:rect l="l" t="t" r="r" b="b"/>
                <a:pathLst>
                  <a:path w="214999" h="260904" extrusionOk="0">
                    <a:moveTo>
                      <a:pt x="214999" y="218178"/>
                    </a:moveTo>
                    <a:cubicBezTo>
                      <a:pt x="197377" y="241043"/>
                      <a:pt x="173803" y="256354"/>
                      <a:pt x="146531" y="260051"/>
                    </a:cubicBezTo>
                    <a:cubicBezTo>
                      <a:pt x="78927" y="269213"/>
                      <a:pt x="14220" y="203573"/>
                      <a:pt x="2004" y="113434"/>
                    </a:cubicBezTo>
                    <a:cubicBezTo>
                      <a:pt x="-3684" y="71474"/>
                      <a:pt x="3012" y="31609"/>
                      <a:pt x="18607" y="48"/>
                    </a:cubicBezTo>
                    <a:cubicBezTo>
                      <a:pt x="18620" y="30"/>
                      <a:pt x="18643" y="0"/>
                      <a:pt x="18643" y="0"/>
                    </a:cubicBezTo>
                    <a:cubicBezTo>
                      <a:pt x="18643" y="0"/>
                      <a:pt x="6317" y="260295"/>
                      <a:pt x="214999" y="218178"/>
                    </a:cubicBezTo>
                    <a:close/>
                  </a:path>
                </a:pathLst>
              </a:custGeom>
              <a:solidFill>
                <a:srgbClr val="E6E6E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75" name="Google Shape;1275;p2"/>
              <p:cNvSpPr/>
              <p:nvPr/>
            </p:nvSpPr>
            <p:spPr>
              <a:xfrm>
                <a:off x="9307657" y="3506223"/>
                <a:ext cx="85685" cy="268063"/>
              </a:xfrm>
              <a:custGeom>
                <a:avLst/>
                <a:gdLst/>
                <a:ahLst/>
                <a:cxnLst/>
                <a:rect l="l" t="t" r="r" b="b"/>
                <a:pathLst>
                  <a:path w="85685" h="268063" extrusionOk="0">
                    <a:moveTo>
                      <a:pt x="17223" y="0"/>
                    </a:moveTo>
                    <a:cubicBezTo>
                      <a:pt x="17223" y="0"/>
                      <a:pt x="132060" y="219829"/>
                      <a:pt x="0" y="268063"/>
                    </a:cubicBezTo>
                    <a:cubicBezTo>
                      <a:pt x="94723" y="239520"/>
                      <a:pt x="125259" y="157147"/>
                      <a:pt x="17223" y="0"/>
                    </a:cubicBezTo>
                    <a:close/>
                  </a:path>
                </a:pathLst>
              </a:custGeom>
              <a:solidFill>
                <a:srgbClr val="E0E0E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276" name="Google Shape;1276;p2"/>
            <p:cNvGrpSpPr/>
            <p:nvPr/>
          </p:nvGrpSpPr>
          <p:grpSpPr>
            <a:xfrm>
              <a:off x="9310191" y="3601895"/>
              <a:ext cx="421393" cy="409572"/>
              <a:chOff x="9310191" y="3601895"/>
              <a:chExt cx="421393" cy="409572"/>
            </a:xfrm>
          </p:grpSpPr>
          <p:sp>
            <p:nvSpPr>
              <p:cNvPr id="1277" name="Google Shape;1277;p2"/>
              <p:cNvSpPr/>
              <p:nvPr/>
            </p:nvSpPr>
            <p:spPr>
              <a:xfrm>
                <a:off x="9612925" y="3601895"/>
                <a:ext cx="86281" cy="125698"/>
              </a:xfrm>
              <a:custGeom>
                <a:avLst/>
                <a:gdLst/>
                <a:ahLst/>
                <a:cxnLst/>
                <a:rect l="l" t="t" r="r" b="b"/>
                <a:pathLst>
                  <a:path w="86281" h="125698" extrusionOk="0">
                    <a:moveTo>
                      <a:pt x="1383" y="125698"/>
                    </a:moveTo>
                    <a:cubicBezTo>
                      <a:pt x="1383" y="125698"/>
                      <a:pt x="-15827" y="25757"/>
                      <a:pt x="71181" y="0"/>
                    </a:cubicBezTo>
                    <a:cubicBezTo>
                      <a:pt x="91359" y="11192"/>
                      <a:pt x="85487" y="26614"/>
                      <a:pt x="85487" y="26614"/>
                    </a:cubicBezTo>
                    <a:cubicBezTo>
                      <a:pt x="85487" y="26614"/>
                      <a:pt x="-364" y="43820"/>
                      <a:pt x="1383" y="125698"/>
                    </a:cubicBezTo>
                    <a:close/>
                  </a:path>
                </a:pathLst>
              </a:custGeom>
              <a:solidFill>
                <a:srgbClr val="76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78" name="Google Shape;1278;p2"/>
              <p:cNvSpPr/>
              <p:nvPr/>
            </p:nvSpPr>
            <p:spPr>
              <a:xfrm>
                <a:off x="9310191" y="3618313"/>
                <a:ext cx="421393" cy="393154"/>
              </a:xfrm>
              <a:custGeom>
                <a:avLst/>
                <a:gdLst/>
                <a:ahLst/>
                <a:cxnLst/>
                <a:rect l="l" t="t" r="r" b="b"/>
                <a:pathLst>
                  <a:path w="421393" h="393154" extrusionOk="0">
                    <a:moveTo>
                      <a:pt x="370902" y="59916"/>
                    </a:moveTo>
                    <a:cubicBezTo>
                      <a:pt x="356761" y="48918"/>
                      <a:pt x="340736" y="41212"/>
                      <a:pt x="323575" y="36624"/>
                    </a:cubicBezTo>
                    <a:cubicBezTo>
                      <a:pt x="321454" y="34729"/>
                      <a:pt x="319264" y="32886"/>
                      <a:pt x="316987" y="31117"/>
                    </a:cubicBezTo>
                    <a:cubicBezTo>
                      <a:pt x="247913" y="-22606"/>
                      <a:pt x="120036" y="-6552"/>
                      <a:pt x="48430" y="77621"/>
                    </a:cubicBezTo>
                    <a:cubicBezTo>
                      <a:pt x="-23179" y="161794"/>
                      <a:pt x="-11406" y="282214"/>
                      <a:pt x="57670" y="335935"/>
                    </a:cubicBezTo>
                    <a:cubicBezTo>
                      <a:pt x="71811" y="346933"/>
                      <a:pt x="87836" y="354639"/>
                      <a:pt x="104997" y="359227"/>
                    </a:cubicBezTo>
                    <a:cubicBezTo>
                      <a:pt x="107118" y="361122"/>
                      <a:pt x="109308" y="362964"/>
                      <a:pt x="111585" y="364736"/>
                    </a:cubicBezTo>
                    <a:cubicBezTo>
                      <a:pt x="180659" y="418457"/>
                      <a:pt x="294705" y="393773"/>
                      <a:pt x="366314" y="309600"/>
                    </a:cubicBezTo>
                    <a:cubicBezTo>
                      <a:pt x="437923" y="225425"/>
                      <a:pt x="439976" y="113637"/>
                      <a:pt x="370902" y="59916"/>
                    </a:cubicBezTo>
                    <a:close/>
                  </a:path>
                </a:pathLst>
              </a:custGeom>
              <a:solidFill>
                <a:srgbClr val="FF70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79" name="Google Shape;1279;p2"/>
              <p:cNvSpPr/>
              <p:nvPr/>
            </p:nvSpPr>
            <p:spPr>
              <a:xfrm>
                <a:off x="9344335" y="3748406"/>
                <a:ext cx="26809" cy="36313"/>
              </a:xfrm>
              <a:custGeom>
                <a:avLst/>
                <a:gdLst/>
                <a:ahLst/>
                <a:cxnLst/>
                <a:rect l="l" t="t" r="r" b="b"/>
                <a:pathLst>
                  <a:path w="26809" h="36313" extrusionOk="0">
                    <a:moveTo>
                      <a:pt x="36" y="20739"/>
                    </a:moveTo>
                    <a:cubicBezTo>
                      <a:pt x="-684" y="3864"/>
                      <a:pt x="9655" y="-3902"/>
                      <a:pt x="19684" y="1914"/>
                    </a:cubicBezTo>
                    <a:cubicBezTo>
                      <a:pt x="29710" y="7730"/>
                      <a:pt x="28571" y="23446"/>
                      <a:pt x="19915" y="31758"/>
                    </a:cubicBezTo>
                    <a:cubicBezTo>
                      <a:pt x="11255" y="40067"/>
                      <a:pt x="744" y="37361"/>
                      <a:pt x="36" y="20739"/>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80" name="Google Shape;1280;p2"/>
              <p:cNvSpPr/>
              <p:nvPr/>
            </p:nvSpPr>
            <p:spPr>
              <a:xfrm>
                <a:off x="9387083" y="3633746"/>
                <a:ext cx="174146" cy="109619"/>
              </a:xfrm>
              <a:custGeom>
                <a:avLst/>
                <a:gdLst/>
                <a:ahLst/>
                <a:cxnLst/>
                <a:rect l="l" t="t" r="r" b="b"/>
                <a:pathLst>
                  <a:path w="174146" h="109619" extrusionOk="0">
                    <a:moveTo>
                      <a:pt x="133798" y="0"/>
                    </a:moveTo>
                    <a:cubicBezTo>
                      <a:pt x="88627" y="-11"/>
                      <a:pt x="8578" y="26940"/>
                      <a:pt x="710" y="79182"/>
                    </a:cubicBezTo>
                    <a:cubicBezTo>
                      <a:pt x="-7161" y="131424"/>
                      <a:pt x="52593" y="106500"/>
                      <a:pt x="73782" y="77925"/>
                    </a:cubicBezTo>
                    <a:cubicBezTo>
                      <a:pt x="94971" y="49350"/>
                      <a:pt x="140025" y="22711"/>
                      <a:pt x="163912" y="24725"/>
                    </a:cubicBezTo>
                    <a:cubicBezTo>
                      <a:pt x="187798" y="26737"/>
                      <a:pt x="166628" y="7"/>
                      <a:pt x="133798" y="0"/>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81" name="Google Shape;1281;p2"/>
              <p:cNvSpPr/>
              <p:nvPr/>
            </p:nvSpPr>
            <p:spPr>
              <a:xfrm>
                <a:off x="9408218" y="3737919"/>
                <a:ext cx="321423" cy="271683"/>
              </a:xfrm>
              <a:custGeom>
                <a:avLst/>
                <a:gdLst/>
                <a:ahLst/>
                <a:cxnLst/>
                <a:rect l="l" t="t" r="r" b="b"/>
                <a:pathLst>
                  <a:path w="321423" h="271683" extrusionOk="0">
                    <a:moveTo>
                      <a:pt x="0" y="212177"/>
                    </a:moveTo>
                    <a:cubicBezTo>
                      <a:pt x="7064" y="224867"/>
                      <a:pt x="16315" y="236139"/>
                      <a:pt x="27803" y="245473"/>
                    </a:cubicBezTo>
                    <a:cubicBezTo>
                      <a:pt x="91202" y="296990"/>
                      <a:pt x="198281" y="270228"/>
                      <a:pt x="266973" y="185696"/>
                    </a:cubicBezTo>
                    <a:cubicBezTo>
                      <a:pt x="314858" y="126768"/>
                      <a:pt x="331436" y="55328"/>
                      <a:pt x="315612" y="0"/>
                    </a:cubicBezTo>
                    <a:lnTo>
                      <a:pt x="315612" y="0"/>
                    </a:lnTo>
                    <a:cubicBezTo>
                      <a:pt x="315612" y="0"/>
                      <a:pt x="204055" y="355727"/>
                      <a:pt x="0" y="212177"/>
                    </a:cubicBezTo>
                    <a:close/>
                  </a:path>
                </a:pathLst>
              </a:custGeom>
              <a:solidFill>
                <a:srgbClr val="E6E6E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82" name="Google Shape;1282;p2"/>
              <p:cNvSpPr/>
              <p:nvPr/>
            </p:nvSpPr>
            <p:spPr>
              <a:xfrm>
                <a:off x="9392132" y="3797277"/>
                <a:ext cx="336780" cy="212325"/>
              </a:xfrm>
              <a:custGeom>
                <a:avLst/>
                <a:gdLst/>
                <a:ahLst/>
                <a:cxnLst/>
                <a:rect l="l" t="t" r="r" b="b"/>
                <a:pathLst>
                  <a:path w="336780" h="212325" extrusionOk="0">
                    <a:moveTo>
                      <a:pt x="0" y="100618"/>
                    </a:moveTo>
                    <a:cubicBezTo>
                      <a:pt x="3761" y="134981"/>
                      <a:pt x="18313" y="165333"/>
                      <a:pt x="43889" y="186115"/>
                    </a:cubicBezTo>
                    <a:cubicBezTo>
                      <a:pt x="107289" y="237632"/>
                      <a:pt x="214367" y="210870"/>
                      <a:pt x="283059" y="126338"/>
                    </a:cubicBezTo>
                    <a:cubicBezTo>
                      <a:pt x="315035" y="86987"/>
                      <a:pt x="333047" y="42058"/>
                      <a:pt x="336780" y="71"/>
                    </a:cubicBezTo>
                    <a:cubicBezTo>
                      <a:pt x="336778" y="46"/>
                      <a:pt x="336773" y="0"/>
                      <a:pt x="336773" y="0"/>
                    </a:cubicBezTo>
                    <a:cubicBezTo>
                      <a:pt x="336773" y="0"/>
                      <a:pt x="187079" y="273788"/>
                      <a:pt x="0" y="100618"/>
                    </a:cubicBezTo>
                    <a:close/>
                  </a:path>
                </a:pathLst>
              </a:custGeom>
              <a:solidFill>
                <a:srgbClr val="E6E6E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83" name="Google Shape;1283;p2"/>
              <p:cNvSpPr/>
              <p:nvPr/>
            </p:nvSpPr>
            <p:spPr>
              <a:xfrm>
                <a:off x="9370891" y="3701205"/>
                <a:ext cx="149814" cy="282465"/>
              </a:xfrm>
              <a:custGeom>
                <a:avLst/>
                <a:gdLst/>
                <a:ahLst/>
                <a:cxnLst/>
                <a:rect l="l" t="t" r="r" b="b"/>
                <a:pathLst>
                  <a:path w="149814" h="282465" extrusionOk="0">
                    <a:moveTo>
                      <a:pt x="149814" y="0"/>
                    </a:moveTo>
                    <a:cubicBezTo>
                      <a:pt x="149814" y="0"/>
                      <a:pt x="-43241" y="159927"/>
                      <a:pt x="54428" y="282465"/>
                    </a:cubicBezTo>
                    <a:cubicBezTo>
                      <a:pt x="-19137" y="200331"/>
                      <a:pt x="-44183" y="86836"/>
                      <a:pt x="149814" y="0"/>
                    </a:cubicBezTo>
                    <a:close/>
                  </a:path>
                </a:pathLst>
              </a:custGeom>
              <a:solidFill>
                <a:srgbClr val="E0E0E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284" name="Google Shape;1284;p2"/>
            <p:cNvGrpSpPr/>
            <p:nvPr/>
          </p:nvGrpSpPr>
          <p:grpSpPr>
            <a:xfrm>
              <a:off x="9727250" y="871010"/>
              <a:ext cx="1071067" cy="921233"/>
              <a:chOff x="9727250" y="871010"/>
              <a:chExt cx="1071067" cy="921233"/>
            </a:xfrm>
          </p:grpSpPr>
          <p:sp>
            <p:nvSpPr>
              <p:cNvPr id="1285" name="Google Shape;1285;p2"/>
              <p:cNvSpPr/>
              <p:nvPr/>
            </p:nvSpPr>
            <p:spPr>
              <a:xfrm>
                <a:off x="10281594" y="1250617"/>
                <a:ext cx="460092" cy="394472"/>
              </a:xfrm>
              <a:custGeom>
                <a:avLst/>
                <a:gdLst/>
                <a:ahLst/>
                <a:cxnLst/>
                <a:rect l="l" t="t" r="r" b="b"/>
                <a:pathLst>
                  <a:path w="460092" h="394472" extrusionOk="0">
                    <a:moveTo>
                      <a:pt x="36905" y="29148"/>
                    </a:moveTo>
                    <a:cubicBezTo>
                      <a:pt x="83382" y="-11369"/>
                      <a:pt x="127732" y="-12471"/>
                      <a:pt x="140959" y="43801"/>
                    </a:cubicBezTo>
                    <a:cubicBezTo>
                      <a:pt x="154188" y="100073"/>
                      <a:pt x="258290" y="-9440"/>
                      <a:pt x="279258" y="60964"/>
                    </a:cubicBezTo>
                    <a:cubicBezTo>
                      <a:pt x="300225" y="131369"/>
                      <a:pt x="254372" y="199037"/>
                      <a:pt x="355852" y="186754"/>
                    </a:cubicBezTo>
                    <a:cubicBezTo>
                      <a:pt x="457333" y="174471"/>
                      <a:pt x="362027" y="282437"/>
                      <a:pt x="421509" y="302944"/>
                    </a:cubicBezTo>
                    <a:cubicBezTo>
                      <a:pt x="480990" y="323452"/>
                      <a:pt x="467119" y="419348"/>
                      <a:pt x="411119" y="388361"/>
                    </a:cubicBezTo>
                    <a:cubicBezTo>
                      <a:pt x="355118" y="357374"/>
                      <a:pt x="359805" y="311572"/>
                      <a:pt x="308224" y="332669"/>
                    </a:cubicBezTo>
                    <a:cubicBezTo>
                      <a:pt x="256642" y="353764"/>
                      <a:pt x="189752" y="316594"/>
                      <a:pt x="196091" y="256996"/>
                    </a:cubicBezTo>
                    <a:cubicBezTo>
                      <a:pt x="202427" y="197398"/>
                      <a:pt x="93015" y="334734"/>
                      <a:pt x="95536" y="214597"/>
                    </a:cubicBezTo>
                    <a:cubicBezTo>
                      <a:pt x="98058" y="94463"/>
                      <a:pt x="-8367" y="202909"/>
                      <a:pt x="528" y="125823"/>
                    </a:cubicBezTo>
                    <a:cubicBezTo>
                      <a:pt x="9421" y="48739"/>
                      <a:pt x="36905" y="29148"/>
                      <a:pt x="36905" y="29148"/>
                    </a:cubicBezTo>
                    <a:close/>
                  </a:path>
                </a:pathLst>
              </a:custGeom>
              <a:solidFill>
                <a:srgbClr val="295E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86" name="Google Shape;1286;p2"/>
              <p:cNvSpPr/>
              <p:nvPr/>
            </p:nvSpPr>
            <p:spPr>
              <a:xfrm>
                <a:off x="10166969" y="1243112"/>
                <a:ext cx="473345" cy="297830"/>
              </a:xfrm>
              <a:custGeom>
                <a:avLst/>
                <a:gdLst/>
                <a:ahLst/>
                <a:cxnLst/>
                <a:rect l="l" t="t" r="r" b="b"/>
                <a:pathLst>
                  <a:path w="473345" h="297830" extrusionOk="0">
                    <a:moveTo>
                      <a:pt x="8604" y="404"/>
                    </a:moveTo>
                    <a:cubicBezTo>
                      <a:pt x="8604" y="404"/>
                      <a:pt x="288420" y="112859"/>
                      <a:pt x="473346" y="297828"/>
                    </a:cubicBezTo>
                    <a:cubicBezTo>
                      <a:pt x="468333" y="298683"/>
                      <a:pt x="238446" y="78352"/>
                      <a:pt x="0" y="20093"/>
                    </a:cubicBezTo>
                    <a:cubicBezTo>
                      <a:pt x="1337" y="-4530"/>
                      <a:pt x="8604" y="404"/>
                      <a:pt x="8604" y="404"/>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87" name="Google Shape;1287;p2"/>
              <p:cNvSpPr/>
              <p:nvPr/>
            </p:nvSpPr>
            <p:spPr>
              <a:xfrm>
                <a:off x="10286020" y="1172735"/>
                <a:ext cx="512297" cy="295746"/>
              </a:xfrm>
              <a:custGeom>
                <a:avLst/>
                <a:gdLst/>
                <a:ahLst/>
                <a:cxnLst/>
                <a:rect l="l" t="t" r="r" b="b"/>
                <a:pathLst>
                  <a:path w="512297" h="295746" extrusionOk="0">
                    <a:moveTo>
                      <a:pt x="12225" y="53553"/>
                    </a:moveTo>
                    <a:cubicBezTo>
                      <a:pt x="45577" y="1693"/>
                      <a:pt x="87864" y="-11717"/>
                      <a:pt x="116242" y="38644"/>
                    </a:cubicBezTo>
                    <a:cubicBezTo>
                      <a:pt x="144621" y="89004"/>
                      <a:pt x="214101" y="-45170"/>
                      <a:pt x="253851" y="16609"/>
                    </a:cubicBezTo>
                    <a:cubicBezTo>
                      <a:pt x="293597" y="78388"/>
                      <a:pt x="268405" y="156149"/>
                      <a:pt x="362451" y="116086"/>
                    </a:cubicBezTo>
                    <a:cubicBezTo>
                      <a:pt x="456497" y="76024"/>
                      <a:pt x="395031" y="206262"/>
                      <a:pt x="457871" y="209392"/>
                    </a:cubicBezTo>
                    <a:cubicBezTo>
                      <a:pt x="520713" y="212521"/>
                      <a:pt x="534098" y="308485"/>
                      <a:pt x="471683" y="294321"/>
                    </a:cubicBezTo>
                    <a:cubicBezTo>
                      <a:pt x="409268" y="280160"/>
                      <a:pt x="401012" y="234865"/>
                      <a:pt x="357349" y="269491"/>
                    </a:cubicBezTo>
                    <a:cubicBezTo>
                      <a:pt x="313684" y="304119"/>
                      <a:pt x="239090" y="287049"/>
                      <a:pt x="228576" y="228046"/>
                    </a:cubicBezTo>
                    <a:cubicBezTo>
                      <a:pt x="218063" y="169042"/>
                      <a:pt x="151232" y="331416"/>
                      <a:pt x="120193" y="215333"/>
                    </a:cubicBezTo>
                    <a:cubicBezTo>
                      <a:pt x="89153" y="99250"/>
                      <a:pt x="17146" y="233045"/>
                      <a:pt x="4217" y="156535"/>
                    </a:cubicBezTo>
                    <a:cubicBezTo>
                      <a:pt x="-8715" y="80022"/>
                      <a:pt x="12225" y="53553"/>
                      <a:pt x="12225" y="53553"/>
                    </a:cubicBezTo>
                    <a:close/>
                  </a:path>
                </a:pathLst>
              </a:custGeom>
              <a:solidFill>
                <a:srgbClr val="38792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88" name="Google Shape;1288;p2"/>
              <p:cNvSpPr/>
              <p:nvPr/>
            </p:nvSpPr>
            <p:spPr>
              <a:xfrm>
                <a:off x="10159391" y="1237550"/>
                <a:ext cx="465859" cy="144882"/>
              </a:xfrm>
              <a:custGeom>
                <a:avLst/>
                <a:gdLst/>
                <a:ahLst/>
                <a:cxnLst/>
                <a:rect l="l" t="t" r="r" b="b"/>
                <a:pathLst>
                  <a:path w="465859" h="144882" extrusionOk="0">
                    <a:moveTo>
                      <a:pt x="5292" y="147"/>
                    </a:moveTo>
                    <a:cubicBezTo>
                      <a:pt x="5292" y="147"/>
                      <a:pt x="245850" y="3409"/>
                      <a:pt x="465859" y="144860"/>
                    </a:cubicBezTo>
                    <a:cubicBezTo>
                      <a:pt x="461143" y="146762"/>
                      <a:pt x="246447" y="27474"/>
                      <a:pt x="1070" y="21217"/>
                    </a:cubicBezTo>
                    <a:cubicBezTo>
                      <a:pt x="-2858" y="-3129"/>
                      <a:pt x="5292" y="147"/>
                      <a:pt x="5292" y="147"/>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89" name="Google Shape;1289;p2"/>
              <p:cNvSpPr/>
              <p:nvPr/>
            </p:nvSpPr>
            <p:spPr>
              <a:xfrm>
                <a:off x="10343480" y="1264508"/>
                <a:ext cx="22505" cy="70203"/>
              </a:xfrm>
              <a:custGeom>
                <a:avLst/>
                <a:gdLst/>
                <a:ahLst/>
                <a:cxnLst/>
                <a:rect l="l" t="t" r="r" b="b"/>
                <a:pathLst>
                  <a:path w="22505" h="70203" extrusionOk="0">
                    <a:moveTo>
                      <a:pt x="5479" y="3143"/>
                    </a:moveTo>
                    <a:cubicBezTo>
                      <a:pt x="21671" y="16532"/>
                      <a:pt x="6630" y="40394"/>
                      <a:pt x="22506" y="70203"/>
                    </a:cubicBezTo>
                    <a:cubicBezTo>
                      <a:pt x="1836" y="44291"/>
                      <a:pt x="13348" y="7875"/>
                      <a:pt x="0" y="1157"/>
                    </a:cubicBezTo>
                    <a:cubicBezTo>
                      <a:pt x="3889" y="-2318"/>
                      <a:pt x="5479" y="3143"/>
                      <a:pt x="5479" y="3143"/>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90" name="Google Shape;1290;p2"/>
              <p:cNvSpPr/>
              <p:nvPr/>
            </p:nvSpPr>
            <p:spPr>
              <a:xfrm>
                <a:off x="9727250" y="871010"/>
                <a:ext cx="521593" cy="522965"/>
              </a:xfrm>
              <a:custGeom>
                <a:avLst/>
                <a:gdLst/>
                <a:ahLst/>
                <a:cxnLst/>
                <a:rect l="l" t="t" r="r" b="b"/>
                <a:pathLst>
                  <a:path w="521593" h="522965" extrusionOk="0">
                    <a:moveTo>
                      <a:pt x="163051" y="494981"/>
                    </a:moveTo>
                    <a:cubicBezTo>
                      <a:pt x="253312" y="556526"/>
                      <a:pt x="390069" y="513168"/>
                      <a:pt x="468504" y="398139"/>
                    </a:cubicBezTo>
                    <a:cubicBezTo>
                      <a:pt x="546942" y="283107"/>
                      <a:pt x="537354" y="139965"/>
                      <a:pt x="447093" y="78419"/>
                    </a:cubicBezTo>
                    <a:cubicBezTo>
                      <a:pt x="400615" y="46726"/>
                      <a:pt x="341816" y="42915"/>
                      <a:pt x="284991" y="62316"/>
                    </a:cubicBezTo>
                    <a:cubicBezTo>
                      <a:pt x="284991" y="62309"/>
                      <a:pt x="285000" y="62257"/>
                      <a:pt x="285000" y="62257"/>
                    </a:cubicBezTo>
                    <a:cubicBezTo>
                      <a:pt x="284739" y="62362"/>
                      <a:pt x="284470" y="62476"/>
                      <a:pt x="284209" y="62584"/>
                    </a:cubicBezTo>
                    <a:cubicBezTo>
                      <a:pt x="273202" y="66385"/>
                      <a:pt x="262277" y="71042"/>
                      <a:pt x="251529" y="76556"/>
                    </a:cubicBezTo>
                    <a:cubicBezTo>
                      <a:pt x="170234" y="112380"/>
                      <a:pt x="74629" y="159684"/>
                      <a:pt x="81873" y="119452"/>
                    </a:cubicBezTo>
                    <a:cubicBezTo>
                      <a:pt x="101082" y="12776"/>
                      <a:pt x="101343" y="-41578"/>
                      <a:pt x="0" y="37865"/>
                    </a:cubicBezTo>
                    <a:cubicBezTo>
                      <a:pt x="108128" y="-14729"/>
                      <a:pt x="35815" y="85277"/>
                      <a:pt x="40066" y="165554"/>
                    </a:cubicBezTo>
                    <a:cubicBezTo>
                      <a:pt x="42186" y="205582"/>
                      <a:pt x="119825" y="135269"/>
                      <a:pt x="104022" y="249956"/>
                    </a:cubicBezTo>
                    <a:cubicBezTo>
                      <a:pt x="96362" y="272194"/>
                      <a:pt x="91584" y="294592"/>
                      <a:pt x="89630" y="316512"/>
                    </a:cubicBezTo>
                    <a:cubicBezTo>
                      <a:pt x="89028" y="318730"/>
                      <a:pt x="88434" y="320934"/>
                      <a:pt x="87796" y="323224"/>
                    </a:cubicBezTo>
                    <a:cubicBezTo>
                      <a:pt x="88061" y="326013"/>
                      <a:pt x="88397" y="328530"/>
                      <a:pt x="88720" y="331111"/>
                    </a:cubicBezTo>
                    <a:cubicBezTo>
                      <a:pt x="86550" y="398660"/>
                      <a:pt x="111753" y="460002"/>
                      <a:pt x="163051" y="494981"/>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91" name="Google Shape;1291;p2"/>
              <p:cNvSpPr/>
              <p:nvPr/>
            </p:nvSpPr>
            <p:spPr>
              <a:xfrm>
                <a:off x="10065311" y="947568"/>
                <a:ext cx="42066" cy="33338"/>
              </a:xfrm>
              <a:custGeom>
                <a:avLst/>
                <a:gdLst/>
                <a:ahLst/>
                <a:cxnLst/>
                <a:rect l="l" t="t" r="r" b="b"/>
                <a:pathLst>
                  <a:path w="42066" h="33338" extrusionOk="0">
                    <a:moveTo>
                      <a:pt x="20773" y="507"/>
                    </a:moveTo>
                    <a:cubicBezTo>
                      <a:pt x="40562" y="3648"/>
                      <a:pt x="47155" y="17501"/>
                      <a:pt x="38028" y="27788"/>
                    </a:cubicBezTo>
                    <a:cubicBezTo>
                      <a:pt x="28901" y="38075"/>
                      <a:pt x="10899" y="33046"/>
                      <a:pt x="3275" y="21022"/>
                    </a:cubicBezTo>
                    <a:cubicBezTo>
                      <a:pt x="-4348" y="8995"/>
                      <a:pt x="1277" y="-2586"/>
                      <a:pt x="20773" y="507"/>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92" name="Google Shape;1292;p2"/>
              <p:cNvSpPr/>
              <p:nvPr/>
            </p:nvSpPr>
            <p:spPr>
              <a:xfrm>
                <a:off x="10118660" y="980748"/>
                <a:ext cx="104681" cy="219425"/>
              </a:xfrm>
              <a:custGeom>
                <a:avLst/>
                <a:gdLst/>
                <a:ahLst/>
                <a:cxnLst/>
                <a:rect l="l" t="t" r="r" b="b"/>
                <a:pathLst>
                  <a:path w="104681" h="219425" extrusionOk="0">
                    <a:moveTo>
                      <a:pt x="101241" y="177191"/>
                    </a:moveTo>
                    <a:cubicBezTo>
                      <a:pt x="111900" y="124674"/>
                      <a:pt x="99435" y="25252"/>
                      <a:pt x="40550" y="3788"/>
                    </a:cubicBezTo>
                    <a:cubicBezTo>
                      <a:pt x="-18335" y="-17675"/>
                      <a:pt x="-3442" y="57672"/>
                      <a:pt x="24788" y="89045"/>
                    </a:cubicBezTo>
                    <a:cubicBezTo>
                      <a:pt x="53018" y="120418"/>
                      <a:pt x="73370" y="179079"/>
                      <a:pt x="65396" y="206378"/>
                    </a:cubicBezTo>
                    <a:cubicBezTo>
                      <a:pt x="57425" y="233673"/>
                      <a:pt x="93494" y="215360"/>
                      <a:pt x="101241" y="177191"/>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93" name="Google Shape;1293;p2"/>
              <p:cNvSpPr/>
              <p:nvPr/>
            </p:nvSpPr>
            <p:spPr>
              <a:xfrm>
                <a:off x="10364317" y="1235119"/>
                <a:ext cx="116188" cy="40246"/>
              </a:xfrm>
              <a:custGeom>
                <a:avLst/>
                <a:gdLst/>
                <a:ahLst/>
                <a:cxnLst/>
                <a:rect l="l" t="t" r="r" b="b"/>
                <a:pathLst>
                  <a:path w="116188" h="40246" extrusionOk="0">
                    <a:moveTo>
                      <a:pt x="8465" y="39447"/>
                    </a:moveTo>
                    <a:cubicBezTo>
                      <a:pt x="39422" y="40458"/>
                      <a:pt x="86093" y="862"/>
                      <a:pt x="116189" y="0"/>
                    </a:cubicBezTo>
                    <a:cubicBezTo>
                      <a:pt x="81953" y="3171"/>
                      <a:pt x="17914" y="45034"/>
                      <a:pt x="0" y="33673"/>
                    </a:cubicBezTo>
                    <a:cubicBezTo>
                      <a:pt x="3623" y="43416"/>
                      <a:pt x="8465" y="39447"/>
                      <a:pt x="8465" y="39447"/>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94" name="Google Shape;1294;p2"/>
              <p:cNvSpPr/>
              <p:nvPr/>
            </p:nvSpPr>
            <p:spPr>
              <a:xfrm>
                <a:off x="10557288" y="1307841"/>
                <a:ext cx="112965" cy="49328"/>
              </a:xfrm>
              <a:custGeom>
                <a:avLst/>
                <a:gdLst/>
                <a:ahLst/>
                <a:cxnLst/>
                <a:rect l="l" t="t" r="r" b="b"/>
                <a:pathLst>
                  <a:path w="112965" h="49328" extrusionOk="0">
                    <a:moveTo>
                      <a:pt x="8920" y="48319"/>
                    </a:moveTo>
                    <a:cubicBezTo>
                      <a:pt x="39854" y="46735"/>
                      <a:pt x="83048" y="3376"/>
                      <a:pt x="112965" y="0"/>
                    </a:cubicBezTo>
                    <a:cubicBezTo>
                      <a:pt x="79114" y="6024"/>
                      <a:pt x="18803" y="53095"/>
                      <a:pt x="0" y="43274"/>
                    </a:cubicBezTo>
                    <a:cubicBezTo>
                      <a:pt x="4426" y="52679"/>
                      <a:pt x="8920" y="48319"/>
                      <a:pt x="8920" y="48319"/>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95" name="Google Shape;1295;p2"/>
              <p:cNvSpPr/>
              <p:nvPr/>
            </p:nvSpPr>
            <p:spPr>
              <a:xfrm>
                <a:off x="10448353" y="1280427"/>
                <a:ext cx="69213" cy="26164"/>
              </a:xfrm>
              <a:custGeom>
                <a:avLst/>
                <a:gdLst/>
                <a:ahLst/>
                <a:cxnLst/>
                <a:rect l="l" t="t" r="r" b="b"/>
                <a:pathLst>
                  <a:path w="69213" h="26164" extrusionOk="0">
                    <a:moveTo>
                      <a:pt x="4855" y="25457"/>
                    </a:moveTo>
                    <a:cubicBezTo>
                      <a:pt x="25185" y="30766"/>
                      <a:pt x="35749" y="4611"/>
                      <a:pt x="69213" y="62"/>
                    </a:cubicBezTo>
                    <a:cubicBezTo>
                      <a:pt x="36107" y="-1559"/>
                      <a:pt x="13295" y="29074"/>
                      <a:pt x="39" y="22172"/>
                    </a:cubicBezTo>
                    <a:cubicBezTo>
                      <a:pt x="-505" y="27362"/>
                      <a:pt x="4855" y="25457"/>
                      <a:pt x="4855" y="25457"/>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96" name="Google Shape;1296;p2"/>
              <p:cNvSpPr/>
              <p:nvPr/>
            </p:nvSpPr>
            <p:spPr>
              <a:xfrm>
                <a:off x="10463253" y="1313110"/>
                <a:ext cx="22505" cy="70203"/>
              </a:xfrm>
              <a:custGeom>
                <a:avLst/>
                <a:gdLst/>
                <a:ahLst/>
                <a:cxnLst/>
                <a:rect l="l" t="t" r="r" b="b"/>
                <a:pathLst>
                  <a:path w="22505" h="70203" extrusionOk="0">
                    <a:moveTo>
                      <a:pt x="5479" y="3143"/>
                    </a:moveTo>
                    <a:cubicBezTo>
                      <a:pt x="21671" y="16532"/>
                      <a:pt x="6629" y="40391"/>
                      <a:pt x="22506" y="70203"/>
                    </a:cubicBezTo>
                    <a:cubicBezTo>
                      <a:pt x="1836" y="44291"/>
                      <a:pt x="13348" y="7875"/>
                      <a:pt x="0" y="1157"/>
                    </a:cubicBezTo>
                    <a:cubicBezTo>
                      <a:pt x="3888" y="-2318"/>
                      <a:pt x="5479" y="3143"/>
                      <a:pt x="5479" y="3143"/>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97" name="Google Shape;1297;p2"/>
              <p:cNvSpPr/>
              <p:nvPr/>
            </p:nvSpPr>
            <p:spPr>
              <a:xfrm>
                <a:off x="10180992" y="1269729"/>
                <a:ext cx="372142" cy="522514"/>
              </a:xfrm>
              <a:custGeom>
                <a:avLst/>
                <a:gdLst/>
                <a:ahLst/>
                <a:cxnLst/>
                <a:rect l="l" t="t" r="r" b="b"/>
                <a:pathLst>
                  <a:path w="372142" h="522514" extrusionOk="0">
                    <a:moveTo>
                      <a:pt x="75551" y="17312"/>
                    </a:moveTo>
                    <a:cubicBezTo>
                      <a:pt x="134969" y="-14519"/>
                      <a:pt x="178300" y="-3877"/>
                      <a:pt x="171088" y="61100"/>
                    </a:cubicBezTo>
                    <a:cubicBezTo>
                      <a:pt x="163876" y="126075"/>
                      <a:pt x="303633" y="34299"/>
                      <a:pt x="298887" y="116773"/>
                    </a:cubicBezTo>
                    <a:cubicBezTo>
                      <a:pt x="294141" y="199247"/>
                      <a:pt x="225669" y="260887"/>
                      <a:pt x="328296" y="274576"/>
                    </a:cubicBezTo>
                    <a:cubicBezTo>
                      <a:pt x="430924" y="288264"/>
                      <a:pt x="300231" y="380699"/>
                      <a:pt x="350528" y="418978"/>
                    </a:cubicBezTo>
                    <a:cubicBezTo>
                      <a:pt x="400824" y="457254"/>
                      <a:pt x="353275" y="558257"/>
                      <a:pt x="310079" y="509469"/>
                    </a:cubicBezTo>
                    <a:cubicBezTo>
                      <a:pt x="266883" y="460681"/>
                      <a:pt x="287715" y="411921"/>
                      <a:pt x="230268" y="421181"/>
                    </a:cubicBezTo>
                    <a:cubicBezTo>
                      <a:pt x="172821" y="430442"/>
                      <a:pt x="121281" y="371991"/>
                      <a:pt x="148619" y="308610"/>
                    </a:cubicBezTo>
                    <a:cubicBezTo>
                      <a:pt x="175957" y="245228"/>
                      <a:pt x="21160" y="365965"/>
                      <a:pt x="66344" y="235464"/>
                    </a:cubicBezTo>
                    <a:cubicBezTo>
                      <a:pt x="111526" y="104964"/>
                      <a:pt x="-30098" y="194954"/>
                      <a:pt x="5938" y="113161"/>
                    </a:cubicBezTo>
                    <a:cubicBezTo>
                      <a:pt x="41974" y="31368"/>
                      <a:pt x="75551" y="17312"/>
                      <a:pt x="75551" y="17312"/>
                    </a:cubicBezTo>
                    <a:close/>
                  </a:path>
                </a:pathLst>
              </a:custGeom>
              <a:solidFill>
                <a:srgbClr val="4185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98" name="Google Shape;1298;p2"/>
              <p:cNvSpPr/>
              <p:nvPr/>
            </p:nvSpPr>
            <p:spPr>
              <a:xfrm>
                <a:off x="10120549" y="1225554"/>
                <a:ext cx="328706" cy="374792"/>
              </a:xfrm>
              <a:custGeom>
                <a:avLst/>
                <a:gdLst/>
                <a:ahLst/>
                <a:cxnLst/>
                <a:rect l="l" t="t" r="r" b="b"/>
                <a:pathLst>
                  <a:path w="328706" h="374792" extrusionOk="0">
                    <a:moveTo>
                      <a:pt x="16201" y="951"/>
                    </a:moveTo>
                    <a:cubicBezTo>
                      <a:pt x="16201" y="951"/>
                      <a:pt x="222494" y="124923"/>
                      <a:pt x="328706" y="374792"/>
                    </a:cubicBezTo>
                    <a:cubicBezTo>
                      <a:pt x="323492" y="374299"/>
                      <a:pt x="208682" y="148942"/>
                      <a:pt x="0" y="19601"/>
                    </a:cubicBezTo>
                    <a:cubicBezTo>
                      <a:pt x="11098" y="-6368"/>
                      <a:pt x="16201" y="951"/>
                      <a:pt x="16201" y="951"/>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299" name="Google Shape;1299;p2"/>
              <p:cNvSpPr/>
              <p:nvPr/>
            </p:nvSpPr>
            <p:spPr>
              <a:xfrm>
                <a:off x="10285174" y="1373057"/>
                <a:ext cx="11244" cy="132280"/>
              </a:xfrm>
              <a:custGeom>
                <a:avLst/>
                <a:gdLst/>
                <a:ahLst/>
                <a:cxnLst/>
                <a:rect l="l" t="t" r="r" b="b"/>
                <a:pathLst>
                  <a:path w="11244" h="132280" extrusionOk="0">
                    <a:moveTo>
                      <a:pt x="8465" y="5862"/>
                    </a:moveTo>
                    <a:cubicBezTo>
                      <a:pt x="19287" y="36401"/>
                      <a:pt x="-5585" y="101728"/>
                      <a:pt x="3090" y="132280"/>
                    </a:cubicBezTo>
                    <a:cubicBezTo>
                      <a:pt x="-4584" y="96498"/>
                      <a:pt x="17056" y="12707"/>
                      <a:pt x="0" y="90"/>
                    </a:cubicBezTo>
                    <a:cubicBezTo>
                      <a:pt x="10904" y="-849"/>
                      <a:pt x="8465" y="5862"/>
                      <a:pt x="8465" y="5862"/>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00" name="Google Shape;1300;p2"/>
              <p:cNvSpPr/>
              <p:nvPr/>
            </p:nvSpPr>
            <p:spPr>
              <a:xfrm>
                <a:off x="10387823" y="1514445"/>
                <a:ext cx="17706" cy="133463"/>
              </a:xfrm>
              <a:custGeom>
                <a:avLst/>
                <a:gdLst/>
                <a:ahLst/>
                <a:cxnLst/>
                <a:rect l="l" t="t" r="r" b="b"/>
                <a:pathLst>
                  <a:path w="17706" h="133463" extrusionOk="0">
                    <a:moveTo>
                      <a:pt x="16259" y="6568"/>
                    </a:moveTo>
                    <a:cubicBezTo>
                      <a:pt x="24477" y="38297"/>
                      <a:pt x="-5268" y="101910"/>
                      <a:pt x="831" y="133464"/>
                    </a:cubicBezTo>
                    <a:cubicBezTo>
                      <a:pt x="-3864" y="96727"/>
                      <a:pt x="24176" y="14226"/>
                      <a:pt x="8379" y="0"/>
                    </a:cubicBezTo>
                    <a:cubicBezTo>
                      <a:pt x="19202" y="21"/>
                      <a:pt x="16259" y="6568"/>
                      <a:pt x="16259" y="6568"/>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01" name="Google Shape;1301;p2"/>
              <p:cNvSpPr/>
              <p:nvPr/>
            </p:nvSpPr>
            <p:spPr>
              <a:xfrm>
                <a:off x="10341879" y="1440705"/>
                <a:ext cx="12040" cy="80472"/>
              </a:xfrm>
              <a:custGeom>
                <a:avLst/>
                <a:gdLst/>
                <a:ahLst/>
                <a:cxnLst/>
                <a:rect l="l" t="t" r="r" b="b"/>
                <a:pathLst>
                  <a:path w="12040" h="80472" extrusionOk="0">
                    <a:moveTo>
                      <a:pt x="8622" y="4088"/>
                    </a:moveTo>
                    <a:cubicBezTo>
                      <a:pt x="20383" y="21962"/>
                      <a:pt x="-2470" y="44813"/>
                      <a:pt x="3579" y="80473"/>
                    </a:cubicBezTo>
                    <a:cubicBezTo>
                      <a:pt x="-8537" y="48069"/>
                      <a:pt x="14920" y="10846"/>
                      <a:pt x="3805" y="803"/>
                    </a:cubicBezTo>
                    <a:cubicBezTo>
                      <a:pt x="8830" y="-2175"/>
                      <a:pt x="8622" y="4088"/>
                      <a:pt x="8622" y="4088"/>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02" name="Google Shape;1302;p2"/>
              <p:cNvSpPr/>
              <p:nvPr/>
            </p:nvSpPr>
            <p:spPr>
              <a:xfrm>
                <a:off x="10380284" y="1466327"/>
                <a:ext cx="76807" cy="18277"/>
              </a:xfrm>
              <a:custGeom>
                <a:avLst/>
                <a:gdLst/>
                <a:ahLst/>
                <a:cxnLst/>
                <a:rect l="l" t="t" r="r" b="b"/>
                <a:pathLst>
                  <a:path w="76807" h="18277" extrusionOk="0">
                    <a:moveTo>
                      <a:pt x="4235" y="16023"/>
                    </a:moveTo>
                    <a:cubicBezTo>
                      <a:pt x="22778" y="25962"/>
                      <a:pt x="41915" y="-299"/>
                      <a:pt x="76808" y="1618"/>
                    </a:cubicBezTo>
                    <a:cubicBezTo>
                      <a:pt x="44299" y="-6933"/>
                      <a:pt x="11467" y="21685"/>
                      <a:pt x="506" y="11464"/>
                    </a:cubicBezTo>
                    <a:cubicBezTo>
                      <a:pt x="-1743" y="16992"/>
                      <a:pt x="4235" y="16023"/>
                      <a:pt x="4235" y="16023"/>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03" name="Google Shape;1303;p2"/>
              <p:cNvSpPr/>
              <p:nvPr/>
            </p:nvSpPr>
            <p:spPr>
              <a:xfrm>
                <a:off x="10274928" y="1342275"/>
                <a:ext cx="76807" cy="18277"/>
              </a:xfrm>
              <a:custGeom>
                <a:avLst/>
                <a:gdLst/>
                <a:ahLst/>
                <a:cxnLst/>
                <a:rect l="l" t="t" r="r" b="b"/>
                <a:pathLst>
                  <a:path w="76807" h="18277" extrusionOk="0">
                    <a:moveTo>
                      <a:pt x="4234" y="16023"/>
                    </a:moveTo>
                    <a:cubicBezTo>
                      <a:pt x="22778" y="25962"/>
                      <a:pt x="41914" y="-299"/>
                      <a:pt x="76807" y="1619"/>
                    </a:cubicBezTo>
                    <a:cubicBezTo>
                      <a:pt x="44298" y="-6933"/>
                      <a:pt x="11469" y="21685"/>
                      <a:pt x="505" y="11464"/>
                    </a:cubicBezTo>
                    <a:cubicBezTo>
                      <a:pt x="-1742" y="16994"/>
                      <a:pt x="4234" y="16023"/>
                      <a:pt x="4234" y="16023"/>
                    </a:cubicBezTo>
                    <a:close/>
                  </a:path>
                </a:pathLst>
              </a:custGeom>
              <a:solidFill>
                <a:srgbClr val="8427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04" name="Google Shape;1304;p2"/>
              <p:cNvSpPr/>
              <p:nvPr/>
            </p:nvSpPr>
            <p:spPr>
              <a:xfrm>
                <a:off x="9727255" y="884312"/>
                <a:ext cx="404345" cy="509642"/>
              </a:xfrm>
              <a:custGeom>
                <a:avLst/>
                <a:gdLst/>
                <a:ahLst/>
                <a:cxnLst/>
                <a:rect l="l" t="t" r="r" b="b"/>
                <a:pathLst>
                  <a:path w="404345" h="509642" extrusionOk="0">
                    <a:moveTo>
                      <a:pt x="40062" y="152251"/>
                    </a:moveTo>
                    <a:cubicBezTo>
                      <a:pt x="42181" y="192279"/>
                      <a:pt x="119821" y="121966"/>
                      <a:pt x="104017" y="236653"/>
                    </a:cubicBezTo>
                    <a:cubicBezTo>
                      <a:pt x="96357" y="258891"/>
                      <a:pt x="91580" y="281289"/>
                      <a:pt x="89625" y="303210"/>
                    </a:cubicBezTo>
                    <a:cubicBezTo>
                      <a:pt x="89024" y="305427"/>
                      <a:pt x="88430" y="307631"/>
                      <a:pt x="87792" y="309921"/>
                    </a:cubicBezTo>
                    <a:cubicBezTo>
                      <a:pt x="88057" y="312710"/>
                      <a:pt x="88393" y="315227"/>
                      <a:pt x="88715" y="317808"/>
                    </a:cubicBezTo>
                    <a:cubicBezTo>
                      <a:pt x="86548" y="385357"/>
                      <a:pt x="111751" y="446700"/>
                      <a:pt x="163049" y="481678"/>
                    </a:cubicBezTo>
                    <a:cubicBezTo>
                      <a:pt x="231937" y="528650"/>
                      <a:pt x="327888" y="514461"/>
                      <a:pt x="404345" y="453992"/>
                    </a:cubicBezTo>
                    <a:cubicBezTo>
                      <a:pt x="396417" y="458347"/>
                      <a:pt x="144132" y="538368"/>
                      <a:pt x="135055" y="350175"/>
                    </a:cubicBezTo>
                    <a:cubicBezTo>
                      <a:pt x="125634" y="154921"/>
                      <a:pt x="153699" y="136720"/>
                      <a:pt x="96883" y="144486"/>
                    </a:cubicBezTo>
                    <a:cubicBezTo>
                      <a:pt x="40067" y="152251"/>
                      <a:pt x="124763" y="-73036"/>
                      <a:pt x="0" y="24562"/>
                    </a:cubicBezTo>
                    <a:cubicBezTo>
                      <a:pt x="108123" y="-28034"/>
                      <a:pt x="35813" y="71974"/>
                      <a:pt x="40062" y="152251"/>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305" name="Google Shape;1305;p2"/>
              <p:cNvGrpSpPr/>
              <p:nvPr/>
            </p:nvGrpSpPr>
            <p:grpSpPr>
              <a:xfrm>
                <a:off x="9727250" y="888797"/>
                <a:ext cx="303199" cy="505128"/>
                <a:chOff x="9727250" y="888797"/>
                <a:chExt cx="303199" cy="505128"/>
              </a:xfrm>
            </p:grpSpPr>
            <p:sp>
              <p:nvSpPr>
                <p:cNvPr id="1306" name="Google Shape;1306;p2"/>
                <p:cNvSpPr/>
                <p:nvPr/>
              </p:nvSpPr>
              <p:spPr>
                <a:xfrm>
                  <a:off x="9727250" y="888797"/>
                  <a:ext cx="67836" cy="161896"/>
                </a:xfrm>
                <a:custGeom>
                  <a:avLst/>
                  <a:gdLst/>
                  <a:ahLst/>
                  <a:cxnLst/>
                  <a:rect l="l" t="t" r="r" b="b"/>
                  <a:pathLst>
                    <a:path w="67836" h="161896" extrusionOk="0">
                      <a:moveTo>
                        <a:pt x="40066" y="147767"/>
                      </a:moveTo>
                      <a:cubicBezTo>
                        <a:pt x="40652" y="158843"/>
                        <a:pt x="47032" y="161460"/>
                        <a:pt x="55602" y="161897"/>
                      </a:cubicBezTo>
                      <a:cubicBezTo>
                        <a:pt x="50880" y="155880"/>
                        <a:pt x="49732" y="143598"/>
                        <a:pt x="54295" y="121503"/>
                      </a:cubicBezTo>
                      <a:cubicBezTo>
                        <a:pt x="67377" y="58158"/>
                        <a:pt x="93431" y="-43347"/>
                        <a:pt x="0" y="20078"/>
                      </a:cubicBezTo>
                      <a:cubicBezTo>
                        <a:pt x="108128" y="-32518"/>
                        <a:pt x="35817" y="67490"/>
                        <a:pt x="40066" y="14776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07" name="Google Shape;1307;p2"/>
                <p:cNvSpPr/>
                <p:nvPr/>
              </p:nvSpPr>
              <p:spPr>
                <a:xfrm>
                  <a:off x="9810867" y="1037852"/>
                  <a:ext cx="219582" cy="356073"/>
                </a:xfrm>
                <a:custGeom>
                  <a:avLst/>
                  <a:gdLst/>
                  <a:ahLst/>
                  <a:cxnLst/>
                  <a:rect l="l" t="t" r="r" b="b"/>
                  <a:pathLst>
                    <a:path w="219582" h="356073" extrusionOk="0">
                      <a:moveTo>
                        <a:pt x="6012" y="149668"/>
                      </a:moveTo>
                      <a:cubicBezTo>
                        <a:pt x="5411" y="151886"/>
                        <a:pt x="4817" y="154089"/>
                        <a:pt x="4179" y="156380"/>
                      </a:cubicBezTo>
                      <a:cubicBezTo>
                        <a:pt x="4444" y="159169"/>
                        <a:pt x="4780" y="161686"/>
                        <a:pt x="5103" y="164267"/>
                      </a:cubicBezTo>
                      <a:cubicBezTo>
                        <a:pt x="2936" y="231815"/>
                        <a:pt x="28139" y="293158"/>
                        <a:pt x="79436" y="328136"/>
                      </a:cubicBezTo>
                      <a:cubicBezTo>
                        <a:pt x="119944" y="355758"/>
                        <a:pt x="169818" y="362188"/>
                        <a:pt x="219582" y="350555"/>
                      </a:cubicBezTo>
                      <a:cubicBezTo>
                        <a:pt x="115962" y="358394"/>
                        <a:pt x="-18900" y="267740"/>
                        <a:pt x="56960" y="79954"/>
                      </a:cubicBezTo>
                      <a:cubicBezTo>
                        <a:pt x="78721" y="22528"/>
                        <a:pt x="53086" y="-11513"/>
                        <a:pt x="22223" y="3574"/>
                      </a:cubicBezTo>
                      <a:cubicBezTo>
                        <a:pt x="14747" y="7227"/>
                        <a:pt x="7110" y="10993"/>
                        <a:pt x="0" y="13713"/>
                      </a:cubicBezTo>
                      <a:cubicBezTo>
                        <a:pt x="15511" y="17174"/>
                        <a:pt x="27574" y="31098"/>
                        <a:pt x="20407" y="83111"/>
                      </a:cubicBezTo>
                      <a:cubicBezTo>
                        <a:pt x="12745" y="105352"/>
                        <a:pt x="7967" y="127748"/>
                        <a:pt x="6012" y="149668"/>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grpSp>
          <p:nvGrpSpPr>
            <p:cNvPr id="1308" name="Google Shape;1308;p2"/>
            <p:cNvGrpSpPr/>
            <p:nvPr/>
          </p:nvGrpSpPr>
          <p:grpSpPr>
            <a:xfrm>
              <a:off x="6918298" y="903434"/>
              <a:ext cx="1091854" cy="1057434"/>
              <a:chOff x="6918298" y="903434"/>
              <a:chExt cx="1091854" cy="1057434"/>
            </a:xfrm>
          </p:grpSpPr>
          <p:grpSp>
            <p:nvGrpSpPr>
              <p:cNvPr id="1309" name="Google Shape;1309;p2"/>
              <p:cNvGrpSpPr/>
              <p:nvPr/>
            </p:nvGrpSpPr>
            <p:grpSpPr>
              <a:xfrm>
                <a:off x="7115250" y="1580906"/>
                <a:ext cx="378880" cy="378880"/>
                <a:chOff x="7115250" y="1580906"/>
                <a:chExt cx="378880" cy="378880"/>
              </a:xfrm>
            </p:grpSpPr>
            <p:sp>
              <p:nvSpPr>
                <p:cNvPr id="1310" name="Google Shape;1310;p2"/>
                <p:cNvSpPr/>
                <p:nvPr/>
              </p:nvSpPr>
              <p:spPr>
                <a:xfrm rot="-806735">
                  <a:off x="7147493" y="1613149"/>
                  <a:ext cx="314394" cy="314394"/>
                </a:xfrm>
                <a:custGeom>
                  <a:avLst/>
                  <a:gdLst/>
                  <a:ahLst/>
                  <a:cxnLst/>
                  <a:rect l="l" t="t" r="r" b="b"/>
                  <a:pathLst>
                    <a:path w="314423" h="314423" extrusionOk="0">
                      <a:moveTo>
                        <a:pt x="314423" y="157212"/>
                      </a:moveTo>
                      <a:cubicBezTo>
                        <a:pt x="314423" y="244037"/>
                        <a:pt x="244037" y="314423"/>
                        <a:pt x="157211" y="314423"/>
                      </a:cubicBezTo>
                      <a:cubicBezTo>
                        <a:pt x="70386" y="314423"/>
                        <a:pt x="0" y="244037"/>
                        <a:pt x="0" y="157212"/>
                      </a:cubicBezTo>
                      <a:cubicBezTo>
                        <a:pt x="0" y="70386"/>
                        <a:pt x="70386" y="0"/>
                        <a:pt x="157211" y="0"/>
                      </a:cubicBezTo>
                      <a:cubicBezTo>
                        <a:pt x="244037" y="0"/>
                        <a:pt x="314423" y="70386"/>
                        <a:pt x="314423" y="157212"/>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11" name="Google Shape;1311;p2"/>
                <p:cNvSpPr/>
                <p:nvPr/>
              </p:nvSpPr>
              <p:spPr>
                <a:xfrm>
                  <a:off x="7279703" y="1613191"/>
                  <a:ext cx="182059" cy="314330"/>
                </a:xfrm>
                <a:custGeom>
                  <a:avLst/>
                  <a:gdLst/>
                  <a:ahLst/>
                  <a:cxnLst/>
                  <a:rect l="l" t="t" r="r" b="b"/>
                  <a:pathLst>
                    <a:path w="182059" h="314330" extrusionOk="0">
                      <a:moveTo>
                        <a:pt x="26383" y="0"/>
                      </a:moveTo>
                      <a:cubicBezTo>
                        <a:pt x="26760" y="174"/>
                        <a:pt x="270850" y="113605"/>
                        <a:pt x="0" y="312348"/>
                      </a:cubicBezTo>
                      <a:cubicBezTo>
                        <a:pt x="43430" y="319283"/>
                        <a:pt x="89504" y="308100"/>
                        <a:pt x="125851" y="277628"/>
                      </a:cubicBezTo>
                      <a:cubicBezTo>
                        <a:pt x="192383" y="221845"/>
                        <a:pt x="201100" y="122690"/>
                        <a:pt x="145316" y="56158"/>
                      </a:cubicBezTo>
                      <a:cubicBezTo>
                        <a:pt x="114595" y="19516"/>
                        <a:pt x="70720" y="453"/>
                        <a:pt x="26383"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12" name="Google Shape;1312;p2"/>
                <p:cNvSpPr/>
                <p:nvPr/>
              </p:nvSpPr>
              <p:spPr>
                <a:xfrm>
                  <a:off x="7278931" y="1613170"/>
                  <a:ext cx="182830" cy="311502"/>
                </a:xfrm>
                <a:custGeom>
                  <a:avLst/>
                  <a:gdLst/>
                  <a:ahLst/>
                  <a:cxnLst/>
                  <a:rect l="l" t="t" r="r" b="b"/>
                  <a:pathLst>
                    <a:path w="182830" h="311502" extrusionOk="0">
                      <a:moveTo>
                        <a:pt x="146089" y="56177"/>
                      </a:moveTo>
                      <a:cubicBezTo>
                        <a:pt x="109083" y="12039"/>
                        <a:pt x="52994" y="-6619"/>
                        <a:pt x="0" y="2084"/>
                      </a:cubicBezTo>
                      <a:cubicBezTo>
                        <a:pt x="2233" y="2557"/>
                        <a:pt x="275394" y="61136"/>
                        <a:pt x="55568" y="311487"/>
                      </a:cubicBezTo>
                      <a:cubicBezTo>
                        <a:pt x="55579" y="311492"/>
                        <a:pt x="55591" y="311498"/>
                        <a:pt x="55605" y="311503"/>
                      </a:cubicBezTo>
                      <a:cubicBezTo>
                        <a:pt x="80947" y="306604"/>
                        <a:pt x="105442" y="295407"/>
                        <a:pt x="126624" y="277647"/>
                      </a:cubicBezTo>
                      <a:cubicBezTo>
                        <a:pt x="193156" y="221867"/>
                        <a:pt x="201870" y="122709"/>
                        <a:pt x="146089" y="5617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13" name="Google Shape;1313;p2"/>
                <p:cNvSpPr/>
                <p:nvPr/>
              </p:nvSpPr>
              <p:spPr>
                <a:xfrm>
                  <a:off x="7236894" y="1863652"/>
                  <a:ext cx="34539" cy="31883"/>
                </a:xfrm>
                <a:custGeom>
                  <a:avLst/>
                  <a:gdLst/>
                  <a:ahLst/>
                  <a:cxnLst/>
                  <a:rect l="l" t="t" r="r" b="b"/>
                  <a:pathLst>
                    <a:path w="34539" h="31883" extrusionOk="0">
                      <a:moveTo>
                        <a:pt x="14133" y="29213"/>
                      </a:moveTo>
                      <a:cubicBezTo>
                        <a:pt x="-1732" y="21898"/>
                        <a:pt x="-3990" y="8713"/>
                        <a:pt x="6102" y="2239"/>
                      </a:cubicBezTo>
                      <a:cubicBezTo>
                        <a:pt x="16195" y="-4238"/>
                        <a:pt x="30114" y="4239"/>
                        <a:pt x="33667" y="16135"/>
                      </a:cubicBezTo>
                      <a:cubicBezTo>
                        <a:pt x="37222" y="28029"/>
                        <a:pt x="29763" y="36419"/>
                        <a:pt x="14133" y="29213"/>
                      </a:cubicBezTo>
                      <a:close/>
                    </a:path>
                  </a:pathLst>
                </a:custGeom>
                <a:solidFill>
                  <a:srgbClr val="91919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14" name="Google Shape;1314;p2"/>
                <p:cNvSpPr/>
                <p:nvPr/>
              </p:nvSpPr>
              <p:spPr>
                <a:xfrm>
                  <a:off x="7168652" y="1656926"/>
                  <a:ext cx="71439" cy="196480"/>
                </a:xfrm>
                <a:custGeom>
                  <a:avLst/>
                  <a:gdLst/>
                  <a:ahLst/>
                  <a:cxnLst/>
                  <a:rect l="l" t="t" r="r" b="b"/>
                  <a:pathLst>
                    <a:path w="71439" h="196480" extrusionOk="0">
                      <a:moveTo>
                        <a:pt x="19686" y="28170"/>
                      </a:moveTo>
                      <a:cubicBezTo>
                        <a:pt x="-1676" y="69724"/>
                        <a:pt x="-14723" y="156112"/>
                        <a:pt x="29621" y="188050"/>
                      </a:cubicBezTo>
                      <a:cubicBezTo>
                        <a:pt x="73965" y="219988"/>
                        <a:pt x="79282" y="153230"/>
                        <a:pt x="63008" y="120224"/>
                      </a:cubicBezTo>
                      <a:cubicBezTo>
                        <a:pt x="46734" y="87221"/>
                        <a:pt x="43525" y="33176"/>
                        <a:pt x="56669" y="12151"/>
                      </a:cubicBezTo>
                      <a:cubicBezTo>
                        <a:pt x="69814" y="-8875"/>
                        <a:pt x="35215" y="-2031"/>
                        <a:pt x="19686" y="28170"/>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315" name="Google Shape;1315;p2"/>
              <p:cNvSpPr/>
              <p:nvPr/>
            </p:nvSpPr>
            <p:spPr>
              <a:xfrm>
                <a:off x="7114341" y="903434"/>
                <a:ext cx="535470" cy="579750"/>
              </a:xfrm>
              <a:custGeom>
                <a:avLst/>
                <a:gdLst/>
                <a:ahLst/>
                <a:cxnLst/>
                <a:rect l="l" t="t" r="r" b="b"/>
                <a:pathLst>
                  <a:path w="535470" h="579750" extrusionOk="0">
                    <a:moveTo>
                      <a:pt x="110128" y="482387"/>
                    </a:moveTo>
                    <a:cubicBezTo>
                      <a:pt x="-32871" y="447741"/>
                      <a:pt x="3792" y="224426"/>
                      <a:pt x="5276" y="208344"/>
                    </a:cubicBezTo>
                    <a:cubicBezTo>
                      <a:pt x="39710" y="286207"/>
                      <a:pt x="56107" y="269339"/>
                      <a:pt x="58402" y="237488"/>
                    </a:cubicBezTo>
                    <a:cubicBezTo>
                      <a:pt x="60698" y="205637"/>
                      <a:pt x="85222" y="198841"/>
                      <a:pt x="98314" y="221991"/>
                    </a:cubicBezTo>
                    <a:cubicBezTo>
                      <a:pt x="111406" y="245141"/>
                      <a:pt x="151312" y="309684"/>
                      <a:pt x="200720" y="297463"/>
                    </a:cubicBezTo>
                    <a:cubicBezTo>
                      <a:pt x="205854" y="216576"/>
                      <a:pt x="158077" y="129532"/>
                      <a:pt x="152732" y="113548"/>
                    </a:cubicBezTo>
                    <a:cubicBezTo>
                      <a:pt x="147387" y="97566"/>
                      <a:pt x="200500" y="123638"/>
                      <a:pt x="200500" y="123638"/>
                    </a:cubicBezTo>
                    <a:cubicBezTo>
                      <a:pt x="216045" y="142569"/>
                      <a:pt x="185122" y="75385"/>
                      <a:pt x="207514" y="51110"/>
                    </a:cubicBezTo>
                    <a:cubicBezTo>
                      <a:pt x="225575" y="71947"/>
                      <a:pt x="232719" y="84015"/>
                      <a:pt x="244723" y="89202"/>
                    </a:cubicBezTo>
                    <a:cubicBezTo>
                      <a:pt x="256727" y="94389"/>
                      <a:pt x="303965" y="37004"/>
                      <a:pt x="297484" y="0"/>
                    </a:cubicBezTo>
                    <a:cubicBezTo>
                      <a:pt x="317500" y="19927"/>
                      <a:pt x="335763" y="36055"/>
                      <a:pt x="324010" y="76926"/>
                    </a:cubicBezTo>
                    <a:cubicBezTo>
                      <a:pt x="359505" y="80415"/>
                      <a:pt x="368039" y="75598"/>
                      <a:pt x="372346" y="61704"/>
                    </a:cubicBezTo>
                    <a:cubicBezTo>
                      <a:pt x="376653" y="47809"/>
                      <a:pt x="423120" y="121611"/>
                      <a:pt x="376108" y="131178"/>
                    </a:cubicBezTo>
                    <a:cubicBezTo>
                      <a:pt x="395926" y="161972"/>
                      <a:pt x="435851" y="147077"/>
                      <a:pt x="435851" y="147077"/>
                    </a:cubicBezTo>
                    <a:cubicBezTo>
                      <a:pt x="435851" y="147077"/>
                      <a:pt x="473700" y="164144"/>
                      <a:pt x="402290" y="187429"/>
                    </a:cubicBezTo>
                    <a:cubicBezTo>
                      <a:pt x="330880" y="210717"/>
                      <a:pt x="345179" y="297173"/>
                      <a:pt x="359946" y="296076"/>
                    </a:cubicBezTo>
                    <a:cubicBezTo>
                      <a:pt x="374714" y="294979"/>
                      <a:pt x="476733" y="241722"/>
                      <a:pt x="476733" y="241722"/>
                    </a:cubicBezTo>
                    <a:lnTo>
                      <a:pt x="535470" y="361117"/>
                    </a:lnTo>
                    <a:lnTo>
                      <a:pt x="348176" y="554378"/>
                    </a:lnTo>
                    <a:lnTo>
                      <a:pt x="164212" y="579750"/>
                    </a:lnTo>
                    <a:lnTo>
                      <a:pt x="110128" y="482387"/>
                    </a:lnTo>
                    <a:close/>
                  </a:path>
                </a:pathLst>
              </a:custGeom>
              <a:solidFill>
                <a:srgbClr val="1E7B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16" name="Google Shape;1316;p2"/>
              <p:cNvSpPr/>
              <p:nvPr/>
            </p:nvSpPr>
            <p:spPr>
              <a:xfrm>
                <a:off x="6940372" y="1376634"/>
                <a:ext cx="493373" cy="525697"/>
              </a:xfrm>
              <a:custGeom>
                <a:avLst/>
                <a:gdLst/>
                <a:ahLst/>
                <a:cxnLst/>
                <a:rect l="l" t="t" r="r" b="b"/>
                <a:pathLst>
                  <a:path w="493373" h="525697" extrusionOk="0">
                    <a:moveTo>
                      <a:pt x="262838" y="34930"/>
                    </a:moveTo>
                    <a:cubicBezTo>
                      <a:pt x="134216" y="-36519"/>
                      <a:pt x="9809" y="152520"/>
                      <a:pt x="0" y="165349"/>
                    </a:cubicBezTo>
                    <a:cubicBezTo>
                      <a:pt x="78094" y="131440"/>
                      <a:pt x="78719" y="154956"/>
                      <a:pt x="58817" y="179931"/>
                    </a:cubicBezTo>
                    <a:cubicBezTo>
                      <a:pt x="38915" y="204906"/>
                      <a:pt x="52338" y="226524"/>
                      <a:pt x="77658" y="218377"/>
                    </a:cubicBezTo>
                    <a:cubicBezTo>
                      <a:pt x="102975" y="210230"/>
                      <a:pt x="176063" y="189823"/>
                      <a:pt x="204106" y="232296"/>
                    </a:cubicBezTo>
                    <a:cubicBezTo>
                      <a:pt x="153055" y="295248"/>
                      <a:pt x="58929" y="326864"/>
                      <a:pt x="44166" y="334993"/>
                    </a:cubicBezTo>
                    <a:cubicBezTo>
                      <a:pt x="29403" y="343119"/>
                      <a:pt x="86127" y="359951"/>
                      <a:pt x="86127" y="359951"/>
                    </a:cubicBezTo>
                    <a:cubicBezTo>
                      <a:pt x="110389" y="356570"/>
                      <a:pt x="42115" y="385006"/>
                      <a:pt x="42124" y="418029"/>
                    </a:cubicBezTo>
                    <a:cubicBezTo>
                      <a:pt x="69529" y="414950"/>
                      <a:pt x="82959" y="410920"/>
                      <a:pt x="95301" y="415243"/>
                    </a:cubicBezTo>
                    <a:cubicBezTo>
                      <a:pt x="107643" y="419566"/>
                      <a:pt x="103478" y="493776"/>
                      <a:pt x="73632" y="516590"/>
                    </a:cubicBezTo>
                    <a:cubicBezTo>
                      <a:pt x="101857" y="515507"/>
                      <a:pt x="126215" y="516026"/>
                      <a:pt x="145275" y="478009"/>
                    </a:cubicBezTo>
                    <a:cubicBezTo>
                      <a:pt x="173738" y="499502"/>
                      <a:pt x="176747" y="508827"/>
                      <a:pt x="170495" y="521962"/>
                    </a:cubicBezTo>
                    <a:cubicBezTo>
                      <a:pt x="164245" y="535098"/>
                      <a:pt x="248431" y="512329"/>
                      <a:pt x="220350" y="473433"/>
                    </a:cubicBezTo>
                    <a:cubicBezTo>
                      <a:pt x="255794" y="464223"/>
                      <a:pt x="275052" y="502236"/>
                      <a:pt x="275052" y="502236"/>
                    </a:cubicBezTo>
                    <a:cubicBezTo>
                      <a:pt x="275052" y="502236"/>
                      <a:pt x="314449" y="515342"/>
                      <a:pt x="277728" y="449821"/>
                    </a:cubicBezTo>
                    <a:cubicBezTo>
                      <a:pt x="241008" y="384297"/>
                      <a:pt x="310121" y="330421"/>
                      <a:pt x="320237" y="341238"/>
                    </a:cubicBezTo>
                    <a:cubicBezTo>
                      <a:pt x="330352" y="352055"/>
                      <a:pt x="369262" y="460362"/>
                      <a:pt x="369262" y="460362"/>
                    </a:cubicBezTo>
                    <a:lnTo>
                      <a:pt x="493374" y="412387"/>
                    </a:lnTo>
                    <a:lnTo>
                      <a:pt x="486660" y="143346"/>
                    </a:lnTo>
                    <a:lnTo>
                      <a:pt x="368599" y="0"/>
                    </a:lnTo>
                    <a:lnTo>
                      <a:pt x="262838" y="34930"/>
                    </a:lnTo>
                    <a:close/>
                  </a:path>
                </a:pathLst>
              </a:custGeom>
              <a:solidFill>
                <a:srgbClr val="1E7B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317" name="Google Shape;1317;p2"/>
              <p:cNvGrpSpPr/>
              <p:nvPr/>
            </p:nvGrpSpPr>
            <p:grpSpPr>
              <a:xfrm>
                <a:off x="7392638" y="1099644"/>
                <a:ext cx="314419" cy="314411"/>
                <a:chOff x="7392638" y="1099644"/>
                <a:chExt cx="314419" cy="314411"/>
              </a:xfrm>
            </p:grpSpPr>
            <p:sp>
              <p:nvSpPr>
                <p:cNvPr id="1318" name="Google Shape;1318;p2"/>
                <p:cNvSpPr/>
                <p:nvPr/>
              </p:nvSpPr>
              <p:spPr>
                <a:xfrm>
                  <a:off x="7392638" y="1099644"/>
                  <a:ext cx="314411" cy="314411"/>
                </a:xfrm>
                <a:custGeom>
                  <a:avLst/>
                  <a:gdLst/>
                  <a:ahLst/>
                  <a:cxnLst/>
                  <a:rect l="l" t="t" r="r" b="b"/>
                  <a:pathLst>
                    <a:path w="314411" h="314411" extrusionOk="0">
                      <a:moveTo>
                        <a:pt x="314412" y="157206"/>
                      </a:moveTo>
                      <a:cubicBezTo>
                        <a:pt x="314412" y="244028"/>
                        <a:pt x="244028" y="314412"/>
                        <a:pt x="157206" y="314412"/>
                      </a:cubicBezTo>
                      <a:cubicBezTo>
                        <a:pt x="70383" y="314412"/>
                        <a:pt x="0" y="244028"/>
                        <a:pt x="0" y="157206"/>
                      </a:cubicBezTo>
                      <a:cubicBezTo>
                        <a:pt x="0" y="70383"/>
                        <a:pt x="70383" y="0"/>
                        <a:pt x="157206" y="0"/>
                      </a:cubicBezTo>
                      <a:cubicBezTo>
                        <a:pt x="244028" y="0"/>
                        <a:pt x="314412" y="70383"/>
                        <a:pt x="314412" y="157206"/>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19" name="Google Shape;1319;p2"/>
                <p:cNvSpPr/>
                <p:nvPr/>
              </p:nvSpPr>
              <p:spPr>
                <a:xfrm>
                  <a:off x="7524998" y="1099689"/>
                  <a:ext cx="182059" cy="314330"/>
                </a:xfrm>
                <a:custGeom>
                  <a:avLst/>
                  <a:gdLst/>
                  <a:ahLst/>
                  <a:cxnLst/>
                  <a:rect l="l" t="t" r="r" b="b"/>
                  <a:pathLst>
                    <a:path w="182059" h="314330" extrusionOk="0">
                      <a:moveTo>
                        <a:pt x="26382" y="0"/>
                      </a:moveTo>
                      <a:cubicBezTo>
                        <a:pt x="26760" y="174"/>
                        <a:pt x="270850" y="113605"/>
                        <a:pt x="0" y="312348"/>
                      </a:cubicBezTo>
                      <a:cubicBezTo>
                        <a:pt x="43429" y="319283"/>
                        <a:pt x="89504" y="308100"/>
                        <a:pt x="125851" y="277628"/>
                      </a:cubicBezTo>
                      <a:cubicBezTo>
                        <a:pt x="192383" y="221845"/>
                        <a:pt x="201099" y="122690"/>
                        <a:pt x="145316" y="56158"/>
                      </a:cubicBezTo>
                      <a:cubicBezTo>
                        <a:pt x="114595" y="19516"/>
                        <a:pt x="70717" y="453"/>
                        <a:pt x="26382"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20" name="Google Shape;1320;p2"/>
                <p:cNvSpPr/>
                <p:nvPr/>
              </p:nvSpPr>
              <p:spPr>
                <a:xfrm>
                  <a:off x="7524225" y="1099668"/>
                  <a:ext cx="182831" cy="311502"/>
                </a:xfrm>
                <a:custGeom>
                  <a:avLst/>
                  <a:gdLst/>
                  <a:ahLst/>
                  <a:cxnLst/>
                  <a:rect l="l" t="t" r="r" b="b"/>
                  <a:pathLst>
                    <a:path w="182831" h="311502" extrusionOk="0">
                      <a:moveTo>
                        <a:pt x="146089" y="56177"/>
                      </a:moveTo>
                      <a:cubicBezTo>
                        <a:pt x="109083" y="12039"/>
                        <a:pt x="52994" y="-6619"/>
                        <a:pt x="0" y="2084"/>
                      </a:cubicBezTo>
                      <a:cubicBezTo>
                        <a:pt x="2231" y="2557"/>
                        <a:pt x="275394" y="61136"/>
                        <a:pt x="55568" y="311487"/>
                      </a:cubicBezTo>
                      <a:cubicBezTo>
                        <a:pt x="55579" y="311492"/>
                        <a:pt x="55591" y="311498"/>
                        <a:pt x="55605" y="311503"/>
                      </a:cubicBezTo>
                      <a:cubicBezTo>
                        <a:pt x="80947" y="306604"/>
                        <a:pt x="105442" y="295410"/>
                        <a:pt x="126624" y="277650"/>
                      </a:cubicBezTo>
                      <a:cubicBezTo>
                        <a:pt x="193156" y="221867"/>
                        <a:pt x="201870" y="122711"/>
                        <a:pt x="146089" y="5617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21" name="Google Shape;1321;p2"/>
                <p:cNvSpPr/>
                <p:nvPr/>
              </p:nvSpPr>
              <p:spPr>
                <a:xfrm>
                  <a:off x="7482189" y="1350150"/>
                  <a:ext cx="34538" cy="31884"/>
                </a:xfrm>
                <a:custGeom>
                  <a:avLst/>
                  <a:gdLst/>
                  <a:ahLst/>
                  <a:cxnLst/>
                  <a:rect l="l" t="t" r="r" b="b"/>
                  <a:pathLst>
                    <a:path w="34538" h="31884" extrusionOk="0">
                      <a:moveTo>
                        <a:pt x="14133" y="29213"/>
                      </a:moveTo>
                      <a:cubicBezTo>
                        <a:pt x="-1732" y="21898"/>
                        <a:pt x="-3990" y="8712"/>
                        <a:pt x="6102" y="2238"/>
                      </a:cubicBezTo>
                      <a:cubicBezTo>
                        <a:pt x="16195" y="-4238"/>
                        <a:pt x="30114" y="4241"/>
                        <a:pt x="33667" y="16135"/>
                      </a:cubicBezTo>
                      <a:cubicBezTo>
                        <a:pt x="37219" y="28029"/>
                        <a:pt x="29762" y="36421"/>
                        <a:pt x="14133" y="29213"/>
                      </a:cubicBezTo>
                      <a:close/>
                    </a:path>
                  </a:pathLst>
                </a:custGeom>
                <a:solidFill>
                  <a:srgbClr val="91919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22" name="Google Shape;1322;p2"/>
                <p:cNvSpPr/>
                <p:nvPr/>
              </p:nvSpPr>
              <p:spPr>
                <a:xfrm>
                  <a:off x="7413946" y="1143424"/>
                  <a:ext cx="71440" cy="196480"/>
                </a:xfrm>
                <a:custGeom>
                  <a:avLst/>
                  <a:gdLst/>
                  <a:ahLst/>
                  <a:cxnLst/>
                  <a:rect l="l" t="t" r="r" b="b"/>
                  <a:pathLst>
                    <a:path w="71440" h="196480" extrusionOk="0">
                      <a:moveTo>
                        <a:pt x="19687" y="28169"/>
                      </a:moveTo>
                      <a:cubicBezTo>
                        <a:pt x="-1678" y="69724"/>
                        <a:pt x="-14722" y="156112"/>
                        <a:pt x="29622" y="188050"/>
                      </a:cubicBezTo>
                      <a:cubicBezTo>
                        <a:pt x="73966" y="219987"/>
                        <a:pt x="79283" y="153229"/>
                        <a:pt x="63009" y="120224"/>
                      </a:cubicBezTo>
                      <a:cubicBezTo>
                        <a:pt x="46735" y="87221"/>
                        <a:pt x="43525" y="33175"/>
                        <a:pt x="56670" y="12149"/>
                      </a:cubicBezTo>
                      <a:cubicBezTo>
                        <a:pt x="69814" y="-8873"/>
                        <a:pt x="35213" y="-2031"/>
                        <a:pt x="19687" y="28169"/>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323" name="Google Shape;1323;p2"/>
              <p:cNvGrpSpPr/>
              <p:nvPr/>
            </p:nvGrpSpPr>
            <p:grpSpPr>
              <a:xfrm>
                <a:off x="7619183" y="1496002"/>
                <a:ext cx="291702" cy="291698"/>
                <a:chOff x="7619183" y="1496002"/>
                <a:chExt cx="291702" cy="291698"/>
              </a:xfrm>
            </p:grpSpPr>
            <p:sp>
              <p:nvSpPr>
                <p:cNvPr id="1324" name="Google Shape;1324;p2"/>
                <p:cNvSpPr/>
                <p:nvPr/>
              </p:nvSpPr>
              <p:spPr>
                <a:xfrm>
                  <a:off x="7619183" y="1496002"/>
                  <a:ext cx="291698" cy="291698"/>
                </a:xfrm>
                <a:custGeom>
                  <a:avLst/>
                  <a:gdLst/>
                  <a:ahLst/>
                  <a:cxnLst/>
                  <a:rect l="l" t="t" r="r" b="b"/>
                  <a:pathLst>
                    <a:path w="291698" h="291698" extrusionOk="0">
                      <a:moveTo>
                        <a:pt x="291698" y="145849"/>
                      </a:moveTo>
                      <a:cubicBezTo>
                        <a:pt x="291698" y="226399"/>
                        <a:pt x="226399" y="291698"/>
                        <a:pt x="145849" y="291698"/>
                      </a:cubicBezTo>
                      <a:cubicBezTo>
                        <a:pt x="65299" y="291698"/>
                        <a:pt x="0" y="226399"/>
                        <a:pt x="0" y="145849"/>
                      </a:cubicBezTo>
                      <a:cubicBezTo>
                        <a:pt x="0" y="65299"/>
                        <a:pt x="65299" y="0"/>
                        <a:pt x="145849" y="0"/>
                      </a:cubicBezTo>
                      <a:cubicBezTo>
                        <a:pt x="226399" y="0"/>
                        <a:pt x="291698" y="65299"/>
                        <a:pt x="291698" y="145849"/>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25" name="Google Shape;1325;p2"/>
                <p:cNvSpPr/>
                <p:nvPr/>
              </p:nvSpPr>
              <p:spPr>
                <a:xfrm>
                  <a:off x="7741978" y="1496045"/>
                  <a:ext cx="168907" cy="291621"/>
                </a:xfrm>
                <a:custGeom>
                  <a:avLst/>
                  <a:gdLst/>
                  <a:ahLst/>
                  <a:cxnLst/>
                  <a:rect l="l" t="t" r="r" b="b"/>
                  <a:pathLst>
                    <a:path w="168907" h="291621" extrusionOk="0">
                      <a:moveTo>
                        <a:pt x="24476" y="0"/>
                      </a:moveTo>
                      <a:cubicBezTo>
                        <a:pt x="24826" y="162"/>
                        <a:pt x="251282" y="105398"/>
                        <a:pt x="0" y="289783"/>
                      </a:cubicBezTo>
                      <a:cubicBezTo>
                        <a:pt x="40291" y="296215"/>
                        <a:pt x="83039" y="285844"/>
                        <a:pt x="116760" y="257571"/>
                      </a:cubicBezTo>
                      <a:cubicBezTo>
                        <a:pt x="178486" y="205818"/>
                        <a:pt x="186572" y="113827"/>
                        <a:pt x="134819" y="52100"/>
                      </a:cubicBezTo>
                      <a:cubicBezTo>
                        <a:pt x="106317" y="18107"/>
                        <a:pt x="65610" y="421"/>
                        <a:pt x="24476"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26" name="Google Shape;1326;p2"/>
                <p:cNvSpPr/>
                <p:nvPr/>
              </p:nvSpPr>
              <p:spPr>
                <a:xfrm>
                  <a:off x="7741263" y="1496025"/>
                  <a:ext cx="169621" cy="288999"/>
                </a:xfrm>
                <a:custGeom>
                  <a:avLst/>
                  <a:gdLst/>
                  <a:ahLst/>
                  <a:cxnLst/>
                  <a:rect l="l" t="t" r="r" b="b"/>
                  <a:pathLst>
                    <a:path w="169621" h="288999" extrusionOk="0">
                      <a:moveTo>
                        <a:pt x="135535" y="52120"/>
                      </a:moveTo>
                      <a:cubicBezTo>
                        <a:pt x="101201" y="11171"/>
                        <a:pt x="49165" y="-6141"/>
                        <a:pt x="0" y="1933"/>
                      </a:cubicBezTo>
                      <a:cubicBezTo>
                        <a:pt x="2071" y="2372"/>
                        <a:pt x="255499" y="56719"/>
                        <a:pt x="51554" y="288984"/>
                      </a:cubicBezTo>
                      <a:cubicBezTo>
                        <a:pt x="51565" y="288988"/>
                        <a:pt x="51576" y="288995"/>
                        <a:pt x="51586" y="289000"/>
                      </a:cubicBezTo>
                      <a:cubicBezTo>
                        <a:pt x="75097" y="284453"/>
                        <a:pt x="97822" y="274068"/>
                        <a:pt x="117475" y="257590"/>
                      </a:cubicBezTo>
                      <a:cubicBezTo>
                        <a:pt x="179199" y="205837"/>
                        <a:pt x="187285" y="113847"/>
                        <a:pt x="135535" y="5212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27" name="Google Shape;1327;p2"/>
                <p:cNvSpPr/>
                <p:nvPr/>
              </p:nvSpPr>
              <p:spPr>
                <a:xfrm>
                  <a:off x="7702261" y="1728412"/>
                  <a:ext cx="32044" cy="29581"/>
                </a:xfrm>
                <a:custGeom>
                  <a:avLst/>
                  <a:gdLst/>
                  <a:ahLst/>
                  <a:cxnLst/>
                  <a:rect l="l" t="t" r="r" b="b"/>
                  <a:pathLst>
                    <a:path w="32044" h="29581" extrusionOk="0">
                      <a:moveTo>
                        <a:pt x="13112" y="27104"/>
                      </a:moveTo>
                      <a:cubicBezTo>
                        <a:pt x="-1607" y="20316"/>
                        <a:pt x="-3701" y="8084"/>
                        <a:pt x="5660" y="2076"/>
                      </a:cubicBezTo>
                      <a:cubicBezTo>
                        <a:pt x="15024" y="-3931"/>
                        <a:pt x="27937" y="3933"/>
                        <a:pt x="31233" y="14970"/>
                      </a:cubicBezTo>
                      <a:cubicBezTo>
                        <a:pt x="34534" y="26004"/>
                        <a:pt x="27612" y="33790"/>
                        <a:pt x="13112" y="27104"/>
                      </a:cubicBezTo>
                      <a:close/>
                    </a:path>
                  </a:pathLst>
                </a:custGeom>
                <a:solidFill>
                  <a:srgbClr val="91919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28" name="Google Shape;1328;p2"/>
                <p:cNvSpPr/>
                <p:nvPr/>
              </p:nvSpPr>
              <p:spPr>
                <a:xfrm>
                  <a:off x="7638951" y="1536621"/>
                  <a:ext cx="66279" cy="182284"/>
                </a:xfrm>
                <a:custGeom>
                  <a:avLst/>
                  <a:gdLst/>
                  <a:ahLst/>
                  <a:cxnLst/>
                  <a:rect l="l" t="t" r="r" b="b"/>
                  <a:pathLst>
                    <a:path w="66279" h="182284" extrusionOk="0">
                      <a:moveTo>
                        <a:pt x="18264" y="26135"/>
                      </a:moveTo>
                      <a:cubicBezTo>
                        <a:pt x="-1555" y="64686"/>
                        <a:pt x="-13660" y="144835"/>
                        <a:pt x="27482" y="174464"/>
                      </a:cubicBezTo>
                      <a:cubicBezTo>
                        <a:pt x="68623" y="204093"/>
                        <a:pt x="73556" y="142158"/>
                        <a:pt x="58457" y="111539"/>
                      </a:cubicBezTo>
                      <a:cubicBezTo>
                        <a:pt x="43358" y="80921"/>
                        <a:pt x="40379" y="30780"/>
                        <a:pt x="52575" y="11273"/>
                      </a:cubicBezTo>
                      <a:cubicBezTo>
                        <a:pt x="64771" y="-8233"/>
                        <a:pt x="32668" y="-1885"/>
                        <a:pt x="18264" y="26135"/>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329" name="Google Shape;1329;p2"/>
              <p:cNvSpPr/>
              <p:nvPr/>
            </p:nvSpPr>
            <p:spPr>
              <a:xfrm rot="-5271145">
                <a:off x="7683572" y="1608920"/>
                <a:ext cx="244722" cy="244722"/>
              </a:xfrm>
              <a:custGeom>
                <a:avLst/>
                <a:gdLst/>
                <a:ahLst/>
                <a:cxnLst/>
                <a:rect l="l" t="t" r="r" b="b"/>
                <a:pathLst>
                  <a:path w="244550" h="244550" extrusionOk="0">
                    <a:moveTo>
                      <a:pt x="244551" y="122275"/>
                    </a:moveTo>
                    <a:cubicBezTo>
                      <a:pt x="244551" y="189806"/>
                      <a:pt x="189806" y="244551"/>
                      <a:pt x="122275" y="244551"/>
                    </a:cubicBezTo>
                    <a:cubicBezTo>
                      <a:pt x="54744" y="244551"/>
                      <a:pt x="0" y="189806"/>
                      <a:pt x="0" y="122275"/>
                    </a:cubicBezTo>
                    <a:cubicBezTo>
                      <a:pt x="0" y="54745"/>
                      <a:pt x="54744" y="0"/>
                      <a:pt x="122275" y="0"/>
                    </a:cubicBezTo>
                    <a:cubicBezTo>
                      <a:pt x="189806" y="0"/>
                      <a:pt x="244551" y="54745"/>
                      <a:pt x="244551" y="122275"/>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330" name="Google Shape;1330;p2"/>
              <p:cNvGrpSpPr/>
              <p:nvPr/>
            </p:nvGrpSpPr>
            <p:grpSpPr>
              <a:xfrm>
                <a:off x="7635075" y="1585791"/>
                <a:ext cx="375076" cy="375076"/>
                <a:chOff x="7635075" y="1585791"/>
                <a:chExt cx="375076" cy="375076"/>
              </a:xfrm>
            </p:grpSpPr>
            <p:sp>
              <p:nvSpPr>
                <p:cNvPr id="1331" name="Google Shape;1331;p2"/>
                <p:cNvSpPr/>
                <p:nvPr/>
              </p:nvSpPr>
              <p:spPr>
                <a:xfrm rot="-2700000">
                  <a:off x="7690004" y="1640720"/>
                  <a:ext cx="265219" cy="265219"/>
                </a:xfrm>
                <a:custGeom>
                  <a:avLst/>
                  <a:gdLst/>
                  <a:ahLst/>
                  <a:cxnLst/>
                  <a:rect l="l" t="t" r="r" b="b"/>
                  <a:pathLst>
                    <a:path w="265072" h="265072" extrusionOk="0">
                      <a:moveTo>
                        <a:pt x="265073" y="132536"/>
                      </a:moveTo>
                      <a:cubicBezTo>
                        <a:pt x="265073" y="205734"/>
                        <a:pt x="205734" y="265073"/>
                        <a:pt x="132536" y="265073"/>
                      </a:cubicBezTo>
                      <a:cubicBezTo>
                        <a:pt x="59338" y="265073"/>
                        <a:pt x="0" y="205734"/>
                        <a:pt x="0" y="132536"/>
                      </a:cubicBezTo>
                      <a:cubicBezTo>
                        <a:pt x="0" y="59339"/>
                        <a:pt x="59338" y="0"/>
                        <a:pt x="132536" y="0"/>
                      </a:cubicBezTo>
                      <a:cubicBezTo>
                        <a:pt x="205734" y="0"/>
                        <a:pt x="265073" y="59339"/>
                        <a:pt x="265073" y="132536"/>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32" name="Google Shape;1332;p2"/>
                <p:cNvSpPr/>
                <p:nvPr/>
              </p:nvSpPr>
              <p:spPr>
                <a:xfrm>
                  <a:off x="7801595" y="1640824"/>
                  <a:ext cx="153489" cy="265005"/>
                </a:xfrm>
                <a:custGeom>
                  <a:avLst/>
                  <a:gdLst/>
                  <a:ahLst/>
                  <a:cxnLst/>
                  <a:rect l="l" t="t" r="r" b="b"/>
                  <a:pathLst>
                    <a:path w="153489" h="265005" extrusionOk="0">
                      <a:moveTo>
                        <a:pt x="22243" y="0"/>
                      </a:moveTo>
                      <a:cubicBezTo>
                        <a:pt x="22561" y="146"/>
                        <a:pt x="228346" y="95779"/>
                        <a:pt x="0" y="263334"/>
                      </a:cubicBezTo>
                      <a:cubicBezTo>
                        <a:pt x="36615" y="269181"/>
                        <a:pt x="75459" y="259754"/>
                        <a:pt x="106102" y="234061"/>
                      </a:cubicBezTo>
                      <a:cubicBezTo>
                        <a:pt x="162194" y="187031"/>
                        <a:pt x="169541" y="103437"/>
                        <a:pt x="122514" y="47345"/>
                      </a:cubicBezTo>
                      <a:cubicBezTo>
                        <a:pt x="96611" y="16452"/>
                        <a:pt x="59621" y="382"/>
                        <a:pt x="22243"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33" name="Google Shape;1333;p2"/>
                <p:cNvSpPr/>
                <p:nvPr/>
              </p:nvSpPr>
              <p:spPr>
                <a:xfrm>
                  <a:off x="7800941" y="1640806"/>
                  <a:ext cx="154142" cy="262620"/>
                </a:xfrm>
                <a:custGeom>
                  <a:avLst/>
                  <a:gdLst/>
                  <a:ahLst/>
                  <a:cxnLst/>
                  <a:rect l="l" t="t" r="r" b="b"/>
                  <a:pathLst>
                    <a:path w="154142" h="262620" extrusionOk="0">
                      <a:moveTo>
                        <a:pt x="123165" y="47362"/>
                      </a:moveTo>
                      <a:cubicBezTo>
                        <a:pt x="91966" y="10150"/>
                        <a:pt x="44680" y="-5580"/>
                        <a:pt x="0" y="1756"/>
                      </a:cubicBezTo>
                      <a:cubicBezTo>
                        <a:pt x="1881" y="2156"/>
                        <a:pt x="232180" y="51541"/>
                        <a:pt x="46849" y="262607"/>
                      </a:cubicBezTo>
                      <a:cubicBezTo>
                        <a:pt x="46861" y="262612"/>
                        <a:pt x="46870" y="262616"/>
                        <a:pt x="46879" y="262621"/>
                      </a:cubicBezTo>
                      <a:cubicBezTo>
                        <a:pt x="68246" y="258490"/>
                        <a:pt x="88896" y="249051"/>
                        <a:pt x="106754" y="234080"/>
                      </a:cubicBezTo>
                      <a:cubicBezTo>
                        <a:pt x="162848" y="187050"/>
                        <a:pt x="170195" y="103453"/>
                        <a:pt x="123165" y="47362"/>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34" name="Google Shape;1334;p2"/>
                <p:cNvSpPr/>
                <p:nvPr/>
              </p:nvSpPr>
              <p:spPr>
                <a:xfrm>
                  <a:off x="7765502" y="1851981"/>
                  <a:ext cx="29119" cy="26881"/>
                </a:xfrm>
                <a:custGeom>
                  <a:avLst/>
                  <a:gdLst/>
                  <a:ahLst/>
                  <a:cxnLst/>
                  <a:rect l="l" t="t" r="r" b="b"/>
                  <a:pathLst>
                    <a:path w="29119" h="26881" extrusionOk="0">
                      <a:moveTo>
                        <a:pt x="11915" y="24630"/>
                      </a:moveTo>
                      <a:cubicBezTo>
                        <a:pt x="-1460" y="18463"/>
                        <a:pt x="-3364" y="7348"/>
                        <a:pt x="5144" y="1887"/>
                      </a:cubicBezTo>
                      <a:cubicBezTo>
                        <a:pt x="13653" y="-3572"/>
                        <a:pt x="25389" y="3574"/>
                        <a:pt x="28384" y="13603"/>
                      </a:cubicBezTo>
                      <a:cubicBezTo>
                        <a:pt x="31381" y="23631"/>
                        <a:pt x="25092" y="30704"/>
                        <a:pt x="11915" y="24630"/>
                      </a:cubicBezTo>
                      <a:close/>
                    </a:path>
                  </a:pathLst>
                </a:custGeom>
                <a:solidFill>
                  <a:srgbClr val="91919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35" name="Google Shape;1335;p2"/>
                <p:cNvSpPr/>
                <p:nvPr/>
              </p:nvSpPr>
              <p:spPr>
                <a:xfrm>
                  <a:off x="7707971" y="1677695"/>
                  <a:ext cx="60229" cy="165648"/>
                </a:xfrm>
                <a:custGeom>
                  <a:avLst/>
                  <a:gdLst/>
                  <a:ahLst/>
                  <a:cxnLst/>
                  <a:rect l="l" t="t" r="r" b="b"/>
                  <a:pathLst>
                    <a:path w="60229" h="165648" extrusionOk="0">
                      <a:moveTo>
                        <a:pt x="16597" y="23749"/>
                      </a:moveTo>
                      <a:cubicBezTo>
                        <a:pt x="-1414" y="58782"/>
                        <a:pt x="-12412" y="131616"/>
                        <a:pt x="24973" y="158541"/>
                      </a:cubicBezTo>
                      <a:cubicBezTo>
                        <a:pt x="62359" y="185466"/>
                        <a:pt x="66841" y="129184"/>
                        <a:pt x="53121" y="101359"/>
                      </a:cubicBezTo>
                      <a:cubicBezTo>
                        <a:pt x="39400" y="73534"/>
                        <a:pt x="36693" y="27969"/>
                        <a:pt x="47776" y="10244"/>
                      </a:cubicBezTo>
                      <a:cubicBezTo>
                        <a:pt x="58859" y="-7482"/>
                        <a:pt x="29687" y="-1712"/>
                        <a:pt x="16597" y="23749"/>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336" name="Google Shape;1336;p2"/>
              <p:cNvSpPr/>
              <p:nvPr/>
            </p:nvSpPr>
            <p:spPr>
              <a:xfrm rot="-5271145">
                <a:off x="7499746" y="1568583"/>
                <a:ext cx="315653" cy="315653"/>
              </a:xfrm>
              <a:custGeom>
                <a:avLst/>
                <a:gdLst/>
                <a:ahLst/>
                <a:cxnLst/>
                <a:rect l="l" t="t" r="r" b="b"/>
                <a:pathLst>
                  <a:path w="315431" h="315431" extrusionOk="0">
                    <a:moveTo>
                      <a:pt x="315432" y="157716"/>
                    </a:moveTo>
                    <a:cubicBezTo>
                      <a:pt x="315432" y="244820"/>
                      <a:pt x="244820" y="315432"/>
                      <a:pt x="157716" y="315432"/>
                    </a:cubicBezTo>
                    <a:cubicBezTo>
                      <a:pt x="70612" y="315432"/>
                      <a:pt x="0" y="244820"/>
                      <a:pt x="0" y="157716"/>
                    </a:cubicBezTo>
                    <a:cubicBezTo>
                      <a:pt x="0" y="70612"/>
                      <a:pt x="70612" y="0"/>
                      <a:pt x="157716" y="0"/>
                    </a:cubicBezTo>
                    <a:cubicBezTo>
                      <a:pt x="244820" y="0"/>
                      <a:pt x="315432" y="70612"/>
                      <a:pt x="315432" y="157716"/>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337" name="Google Shape;1337;p2"/>
              <p:cNvGrpSpPr/>
              <p:nvPr/>
            </p:nvGrpSpPr>
            <p:grpSpPr>
              <a:xfrm>
                <a:off x="7424123" y="1559541"/>
                <a:ext cx="400348" cy="400348"/>
                <a:chOff x="7424123" y="1559541"/>
                <a:chExt cx="400348" cy="400348"/>
              </a:xfrm>
            </p:grpSpPr>
            <p:sp>
              <p:nvSpPr>
                <p:cNvPr id="1338" name="Google Shape;1338;p2"/>
                <p:cNvSpPr/>
                <p:nvPr/>
              </p:nvSpPr>
              <p:spPr>
                <a:xfrm rot="-3528902">
                  <a:off x="7478536" y="1613954"/>
                  <a:ext cx="291522" cy="291522"/>
                </a:xfrm>
                <a:custGeom>
                  <a:avLst/>
                  <a:gdLst/>
                  <a:ahLst/>
                  <a:cxnLst/>
                  <a:rect l="l" t="t" r="r" b="b"/>
                  <a:pathLst>
                    <a:path w="291693" h="291693" extrusionOk="0">
                      <a:moveTo>
                        <a:pt x="291693" y="145847"/>
                      </a:moveTo>
                      <a:cubicBezTo>
                        <a:pt x="291693" y="226395"/>
                        <a:pt x="226395" y="291693"/>
                        <a:pt x="145847" y="291693"/>
                      </a:cubicBezTo>
                      <a:cubicBezTo>
                        <a:pt x="65298" y="291693"/>
                        <a:pt x="0" y="226395"/>
                        <a:pt x="0" y="145847"/>
                      </a:cubicBezTo>
                      <a:cubicBezTo>
                        <a:pt x="0" y="65298"/>
                        <a:pt x="65298" y="0"/>
                        <a:pt x="145847" y="0"/>
                      </a:cubicBezTo>
                      <a:cubicBezTo>
                        <a:pt x="226395" y="0"/>
                        <a:pt x="291693" y="65298"/>
                        <a:pt x="291693" y="145847"/>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39" name="Google Shape;1339;p2"/>
                <p:cNvSpPr/>
                <p:nvPr/>
              </p:nvSpPr>
              <p:spPr>
                <a:xfrm>
                  <a:off x="7601414" y="1613898"/>
                  <a:ext cx="168907" cy="291621"/>
                </a:xfrm>
                <a:custGeom>
                  <a:avLst/>
                  <a:gdLst/>
                  <a:ahLst/>
                  <a:cxnLst/>
                  <a:rect l="l" t="t" r="r" b="b"/>
                  <a:pathLst>
                    <a:path w="168907" h="291621" extrusionOk="0">
                      <a:moveTo>
                        <a:pt x="24476" y="0"/>
                      </a:moveTo>
                      <a:cubicBezTo>
                        <a:pt x="24826" y="162"/>
                        <a:pt x="251282" y="105398"/>
                        <a:pt x="0" y="289782"/>
                      </a:cubicBezTo>
                      <a:cubicBezTo>
                        <a:pt x="40291" y="296215"/>
                        <a:pt x="83039" y="285844"/>
                        <a:pt x="116760" y="257570"/>
                      </a:cubicBezTo>
                      <a:cubicBezTo>
                        <a:pt x="178486" y="205818"/>
                        <a:pt x="186572" y="113827"/>
                        <a:pt x="134819" y="52100"/>
                      </a:cubicBezTo>
                      <a:cubicBezTo>
                        <a:pt x="106317" y="18105"/>
                        <a:pt x="65610" y="421"/>
                        <a:pt x="24476"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40" name="Google Shape;1340;p2"/>
                <p:cNvSpPr/>
                <p:nvPr/>
              </p:nvSpPr>
              <p:spPr>
                <a:xfrm>
                  <a:off x="7600696" y="1613878"/>
                  <a:ext cx="169623" cy="288999"/>
                </a:xfrm>
                <a:custGeom>
                  <a:avLst/>
                  <a:gdLst/>
                  <a:ahLst/>
                  <a:cxnLst/>
                  <a:rect l="l" t="t" r="r" b="b"/>
                  <a:pathLst>
                    <a:path w="169623" h="288999" extrusionOk="0">
                      <a:moveTo>
                        <a:pt x="135535" y="52120"/>
                      </a:moveTo>
                      <a:cubicBezTo>
                        <a:pt x="101204" y="11171"/>
                        <a:pt x="49165" y="-6141"/>
                        <a:pt x="0" y="1933"/>
                      </a:cubicBezTo>
                      <a:cubicBezTo>
                        <a:pt x="2071" y="2372"/>
                        <a:pt x="255500" y="56719"/>
                        <a:pt x="51554" y="288984"/>
                      </a:cubicBezTo>
                      <a:cubicBezTo>
                        <a:pt x="51565" y="288989"/>
                        <a:pt x="51577" y="288993"/>
                        <a:pt x="51588" y="289000"/>
                      </a:cubicBezTo>
                      <a:cubicBezTo>
                        <a:pt x="75100" y="284453"/>
                        <a:pt x="97825" y="274068"/>
                        <a:pt x="117478" y="257590"/>
                      </a:cubicBezTo>
                      <a:cubicBezTo>
                        <a:pt x="179202" y="205837"/>
                        <a:pt x="187288" y="113844"/>
                        <a:pt x="135535" y="5212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41" name="Google Shape;1341;p2"/>
                <p:cNvSpPr/>
                <p:nvPr/>
              </p:nvSpPr>
              <p:spPr>
                <a:xfrm>
                  <a:off x="7561697" y="1846264"/>
                  <a:ext cx="32044" cy="29580"/>
                </a:xfrm>
                <a:custGeom>
                  <a:avLst/>
                  <a:gdLst/>
                  <a:ahLst/>
                  <a:cxnLst/>
                  <a:rect l="l" t="t" r="r" b="b"/>
                  <a:pathLst>
                    <a:path w="32044" h="29580" extrusionOk="0">
                      <a:moveTo>
                        <a:pt x="13112" y="27104"/>
                      </a:moveTo>
                      <a:cubicBezTo>
                        <a:pt x="-1607" y="20316"/>
                        <a:pt x="-3701" y="8084"/>
                        <a:pt x="5660" y="2076"/>
                      </a:cubicBezTo>
                      <a:cubicBezTo>
                        <a:pt x="15024" y="-3931"/>
                        <a:pt x="27937" y="3933"/>
                        <a:pt x="31233" y="14970"/>
                      </a:cubicBezTo>
                      <a:cubicBezTo>
                        <a:pt x="34535" y="26004"/>
                        <a:pt x="27612" y="33788"/>
                        <a:pt x="13112" y="27104"/>
                      </a:cubicBezTo>
                      <a:close/>
                    </a:path>
                  </a:pathLst>
                </a:custGeom>
                <a:solidFill>
                  <a:srgbClr val="91919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42" name="Google Shape;1342;p2"/>
                <p:cNvSpPr/>
                <p:nvPr/>
              </p:nvSpPr>
              <p:spPr>
                <a:xfrm>
                  <a:off x="7498387" y="1654473"/>
                  <a:ext cx="66279" cy="182284"/>
                </a:xfrm>
                <a:custGeom>
                  <a:avLst/>
                  <a:gdLst/>
                  <a:ahLst/>
                  <a:cxnLst/>
                  <a:rect l="l" t="t" r="r" b="b"/>
                  <a:pathLst>
                    <a:path w="66279" h="182284" extrusionOk="0">
                      <a:moveTo>
                        <a:pt x="18265" y="26135"/>
                      </a:moveTo>
                      <a:cubicBezTo>
                        <a:pt x="-1555" y="64686"/>
                        <a:pt x="-13660" y="144835"/>
                        <a:pt x="27482" y="174464"/>
                      </a:cubicBezTo>
                      <a:cubicBezTo>
                        <a:pt x="68623" y="204093"/>
                        <a:pt x="73556" y="142158"/>
                        <a:pt x="58457" y="111539"/>
                      </a:cubicBezTo>
                      <a:cubicBezTo>
                        <a:pt x="43358" y="80921"/>
                        <a:pt x="40379" y="30780"/>
                        <a:pt x="52575" y="11273"/>
                      </a:cubicBezTo>
                      <a:cubicBezTo>
                        <a:pt x="64771" y="-8233"/>
                        <a:pt x="32668" y="-1885"/>
                        <a:pt x="18265" y="26135"/>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343" name="Google Shape;1343;p2"/>
              <p:cNvSpPr/>
              <p:nvPr/>
            </p:nvSpPr>
            <p:spPr>
              <a:xfrm rot="-5184884">
                <a:off x="7640917" y="1345799"/>
                <a:ext cx="244418" cy="244418"/>
              </a:xfrm>
              <a:custGeom>
                <a:avLst/>
                <a:gdLst/>
                <a:ahLst/>
                <a:cxnLst/>
                <a:rect l="l" t="t" r="r" b="b"/>
                <a:pathLst>
                  <a:path w="244551" h="244551" extrusionOk="0">
                    <a:moveTo>
                      <a:pt x="244552" y="122276"/>
                    </a:moveTo>
                    <a:cubicBezTo>
                      <a:pt x="244552" y="189807"/>
                      <a:pt x="189807" y="244551"/>
                      <a:pt x="122276" y="244551"/>
                    </a:cubicBezTo>
                    <a:cubicBezTo>
                      <a:pt x="54745" y="244551"/>
                      <a:pt x="0" y="189807"/>
                      <a:pt x="0" y="122276"/>
                    </a:cubicBezTo>
                    <a:cubicBezTo>
                      <a:pt x="0" y="54745"/>
                      <a:pt x="54745" y="0"/>
                      <a:pt x="122276" y="0"/>
                    </a:cubicBezTo>
                    <a:cubicBezTo>
                      <a:pt x="189807" y="0"/>
                      <a:pt x="244552" y="54745"/>
                      <a:pt x="244552" y="122276"/>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344" name="Google Shape;1344;p2"/>
              <p:cNvGrpSpPr/>
              <p:nvPr/>
            </p:nvGrpSpPr>
            <p:grpSpPr>
              <a:xfrm>
                <a:off x="7566735" y="1237197"/>
                <a:ext cx="371908" cy="371908"/>
                <a:chOff x="7566735" y="1237197"/>
                <a:chExt cx="371908" cy="371908"/>
              </a:xfrm>
            </p:grpSpPr>
            <p:sp>
              <p:nvSpPr>
                <p:cNvPr id="1345" name="Google Shape;1345;p2"/>
                <p:cNvSpPr/>
                <p:nvPr/>
              </p:nvSpPr>
              <p:spPr>
                <a:xfrm rot="-1154972">
                  <a:off x="7606702" y="1277164"/>
                  <a:ext cx="291973" cy="291973"/>
                </a:xfrm>
                <a:custGeom>
                  <a:avLst/>
                  <a:gdLst/>
                  <a:ahLst/>
                  <a:cxnLst/>
                  <a:rect l="l" t="t" r="r" b="b"/>
                  <a:pathLst>
                    <a:path w="291692" h="291692" extrusionOk="0">
                      <a:moveTo>
                        <a:pt x="291693" y="145846"/>
                      </a:moveTo>
                      <a:cubicBezTo>
                        <a:pt x="291693" y="226395"/>
                        <a:pt x="226395" y="291693"/>
                        <a:pt x="145846" y="291693"/>
                      </a:cubicBezTo>
                      <a:cubicBezTo>
                        <a:pt x="65298" y="291693"/>
                        <a:pt x="0" y="226395"/>
                        <a:pt x="0" y="145846"/>
                      </a:cubicBezTo>
                      <a:cubicBezTo>
                        <a:pt x="0" y="65298"/>
                        <a:pt x="65298" y="0"/>
                        <a:pt x="145846" y="0"/>
                      </a:cubicBezTo>
                      <a:cubicBezTo>
                        <a:pt x="226395" y="0"/>
                        <a:pt x="291693" y="65298"/>
                        <a:pt x="291693" y="145846"/>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46" name="Google Shape;1346;p2"/>
                <p:cNvSpPr/>
                <p:nvPr/>
              </p:nvSpPr>
              <p:spPr>
                <a:xfrm>
                  <a:off x="7729515" y="1277312"/>
                  <a:ext cx="168905" cy="291621"/>
                </a:xfrm>
                <a:custGeom>
                  <a:avLst/>
                  <a:gdLst/>
                  <a:ahLst/>
                  <a:cxnLst/>
                  <a:rect l="l" t="t" r="r" b="b"/>
                  <a:pathLst>
                    <a:path w="168905" h="291621" extrusionOk="0">
                      <a:moveTo>
                        <a:pt x="24476" y="0"/>
                      </a:moveTo>
                      <a:cubicBezTo>
                        <a:pt x="24826" y="162"/>
                        <a:pt x="251282" y="105398"/>
                        <a:pt x="0" y="289782"/>
                      </a:cubicBezTo>
                      <a:cubicBezTo>
                        <a:pt x="40291" y="296215"/>
                        <a:pt x="83039" y="285844"/>
                        <a:pt x="116757" y="257570"/>
                      </a:cubicBezTo>
                      <a:cubicBezTo>
                        <a:pt x="178484" y="205818"/>
                        <a:pt x="186570" y="113827"/>
                        <a:pt x="134817" y="52100"/>
                      </a:cubicBezTo>
                      <a:cubicBezTo>
                        <a:pt x="106315" y="18105"/>
                        <a:pt x="65610" y="421"/>
                        <a:pt x="24476"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47" name="Google Shape;1347;p2"/>
                <p:cNvSpPr/>
                <p:nvPr/>
              </p:nvSpPr>
              <p:spPr>
                <a:xfrm>
                  <a:off x="7728797" y="1277292"/>
                  <a:ext cx="169623" cy="288999"/>
                </a:xfrm>
                <a:custGeom>
                  <a:avLst/>
                  <a:gdLst/>
                  <a:ahLst/>
                  <a:cxnLst/>
                  <a:rect l="l" t="t" r="r" b="b"/>
                  <a:pathLst>
                    <a:path w="169623" h="288999" extrusionOk="0">
                      <a:moveTo>
                        <a:pt x="135535" y="52120"/>
                      </a:moveTo>
                      <a:cubicBezTo>
                        <a:pt x="101201" y="11171"/>
                        <a:pt x="49165" y="-6141"/>
                        <a:pt x="0" y="1933"/>
                      </a:cubicBezTo>
                      <a:cubicBezTo>
                        <a:pt x="2071" y="2372"/>
                        <a:pt x="255499" y="56719"/>
                        <a:pt x="51554" y="288984"/>
                      </a:cubicBezTo>
                      <a:cubicBezTo>
                        <a:pt x="51565" y="288988"/>
                        <a:pt x="51576" y="288995"/>
                        <a:pt x="51586" y="289000"/>
                      </a:cubicBezTo>
                      <a:cubicBezTo>
                        <a:pt x="75100" y="284455"/>
                        <a:pt x="97822" y="274068"/>
                        <a:pt x="117475" y="257590"/>
                      </a:cubicBezTo>
                      <a:cubicBezTo>
                        <a:pt x="179202" y="205837"/>
                        <a:pt x="187287" y="113844"/>
                        <a:pt x="135535" y="5212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48" name="Google Shape;1348;p2"/>
                <p:cNvSpPr/>
                <p:nvPr/>
              </p:nvSpPr>
              <p:spPr>
                <a:xfrm>
                  <a:off x="7689798" y="1509678"/>
                  <a:ext cx="32044" cy="29580"/>
                </a:xfrm>
                <a:custGeom>
                  <a:avLst/>
                  <a:gdLst/>
                  <a:ahLst/>
                  <a:cxnLst/>
                  <a:rect l="l" t="t" r="r" b="b"/>
                  <a:pathLst>
                    <a:path w="32044" h="29580" extrusionOk="0">
                      <a:moveTo>
                        <a:pt x="13112" y="27104"/>
                      </a:moveTo>
                      <a:cubicBezTo>
                        <a:pt x="-1608" y="20316"/>
                        <a:pt x="-3702" y="8084"/>
                        <a:pt x="5662" y="2076"/>
                      </a:cubicBezTo>
                      <a:cubicBezTo>
                        <a:pt x="15025" y="-3931"/>
                        <a:pt x="27939" y="3933"/>
                        <a:pt x="31235" y="14970"/>
                      </a:cubicBezTo>
                      <a:cubicBezTo>
                        <a:pt x="34532" y="26004"/>
                        <a:pt x="27612" y="33788"/>
                        <a:pt x="13112" y="27104"/>
                      </a:cubicBezTo>
                      <a:close/>
                    </a:path>
                  </a:pathLst>
                </a:custGeom>
                <a:solidFill>
                  <a:srgbClr val="91919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49" name="Google Shape;1349;p2"/>
                <p:cNvSpPr/>
                <p:nvPr/>
              </p:nvSpPr>
              <p:spPr>
                <a:xfrm>
                  <a:off x="7626485" y="1317887"/>
                  <a:ext cx="66279" cy="182284"/>
                </a:xfrm>
                <a:custGeom>
                  <a:avLst/>
                  <a:gdLst/>
                  <a:ahLst/>
                  <a:cxnLst/>
                  <a:rect l="l" t="t" r="r" b="b"/>
                  <a:pathLst>
                    <a:path w="66279" h="182284" extrusionOk="0">
                      <a:moveTo>
                        <a:pt x="18265" y="26134"/>
                      </a:moveTo>
                      <a:cubicBezTo>
                        <a:pt x="-1555" y="64686"/>
                        <a:pt x="-13660" y="144835"/>
                        <a:pt x="27482" y="174464"/>
                      </a:cubicBezTo>
                      <a:cubicBezTo>
                        <a:pt x="68623" y="204093"/>
                        <a:pt x="73556" y="142158"/>
                        <a:pt x="58457" y="111540"/>
                      </a:cubicBezTo>
                      <a:cubicBezTo>
                        <a:pt x="43358" y="80921"/>
                        <a:pt x="40379" y="30780"/>
                        <a:pt x="52575" y="11273"/>
                      </a:cubicBezTo>
                      <a:cubicBezTo>
                        <a:pt x="64773" y="-8233"/>
                        <a:pt x="32671" y="-1885"/>
                        <a:pt x="18265" y="26134"/>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350" name="Google Shape;1350;p2"/>
              <p:cNvSpPr/>
              <p:nvPr/>
            </p:nvSpPr>
            <p:spPr>
              <a:xfrm>
                <a:off x="6923514" y="1318668"/>
                <a:ext cx="240119" cy="505415"/>
              </a:xfrm>
              <a:custGeom>
                <a:avLst/>
                <a:gdLst/>
                <a:ahLst/>
                <a:cxnLst/>
                <a:rect l="l" t="t" r="r" b="b"/>
                <a:pathLst>
                  <a:path w="240119" h="505415" extrusionOk="0">
                    <a:moveTo>
                      <a:pt x="240120" y="53417"/>
                    </a:moveTo>
                    <a:cubicBezTo>
                      <a:pt x="215740" y="37662"/>
                      <a:pt x="189972" y="23644"/>
                      <a:pt x="162576" y="15716"/>
                    </a:cubicBezTo>
                    <a:cubicBezTo>
                      <a:pt x="148906" y="11898"/>
                      <a:pt x="134813" y="9688"/>
                      <a:pt x="121118" y="10657"/>
                    </a:cubicBezTo>
                    <a:cubicBezTo>
                      <a:pt x="107408" y="11414"/>
                      <a:pt x="94390" y="16027"/>
                      <a:pt x="83997" y="23952"/>
                    </a:cubicBezTo>
                    <a:cubicBezTo>
                      <a:pt x="78916" y="28074"/>
                      <a:pt x="74406" y="32822"/>
                      <a:pt x="70597" y="38167"/>
                    </a:cubicBezTo>
                    <a:cubicBezTo>
                      <a:pt x="67013" y="43678"/>
                      <a:pt x="63865" y="49510"/>
                      <a:pt x="61656" y="55826"/>
                    </a:cubicBezTo>
                    <a:cubicBezTo>
                      <a:pt x="57068" y="68369"/>
                      <a:pt x="55409" y="82074"/>
                      <a:pt x="55454" y="95705"/>
                    </a:cubicBezTo>
                    <a:cubicBezTo>
                      <a:pt x="55889" y="122923"/>
                      <a:pt x="63227" y="150894"/>
                      <a:pt x="75082" y="175249"/>
                    </a:cubicBezTo>
                    <a:cubicBezTo>
                      <a:pt x="81151" y="187200"/>
                      <a:pt x="88974" y="198232"/>
                      <a:pt x="98468" y="205177"/>
                    </a:cubicBezTo>
                    <a:cubicBezTo>
                      <a:pt x="103186" y="208600"/>
                      <a:pt x="108183" y="210924"/>
                      <a:pt x="112984" y="211690"/>
                    </a:cubicBezTo>
                    <a:cubicBezTo>
                      <a:pt x="117759" y="212248"/>
                      <a:pt x="122293" y="211585"/>
                      <a:pt x="126240" y="209162"/>
                    </a:cubicBezTo>
                    <a:cubicBezTo>
                      <a:pt x="134301" y="204601"/>
                      <a:pt x="139698" y="193823"/>
                      <a:pt x="140606" y="182077"/>
                    </a:cubicBezTo>
                    <a:cubicBezTo>
                      <a:pt x="140859" y="179158"/>
                      <a:pt x="140889" y="176047"/>
                      <a:pt x="140731" y="173137"/>
                    </a:cubicBezTo>
                    <a:lnTo>
                      <a:pt x="140265" y="169166"/>
                    </a:lnTo>
                    <a:lnTo>
                      <a:pt x="139344" y="165266"/>
                    </a:lnTo>
                    <a:cubicBezTo>
                      <a:pt x="137794" y="160125"/>
                      <a:pt x="135033" y="155196"/>
                      <a:pt x="131352" y="150713"/>
                    </a:cubicBezTo>
                    <a:cubicBezTo>
                      <a:pt x="116436" y="132725"/>
                      <a:pt x="88928" y="122152"/>
                      <a:pt x="65170" y="124598"/>
                    </a:cubicBezTo>
                    <a:cubicBezTo>
                      <a:pt x="53285" y="125862"/>
                      <a:pt x="42902" y="130747"/>
                      <a:pt x="36545" y="138897"/>
                    </a:cubicBezTo>
                    <a:cubicBezTo>
                      <a:pt x="33312" y="142959"/>
                      <a:pt x="30976" y="147860"/>
                      <a:pt x="29419" y="153317"/>
                    </a:cubicBezTo>
                    <a:cubicBezTo>
                      <a:pt x="27938" y="158865"/>
                      <a:pt x="27344" y="164891"/>
                      <a:pt x="27682" y="170254"/>
                    </a:cubicBezTo>
                    <a:cubicBezTo>
                      <a:pt x="28103" y="191765"/>
                      <a:pt x="51516" y="208508"/>
                      <a:pt x="75368" y="223603"/>
                    </a:cubicBezTo>
                    <a:cubicBezTo>
                      <a:pt x="99501" y="238880"/>
                      <a:pt x="125733" y="254310"/>
                      <a:pt x="148202" y="275561"/>
                    </a:cubicBezTo>
                    <a:cubicBezTo>
                      <a:pt x="159369" y="286200"/>
                      <a:pt x="169569" y="298151"/>
                      <a:pt x="178043" y="311298"/>
                    </a:cubicBezTo>
                    <a:cubicBezTo>
                      <a:pt x="186310" y="323745"/>
                      <a:pt x="194381" y="340328"/>
                      <a:pt x="195397" y="357068"/>
                    </a:cubicBezTo>
                    <a:cubicBezTo>
                      <a:pt x="196901" y="373825"/>
                      <a:pt x="193767" y="390316"/>
                      <a:pt x="188008" y="405134"/>
                    </a:cubicBezTo>
                    <a:cubicBezTo>
                      <a:pt x="182163" y="419981"/>
                      <a:pt x="173899" y="433414"/>
                      <a:pt x="164183" y="445420"/>
                    </a:cubicBezTo>
                    <a:cubicBezTo>
                      <a:pt x="154464" y="457437"/>
                      <a:pt x="143347" y="468154"/>
                      <a:pt x="131089" y="477419"/>
                    </a:cubicBezTo>
                    <a:cubicBezTo>
                      <a:pt x="118816" y="486639"/>
                      <a:pt x="105392" y="494542"/>
                      <a:pt x="90586" y="499834"/>
                    </a:cubicBezTo>
                    <a:cubicBezTo>
                      <a:pt x="83088" y="502259"/>
                      <a:pt x="75439" y="504472"/>
                      <a:pt x="67262" y="505069"/>
                    </a:cubicBezTo>
                    <a:cubicBezTo>
                      <a:pt x="63268" y="505663"/>
                      <a:pt x="59043" y="505322"/>
                      <a:pt x="54933" y="505286"/>
                    </a:cubicBezTo>
                    <a:cubicBezTo>
                      <a:pt x="50745" y="504632"/>
                      <a:pt x="46562" y="504275"/>
                      <a:pt x="42475" y="502737"/>
                    </a:cubicBezTo>
                    <a:cubicBezTo>
                      <a:pt x="34323" y="500220"/>
                      <a:pt x="26493" y="495376"/>
                      <a:pt x="21071" y="488774"/>
                    </a:cubicBezTo>
                    <a:cubicBezTo>
                      <a:pt x="17948" y="485761"/>
                      <a:pt x="16188" y="481923"/>
                      <a:pt x="13874" y="478466"/>
                    </a:cubicBezTo>
                    <a:cubicBezTo>
                      <a:pt x="12345" y="474775"/>
                      <a:pt x="10310" y="470936"/>
                      <a:pt x="9339" y="467350"/>
                    </a:cubicBezTo>
                    <a:cubicBezTo>
                      <a:pt x="4628" y="452962"/>
                      <a:pt x="1816" y="437732"/>
                      <a:pt x="2463" y="422331"/>
                    </a:cubicBezTo>
                    <a:cubicBezTo>
                      <a:pt x="3247" y="407084"/>
                      <a:pt x="7576" y="391244"/>
                      <a:pt x="17980" y="379277"/>
                    </a:cubicBezTo>
                    <a:cubicBezTo>
                      <a:pt x="23057" y="373306"/>
                      <a:pt x="29760" y="368603"/>
                      <a:pt x="37244" y="366130"/>
                    </a:cubicBezTo>
                    <a:cubicBezTo>
                      <a:pt x="44694" y="363510"/>
                      <a:pt x="52937" y="363732"/>
                      <a:pt x="60237" y="366030"/>
                    </a:cubicBezTo>
                    <a:cubicBezTo>
                      <a:pt x="75075" y="371022"/>
                      <a:pt x="84836" y="383698"/>
                      <a:pt x="91018" y="396614"/>
                    </a:cubicBezTo>
                    <a:cubicBezTo>
                      <a:pt x="83659" y="384276"/>
                      <a:pt x="72741" y="373132"/>
                      <a:pt x="59114" y="370053"/>
                    </a:cubicBezTo>
                    <a:cubicBezTo>
                      <a:pt x="45579" y="366688"/>
                      <a:pt x="31600" y="373157"/>
                      <a:pt x="23935" y="384100"/>
                    </a:cubicBezTo>
                    <a:cubicBezTo>
                      <a:pt x="15998" y="394982"/>
                      <a:pt x="12955" y="408892"/>
                      <a:pt x="13173" y="422501"/>
                    </a:cubicBezTo>
                    <a:cubicBezTo>
                      <a:pt x="13499" y="436223"/>
                      <a:pt x="16912" y="449839"/>
                      <a:pt x="22102" y="462732"/>
                    </a:cubicBezTo>
                    <a:cubicBezTo>
                      <a:pt x="23286" y="466104"/>
                      <a:pt x="24955" y="468593"/>
                      <a:pt x="26276" y="471574"/>
                    </a:cubicBezTo>
                    <a:cubicBezTo>
                      <a:pt x="28205" y="473977"/>
                      <a:pt x="29584" y="476912"/>
                      <a:pt x="31929" y="478791"/>
                    </a:cubicBezTo>
                    <a:cubicBezTo>
                      <a:pt x="35968" y="483265"/>
                      <a:pt x="41247" y="486054"/>
                      <a:pt x="46985" y="487519"/>
                    </a:cubicBezTo>
                    <a:cubicBezTo>
                      <a:pt x="49774" y="488486"/>
                      <a:pt x="52917" y="488493"/>
                      <a:pt x="55909" y="488881"/>
                    </a:cubicBezTo>
                    <a:cubicBezTo>
                      <a:pt x="59057" y="488666"/>
                      <a:pt x="62132" y="488870"/>
                      <a:pt x="65325" y="488184"/>
                    </a:cubicBezTo>
                    <a:cubicBezTo>
                      <a:pt x="71655" y="487437"/>
                      <a:pt x="77987" y="485231"/>
                      <a:pt x="84173" y="482890"/>
                    </a:cubicBezTo>
                    <a:cubicBezTo>
                      <a:pt x="108828" y="472340"/>
                      <a:pt x="130828" y="453890"/>
                      <a:pt x="147150" y="432189"/>
                    </a:cubicBezTo>
                    <a:cubicBezTo>
                      <a:pt x="163356" y="410545"/>
                      <a:pt x="173997" y="384178"/>
                      <a:pt x="171311" y="359590"/>
                    </a:cubicBezTo>
                    <a:cubicBezTo>
                      <a:pt x="170100" y="347078"/>
                      <a:pt x="164835" y="336709"/>
                      <a:pt x="157008" y="325165"/>
                    </a:cubicBezTo>
                    <a:cubicBezTo>
                      <a:pt x="149478" y="314048"/>
                      <a:pt x="140468" y="303928"/>
                      <a:pt x="130399" y="294745"/>
                    </a:cubicBezTo>
                    <a:cubicBezTo>
                      <a:pt x="110142" y="276320"/>
                      <a:pt x="86009" y="261893"/>
                      <a:pt x="60936" y="246433"/>
                    </a:cubicBezTo>
                    <a:cubicBezTo>
                      <a:pt x="48471" y="238516"/>
                      <a:pt x="35566" y="230378"/>
                      <a:pt x="23631" y="218912"/>
                    </a:cubicBezTo>
                    <a:cubicBezTo>
                      <a:pt x="17719" y="213178"/>
                      <a:pt x="12059" y="206494"/>
                      <a:pt x="7718" y="198495"/>
                    </a:cubicBezTo>
                    <a:cubicBezTo>
                      <a:pt x="3324" y="190554"/>
                      <a:pt x="675" y="181238"/>
                      <a:pt x="124" y="172181"/>
                    </a:cubicBezTo>
                    <a:cubicBezTo>
                      <a:pt x="-374" y="163053"/>
                      <a:pt x="641" y="154462"/>
                      <a:pt x="2952" y="145981"/>
                    </a:cubicBezTo>
                    <a:cubicBezTo>
                      <a:pt x="5396" y="137489"/>
                      <a:pt x="9394" y="129026"/>
                      <a:pt x="15285" y="121766"/>
                    </a:cubicBezTo>
                    <a:cubicBezTo>
                      <a:pt x="21130" y="114485"/>
                      <a:pt x="28768" y="108637"/>
                      <a:pt x="36958" y="104731"/>
                    </a:cubicBezTo>
                    <a:cubicBezTo>
                      <a:pt x="45165" y="100794"/>
                      <a:pt x="53845" y="98618"/>
                      <a:pt x="62374" y="97763"/>
                    </a:cubicBezTo>
                    <a:cubicBezTo>
                      <a:pt x="79485" y="96167"/>
                      <a:pt x="96065" y="99194"/>
                      <a:pt x="111391" y="105181"/>
                    </a:cubicBezTo>
                    <a:cubicBezTo>
                      <a:pt x="126597" y="111387"/>
                      <a:pt x="140976" y="120714"/>
                      <a:pt x="151802" y="134501"/>
                    </a:cubicBezTo>
                    <a:cubicBezTo>
                      <a:pt x="157170" y="141364"/>
                      <a:pt x="161550" y="149420"/>
                      <a:pt x="163982" y="158280"/>
                    </a:cubicBezTo>
                    <a:lnTo>
                      <a:pt x="165413" y="165019"/>
                    </a:lnTo>
                    <a:cubicBezTo>
                      <a:pt x="165708" y="167296"/>
                      <a:pt x="165875" y="169598"/>
                      <a:pt x="166067" y="171886"/>
                    </a:cubicBezTo>
                    <a:cubicBezTo>
                      <a:pt x="166207" y="176232"/>
                      <a:pt x="166063" y="180395"/>
                      <a:pt x="165592" y="184709"/>
                    </a:cubicBezTo>
                    <a:cubicBezTo>
                      <a:pt x="164613" y="193254"/>
                      <a:pt x="162279" y="201950"/>
                      <a:pt x="157794" y="210001"/>
                    </a:cubicBezTo>
                    <a:cubicBezTo>
                      <a:pt x="153362" y="217995"/>
                      <a:pt x="146833" y="225518"/>
                      <a:pt x="138013" y="230250"/>
                    </a:cubicBezTo>
                    <a:cubicBezTo>
                      <a:pt x="129361" y="235213"/>
                      <a:pt x="118699" y="236640"/>
                      <a:pt x="109157" y="235046"/>
                    </a:cubicBezTo>
                    <a:cubicBezTo>
                      <a:pt x="99604" y="233298"/>
                      <a:pt x="91249" y="228927"/>
                      <a:pt x="84464" y="223543"/>
                    </a:cubicBezTo>
                    <a:cubicBezTo>
                      <a:pt x="70867" y="212616"/>
                      <a:pt x="62319" y="198628"/>
                      <a:pt x="55727" y="184585"/>
                    </a:cubicBezTo>
                    <a:cubicBezTo>
                      <a:pt x="49287" y="170371"/>
                      <a:pt x="44852" y="155866"/>
                      <a:pt x="41624" y="140998"/>
                    </a:cubicBezTo>
                    <a:cubicBezTo>
                      <a:pt x="38476" y="126107"/>
                      <a:pt x="36700" y="110802"/>
                      <a:pt x="37422" y="95401"/>
                    </a:cubicBezTo>
                    <a:cubicBezTo>
                      <a:pt x="38159" y="80051"/>
                      <a:pt x="40803" y="64529"/>
                      <a:pt x="46960" y="50015"/>
                    </a:cubicBezTo>
                    <a:cubicBezTo>
                      <a:pt x="49947" y="42736"/>
                      <a:pt x="54055" y="35876"/>
                      <a:pt x="58760" y="29471"/>
                    </a:cubicBezTo>
                    <a:cubicBezTo>
                      <a:pt x="63730" y="23219"/>
                      <a:pt x="69511" y="17577"/>
                      <a:pt x="76097" y="13003"/>
                    </a:cubicBezTo>
                    <a:cubicBezTo>
                      <a:pt x="89475" y="4076"/>
                      <a:pt x="105388" y="-153"/>
                      <a:pt x="120727" y="4"/>
                    </a:cubicBezTo>
                    <a:cubicBezTo>
                      <a:pt x="136114" y="-39"/>
                      <a:pt x="151014" y="3287"/>
                      <a:pt x="164922" y="8465"/>
                    </a:cubicBezTo>
                    <a:cubicBezTo>
                      <a:pt x="192845" y="18843"/>
                      <a:pt x="217406" y="35323"/>
                      <a:pt x="240120" y="53417"/>
                    </a:cubicBezTo>
                    <a:close/>
                  </a:path>
                </a:pathLst>
              </a:custGeom>
              <a:solidFill>
                <a:srgbClr val="2B9E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351" name="Google Shape;1351;p2"/>
              <p:cNvGrpSpPr/>
              <p:nvPr/>
            </p:nvGrpSpPr>
            <p:grpSpPr>
              <a:xfrm>
                <a:off x="6930929" y="1322243"/>
                <a:ext cx="232704" cy="501843"/>
                <a:chOff x="6930929" y="1322243"/>
                <a:chExt cx="232704" cy="501843"/>
              </a:xfrm>
            </p:grpSpPr>
            <p:sp>
              <p:nvSpPr>
                <p:cNvPr id="1352" name="Google Shape;1352;p2"/>
                <p:cNvSpPr/>
                <p:nvPr/>
              </p:nvSpPr>
              <p:spPr>
                <a:xfrm>
                  <a:off x="6976385" y="1436063"/>
                  <a:ext cx="75538" cy="73800"/>
                </a:xfrm>
                <a:custGeom>
                  <a:avLst/>
                  <a:gdLst/>
                  <a:ahLst/>
                  <a:cxnLst/>
                  <a:rect l="l" t="t" r="r" b="b"/>
                  <a:pathLst>
                    <a:path w="75538" h="73800" extrusionOk="0">
                      <a:moveTo>
                        <a:pt x="6549" y="349"/>
                      </a:moveTo>
                      <a:cubicBezTo>
                        <a:pt x="4300" y="590"/>
                        <a:pt x="2126" y="1001"/>
                        <a:pt x="0" y="1497"/>
                      </a:cubicBezTo>
                      <a:cubicBezTo>
                        <a:pt x="3278" y="18708"/>
                        <a:pt x="8956" y="35579"/>
                        <a:pt x="16464" y="50998"/>
                      </a:cubicBezTo>
                      <a:cubicBezTo>
                        <a:pt x="20762" y="59461"/>
                        <a:pt x="25983" y="67384"/>
                        <a:pt x="32008" y="73801"/>
                      </a:cubicBezTo>
                      <a:cubicBezTo>
                        <a:pt x="28367" y="68900"/>
                        <a:pt x="25077" y="63500"/>
                        <a:pt x="22211" y="57854"/>
                      </a:cubicBezTo>
                      <a:cubicBezTo>
                        <a:pt x="14704" y="42432"/>
                        <a:pt x="9027" y="25562"/>
                        <a:pt x="5747" y="8353"/>
                      </a:cubicBezTo>
                      <a:cubicBezTo>
                        <a:pt x="7873" y="7857"/>
                        <a:pt x="10047" y="7445"/>
                        <a:pt x="12299" y="7205"/>
                      </a:cubicBezTo>
                      <a:cubicBezTo>
                        <a:pt x="34637" y="4906"/>
                        <a:pt x="60154" y="14207"/>
                        <a:pt x="75538" y="30266"/>
                      </a:cubicBezTo>
                      <a:cubicBezTo>
                        <a:pt x="74670" y="28970"/>
                        <a:pt x="73746" y="27699"/>
                        <a:pt x="72734" y="26465"/>
                      </a:cubicBezTo>
                      <a:cubicBezTo>
                        <a:pt x="57817" y="8478"/>
                        <a:pt x="30310" y="-2097"/>
                        <a:pt x="6549" y="349"/>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53" name="Google Shape;1353;p2"/>
                <p:cNvSpPr/>
                <p:nvPr/>
              </p:nvSpPr>
              <p:spPr>
                <a:xfrm>
                  <a:off x="6945354" y="1446599"/>
                  <a:ext cx="15077" cy="62741"/>
                </a:xfrm>
                <a:custGeom>
                  <a:avLst/>
                  <a:gdLst/>
                  <a:ahLst/>
                  <a:cxnLst/>
                  <a:rect l="l" t="t" r="r" b="b"/>
                  <a:pathLst>
                    <a:path w="15077" h="62741" extrusionOk="0">
                      <a:moveTo>
                        <a:pt x="14702" y="10968"/>
                      </a:moveTo>
                      <a:cubicBezTo>
                        <a:pt x="14819" y="10820"/>
                        <a:pt x="14958" y="10692"/>
                        <a:pt x="15077" y="10545"/>
                      </a:cubicBezTo>
                      <a:cubicBezTo>
                        <a:pt x="14739" y="9101"/>
                        <a:pt x="14352" y="7667"/>
                        <a:pt x="14039" y="6216"/>
                      </a:cubicBezTo>
                      <a:cubicBezTo>
                        <a:pt x="13605" y="4156"/>
                        <a:pt x="13264" y="2074"/>
                        <a:pt x="12885" y="0"/>
                      </a:cubicBezTo>
                      <a:cubicBezTo>
                        <a:pt x="11463" y="1273"/>
                        <a:pt x="10121" y="2620"/>
                        <a:pt x="8955" y="4113"/>
                      </a:cubicBezTo>
                      <a:cubicBezTo>
                        <a:pt x="5723" y="8175"/>
                        <a:pt x="3389" y="13076"/>
                        <a:pt x="1830" y="18533"/>
                      </a:cubicBezTo>
                      <a:cubicBezTo>
                        <a:pt x="348" y="24081"/>
                        <a:pt x="-246" y="30107"/>
                        <a:pt x="92" y="35467"/>
                      </a:cubicBezTo>
                      <a:cubicBezTo>
                        <a:pt x="287" y="45491"/>
                        <a:pt x="5513" y="54473"/>
                        <a:pt x="13413" y="62742"/>
                      </a:cubicBezTo>
                      <a:cubicBezTo>
                        <a:pt x="8832" y="56403"/>
                        <a:pt x="5983" y="49645"/>
                        <a:pt x="5839" y="42323"/>
                      </a:cubicBezTo>
                      <a:cubicBezTo>
                        <a:pt x="5499" y="36962"/>
                        <a:pt x="6093" y="30936"/>
                        <a:pt x="7577" y="25388"/>
                      </a:cubicBezTo>
                      <a:cubicBezTo>
                        <a:pt x="9136" y="19932"/>
                        <a:pt x="11470" y="15030"/>
                        <a:pt x="14702" y="10968"/>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54" name="Google Shape;1354;p2"/>
                <p:cNvSpPr/>
                <p:nvPr/>
              </p:nvSpPr>
              <p:spPr>
                <a:xfrm>
                  <a:off x="6930929" y="1682906"/>
                  <a:ext cx="73411" cy="108760"/>
                </a:xfrm>
                <a:custGeom>
                  <a:avLst/>
                  <a:gdLst/>
                  <a:ahLst/>
                  <a:cxnLst/>
                  <a:rect l="l" t="t" r="r" b="b"/>
                  <a:pathLst>
                    <a:path w="73411" h="108760" extrusionOk="0">
                      <a:moveTo>
                        <a:pt x="11" y="51407"/>
                      </a:moveTo>
                      <a:cubicBezTo>
                        <a:pt x="338" y="65130"/>
                        <a:pt x="3751" y="78745"/>
                        <a:pt x="8940" y="91638"/>
                      </a:cubicBezTo>
                      <a:cubicBezTo>
                        <a:pt x="10124" y="95010"/>
                        <a:pt x="11791" y="97500"/>
                        <a:pt x="13114" y="100483"/>
                      </a:cubicBezTo>
                      <a:cubicBezTo>
                        <a:pt x="15044" y="102883"/>
                        <a:pt x="16422" y="105821"/>
                        <a:pt x="18765" y="107700"/>
                      </a:cubicBezTo>
                      <a:cubicBezTo>
                        <a:pt x="19117" y="108088"/>
                        <a:pt x="19526" y="108395"/>
                        <a:pt x="19897" y="108760"/>
                      </a:cubicBezTo>
                      <a:cubicBezTo>
                        <a:pt x="19561" y="108278"/>
                        <a:pt x="19227" y="107794"/>
                        <a:pt x="18861" y="107339"/>
                      </a:cubicBezTo>
                      <a:cubicBezTo>
                        <a:pt x="17540" y="104358"/>
                        <a:pt x="15871" y="101866"/>
                        <a:pt x="14687" y="98494"/>
                      </a:cubicBezTo>
                      <a:cubicBezTo>
                        <a:pt x="9500" y="85601"/>
                        <a:pt x="6087" y="71986"/>
                        <a:pt x="5760" y="58263"/>
                      </a:cubicBezTo>
                      <a:cubicBezTo>
                        <a:pt x="5543" y="44654"/>
                        <a:pt x="8585" y="30744"/>
                        <a:pt x="16523" y="19862"/>
                      </a:cubicBezTo>
                      <a:cubicBezTo>
                        <a:pt x="24188" y="8919"/>
                        <a:pt x="38166" y="2452"/>
                        <a:pt x="51702" y="5815"/>
                      </a:cubicBezTo>
                      <a:cubicBezTo>
                        <a:pt x="60016" y="7694"/>
                        <a:pt x="67306" y="12595"/>
                        <a:pt x="73412" y="18918"/>
                      </a:cubicBezTo>
                      <a:cubicBezTo>
                        <a:pt x="68861" y="12769"/>
                        <a:pt x="63372" y="7331"/>
                        <a:pt x="57051" y="3552"/>
                      </a:cubicBezTo>
                      <a:cubicBezTo>
                        <a:pt x="55677" y="2914"/>
                        <a:pt x="54296" y="2288"/>
                        <a:pt x="52824" y="1794"/>
                      </a:cubicBezTo>
                      <a:cubicBezTo>
                        <a:pt x="45525" y="-504"/>
                        <a:pt x="37282" y="-725"/>
                        <a:pt x="29832" y="1895"/>
                      </a:cubicBezTo>
                      <a:cubicBezTo>
                        <a:pt x="22347" y="4368"/>
                        <a:pt x="15645" y="9068"/>
                        <a:pt x="10567" y="15041"/>
                      </a:cubicBezTo>
                      <a:cubicBezTo>
                        <a:pt x="8743" y="17140"/>
                        <a:pt x="7171" y="19389"/>
                        <a:pt x="5705" y="21700"/>
                      </a:cubicBezTo>
                      <a:cubicBezTo>
                        <a:pt x="1517" y="30838"/>
                        <a:pt x="-152" y="41209"/>
                        <a:pt x="11" y="5140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55" name="Google Shape;1355;p2"/>
                <p:cNvSpPr/>
                <p:nvPr/>
              </p:nvSpPr>
              <p:spPr>
                <a:xfrm>
                  <a:off x="6937514" y="1526742"/>
                  <a:ext cx="129933" cy="100382"/>
                </a:xfrm>
                <a:custGeom>
                  <a:avLst/>
                  <a:gdLst/>
                  <a:ahLst/>
                  <a:cxnLst/>
                  <a:rect l="l" t="t" r="r" b="b"/>
                  <a:pathLst>
                    <a:path w="129933" h="100382" extrusionOk="0">
                      <a:moveTo>
                        <a:pt x="46936" y="38361"/>
                      </a:moveTo>
                      <a:cubicBezTo>
                        <a:pt x="72009" y="53821"/>
                        <a:pt x="96142" y="68251"/>
                        <a:pt x="116398" y="86674"/>
                      </a:cubicBezTo>
                      <a:cubicBezTo>
                        <a:pt x="121169" y="91026"/>
                        <a:pt x="125684" y="95605"/>
                        <a:pt x="129934" y="100383"/>
                      </a:cubicBezTo>
                      <a:cubicBezTo>
                        <a:pt x="124098" y="93072"/>
                        <a:pt x="117651" y="86203"/>
                        <a:pt x="110649" y="79816"/>
                      </a:cubicBezTo>
                      <a:cubicBezTo>
                        <a:pt x="90393" y="61390"/>
                        <a:pt x="66260" y="46963"/>
                        <a:pt x="41187" y="31503"/>
                      </a:cubicBezTo>
                      <a:cubicBezTo>
                        <a:pt x="28719" y="23587"/>
                        <a:pt x="15817" y="15449"/>
                        <a:pt x="3882" y="3982"/>
                      </a:cubicBezTo>
                      <a:cubicBezTo>
                        <a:pt x="2570" y="2709"/>
                        <a:pt x="1276" y="1372"/>
                        <a:pt x="0" y="0"/>
                      </a:cubicBezTo>
                      <a:cubicBezTo>
                        <a:pt x="3006" y="3953"/>
                        <a:pt x="6261" y="7571"/>
                        <a:pt x="9629" y="10838"/>
                      </a:cubicBezTo>
                      <a:cubicBezTo>
                        <a:pt x="21566" y="22307"/>
                        <a:pt x="34468" y="30445"/>
                        <a:pt x="46936" y="38361"/>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56" name="Google Shape;1356;p2"/>
                <p:cNvSpPr/>
                <p:nvPr/>
              </p:nvSpPr>
              <p:spPr>
                <a:xfrm>
                  <a:off x="6993363" y="1447573"/>
                  <a:ext cx="96273" cy="106767"/>
                </a:xfrm>
                <a:custGeom>
                  <a:avLst/>
                  <a:gdLst/>
                  <a:ahLst/>
                  <a:cxnLst/>
                  <a:rect l="l" t="t" r="r" b="b"/>
                  <a:pathLst>
                    <a:path w="96273" h="106767" extrusionOk="0">
                      <a:moveTo>
                        <a:pt x="88388" y="22524"/>
                      </a:moveTo>
                      <a:lnTo>
                        <a:pt x="89819" y="29263"/>
                      </a:lnTo>
                      <a:cubicBezTo>
                        <a:pt x="90114" y="31540"/>
                        <a:pt x="90281" y="33842"/>
                        <a:pt x="90473" y="36130"/>
                      </a:cubicBezTo>
                      <a:cubicBezTo>
                        <a:pt x="90612" y="40474"/>
                        <a:pt x="90468" y="44639"/>
                        <a:pt x="89998" y="48950"/>
                      </a:cubicBezTo>
                      <a:cubicBezTo>
                        <a:pt x="89019" y="57495"/>
                        <a:pt x="86687" y="66191"/>
                        <a:pt x="82200" y="74245"/>
                      </a:cubicBezTo>
                      <a:cubicBezTo>
                        <a:pt x="77768" y="82239"/>
                        <a:pt x="71239" y="89762"/>
                        <a:pt x="62422" y="94494"/>
                      </a:cubicBezTo>
                      <a:cubicBezTo>
                        <a:pt x="53769" y="99457"/>
                        <a:pt x="43107" y="100881"/>
                        <a:pt x="33565" y="99290"/>
                      </a:cubicBezTo>
                      <a:cubicBezTo>
                        <a:pt x="24012" y="97539"/>
                        <a:pt x="15657" y="93173"/>
                        <a:pt x="8872" y="87787"/>
                      </a:cubicBezTo>
                      <a:cubicBezTo>
                        <a:pt x="5637" y="85188"/>
                        <a:pt x="2704" y="82403"/>
                        <a:pt x="0" y="79498"/>
                      </a:cubicBezTo>
                      <a:cubicBezTo>
                        <a:pt x="4151" y="84929"/>
                        <a:pt x="8922" y="90066"/>
                        <a:pt x="14621" y="94643"/>
                      </a:cubicBezTo>
                      <a:cubicBezTo>
                        <a:pt x="21406" y="100029"/>
                        <a:pt x="29762" y="104397"/>
                        <a:pt x="39315" y="106146"/>
                      </a:cubicBezTo>
                      <a:cubicBezTo>
                        <a:pt x="48856" y="107739"/>
                        <a:pt x="59518" y="106313"/>
                        <a:pt x="68171" y="101350"/>
                      </a:cubicBezTo>
                      <a:cubicBezTo>
                        <a:pt x="76990" y="96618"/>
                        <a:pt x="83519" y="89097"/>
                        <a:pt x="87949" y="81103"/>
                      </a:cubicBezTo>
                      <a:cubicBezTo>
                        <a:pt x="92437" y="73049"/>
                        <a:pt x="94768" y="64355"/>
                        <a:pt x="95747" y="55808"/>
                      </a:cubicBezTo>
                      <a:cubicBezTo>
                        <a:pt x="96220" y="51494"/>
                        <a:pt x="96362" y="47332"/>
                        <a:pt x="96222" y="42986"/>
                      </a:cubicBezTo>
                      <a:cubicBezTo>
                        <a:pt x="96028" y="40695"/>
                        <a:pt x="95863" y="38396"/>
                        <a:pt x="95569" y="36119"/>
                      </a:cubicBezTo>
                      <a:lnTo>
                        <a:pt x="94137" y="29380"/>
                      </a:lnTo>
                      <a:cubicBezTo>
                        <a:pt x="91703" y="20519"/>
                        <a:pt x="87325" y="12463"/>
                        <a:pt x="81958" y="5601"/>
                      </a:cubicBezTo>
                      <a:cubicBezTo>
                        <a:pt x="80415" y="3637"/>
                        <a:pt x="78782" y="1785"/>
                        <a:pt x="77105" y="0"/>
                      </a:cubicBezTo>
                      <a:cubicBezTo>
                        <a:pt x="82042" y="6591"/>
                        <a:pt x="86095" y="14180"/>
                        <a:pt x="88388" y="22524"/>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57" name="Google Shape;1357;p2"/>
                <p:cNvSpPr/>
                <p:nvPr/>
              </p:nvSpPr>
              <p:spPr>
                <a:xfrm>
                  <a:off x="6973220" y="1322243"/>
                  <a:ext cx="190413" cy="88312"/>
                </a:xfrm>
                <a:custGeom>
                  <a:avLst/>
                  <a:gdLst/>
                  <a:ahLst/>
                  <a:cxnLst/>
                  <a:rect l="l" t="t" r="r" b="b"/>
                  <a:pathLst>
                    <a:path w="190413" h="88312" extrusionOk="0">
                      <a:moveTo>
                        <a:pt x="107123" y="5285"/>
                      </a:moveTo>
                      <a:cubicBezTo>
                        <a:pt x="93453" y="1467"/>
                        <a:pt x="79359" y="-743"/>
                        <a:pt x="65664" y="228"/>
                      </a:cubicBezTo>
                      <a:cubicBezTo>
                        <a:pt x="51955" y="985"/>
                        <a:pt x="38936" y="5598"/>
                        <a:pt x="28544" y="13524"/>
                      </a:cubicBezTo>
                      <a:cubicBezTo>
                        <a:pt x="23462" y="17645"/>
                        <a:pt x="18952" y="22393"/>
                        <a:pt x="15143" y="27738"/>
                      </a:cubicBezTo>
                      <a:cubicBezTo>
                        <a:pt x="11559" y="33250"/>
                        <a:pt x="8411" y="39083"/>
                        <a:pt x="6203" y="45397"/>
                      </a:cubicBezTo>
                      <a:cubicBezTo>
                        <a:pt x="1615" y="57941"/>
                        <a:pt x="-45" y="71645"/>
                        <a:pt x="1" y="85277"/>
                      </a:cubicBezTo>
                      <a:cubicBezTo>
                        <a:pt x="17" y="86285"/>
                        <a:pt x="108" y="87300"/>
                        <a:pt x="145" y="88313"/>
                      </a:cubicBezTo>
                      <a:cubicBezTo>
                        <a:pt x="2063" y="87958"/>
                        <a:pt x="3976" y="87695"/>
                        <a:pt x="5888" y="87480"/>
                      </a:cubicBezTo>
                      <a:cubicBezTo>
                        <a:pt x="6205" y="75401"/>
                        <a:pt x="7885" y="63370"/>
                        <a:pt x="11950" y="52253"/>
                      </a:cubicBezTo>
                      <a:cubicBezTo>
                        <a:pt x="14158" y="45939"/>
                        <a:pt x="17306" y="40108"/>
                        <a:pt x="20891" y="34594"/>
                      </a:cubicBezTo>
                      <a:cubicBezTo>
                        <a:pt x="24699" y="29249"/>
                        <a:pt x="29209" y="24501"/>
                        <a:pt x="34291" y="20379"/>
                      </a:cubicBezTo>
                      <a:cubicBezTo>
                        <a:pt x="44683" y="12452"/>
                        <a:pt x="57702" y="7839"/>
                        <a:pt x="71411" y="7084"/>
                      </a:cubicBezTo>
                      <a:cubicBezTo>
                        <a:pt x="85106" y="6113"/>
                        <a:pt x="99200" y="8325"/>
                        <a:pt x="112870" y="12141"/>
                      </a:cubicBezTo>
                      <a:cubicBezTo>
                        <a:pt x="140265" y="20069"/>
                        <a:pt x="166031" y="34084"/>
                        <a:pt x="190413" y="49841"/>
                      </a:cubicBezTo>
                      <a:cubicBezTo>
                        <a:pt x="181770" y="42956"/>
                        <a:pt x="172855" y="36313"/>
                        <a:pt x="163594" y="30143"/>
                      </a:cubicBezTo>
                      <a:cubicBezTo>
                        <a:pt x="145544" y="19806"/>
                        <a:pt x="126757" y="10968"/>
                        <a:pt x="107123" y="5285"/>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58" name="Google Shape;1358;p2"/>
                <p:cNvSpPr/>
                <p:nvPr/>
              </p:nvSpPr>
              <p:spPr>
                <a:xfrm>
                  <a:off x="7001515" y="1696182"/>
                  <a:ext cx="13016" cy="19101"/>
                </a:xfrm>
                <a:custGeom>
                  <a:avLst/>
                  <a:gdLst/>
                  <a:ahLst/>
                  <a:cxnLst/>
                  <a:rect l="l" t="t" r="r" b="b"/>
                  <a:pathLst>
                    <a:path w="13016" h="19101" extrusionOk="0">
                      <a:moveTo>
                        <a:pt x="13016" y="19102"/>
                      </a:moveTo>
                      <a:cubicBezTo>
                        <a:pt x="9759" y="12292"/>
                        <a:pt x="5470" y="5585"/>
                        <a:pt x="0" y="0"/>
                      </a:cubicBezTo>
                      <a:cubicBezTo>
                        <a:pt x="1948" y="2691"/>
                        <a:pt x="3708" y="5491"/>
                        <a:pt x="5262" y="8364"/>
                      </a:cubicBezTo>
                      <a:cubicBezTo>
                        <a:pt x="8152" y="11714"/>
                        <a:pt x="10769" y="15332"/>
                        <a:pt x="13016" y="19102"/>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59" name="Google Shape;1359;p2"/>
                <p:cNvSpPr/>
                <p:nvPr/>
              </p:nvSpPr>
              <p:spPr>
                <a:xfrm>
                  <a:off x="6940756" y="1607833"/>
                  <a:ext cx="178527" cy="216253"/>
                </a:xfrm>
                <a:custGeom>
                  <a:avLst/>
                  <a:gdLst/>
                  <a:ahLst/>
                  <a:cxnLst/>
                  <a:rect l="l" t="t" r="r" b="b"/>
                  <a:pathLst>
                    <a:path w="178527" h="216253" extrusionOk="0">
                      <a:moveTo>
                        <a:pt x="155052" y="15280"/>
                      </a:moveTo>
                      <a:cubicBezTo>
                        <a:pt x="163319" y="27727"/>
                        <a:pt x="171390" y="44310"/>
                        <a:pt x="172406" y="61050"/>
                      </a:cubicBezTo>
                      <a:cubicBezTo>
                        <a:pt x="173910" y="77806"/>
                        <a:pt x="170776" y="94298"/>
                        <a:pt x="165017" y="109115"/>
                      </a:cubicBezTo>
                      <a:cubicBezTo>
                        <a:pt x="159172" y="123963"/>
                        <a:pt x="150906" y="137396"/>
                        <a:pt x="141192" y="149404"/>
                      </a:cubicBezTo>
                      <a:cubicBezTo>
                        <a:pt x="131472" y="161421"/>
                        <a:pt x="120356" y="172138"/>
                        <a:pt x="108096" y="181401"/>
                      </a:cubicBezTo>
                      <a:cubicBezTo>
                        <a:pt x="95822" y="190623"/>
                        <a:pt x="82399" y="198523"/>
                        <a:pt x="67592" y="203815"/>
                      </a:cubicBezTo>
                      <a:cubicBezTo>
                        <a:pt x="60094" y="206241"/>
                        <a:pt x="52445" y="208454"/>
                        <a:pt x="44268" y="209050"/>
                      </a:cubicBezTo>
                      <a:cubicBezTo>
                        <a:pt x="40275" y="209647"/>
                        <a:pt x="36050" y="209306"/>
                        <a:pt x="31940" y="209267"/>
                      </a:cubicBezTo>
                      <a:cubicBezTo>
                        <a:pt x="27752" y="208614"/>
                        <a:pt x="23569" y="208257"/>
                        <a:pt x="19481" y="206719"/>
                      </a:cubicBezTo>
                      <a:cubicBezTo>
                        <a:pt x="12205" y="204471"/>
                        <a:pt x="5281" y="200286"/>
                        <a:pt x="0" y="194733"/>
                      </a:cubicBezTo>
                      <a:cubicBezTo>
                        <a:pt x="1099" y="196461"/>
                        <a:pt x="2297" y="198137"/>
                        <a:pt x="3825" y="199611"/>
                      </a:cubicBezTo>
                      <a:cubicBezTo>
                        <a:pt x="9247" y="206213"/>
                        <a:pt x="17076" y="211057"/>
                        <a:pt x="25228" y="213574"/>
                      </a:cubicBezTo>
                      <a:cubicBezTo>
                        <a:pt x="29313" y="215115"/>
                        <a:pt x="33499" y="215469"/>
                        <a:pt x="37687" y="216123"/>
                      </a:cubicBezTo>
                      <a:cubicBezTo>
                        <a:pt x="41797" y="216160"/>
                        <a:pt x="46022" y="216500"/>
                        <a:pt x="50015" y="215906"/>
                      </a:cubicBezTo>
                      <a:cubicBezTo>
                        <a:pt x="58192" y="215309"/>
                        <a:pt x="65841" y="213096"/>
                        <a:pt x="73339" y="210671"/>
                      </a:cubicBezTo>
                      <a:cubicBezTo>
                        <a:pt x="88146" y="205379"/>
                        <a:pt x="101569" y="197478"/>
                        <a:pt x="113843" y="188257"/>
                      </a:cubicBezTo>
                      <a:cubicBezTo>
                        <a:pt x="126103" y="178994"/>
                        <a:pt x="137219" y="168277"/>
                        <a:pt x="146940" y="156260"/>
                      </a:cubicBezTo>
                      <a:cubicBezTo>
                        <a:pt x="156653" y="144254"/>
                        <a:pt x="164919" y="130819"/>
                        <a:pt x="170764" y="115973"/>
                      </a:cubicBezTo>
                      <a:cubicBezTo>
                        <a:pt x="176525" y="101156"/>
                        <a:pt x="179657" y="84662"/>
                        <a:pt x="178152" y="67908"/>
                      </a:cubicBezTo>
                      <a:cubicBezTo>
                        <a:pt x="177138" y="51170"/>
                        <a:pt x="169066" y="34585"/>
                        <a:pt x="160800" y="22138"/>
                      </a:cubicBezTo>
                      <a:cubicBezTo>
                        <a:pt x="155752" y="14306"/>
                        <a:pt x="150037" y="6956"/>
                        <a:pt x="143927" y="0"/>
                      </a:cubicBezTo>
                      <a:cubicBezTo>
                        <a:pt x="147863" y="4910"/>
                        <a:pt x="151630" y="9969"/>
                        <a:pt x="155052" y="1528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360" name="Google Shape;1360;p2"/>
              <p:cNvSpPr/>
              <p:nvPr/>
            </p:nvSpPr>
            <p:spPr>
              <a:xfrm>
                <a:off x="7315303" y="1518149"/>
                <a:ext cx="315417" cy="315417"/>
              </a:xfrm>
              <a:custGeom>
                <a:avLst/>
                <a:gdLst/>
                <a:ahLst/>
                <a:cxnLst/>
                <a:rect l="l" t="t" r="r" b="b"/>
                <a:pathLst>
                  <a:path w="315417" h="315417" extrusionOk="0">
                    <a:moveTo>
                      <a:pt x="315418" y="157709"/>
                    </a:moveTo>
                    <a:cubicBezTo>
                      <a:pt x="315418" y="244809"/>
                      <a:pt x="244809" y="315418"/>
                      <a:pt x="157709" y="315418"/>
                    </a:cubicBezTo>
                    <a:cubicBezTo>
                      <a:pt x="70609" y="315418"/>
                      <a:pt x="0" y="244809"/>
                      <a:pt x="0" y="157709"/>
                    </a:cubicBezTo>
                    <a:cubicBezTo>
                      <a:pt x="0" y="70609"/>
                      <a:pt x="70609" y="0"/>
                      <a:pt x="157709" y="0"/>
                    </a:cubicBezTo>
                    <a:cubicBezTo>
                      <a:pt x="244809" y="0"/>
                      <a:pt x="315418" y="70609"/>
                      <a:pt x="315418" y="157709"/>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361" name="Google Shape;1361;p2"/>
              <p:cNvGrpSpPr/>
              <p:nvPr/>
            </p:nvGrpSpPr>
            <p:grpSpPr>
              <a:xfrm>
                <a:off x="7257990" y="1521936"/>
                <a:ext cx="330908" cy="330908"/>
                <a:chOff x="7257990" y="1521936"/>
                <a:chExt cx="330908" cy="330908"/>
              </a:xfrm>
            </p:grpSpPr>
            <p:sp>
              <p:nvSpPr>
                <p:cNvPr id="1362" name="Google Shape;1362;p2"/>
                <p:cNvSpPr/>
                <p:nvPr/>
              </p:nvSpPr>
              <p:spPr>
                <a:xfrm rot="-5210642">
                  <a:off x="7266398" y="1530344"/>
                  <a:ext cx="314092" cy="314092"/>
                </a:xfrm>
                <a:custGeom>
                  <a:avLst/>
                  <a:gdLst/>
                  <a:ahLst/>
                  <a:cxnLst/>
                  <a:rect l="l" t="t" r="r" b="b"/>
                  <a:pathLst>
                    <a:path w="314402" h="314402" extrusionOk="0">
                      <a:moveTo>
                        <a:pt x="314402" y="157201"/>
                      </a:moveTo>
                      <a:cubicBezTo>
                        <a:pt x="314402" y="244021"/>
                        <a:pt x="244021" y="314402"/>
                        <a:pt x="157201" y="314402"/>
                      </a:cubicBezTo>
                      <a:cubicBezTo>
                        <a:pt x="70381" y="314402"/>
                        <a:pt x="0" y="244021"/>
                        <a:pt x="0" y="157201"/>
                      </a:cubicBezTo>
                      <a:cubicBezTo>
                        <a:pt x="0" y="70381"/>
                        <a:pt x="70381" y="0"/>
                        <a:pt x="157201" y="0"/>
                      </a:cubicBezTo>
                      <a:cubicBezTo>
                        <a:pt x="244021" y="0"/>
                        <a:pt x="314402" y="70381"/>
                        <a:pt x="314402" y="157201"/>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63" name="Google Shape;1363;p2"/>
                <p:cNvSpPr/>
                <p:nvPr/>
              </p:nvSpPr>
              <p:spPr>
                <a:xfrm>
                  <a:off x="7398920" y="1530136"/>
                  <a:ext cx="182059" cy="314330"/>
                </a:xfrm>
                <a:custGeom>
                  <a:avLst/>
                  <a:gdLst/>
                  <a:ahLst/>
                  <a:cxnLst/>
                  <a:rect l="l" t="t" r="r" b="b"/>
                  <a:pathLst>
                    <a:path w="182059" h="314330" extrusionOk="0">
                      <a:moveTo>
                        <a:pt x="26383" y="0"/>
                      </a:moveTo>
                      <a:cubicBezTo>
                        <a:pt x="26760" y="174"/>
                        <a:pt x="270850" y="113605"/>
                        <a:pt x="0" y="312348"/>
                      </a:cubicBezTo>
                      <a:cubicBezTo>
                        <a:pt x="43430" y="319283"/>
                        <a:pt x="89504" y="308100"/>
                        <a:pt x="125851" y="277628"/>
                      </a:cubicBezTo>
                      <a:cubicBezTo>
                        <a:pt x="192383" y="221845"/>
                        <a:pt x="201100" y="122690"/>
                        <a:pt x="145316" y="56158"/>
                      </a:cubicBezTo>
                      <a:cubicBezTo>
                        <a:pt x="114595" y="19516"/>
                        <a:pt x="70720" y="453"/>
                        <a:pt x="26383"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64" name="Google Shape;1364;p2"/>
                <p:cNvSpPr/>
                <p:nvPr/>
              </p:nvSpPr>
              <p:spPr>
                <a:xfrm>
                  <a:off x="7398148" y="1530115"/>
                  <a:ext cx="182831" cy="311502"/>
                </a:xfrm>
                <a:custGeom>
                  <a:avLst/>
                  <a:gdLst/>
                  <a:ahLst/>
                  <a:cxnLst/>
                  <a:rect l="l" t="t" r="r" b="b"/>
                  <a:pathLst>
                    <a:path w="182831" h="311502" extrusionOk="0">
                      <a:moveTo>
                        <a:pt x="146089" y="56177"/>
                      </a:moveTo>
                      <a:cubicBezTo>
                        <a:pt x="109083" y="12039"/>
                        <a:pt x="52994" y="-6619"/>
                        <a:pt x="0" y="2084"/>
                      </a:cubicBezTo>
                      <a:cubicBezTo>
                        <a:pt x="2233" y="2557"/>
                        <a:pt x="275394" y="61136"/>
                        <a:pt x="55568" y="311487"/>
                      </a:cubicBezTo>
                      <a:cubicBezTo>
                        <a:pt x="55579" y="311492"/>
                        <a:pt x="55591" y="311498"/>
                        <a:pt x="55605" y="311503"/>
                      </a:cubicBezTo>
                      <a:cubicBezTo>
                        <a:pt x="80947" y="306604"/>
                        <a:pt x="105442" y="295407"/>
                        <a:pt x="126624" y="277650"/>
                      </a:cubicBezTo>
                      <a:cubicBezTo>
                        <a:pt x="193156" y="221867"/>
                        <a:pt x="201872" y="122709"/>
                        <a:pt x="146089" y="5617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65" name="Google Shape;1365;p2"/>
                <p:cNvSpPr/>
                <p:nvPr/>
              </p:nvSpPr>
              <p:spPr>
                <a:xfrm>
                  <a:off x="7356112" y="1780597"/>
                  <a:ext cx="34539" cy="31883"/>
                </a:xfrm>
                <a:custGeom>
                  <a:avLst/>
                  <a:gdLst/>
                  <a:ahLst/>
                  <a:cxnLst/>
                  <a:rect l="l" t="t" r="r" b="b"/>
                  <a:pathLst>
                    <a:path w="34539" h="31883" extrusionOk="0">
                      <a:moveTo>
                        <a:pt x="14133" y="29213"/>
                      </a:moveTo>
                      <a:cubicBezTo>
                        <a:pt x="-1732" y="21898"/>
                        <a:pt x="-3990" y="8712"/>
                        <a:pt x="6102" y="2238"/>
                      </a:cubicBezTo>
                      <a:cubicBezTo>
                        <a:pt x="16195" y="-4238"/>
                        <a:pt x="30114" y="4241"/>
                        <a:pt x="33667" y="16135"/>
                      </a:cubicBezTo>
                      <a:cubicBezTo>
                        <a:pt x="37222" y="28029"/>
                        <a:pt x="29763" y="36419"/>
                        <a:pt x="14133" y="29213"/>
                      </a:cubicBezTo>
                      <a:close/>
                    </a:path>
                  </a:pathLst>
                </a:custGeom>
                <a:solidFill>
                  <a:srgbClr val="91919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66" name="Google Shape;1366;p2"/>
                <p:cNvSpPr/>
                <p:nvPr/>
              </p:nvSpPr>
              <p:spPr>
                <a:xfrm>
                  <a:off x="7287872" y="1573869"/>
                  <a:ext cx="71439" cy="196481"/>
                </a:xfrm>
                <a:custGeom>
                  <a:avLst/>
                  <a:gdLst/>
                  <a:ahLst/>
                  <a:cxnLst/>
                  <a:rect l="l" t="t" r="r" b="b"/>
                  <a:pathLst>
                    <a:path w="71439" h="196481" extrusionOk="0">
                      <a:moveTo>
                        <a:pt x="19686" y="28171"/>
                      </a:moveTo>
                      <a:cubicBezTo>
                        <a:pt x="-1676" y="69726"/>
                        <a:pt x="-14723" y="156114"/>
                        <a:pt x="29621" y="188051"/>
                      </a:cubicBezTo>
                      <a:cubicBezTo>
                        <a:pt x="73965" y="219989"/>
                        <a:pt x="79282" y="153231"/>
                        <a:pt x="63008" y="120226"/>
                      </a:cubicBezTo>
                      <a:cubicBezTo>
                        <a:pt x="46734" y="87223"/>
                        <a:pt x="43525" y="33177"/>
                        <a:pt x="56669" y="12150"/>
                      </a:cubicBezTo>
                      <a:cubicBezTo>
                        <a:pt x="69814" y="-8874"/>
                        <a:pt x="35213" y="-2032"/>
                        <a:pt x="19686" y="28171"/>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367" name="Google Shape;1367;p2"/>
              <p:cNvSpPr/>
              <p:nvPr/>
            </p:nvSpPr>
            <p:spPr>
              <a:xfrm>
                <a:off x="6918298" y="1239841"/>
                <a:ext cx="313321" cy="197596"/>
              </a:xfrm>
              <a:custGeom>
                <a:avLst/>
                <a:gdLst/>
                <a:ahLst/>
                <a:cxnLst/>
                <a:rect l="l" t="t" r="r" b="b"/>
                <a:pathLst>
                  <a:path w="313321" h="197596" extrusionOk="0">
                    <a:moveTo>
                      <a:pt x="313322" y="197596"/>
                    </a:moveTo>
                    <a:cubicBezTo>
                      <a:pt x="313322" y="197596"/>
                      <a:pt x="93257" y="-57190"/>
                      <a:pt x="0" y="11872"/>
                    </a:cubicBezTo>
                    <a:cubicBezTo>
                      <a:pt x="28159" y="28494"/>
                      <a:pt x="3914" y="64898"/>
                      <a:pt x="3914" y="64898"/>
                    </a:cubicBezTo>
                    <a:cubicBezTo>
                      <a:pt x="3914" y="64898"/>
                      <a:pt x="113902" y="-3656"/>
                      <a:pt x="313322" y="197596"/>
                    </a:cubicBezTo>
                    <a:close/>
                  </a:path>
                </a:pathLst>
              </a:custGeom>
              <a:solidFill>
                <a:srgbClr val="1A6B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68" name="Google Shape;1368;p2"/>
              <p:cNvSpPr/>
              <p:nvPr/>
            </p:nvSpPr>
            <p:spPr>
              <a:xfrm rot="-3617442">
                <a:off x="7209964" y="1198190"/>
                <a:ext cx="315053" cy="315053"/>
              </a:xfrm>
              <a:custGeom>
                <a:avLst/>
                <a:gdLst/>
                <a:ahLst/>
                <a:cxnLst/>
                <a:rect l="l" t="t" r="r" b="b"/>
                <a:pathLst>
                  <a:path w="315435" h="315435" extrusionOk="0">
                    <a:moveTo>
                      <a:pt x="315435" y="157717"/>
                    </a:moveTo>
                    <a:cubicBezTo>
                      <a:pt x="315435" y="244822"/>
                      <a:pt x="244823" y="315435"/>
                      <a:pt x="157718" y="315435"/>
                    </a:cubicBezTo>
                    <a:cubicBezTo>
                      <a:pt x="70613" y="315435"/>
                      <a:pt x="0" y="244822"/>
                      <a:pt x="0" y="157717"/>
                    </a:cubicBezTo>
                    <a:cubicBezTo>
                      <a:pt x="0" y="70613"/>
                      <a:pt x="70613" y="0"/>
                      <a:pt x="157718" y="0"/>
                    </a:cubicBezTo>
                    <a:cubicBezTo>
                      <a:pt x="244823" y="0"/>
                      <a:pt x="315435" y="70613"/>
                      <a:pt x="315435" y="15771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369" name="Google Shape;1369;p2"/>
              <p:cNvGrpSpPr/>
              <p:nvPr/>
            </p:nvGrpSpPr>
            <p:grpSpPr>
              <a:xfrm>
                <a:off x="7139374" y="1148885"/>
                <a:ext cx="417383" cy="417383"/>
                <a:chOff x="7139374" y="1148885"/>
                <a:chExt cx="417383" cy="417383"/>
              </a:xfrm>
            </p:grpSpPr>
            <p:sp>
              <p:nvSpPr>
                <p:cNvPr id="1370" name="Google Shape;1370;p2"/>
                <p:cNvSpPr/>
                <p:nvPr/>
              </p:nvSpPr>
              <p:spPr>
                <a:xfrm rot="-3909890">
                  <a:off x="7190863" y="1200374"/>
                  <a:ext cx="314406" cy="314406"/>
                </a:xfrm>
                <a:custGeom>
                  <a:avLst/>
                  <a:gdLst/>
                  <a:ahLst/>
                  <a:cxnLst/>
                  <a:rect l="l" t="t" r="r" b="b"/>
                  <a:pathLst>
                    <a:path w="314413" h="314413" extrusionOk="0">
                      <a:moveTo>
                        <a:pt x="314414" y="157207"/>
                      </a:moveTo>
                      <a:cubicBezTo>
                        <a:pt x="314414" y="244030"/>
                        <a:pt x="244030" y="314414"/>
                        <a:pt x="157207" y="314414"/>
                      </a:cubicBezTo>
                      <a:cubicBezTo>
                        <a:pt x="70384" y="314414"/>
                        <a:pt x="0" y="244030"/>
                        <a:pt x="0" y="157207"/>
                      </a:cubicBezTo>
                      <a:cubicBezTo>
                        <a:pt x="0" y="70384"/>
                        <a:pt x="70384" y="0"/>
                        <a:pt x="157207" y="0"/>
                      </a:cubicBezTo>
                      <a:cubicBezTo>
                        <a:pt x="244030" y="0"/>
                        <a:pt x="314414" y="70384"/>
                        <a:pt x="314414" y="157207"/>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71" name="Google Shape;1371;p2"/>
                <p:cNvSpPr/>
                <p:nvPr/>
              </p:nvSpPr>
              <p:spPr>
                <a:xfrm>
                  <a:off x="7323334" y="1200646"/>
                  <a:ext cx="182059" cy="314330"/>
                </a:xfrm>
                <a:custGeom>
                  <a:avLst/>
                  <a:gdLst/>
                  <a:ahLst/>
                  <a:cxnLst/>
                  <a:rect l="l" t="t" r="r" b="b"/>
                  <a:pathLst>
                    <a:path w="182059" h="314330" extrusionOk="0">
                      <a:moveTo>
                        <a:pt x="26383" y="0"/>
                      </a:moveTo>
                      <a:cubicBezTo>
                        <a:pt x="26760" y="174"/>
                        <a:pt x="270850" y="113605"/>
                        <a:pt x="0" y="312348"/>
                      </a:cubicBezTo>
                      <a:cubicBezTo>
                        <a:pt x="43430" y="319283"/>
                        <a:pt x="89504" y="308100"/>
                        <a:pt x="125851" y="277628"/>
                      </a:cubicBezTo>
                      <a:cubicBezTo>
                        <a:pt x="192383" y="221845"/>
                        <a:pt x="201099" y="122690"/>
                        <a:pt x="145316" y="56158"/>
                      </a:cubicBezTo>
                      <a:cubicBezTo>
                        <a:pt x="114595" y="19518"/>
                        <a:pt x="70720" y="455"/>
                        <a:pt x="26383"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72" name="Google Shape;1372;p2"/>
                <p:cNvSpPr/>
                <p:nvPr/>
              </p:nvSpPr>
              <p:spPr>
                <a:xfrm>
                  <a:off x="7322561" y="1200627"/>
                  <a:ext cx="182831" cy="311502"/>
                </a:xfrm>
                <a:custGeom>
                  <a:avLst/>
                  <a:gdLst/>
                  <a:ahLst/>
                  <a:cxnLst/>
                  <a:rect l="l" t="t" r="r" b="b"/>
                  <a:pathLst>
                    <a:path w="182831" h="311502" extrusionOk="0">
                      <a:moveTo>
                        <a:pt x="146089" y="56177"/>
                      </a:moveTo>
                      <a:cubicBezTo>
                        <a:pt x="109083" y="12039"/>
                        <a:pt x="52994" y="-6619"/>
                        <a:pt x="0" y="2084"/>
                      </a:cubicBezTo>
                      <a:cubicBezTo>
                        <a:pt x="2231" y="2557"/>
                        <a:pt x="275394" y="61136"/>
                        <a:pt x="55568" y="311487"/>
                      </a:cubicBezTo>
                      <a:cubicBezTo>
                        <a:pt x="55579" y="311492"/>
                        <a:pt x="55591" y="311498"/>
                        <a:pt x="55605" y="311503"/>
                      </a:cubicBezTo>
                      <a:cubicBezTo>
                        <a:pt x="80947" y="306604"/>
                        <a:pt x="105442" y="295407"/>
                        <a:pt x="126624" y="277650"/>
                      </a:cubicBezTo>
                      <a:cubicBezTo>
                        <a:pt x="193156" y="221867"/>
                        <a:pt x="201870" y="122709"/>
                        <a:pt x="146089" y="5617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73" name="Google Shape;1373;p2"/>
                <p:cNvSpPr/>
                <p:nvPr/>
              </p:nvSpPr>
              <p:spPr>
                <a:xfrm>
                  <a:off x="7280525" y="1451109"/>
                  <a:ext cx="34538" cy="31883"/>
                </a:xfrm>
                <a:custGeom>
                  <a:avLst/>
                  <a:gdLst/>
                  <a:ahLst/>
                  <a:cxnLst/>
                  <a:rect l="l" t="t" r="r" b="b"/>
                  <a:pathLst>
                    <a:path w="34538" h="31883" extrusionOk="0">
                      <a:moveTo>
                        <a:pt x="14133" y="29213"/>
                      </a:moveTo>
                      <a:cubicBezTo>
                        <a:pt x="-1732" y="21898"/>
                        <a:pt x="-3990" y="8715"/>
                        <a:pt x="6102" y="2238"/>
                      </a:cubicBezTo>
                      <a:cubicBezTo>
                        <a:pt x="16195" y="-4238"/>
                        <a:pt x="30115" y="4241"/>
                        <a:pt x="33667" y="16135"/>
                      </a:cubicBezTo>
                      <a:cubicBezTo>
                        <a:pt x="37219" y="28029"/>
                        <a:pt x="29762" y="36418"/>
                        <a:pt x="14133" y="29213"/>
                      </a:cubicBezTo>
                      <a:close/>
                    </a:path>
                  </a:pathLst>
                </a:custGeom>
                <a:solidFill>
                  <a:srgbClr val="91919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74" name="Google Shape;1374;p2"/>
                <p:cNvSpPr/>
                <p:nvPr/>
              </p:nvSpPr>
              <p:spPr>
                <a:xfrm>
                  <a:off x="7212282" y="1244382"/>
                  <a:ext cx="71440" cy="196481"/>
                </a:xfrm>
                <a:custGeom>
                  <a:avLst/>
                  <a:gdLst/>
                  <a:ahLst/>
                  <a:cxnLst/>
                  <a:rect l="l" t="t" r="r" b="b"/>
                  <a:pathLst>
                    <a:path w="71440" h="196481" extrusionOk="0">
                      <a:moveTo>
                        <a:pt x="19687" y="28170"/>
                      </a:moveTo>
                      <a:cubicBezTo>
                        <a:pt x="-1678" y="69725"/>
                        <a:pt x="-14722" y="156113"/>
                        <a:pt x="29622" y="188051"/>
                      </a:cubicBezTo>
                      <a:cubicBezTo>
                        <a:pt x="73966" y="219988"/>
                        <a:pt x="79283" y="153230"/>
                        <a:pt x="63009" y="120225"/>
                      </a:cubicBezTo>
                      <a:cubicBezTo>
                        <a:pt x="46735" y="87222"/>
                        <a:pt x="43525" y="33176"/>
                        <a:pt x="56670" y="12152"/>
                      </a:cubicBezTo>
                      <a:cubicBezTo>
                        <a:pt x="69817" y="-8875"/>
                        <a:pt x="35216" y="-2032"/>
                        <a:pt x="19687" y="28170"/>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375" name="Google Shape;1375;p2"/>
              <p:cNvSpPr/>
              <p:nvPr/>
            </p:nvSpPr>
            <p:spPr>
              <a:xfrm>
                <a:off x="7444967" y="1301385"/>
                <a:ext cx="315417" cy="315417"/>
              </a:xfrm>
              <a:custGeom>
                <a:avLst/>
                <a:gdLst/>
                <a:ahLst/>
                <a:cxnLst/>
                <a:rect l="l" t="t" r="r" b="b"/>
                <a:pathLst>
                  <a:path w="315417" h="315417" extrusionOk="0">
                    <a:moveTo>
                      <a:pt x="315418" y="157709"/>
                    </a:moveTo>
                    <a:cubicBezTo>
                      <a:pt x="315418" y="244809"/>
                      <a:pt x="244809" y="315418"/>
                      <a:pt x="157709" y="315418"/>
                    </a:cubicBezTo>
                    <a:cubicBezTo>
                      <a:pt x="70609" y="315418"/>
                      <a:pt x="0" y="244809"/>
                      <a:pt x="0" y="157709"/>
                    </a:cubicBezTo>
                    <a:cubicBezTo>
                      <a:pt x="0" y="70609"/>
                      <a:pt x="70609" y="0"/>
                      <a:pt x="157709" y="0"/>
                    </a:cubicBezTo>
                    <a:cubicBezTo>
                      <a:pt x="244809" y="0"/>
                      <a:pt x="315418" y="70609"/>
                      <a:pt x="315418" y="157709"/>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376" name="Google Shape;1376;p2"/>
              <p:cNvGrpSpPr/>
              <p:nvPr/>
            </p:nvGrpSpPr>
            <p:grpSpPr>
              <a:xfrm>
                <a:off x="7423701" y="1305855"/>
                <a:ext cx="314416" cy="314411"/>
                <a:chOff x="7423701" y="1305855"/>
                <a:chExt cx="314416" cy="314411"/>
              </a:xfrm>
            </p:grpSpPr>
            <p:sp>
              <p:nvSpPr>
                <p:cNvPr id="1377" name="Google Shape;1377;p2"/>
                <p:cNvSpPr/>
                <p:nvPr/>
              </p:nvSpPr>
              <p:spPr>
                <a:xfrm>
                  <a:off x="7423701" y="1305855"/>
                  <a:ext cx="314411" cy="314411"/>
                </a:xfrm>
                <a:custGeom>
                  <a:avLst/>
                  <a:gdLst/>
                  <a:ahLst/>
                  <a:cxnLst/>
                  <a:rect l="l" t="t" r="r" b="b"/>
                  <a:pathLst>
                    <a:path w="314411" h="314411" extrusionOk="0">
                      <a:moveTo>
                        <a:pt x="314412" y="157206"/>
                      </a:moveTo>
                      <a:cubicBezTo>
                        <a:pt x="314412" y="244028"/>
                        <a:pt x="244028" y="314412"/>
                        <a:pt x="157206" y="314412"/>
                      </a:cubicBezTo>
                      <a:cubicBezTo>
                        <a:pt x="70383" y="314412"/>
                        <a:pt x="0" y="244028"/>
                        <a:pt x="0" y="157206"/>
                      </a:cubicBezTo>
                      <a:cubicBezTo>
                        <a:pt x="0" y="70384"/>
                        <a:pt x="70383" y="0"/>
                        <a:pt x="157206" y="0"/>
                      </a:cubicBezTo>
                      <a:cubicBezTo>
                        <a:pt x="244028" y="0"/>
                        <a:pt x="314412" y="70384"/>
                        <a:pt x="314412" y="157206"/>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78" name="Google Shape;1378;p2"/>
                <p:cNvSpPr/>
                <p:nvPr/>
              </p:nvSpPr>
              <p:spPr>
                <a:xfrm>
                  <a:off x="7556058" y="1305900"/>
                  <a:ext cx="182059" cy="314330"/>
                </a:xfrm>
                <a:custGeom>
                  <a:avLst/>
                  <a:gdLst/>
                  <a:ahLst/>
                  <a:cxnLst/>
                  <a:rect l="l" t="t" r="r" b="b"/>
                  <a:pathLst>
                    <a:path w="182059" h="314330" extrusionOk="0">
                      <a:moveTo>
                        <a:pt x="26383" y="0"/>
                      </a:moveTo>
                      <a:cubicBezTo>
                        <a:pt x="26760" y="174"/>
                        <a:pt x="270850" y="113605"/>
                        <a:pt x="0" y="312348"/>
                      </a:cubicBezTo>
                      <a:cubicBezTo>
                        <a:pt x="43430" y="319283"/>
                        <a:pt x="89504" y="308100"/>
                        <a:pt x="125851" y="277628"/>
                      </a:cubicBezTo>
                      <a:cubicBezTo>
                        <a:pt x="192383" y="221845"/>
                        <a:pt x="201100" y="122690"/>
                        <a:pt x="145316" y="56158"/>
                      </a:cubicBezTo>
                      <a:cubicBezTo>
                        <a:pt x="114595" y="19516"/>
                        <a:pt x="70720" y="453"/>
                        <a:pt x="26383"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79" name="Google Shape;1379;p2"/>
                <p:cNvSpPr/>
                <p:nvPr/>
              </p:nvSpPr>
              <p:spPr>
                <a:xfrm>
                  <a:off x="7555285" y="1305881"/>
                  <a:ext cx="182832" cy="311502"/>
                </a:xfrm>
                <a:custGeom>
                  <a:avLst/>
                  <a:gdLst/>
                  <a:ahLst/>
                  <a:cxnLst/>
                  <a:rect l="l" t="t" r="r" b="b"/>
                  <a:pathLst>
                    <a:path w="182832" h="311502" extrusionOk="0">
                      <a:moveTo>
                        <a:pt x="146089" y="56177"/>
                      </a:moveTo>
                      <a:cubicBezTo>
                        <a:pt x="109083" y="12039"/>
                        <a:pt x="52994" y="-6619"/>
                        <a:pt x="0" y="2084"/>
                      </a:cubicBezTo>
                      <a:cubicBezTo>
                        <a:pt x="2234" y="2557"/>
                        <a:pt x="275395" y="61136"/>
                        <a:pt x="55568" y="311487"/>
                      </a:cubicBezTo>
                      <a:cubicBezTo>
                        <a:pt x="55580" y="311492"/>
                        <a:pt x="55591" y="311498"/>
                        <a:pt x="55605" y="311503"/>
                      </a:cubicBezTo>
                      <a:cubicBezTo>
                        <a:pt x="80947" y="306604"/>
                        <a:pt x="105442" y="295409"/>
                        <a:pt x="126624" y="277650"/>
                      </a:cubicBezTo>
                      <a:cubicBezTo>
                        <a:pt x="193156" y="221864"/>
                        <a:pt x="201872" y="122709"/>
                        <a:pt x="146089" y="5617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80" name="Google Shape;1380;p2"/>
                <p:cNvSpPr/>
                <p:nvPr/>
              </p:nvSpPr>
              <p:spPr>
                <a:xfrm>
                  <a:off x="7513249" y="1556363"/>
                  <a:ext cx="34539" cy="31883"/>
                </a:xfrm>
                <a:custGeom>
                  <a:avLst/>
                  <a:gdLst/>
                  <a:ahLst/>
                  <a:cxnLst/>
                  <a:rect l="l" t="t" r="r" b="b"/>
                  <a:pathLst>
                    <a:path w="34539" h="31883" extrusionOk="0">
                      <a:moveTo>
                        <a:pt x="14133" y="29213"/>
                      </a:moveTo>
                      <a:cubicBezTo>
                        <a:pt x="-1732" y="21898"/>
                        <a:pt x="-3990" y="8713"/>
                        <a:pt x="6102" y="2239"/>
                      </a:cubicBezTo>
                      <a:cubicBezTo>
                        <a:pt x="16195" y="-4238"/>
                        <a:pt x="30114" y="4239"/>
                        <a:pt x="33667" y="16135"/>
                      </a:cubicBezTo>
                      <a:cubicBezTo>
                        <a:pt x="37222" y="28027"/>
                        <a:pt x="29763" y="36419"/>
                        <a:pt x="14133" y="29213"/>
                      </a:cubicBezTo>
                      <a:close/>
                    </a:path>
                  </a:pathLst>
                </a:custGeom>
                <a:solidFill>
                  <a:srgbClr val="91919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81" name="Google Shape;1381;p2"/>
                <p:cNvSpPr/>
                <p:nvPr/>
              </p:nvSpPr>
              <p:spPr>
                <a:xfrm>
                  <a:off x="7445008" y="1349636"/>
                  <a:ext cx="71440" cy="196481"/>
                </a:xfrm>
                <a:custGeom>
                  <a:avLst/>
                  <a:gdLst/>
                  <a:ahLst/>
                  <a:cxnLst/>
                  <a:rect l="l" t="t" r="r" b="b"/>
                  <a:pathLst>
                    <a:path w="71440" h="196481" extrusionOk="0">
                      <a:moveTo>
                        <a:pt x="19687" y="28170"/>
                      </a:moveTo>
                      <a:cubicBezTo>
                        <a:pt x="-1678" y="69725"/>
                        <a:pt x="-14722" y="156113"/>
                        <a:pt x="29622" y="188051"/>
                      </a:cubicBezTo>
                      <a:cubicBezTo>
                        <a:pt x="73966" y="219988"/>
                        <a:pt x="79283" y="153230"/>
                        <a:pt x="63009" y="120225"/>
                      </a:cubicBezTo>
                      <a:cubicBezTo>
                        <a:pt x="46735" y="87220"/>
                        <a:pt x="43525" y="33177"/>
                        <a:pt x="56670" y="12152"/>
                      </a:cubicBezTo>
                      <a:cubicBezTo>
                        <a:pt x="69814" y="-8874"/>
                        <a:pt x="35214" y="-2033"/>
                        <a:pt x="19687" y="28170"/>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382" name="Google Shape;1382;p2"/>
              <p:cNvSpPr/>
              <p:nvPr/>
            </p:nvSpPr>
            <p:spPr>
              <a:xfrm rot="-2700000">
                <a:off x="7146853" y="1374284"/>
                <a:ext cx="315589" cy="315589"/>
              </a:xfrm>
              <a:custGeom>
                <a:avLst/>
                <a:gdLst/>
                <a:ahLst/>
                <a:cxnLst/>
                <a:rect l="l" t="t" r="r" b="b"/>
                <a:pathLst>
                  <a:path w="315414" h="315414" extrusionOk="0">
                    <a:moveTo>
                      <a:pt x="315415" y="157707"/>
                    </a:moveTo>
                    <a:cubicBezTo>
                      <a:pt x="315415" y="244807"/>
                      <a:pt x="244807" y="315415"/>
                      <a:pt x="157707" y="315415"/>
                    </a:cubicBezTo>
                    <a:cubicBezTo>
                      <a:pt x="70608" y="315415"/>
                      <a:pt x="0" y="244807"/>
                      <a:pt x="0" y="157707"/>
                    </a:cubicBezTo>
                    <a:cubicBezTo>
                      <a:pt x="0" y="70608"/>
                      <a:pt x="70608" y="0"/>
                      <a:pt x="157707" y="0"/>
                    </a:cubicBezTo>
                    <a:cubicBezTo>
                      <a:pt x="244807" y="0"/>
                      <a:pt x="315415" y="70608"/>
                      <a:pt x="315415" y="15770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383" name="Google Shape;1383;p2"/>
              <p:cNvGrpSpPr/>
              <p:nvPr/>
            </p:nvGrpSpPr>
            <p:grpSpPr>
              <a:xfrm>
                <a:off x="7100195" y="1354589"/>
                <a:ext cx="378880" cy="378880"/>
                <a:chOff x="7100195" y="1354589"/>
                <a:chExt cx="378880" cy="378880"/>
              </a:xfrm>
            </p:grpSpPr>
            <p:sp>
              <p:nvSpPr>
                <p:cNvPr id="1384" name="Google Shape;1384;p2"/>
                <p:cNvSpPr/>
                <p:nvPr/>
              </p:nvSpPr>
              <p:spPr>
                <a:xfrm rot="-806735">
                  <a:off x="7132438" y="1386832"/>
                  <a:ext cx="314394" cy="314394"/>
                </a:xfrm>
                <a:custGeom>
                  <a:avLst/>
                  <a:gdLst/>
                  <a:ahLst/>
                  <a:cxnLst/>
                  <a:rect l="l" t="t" r="r" b="b"/>
                  <a:pathLst>
                    <a:path w="314423" h="314423" extrusionOk="0">
                      <a:moveTo>
                        <a:pt x="314423" y="157212"/>
                      </a:moveTo>
                      <a:cubicBezTo>
                        <a:pt x="314423" y="244037"/>
                        <a:pt x="244037" y="314423"/>
                        <a:pt x="157211" y="314423"/>
                      </a:cubicBezTo>
                      <a:cubicBezTo>
                        <a:pt x="70386" y="314423"/>
                        <a:pt x="0" y="244037"/>
                        <a:pt x="0" y="157212"/>
                      </a:cubicBezTo>
                      <a:cubicBezTo>
                        <a:pt x="0" y="70386"/>
                        <a:pt x="70386" y="0"/>
                        <a:pt x="157211" y="0"/>
                      </a:cubicBezTo>
                      <a:cubicBezTo>
                        <a:pt x="244037" y="0"/>
                        <a:pt x="314423" y="70386"/>
                        <a:pt x="314423" y="157212"/>
                      </a:cubicBezTo>
                      <a:close/>
                    </a:path>
                  </a:pathLst>
                </a:custGeom>
                <a:solidFill>
                  <a:srgbClr val="4327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85" name="Google Shape;1385;p2"/>
                <p:cNvSpPr/>
                <p:nvPr/>
              </p:nvSpPr>
              <p:spPr>
                <a:xfrm>
                  <a:off x="7264645" y="1386882"/>
                  <a:ext cx="182059" cy="314330"/>
                </a:xfrm>
                <a:custGeom>
                  <a:avLst/>
                  <a:gdLst/>
                  <a:ahLst/>
                  <a:cxnLst/>
                  <a:rect l="l" t="t" r="r" b="b"/>
                  <a:pathLst>
                    <a:path w="182059" h="314330" extrusionOk="0">
                      <a:moveTo>
                        <a:pt x="26383" y="0"/>
                      </a:moveTo>
                      <a:cubicBezTo>
                        <a:pt x="26760" y="174"/>
                        <a:pt x="270850" y="113605"/>
                        <a:pt x="0" y="312348"/>
                      </a:cubicBezTo>
                      <a:cubicBezTo>
                        <a:pt x="43429" y="319283"/>
                        <a:pt x="89504" y="308100"/>
                        <a:pt x="125851" y="277628"/>
                      </a:cubicBezTo>
                      <a:cubicBezTo>
                        <a:pt x="192383" y="221845"/>
                        <a:pt x="201099" y="122690"/>
                        <a:pt x="145316" y="56158"/>
                      </a:cubicBezTo>
                      <a:cubicBezTo>
                        <a:pt x="114595" y="19516"/>
                        <a:pt x="70717" y="455"/>
                        <a:pt x="26383"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86" name="Google Shape;1386;p2"/>
                <p:cNvSpPr/>
                <p:nvPr/>
              </p:nvSpPr>
              <p:spPr>
                <a:xfrm>
                  <a:off x="7263870" y="1386862"/>
                  <a:ext cx="182832" cy="311502"/>
                </a:xfrm>
                <a:custGeom>
                  <a:avLst/>
                  <a:gdLst/>
                  <a:ahLst/>
                  <a:cxnLst/>
                  <a:rect l="l" t="t" r="r" b="b"/>
                  <a:pathLst>
                    <a:path w="182832" h="311502" extrusionOk="0">
                      <a:moveTo>
                        <a:pt x="146089" y="56177"/>
                      </a:moveTo>
                      <a:cubicBezTo>
                        <a:pt x="109083" y="12039"/>
                        <a:pt x="52994" y="-6619"/>
                        <a:pt x="0" y="2084"/>
                      </a:cubicBezTo>
                      <a:cubicBezTo>
                        <a:pt x="2233" y="2557"/>
                        <a:pt x="275394" y="61136"/>
                        <a:pt x="55568" y="311487"/>
                      </a:cubicBezTo>
                      <a:cubicBezTo>
                        <a:pt x="55579" y="311492"/>
                        <a:pt x="55591" y="311498"/>
                        <a:pt x="55605" y="311503"/>
                      </a:cubicBezTo>
                      <a:cubicBezTo>
                        <a:pt x="80947" y="306604"/>
                        <a:pt x="105442" y="295407"/>
                        <a:pt x="126624" y="277647"/>
                      </a:cubicBezTo>
                      <a:cubicBezTo>
                        <a:pt x="193158" y="221864"/>
                        <a:pt x="201872" y="122709"/>
                        <a:pt x="146089" y="5617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87" name="Google Shape;1387;p2"/>
                <p:cNvSpPr/>
                <p:nvPr/>
              </p:nvSpPr>
              <p:spPr>
                <a:xfrm>
                  <a:off x="7221837" y="1637345"/>
                  <a:ext cx="34538" cy="31883"/>
                </a:xfrm>
                <a:custGeom>
                  <a:avLst/>
                  <a:gdLst/>
                  <a:ahLst/>
                  <a:cxnLst/>
                  <a:rect l="l" t="t" r="r" b="b"/>
                  <a:pathLst>
                    <a:path w="34538" h="31883" extrusionOk="0">
                      <a:moveTo>
                        <a:pt x="14133" y="29213"/>
                      </a:moveTo>
                      <a:cubicBezTo>
                        <a:pt x="-1732" y="21898"/>
                        <a:pt x="-3990" y="8712"/>
                        <a:pt x="6102" y="2238"/>
                      </a:cubicBezTo>
                      <a:cubicBezTo>
                        <a:pt x="16195" y="-4238"/>
                        <a:pt x="30115" y="4241"/>
                        <a:pt x="33667" y="16135"/>
                      </a:cubicBezTo>
                      <a:cubicBezTo>
                        <a:pt x="37219" y="28029"/>
                        <a:pt x="29762" y="36418"/>
                        <a:pt x="14133" y="29213"/>
                      </a:cubicBezTo>
                      <a:close/>
                    </a:path>
                  </a:pathLst>
                </a:custGeom>
                <a:solidFill>
                  <a:srgbClr val="91919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88" name="Google Shape;1388;p2"/>
                <p:cNvSpPr/>
                <p:nvPr/>
              </p:nvSpPr>
              <p:spPr>
                <a:xfrm>
                  <a:off x="7153594" y="1430618"/>
                  <a:ext cx="71439" cy="196481"/>
                </a:xfrm>
                <a:custGeom>
                  <a:avLst/>
                  <a:gdLst/>
                  <a:ahLst/>
                  <a:cxnLst/>
                  <a:rect l="l" t="t" r="r" b="b"/>
                  <a:pathLst>
                    <a:path w="71439" h="196481" extrusionOk="0">
                      <a:moveTo>
                        <a:pt x="19686" y="28170"/>
                      </a:moveTo>
                      <a:cubicBezTo>
                        <a:pt x="-1676" y="69725"/>
                        <a:pt x="-14723" y="156113"/>
                        <a:pt x="29621" y="188051"/>
                      </a:cubicBezTo>
                      <a:cubicBezTo>
                        <a:pt x="73965" y="219988"/>
                        <a:pt x="79282" y="153230"/>
                        <a:pt x="63008" y="120225"/>
                      </a:cubicBezTo>
                      <a:cubicBezTo>
                        <a:pt x="46734" y="87222"/>
                        <a:pt x="43525" y="33177"/>
                        <a:pt x="56669" y="12152"/>
                      </a:cubicBezTo>
                      <a:cubicBezTo>
                        <a:pt x="69814" y="-8874"/>
                        <a:pt x="35213" y="-2033"/>
                        <a:pt x="19686" y="28170"/>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grpSp>
          <p:nvGrpSpPr>
            <p:cNvPr id="1389" name="Google Shape;1389;p2"/>
            <p:cNvGrpSpPr/>
            <p:nvPr/>
          </p:nvGrpSpPr>
          <p:grpSpPr>
            <a:xfrm>
              <a:off x="4887899" y="2271734"/>
              <a:ext cx="179209" cy="179209"/>
              <a:chOff x="4887899" y="2271734"/>
              <a:chExt cx="179209" cy="179209"/>
            </a:xfrm>
          </p:grpSpPr>
          <p:sp>
            <p:nvSpPr>
              <p:cNvPr id="1390" name="Google Shape;1390;p2"/>
              <p:cNvSpPr/>
              <p:nvPr/>
            </p:nvSpPr>
            <p:spPr>
              <a:xfrm rot="-1828368">
                <a:off x="4912051" y="2295886"/>
                <a:ext cx="130905" cy="130905"/>
              </a:xfrm>
              <a:custGeom>
                <a:avLst/>
                <a:gdLst/>
                <a:ahLst/>
                <a:cxnLst/>
                <a:rect l="l" t="t" r="r" b="b"/>
                <a:pathLst>
                  <a:path w="130809" h="130809" extrusionOk="0">
                    <a:moveTo>
                      <a:pt x="130810" y="65405"/>
                    </a:moveTo>
                    <a:cubicBezTo>
                      <a:pt x="130810" y="101527"/>
                      <a:pt x="101527" y="130810"/>
                      <a:pt x="65405" y="130810"/>
                    </a:cubicBezTo>
                    <a:cubicBezTo>
                      <a:pt x="29283" y="130810"/>
                      <a:pt x="0" y="101527"/>
                      <a:pt x="0" y="65405"/>
                    </a:cubicBezTo>
                    <a:cubicBezTo>
                      <a:pt x="0" y="29283"/>
                      <a:pt x="29283" y="0"/>
                      <a:pt x="65405" y="0"/>
                    </a:cubicBezTo>
                    <a:cubicBezTo>
                      <a:pt x="101527" y="0"/>
                      <a:pt x="130810" y="29283"/>
                      <a:pt x="130810" y="65405"/>
                    </a:cubicBezTo>
                    <a:close/>
                  </a:path>
                </a:pathLst>
              </a:custGeom>
              <a:solidFill>
                <a:srgbClr val="5C6EB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91" name="Google Shape;1391;p2"/>
              <p:cNvSpPr/>
              <p:nvPr/>
            </p:nvSpPr>
            <p:spPr>
              <a:xfrm>
                <a:off x="4911967" y="2299682"/>
                <a:ext cx="109358" cy="127054"/>
              </a:xfrm>
              <a:custGeom>
                <a:avLst/>
                <a:gdLst/>
                <a:ahLst/>
                <a:cxnLst/>
                <a:rect l="l" t="t" r="r" b="b"/>
                <a:pathLst>
                  <a:path w="109358" h="127054" extrusionOk="0">
                    <a:moveTo>
                      <a:pt x="109358" y="109996"/>
                    </a:moveTo>
                    <a:cubicBezTo>
                      <a:pt x="99044" y="113644"/>
                      <a:pt x="87692" y="114794"/>
                      <a:pt x="76152" y="112736"/>
                    </a:cubicBezTo>
                    <a:cubicBezTo>
                      <a:pt x="40591" y="106402"/>
                      <a:pt x="16901" y="72437"/>
                      <a:pt x="23236" y="36878"/>
                    </a:cubicBezTo>
                    <a:cubicBezTo>
                      <a:pt x="25874" y="22076"/>
                      <a:pt x="33342" y="9380"/>
                      <a:pt x="43677" y="0"/>
                    </a:cubicBezTo>
                    <a:cubicBezTo>
                      <a:pt x="22209" y="7594"/>
                      <a:pt x="5304" y="26154"/>
                      <a:pt x="1025" y="50175"/>
                    </a:cubicBezTo>
                    <a:cubicBezTo>
                      <a:pt x="-5310" y="85736"/>
                      <a:pt x="18380" y="119700"/>
                      <a:pt x="53941" y="126034"/>
                    </a:cubicBezTo>
                    <a:cubicBezTo>
                      <a:pt x="74698" y="129733"/>
                      <a:pt x="94867" y="123149"/>
                      <a:pt x="109358" y="109996"/>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92" name="Google Shape;1392;p2"/>
              <p:cNvSpPr/>
              <p:nvPr/>
            </p:nvSpPr>
            <p:spPr>
              <a:xfrm>
                <a:off x="5006065" y="2363935"/>
                <a:ext cx="24175" cy="40565"/>
              </a:xfrm>
              <a:custGeom>
                <a:avLst/>
                <a:gdLst/>
                <a:ahLst/>
                <a:cxnLst/>
                <a:rect l="l" t="t" r="r" b="b"/>
                <a:pathLst>
                  <a:path w="24175" h="40565" extrusionOk="0">
                    <a:moveTo>
                      <a:pt x="19464" y="22148"/>
                    </a:moveTo>
                    <a:cubicBezTo>
                      <a:pt x="16787" y="17409"/>
                      <a:pt x="26937" y="12049"/>
                      <a:pt x="22673" y="9349"/>
                    </a:cubicBezTo>
                    <a:cubicBezTo>
                      <a:pt x="18410" y="6647"/>
                      <a:pt x="26795" y="-2426"/>
                      <a:pt x="23300" y="616"/>
                    </a:cubicBezTo>
                    <a:cubicBezTo>
                      <a:pt x="19804" y="3661"/>
                      <a:pt x="16160" y="4736"/>
                      <a:pt x="14480" y="2066"/>
                    </a:cubicBezTo>
                    <a:cubicBezTo>
                      <a:pt x="12800" y="-607"/>
                      <a:pt x="9817" y="10078"/>
                      <a:pt x="9065" y="11884"/>
                    </a:cubicBezTo>
                    <a:cubicBezTo>
                      <a:pt x="8310" y="13690"/>
                      <a:pt x="-1844" y="10156"/>
                      <a:pt x="296" y="18733"/>
                    </a:cubicBezTo>
                    <a:cubicBezTo>
                      <a:pt x="2433" y="27310"/>
                      <a:pt x="10891" y="23424"/>
                      <a:pt x="5668" y="28533"/>
                    </a:cubicBezTo>
                    <a:cubicBezTo>
                      <a:pt x="444" y="33642"/>
                      <a:pt x="-651" y="40996"/>
                      <a:pt x="2881" y="40546"/>
                    </a:cubicBezTo>
                    <a:cubicBezTo>
                      <a:pt x="6413" y="40095"/>
                      <a:pt x="7522" y="31450"/>
                      <a:pt x="11618" y="30241"/>
                    </a:cubicBezTo>
                    <a:cubicBezTo>
                      <a:pt x="15715" y="29031"/>
                      <a:pt x="22035" y="26706"/>
                      <a:pt x="19464" y="22148"/>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93" name="Google Shape;1393;p2"/>
              <p:cNvSpPr/>
              <p:nvPr/>
            </p:nvSpPr>
            <p:spPr>
              <a:xfrm>
                <a:off x="5013958" y="2375937"/>
                <a:ext cx="9539" cy="13234"/>
              </a:xfrm>
              <a:custGeom>
                <a:avLst/>
                <a:gdLst/>
                <a:ahLst/>
                <a:cxnLst/>
                <a:rect l="l" t="t" r="r" b="b"/>
                <a:pathLst>
                  <a:path w="9539" h="13234" extrusionOk="0">
                    <a:moveTo>
                      <a:pt x="886" y="13016"/>
                    </a:moveTo>
                    <a:cubicBezTo>
                      <a:pt x="-643" y="12088"/>
                      <a:pt x="-143" y="8471"/>
                      <a:pt x="2002" y="4937"/>
                    </a:cubicBezTo>
                    <a:cubicBezTo>
                      <a:pt x="4146" y="1403"/>
                      <a:pt x="7124" y="-710"/>
                      <a:pt x="8654" y="219"/>
                    </a:cubicBezTo>
                    <a:cubicBezTo>
                      <a:pt x="10183" y="1147"/>
                      <a:pt x="9683" y="4763"/>
                      <a:pt x="7538" y="8297"/>
                    </a:cubicBezTo>
                    <a:cubicBezTo>
                      <a:pt x="5394" y="11831"/>
                      <a:pt x="2415" y="13944"/>
                      <a:pt x="886" y="13016"/>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94" name="Google Shape;1394;p2"/>
              <p:cNvSpPr/>
              <p:nvPr/>
            </p:nvSpPr>
            <p:spPr>
              <a:xfrm>
                <a:off x="4993564" y="2312064"/>
                <a:ext cx="34911" cy="47645"/>
              </a:xfrm>
              <a:custGeom>
                <a:avLst/>
                <a:gdLst/>
                <a:ahLst/>
                <a:cxnLst/>
                <a:rect l="l" t="t" r="r" b="b"/>
                <a:pathLst>
                  <a:path w="34911" h="47645" extrusionOk="0">
                    <a:moveTo>
                      <a:pt x="3728" y="42"/>
                    </a:moveTo>
                    <a:cubicBezTo>
                      <a:pt x="30379" y="3018"/>
                      <a:pt x="40144" y="32720"/>
                      <a:pt x="32262" y="45028"/>
                    </a:cubicBezTo>
                    <a:cubicBezTo>
                      <a:pt x="24380" y="57336"/>
                      <a:pt x="25857" y="22319"/>
                      <a:pt x="15540" y="20911"/>
                    </a:cubicBezTo>
                    <a:cubicBezTo>
                      <a:pt x="5223" y="19502"/>
                      <a:pt x="-6001" y="-1046"/>
                      <a:pt x="3728" y="42"/>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95" name="Google Shape;1395;p2"/>
              <p:cNvSpPr/>
              <p:nvPr/>
            </p:nvSpPr>
            <p:spPr>
              <a:xfrm>
                <a:off x="4975184" y="2304354"/>
                <a:ext cx="12304" cy="12304"/>
              </a:xfrm>
              <a:custGeom>
                <a:avLst/>
                <a:gdLst/>
                <a:ahLst/>
                <a:cxnLst/>
                <a:rect l="l" t="t" r="r" b="b"/>
                <a:pathLst>
                  <a:path w="12304" h="12304" extrusionOk="0">
                    <a:moveTo>
                      <a:pt x="5073" y="12208"/>
                    </a:moveTo>
                    <a:cubicBezTo>
                      <a:pt x="1729" y="11611"/>
                      <a:pt x="-500" y="8418"/>
                      <a:pt x="97" y="5073"/>
                    </a:cubicBezTo>
                    <a:cubicBezTo>
                      <a:pt x="693" y="1729"/>
                      <a:pt x="3887" y="-500"/>
                      <a:pt x="7231" y="97"/>
                    </a:cubicBezTo>
                    <a:cubicBezTo>
                      <a:pt x="10576" y="693"/>
                      <a:pt x="12804" y="3887"/>
                      <a:pt x="12208" y="7231"/>
                    </a:cubicBezTo>
                    <a:cubicBezTo>
                      <a:pt x="11611" y="10576"/>
                      <a:pt x="8418" y="12805"/>
                      <a:pt x="5073" y="12208"/>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396" name="Google Shape;1396;p2"/>
            <p:cNvGrpSpPr/>
            <p:nvPr/>
          </p:nvGrpSpPr>
          <p:grpSpPr>
            <a:xfrm>
              <a:off x="4883479" y="2605452"/>
              <a:ext cx="170703" cy="170703"/>
              <a:chOff x="4883479" y="2605452"/>
              <a:chExt cx="170703" cy="170703"/>
            </a:xfrm>
          </p:grpSpPr>
          <p:sp>
            <p:nvSpPr>
              <p:cNvPr id="1397" name="Google Shape;1397;p2"/>
              <p:cNvSpPr/>
              <p:nvPr/>
            </p:nvSpPr>
            <p:spPr>
              <a:xfrm rot="-1351234">
                <a:off x="4903515" y="2625488"/>
                <a:ext cx="130631" cy="130631"/>
              </a:xfrm>
              <a:custGeom>
                <a:avLst/>
                <a:gdLst/>
                <a:ahLst/>
                <a:cxnLst/>
                <a:rect l="l" t="t" r="r" b="b"/>
                <a:pathLst>
                  <a:path w="130807" h="130807" extrusionOk="0">
                    <a:moveTo>
                      <a:pt x="130807" y="65403"/>
                    </a:moveTo>
                    <a:cubicBezTo>
                      <a:pt x="130807" y="101525"/>
                      <a:pt x="101525" y="130807"/>
                      <a:pt x="65404" y="130807"/>
                    </a:cubicBezTo>
                    <a:cubicBezTo>
                      <a:pt x="29282" y="130807"/>
                      <a:pt x="0" y="101525"/>
                      <a:pt x="0" y="65403"/>
                    </a:cubicBezTo>
                    <a:cubicBezTo>
                      <a:pt x="0" y="29282"/>
                      <a:pt x="29282" y="0"/>
                      <a:pt x="65404" y="0"/>
                    </a:cubicBezTo>
                    <a:cubicBezTo>
                      <a:pt x="101525" y="0"/>
                      <a:pt x="130807" y="29282"/>
                      <a:pt x="130807" y="65403"/>
                    </a:cubicBezTo>
                    <a:close/>
                  </a:path>
                </a:pathLst>
              </a:custGeom>
              <a:solidFill>
                <a:srgbClr val="5C6EB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98" name="Google Shape;1398;p2"/>
              <p:cNvSpPr/>
              <p:nvPr/>
            </p:nvSpPr>
            <p:spPr>
              <a:xfrm>
                <a:off x="4903419" y="2625431"/>
                <a:ext cx="103878" cy="129043"/>
              </a:xfrm>
              <a:custGeom>
                <a:avLst/>
                <a:gdLst/>
                <a:ahLst/>
                <a:cxnLst/>
                <a:rect l="l" t="t" r="r" b="b"/>
                <a:pathLst>
                  <a:path w="103878" h="129043" extrusionOk="0">
                    <a:moveTo>
                      <a:pt x="103879" y="12587"/>
                    </a:moveTo>
                    <a:cubicBezTo>
                      <a:pt x="93230" y="10077"/>
                      <a:pt x="81821" y="10162"/>
                      <a:pt x="70569" y="13454"/>
                    </a:cubicBezTo>
                    <a:cubicBezTo>
                      <a:pt x="35902" y="23599"/>
                      <a:pt x="16025" y="59926"/>
                      <a:pt x="26171" y="94593"/>
                    </a:cubicBezTo>
                    <a:cubicBezTo>
                      <a:pt x="30393" y="109025"/>
                      <a:pt x="39192" y="120836"/>
                      <a:pt x="50480" y="129043"/>
                    </a:cubicBezTo>
                    <a:cubicBezTo>
                      <a:pt x="28315" y="123817"/>
                      <a:pt x="9503" y="107193"/>
                      <a:pt x="2650" y="83778"/>
                    </a:cubicBezTo>
                    <a:cubicBezTo>
                      <a:pt x="-7495" y="49111"/>
                      <a:pt x="12381" y="12784"/>
                      <a:pt x="47049" y="2639"/>
                    </a:cubicBezTo>
                    <a:cubicBezTo>
                      <a:pt x="67284" y="-3284"/>
                      <a:pt x="88048" y="1077"/>
                      <a:pt x="103879" y="12587"/>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399" name="Google Shape;1399;p2"/>
              <p:cNvSpPr/>
              <p:nvPr/>
            </p:nvSpPr>
            <p:spPr>
              <a:xfrm>
                <a:off x="4993745" y="2644520"/>
                <a:ext cx="27360" cy="38011"/>
              </a:xfrm>
              <a:custGeom>
                <a:avLst/>
                <a:gdLst/>
                <a:ahLst/>
                <a:cxnLst/>
                <a:rect l="l" t="t" r="r" b="b"/>
                <a:pathLst>
                  <a:path w="27360" h="38011" extrusionOk="0">
                    <a:moveTo>
                      <a:pt x="20283" y="16499"/>
                    </a:moveTo>
                    <a:cubicBezTo>
                      <a:pt x="18136" y="21500"/>
                      <a:pt x="28805" y="25729"/>
                      <a:pt x="24860" y="28877"/>
                    </a:cubicBezTo>
                    <a:cubicBezTo>
                      <a:pt x="20914" y="32023"/>
                      <a:pt x="30232" y="40138"/>
                      <a:pt x="26428" y="37489"/>
                    </a:cubicBezTo>
                    <a:cubicBezTo>
                      <a:pt x="22624" y="34841"/>
                      <a:pt x="18886" y="34165"/>
                      <a:pt x="17503" y="37002"/>
                    </a:cubicBezTo>
                    <a:cubicBezTo>
                      <a:pt x="16120" y="39841"/>
                      <a:pt x="12001" y="29540"/>
                      <a:pt x="11057" y="27826"/>
                    </a:cubicBezTo>
                    <a:cubicBezTo>
                      <a:pt x="10113" y="26111"/>
                      <a:pt x="399" y="30724"/>
                      <a:pt x="1597" y="21964"/>
                    </a:cubicBezTo>
                    <a:cubicBezTo>
                      <a:pt x="2795" y="13207"/>
                      <a:pt x="11624" y="16153"/>
                      <a:pt x="5877" y="11641"/>
                    </a:cubicBezTo>
                    <a:cubicBezTo>
                      <a:pt x="130" y="7128"/>
                      <a:pt x="-1754" y="-66"/>
                      <a:pt x="1805" y="0"/>
                    </a:cubicBezTo>
                    <a:cubicBezTo>
                      <a:pt x="5365" y="64"/>
                      <a:pt x="7401" y="8539"/>
                      <a:pt x="11608" y="9300"/>
                    </a:cubicBezTo>
                    <a:cubicBezTo>
                      <a:pt x="15814" y="10063"/>
                      <a:pt x="22350" y="11691"/>
                      <a:pt x="20283" y="16499"/>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00" name="Google Shape;1400;p2"/>
              <p:cNvSpPr/>
              <p:nvPr/>
            </p:nvSpPr>
            <p:spPr>
              <a:xfrm>
                <a:off x="5002420" y="2659002"/>
                <a:ext cx="10459" cy="12522"/>
              </a:xfrm>
              <a:custGeom>
                <a:avLst/>
                <a:gdLst/>
                <a:ahLst/>
                <a:cxnLst/>
                <a:rect l="l" t="t" r="r" b="b"/>
                <a:pathLst>
                  <a:path w="10459" h="12522" extrusionOk="0">
                    <a:moveTo>
                      <a:pt x="676" y="320"/>
                    </a:moveTo>
                    <a:cubicBezTo>
                      <a:pt x="-744" y="1408"/>
                      <a:pt x="146" y="4949"/>
                      <a:pt x="2660" y="8232"/>
                    </a:cubicBezTo>
                    <a:cubicBezTo>
                      <a:pt x="5175" y="11512"/>
                      <a:pt x="8364" y="13291"/>
                      <a:pt x="9783" y="12202"/>
                    </a:cubicBezTo>
                    <a:cubicBezTo>
                      <a:pt x="11203" y="11114"/>
                      <a:pt x="10314" y="7573"/>
                      <a:pt x="7799" y="4291"/>
                    </a:cubicBezTo>
                    <a:cubicBezTo>
                      <a:pt x="5287" y="1010"/>
                      <a:pt x="2096" y="-768"/>
                      <a:pt x="676" y="320"/>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01" name="Google Shape;1401;p2"/>
              <p:cNvSpPr/>
              <p:nvPr/>
            </p:nvSpPr>
            <p:spPr>
              <a:xfrm>
                <a:off x="4989887" y="2687519"/>
                <a:ext cx="31503" cy="50245"/>
              </a:xfrm>
              <a:custGeom>
                <a:avLst/>
                <a:gdLst/>
                <a:ahLst/>
                <a:cxnLst/>
                <a:rect l="l" t="t" r="r" b="b"/>
                <a:pathLst>
                  <a:path w="31503" h="50245" extrusionOk="0">
                    <a:moveTo>
                      <a:pt x="4074" y="50098"/>
                    </a:moveTo>
                    <a:cubicBezTo>
                      <a:pt x="30247" y="44258"/>
                      <a:pt x="36741" y="13673"/>
                      <a:pt x="27574" y="2289"/>
                    </a:cubicBezTo>
                    <a:cubicBezTo>
                      <a:pt x="18408" y="-9095"/>
                      <a:pt x="23663" y="25558"/>
                      <a:pt x="13559" y="28073"/>
                    </a:cubicBezTo>
                    <a:cubicBezTo>
                      <a:pt x="3453" y="30590"/>
                      <a:pt x="-5479" y="52231"/>
                      <a:pt x="4074" y="50098"/>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02" name="Google Shape;1402;p2"/>
              <p:cNvSpPr/>
              <p:nvPr/>
            </p:nvSpPr>
            <p:spPr>
              <a:xfrm>
                <a:off x="4972120" y="2734780"/>
                <a:ext cx="12304" cy="12304"/>
              </a:xfrm>
              <a:custGeom>
                <a:avLst/>
                <a:gdLst/>
                <a:ahLst/>
                <a:cxnLst/>
                <a:rect l="l" t="t" r="r" b="b"/>
                <a:pathLst>
                  <a:path w="12304" h="12304" extrusionOk="0">
                    <a:moveTo>
                      <a:pt x="4424" y="250"/>
                    </a:moveTo>
                    <a:cubicBezTo>
                      <a:pt x="1164" y="1203"/>
                      <a:pt x="-706" y="4621"/>
                      <a:pt x="250" y="7880"/>
                    </a:cubicBezTo>
                    <a:cubicBezTo>
                      <a:pt x="1203" y="11140"/>
                      <a:pt x="4621" y="13010"/>
                      <a:pt x="7880" y="12055"/>
                    </a:cubicBezTo>
                    <a:cubicBezTo>
                      <a:pt x="11140" y="11101"/>
                      <a:pt x="13010" y="7684"/>
                      <a:pt x="12055" y="4424"/>
                    </a:cubicBezTo>
                    <a:cubicBezTo>
                      <a:pt x="11099" y="1164"/>
                      <a:pt x="7684" y="-706"/>
                      <a:pt x="4424" y="250"/>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403" name="Google Shape;1403;p2"/>
            <p:cNvGrpSpPr/>
            <p:nvPr/>
          </p:nvGrpSpPr>
          <p:grpSpPr>
            <a:xfrm>
              <a:off x="4936653" y="2411404"/>
              <a:ext cx="229106" cy="229106"/>
              <a:chOff x="4936653" y="2411404"/>
              <a:chExt cx="229106" cy="229106"/>
            </a:xfrm>
          </p:grpSpPr>
          <p:sp>
            <p:nvSpPr>
              <p:cNvPr id="1404" name="Google Shape;1404;p2"/>
              <p:cNvSpPr/>
              <p:nvPr/>
            </p:nvSpPr>
            <p:spPr>
              <a:xfrm rot="-4160597">
                <a:off x="4962300" y="2437051"/>
                <a:ext cx="177811" cy="177811"/>
              </a:xfrm>
              <a:custGeom>
                <a:avLst/>
                <a:gdLst/>
                <a:ahLst/>
                <a:cxnLst/>
                <a:rect l="l" t="t" r="r" b="b"/>
                <a:pathLst>
                  <a:path w="177946" h="177946" extrusionOk="0">
                    <a:moveTo>
                      <a:pt x="177946" y="88973"/>
                    </a:moveTo>
                    <a:cubicBezTo>
                      <a:pt x="177946" y="138111"/>
                      <a:pt x="138111" y="177946"/>
                      <a:pt x="88973" y="177946"/>
                    </a:cubicBezTo>
                    <a:cubicBezTo>
                      <a:pt x="39835" y="177946"/>
                      <a:pt x="0" y="138111"/>
                      <a:pt x="0" y="88973"/>
                    </a:cubicBezTo>
                    <a:cubicBezTo>
                      <a:pt x="0" y="39835"/>
                      <a:pt x="39835" y="0"/>
                      <a:pt x="88973" y="0"/>
                    </a:cubicBezTo>
                    <a:cubicBezTo>
                      <a:pt x="138111" y="0"/>
                      <a:pt x="177946" y="39835"/>
                      <a:pt x="177946" y="88973"/>
                    </a:cubicBezTo>
                    <a:close/>
                  </a:path>
                </a:pathLst>
              </a:custGeom>
              <a:solidFill>
                <a:srgbClr val="5C6EB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05" name="Google Shape;1405;p2"/>
              <p:cNvSpPr/>
              <p:nvPr/>
            </p:nvSpPr>
            <p:spPr>
              <a:xfrm>
                <a:off x="4962487" y="2437094"/>
                <a:ext cx="148270" cy="173081"/>
              </a:xfrm>
              <a:custGeom>
                <a:avLst/>
                <a:gdLst/>
                <a:ahLst/>
                <a:cxnLst/>
                <a:rect l="l" t="t" r="r" b="b"/>
                <a:pathLst>
                  <a:path w="148270" h="173081" extrusionOk="0">
                    <a:moveTo>
                      <a:pt x="148271" y="22749"/>
                    </a:moveTo>
                    <a:cubicBezTo>
                      <a:pt x="134200" y="17894"/>
                      <a:pt x="118745" y="16451"/>
                      <a:pt x="103067" y="19368"/>
                    </a:cubicBezTo>
                    <a:cubicBezTo>
                      <a:pt x="54757" y="28361"/>
                      <a:pt x="22883" y="74815"/>
                      <a:pt x="31877" y="123128"/>
                    </a:cubicBezTo>
                    <a:cubicBezTo>
                      <a:pt x="35621" y="143237"/>
                      <a:pt x="45915" y="160430"/>
                      <a:pt x="60072" y="173081"/>
                    </a:cubicBezTo>
                    <a:cubicBezTo>
                      <a:pt x="30786" y="162977"/>
                      <a:pt x="7592" y="137904"/>
                      <a:pt x="1519" y="105272"/>
                    </a:cubicBezTo>
                    <a:cubicBezTo>
                      <a:pt x="-7475" y="56962"/>
                      <a:pt x="24399" y="10505"/>
                      <a:pt x="72709" y="1512"/>
                    </a:cubicBezTo>
                    <a:cubicBezTo>
                      <a:pt x="100909" y="-3739"/>
                      <a:pt x="128417" y="5008"/>
                      <a:pt x="148271" y="22749"/>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06" name="Google Shape;1406;p2"/>
              <p:cNvSpPr/>
              <p:nvPr/>
            </p:nvSpPr>
            <p:spPr>
              <a:xfrm>
                <a:off x="5090305" y="2467016"/>
                <a:ext cx="33062" cy="54961"/>
              </a:xfrm>
              <a:custGeom>
                <a:avLst/>
                <a:gdLst/>
                <a:ahLst/>
                <a:cxnLst/>
                <a:rect l="l" t="t" r="r" b="b"/>
                <a:pathLst>
                  <a:path w="33062" h="54961" extrusionOk="0">
                    <a:moveTo>
                      <a:pt x="26420" y="24880"/>
                    </a:moveTo>
                    <a:cubicBezTo>
                      <a:pt x="22828" y="31356"/>
                      <a:pt x="36693" y="38541"/>
                      <a:pt x="30921" y="42260"/>
                    </a:cubicBezTo>
                    <a:cubicBezTo>
                      <a:pt x="25149" y="45979"/>
                      <a:pt x="36652" y="58237"/>
                      <a:pt x="31865" y="54131"/>
                    </a:cubicBezTo>
                    <a:cubicBezTo>
                      <a:pt x="27078" y="50026"/>
                      <a:pt x="22111" y="48601"/>
                      <a:pt x="19852" y="52254"/>
                    </a:cubicBezTo>
                    <a:cubicBezTo>
                      <a:pt x="17593" y="55907"/>
                      <a:pt x="13424" y="41403"/>
                      <a:pt x="12381" y="38952"/>
                    </a:cubicBezTo>
                    <a:cubicBezTo>
                      <a:pt x="11339" y="36502"/>
                      <a:pt x="-2441" y="41417"/>
                      <a:pt x="380" y="29726"/>
                    </a:cubicBezTo>
                    <a:cubicBezTo>
                      <a:pt x="3199" y="18035"/>
                      <a:pt x="14745" y="23232"/>
                      <a:pt x="7585" y="16337"/>
                    </a:cubicBezTo>
                    <a:cubicBezTo>
                      <a:pt x="426" y="9442"/>
                      <a:pt x="-1143" y="-552"/>
                      <a:pt x="3667" y="24"/>
                    </a:cubicBezTo>
                    <a:cubicBezTo>
                      <a:pt x="8475" y="598"/>
                      <a:pt x="10075" y="12348"/>
                      <a:pt x="15664" y="13952"/>
                    </a:cubicBezTo>
                    <a:cubicBezTo>
                      <a:pt x="21249" y="15557"/>
                      <a:pt x="29872" y="18655"/>
                      <a:pt x="26420" y="24880"/>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07" name="Google Shape;1407;p2"/>
              <p:cNvSpPr/>
              <p:nvPr/>
            </p:nvSpPr>
            <p:spPr>
              <a:xfrm>
                <a:off x="5100977" y="2487799"/>
                <a:ext cx="13067" cy="17940"/>
              </a:xfrm>
              <a:custGeom>
                <a:avLst/>
                <a:gdLst/>
                <a:ahLst/>
                <a:cxnLst/>
                <a:rect l="l" t="t" r="r" b="b"/>
                <a:pathLst>
                  <a:path w="13067" h="17940" extrusionOk="0">
                    <a:moveTo>
                      <a:pt x="1183" y="306"/>
                    </a:moveTo>
                    <a:cubicBezTo>
                      <a:pt x="-888" y="1584"/>
                      <a:pt x="-170" y="6501"/>
                      <a:pt x="2786" y="11286"/>
                    </a:cubicBezTo>
                    <a:cubicBezTo>
                      <a:pt x="5742" y="16070"/>
                      <a:pt x="9815" y="18914"/>
                      <a:pt x="11884" y="17634"/>
                    </a:cubicBezTo>
                    <a:cubicBezTo>
                      <a:pt x="13955" y="16356"/>
                      <a:pt x="13238" y="11441"/>
                      <a:pt x="10282" y="6654"/>
                    </a:cubicBezTo>
                    <a:cubicBezTo>
                      <a:pt x="7326" y="1870"/>
                      <a:pt x="3252" y="-972"/>
                      <a:pt x="1183" y="306"/>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08" name="Google Shape;1408;p2"/>
              <p:cNvSpPr/>
              <p:nvPr/>
            </p:nvSpPr>
            <p:spPr>
              <a:xfrm>
                <a:off x="5073983" y="2527806"/>
                <a:ext cx="47164" cy="65094"/>
              </a:xfrm>
              <a:custGeom>
                <a:avLst/>
                <a:gdLst/>
                <a:ahLst/>
                <a:cxnLst/>
                <a:rect l="l" t="t" r="r" b="b"/>
                <a:pathLst>
                  <a:path w="47164" h="65094" extrusionOk="0">
                    <a:moveTo>
                      <a:pt x="5104" y="65030"/>
                    </a:moveTo>
                    <a:cubicBezTo>
                      <a:pt x="41330" y="60703"/>
                      <a:pt x="54303" y="20193"/>
                      <a:pt x="43449" y="3530"/>
                    </a:cubicBezTo>
                    <a:cubicBezTo>
                      <a:pt x="32598" y="-13133"/>
                      <a:pt x="34975" y="34494"/>
                      <a:pt x="20953" y="36515"/>
                    </a:cubicBezTo>
                    <a:cubicBezTo>
                      <a:pt x="6931" y="38538"/>
                      <a:pt x="-8118" y="66610"/>
                      <a:pt x="5104" y="65030"/>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09" name="Google Shape;1409;p2"/>
              <p:cNvSpPr/>
              <p:nvPr/>
            </p:nvSpPr>
            <p:spPr>
              <a:xfrm>
                <a:off x="5049028" y="2586809"/>
                <a:ext cx="16737" cy="16738"/>
              </a:xfrm>
              <a:custGeom>
                <a:avLst/>
                <a:gdLst/>
                <a:ahLst/>
                <a:cxnLst/>
                <a:rect l="l" t="t" r="r" b="b"/>
                <a:pathLst>
                  <a:path w="16737" h="16738" extrusionOk="0">
                    <a:moveTo>
                      <a:pt x="6838" y="143"/>
                    </a:moveTo>
                    <a:cubicBezTo>
                      <a:pt x="2296" y="989"/>
                      <a:pt x="-703" y="5357"/>
                      <a:pt x="143" y="9899"/>
                    </a:cubicBezTo>
                    <a:cubicBezTo>
                      <a:pt x="989" y="14444"/>
                      <a:pt x="5357" y="17441"/>
                      <a:pt x="9899" y="16595"/>
                    </a:cubicBezTo>
                    <a:cubicBezTo>
                      <a:pt x="14444" y="15749"/>
                      <a:pt x="17441" y="11381"/>
                      <a:pt x="16595" y="6838"/>
                    </a:cubicBezTo>
                    <a:cubicBezTo>
                      <a:pt x="15749" y="2294"/>
                      <a:pt x="11381" y="-703"/>
                      <a:pt x="6838" y="143"/>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410" name="Google Shape;1410;p2"/>
            <p:cNvGrpSpPr/>
            <p:nvPr/>
          </p:nvGrpSpPr>
          <p:grpSpPr>
            <a:xfrm>
              <a:off x="4955050" y="2780140"/>
              <a:ext cx="192632" cy="192632"/>
              <a:chOff x="4955050" y="2780140"/>
              <a:chExt cx="192632" cy="192632"/>
            </a:xfrm>
          </p:grpSpPr>
          <p:sp>
            <p:nvSpPr>
              <p:cNvPr id="1411" name="Google Shape;1411;p2"/>
              <p:cNvSpPr/>
              <p:nvPr/>
            </p:nvSpPr>
            <p:spPr>
              <a:xfrm rot="-5098461">
                <a:off x="4962494" y="2787584"/>
                <a:ext cx="177745" cy="177745"/>
              </a:xfrm>
              <a:custGeom>
                <a:avLst/>
                <a:gdLst/>
                <a:ahLst/>
                <a:cxnLst/>
                <a:rect l="l" t="t" r="r" b="b"/>
                <a:pathLst>
                  <a:path w="177951" h="177951" extrusionOk="0">
                    <a:moveTo>
                      <a:pt x="177951" y="88976"/>
                    </a:moveTo>
                    <a:cubicBezTo>
                      <a:pt x="177951" y="138116"/>
                      <a:pt x="138116" y="177951"/>
                      <a:pt x="88976" y="177951"/>
                    </a:cubicBezTo>
                    <a:cubicBezTo>
                      <a:pt x="39836" y="177951"/>
                      <a:pt x="0" y="138116"/>
                      <a:pt x="0" y="88976"/>
                    </a:cubicBezTo>
                    <a:cubicBezTo>
                      <a:pt x="0" y="39836"/>
                      <a:pt x="39836" y="0"/>
                      <a:pt x="88976" y="0"/>
                    </a:cubicBezTo>
                    <a:cubicBezTo>
                      <a:pt x="138116" y="0"/>
                      <a:pt x="177951" y="39836"/>
                      <a:pt x="177951" y="88976"/>
                    </a:cubicBezTo>
                    <a:close/>
                  </a:path>
                </a:pathLst>
              </a:custGeom>
              <a:solidFill>
                <a:srgbClr val="5C6EB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12" name="Google Shape;1412;p2"/>
              <p:cNvSpPr/>
              <p:nvPr/>
            </p:nvSpPr>
            <p:spPr>
              <a:xfrm>
                <a:off x="4962487" y="2787172"/>
                <a:ext cx="148270" cy="173081"/>
              </a:xfrm>
              <a:custGeom>
                <a:avLst/>
                <a:gdLst/>
                <a:ahLst/>
                <a:cxnLst/>
                <a:rect l="l" t="t" r="r" b="b"/>
                <a:pathLst>
                  <a:path w="148270" h="173081" extrusionOk="0">
                    <a:moveTo>
                      <a:pt x="148271" y="22749"/>
                    </a:moveTo>
                    <a:cubicBezTo>
                      <a:pt x="134200" y="17894"/>
                      <a:pt x="118745" y="16451"/>
                      <a:pt x="103067" y="19368"/>
                    </a:cubicBezTo>
                    <a:cubicBezTo>
                      <a:pt x="54757" y="28361"/>
                      <a:pt x="22883" y="74815"/>
                      <a:pt x="31877" y="123128"/>
                    </a:cubicBezTo>
                    <a:cubicBezTo>
                      <a:pt x="35621" y="143237"/>
                      <a:pt x="45915" y="160430"/>
                      <a:pt x="60072" y="173081"/>
                    </a:cubicBezTo>
                    <a:cubicBezTo>
                      <a:pt x="30786" y="162977"/>
                      <a:pt x="7592" y="137904"/>
                      <a:pt x="1519" y="105272"/>
                    </a:cubicBezTo>
                    <a:cubicBezTo>
                      <a:pt x="-7475" y="56961"/>
                      <a:pt x="24399" y="10508"/>
                      <a:pt x="72709" y="1512"/>
                    </a:cubicBezTo>
                    <a:cubicBezTo>
                      <a:pt x="100909" y="-3739"/>
                      <a:pt x="128417" y="5008"/>
                      <a:pt x="148271" y="22749"/>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13" name="Google Shape;1413;p2"/>
              <p:cNvSpPr/>
              <p:nvPr/>
            </p:nvSpPr>
            <p:spPr>
              <a:xfrm>
                <a:off x="5090305" y="2817094"/>
                <a:ext cx="33062" cy="54961"/>
              </a:xfrm>
              <a:custGeom>
                <a:avLst/>
                <a:gdLst/>
                <a:ahLst/>
                <a:cxnLst/>
                <a:rect l="l" t="t" r="r" b="b"/>
                <a:pathLst>
                  <a:path w="33062" h="54961" extrusionOk="0">
                    <a:moveTo>
                      <a:pt x="26420" y="24880"/>
                    </a:moveTo>
                    <a:cubicBezTo>
                      <a:pt x="22828" y="31356"/>
                      <a:pt x="36693" y="38541"/>
                      <a:pt x="30921" y="42260"/>
                    </a:cubicBezTo>
                    <a:cubicBezTo>
                      <a:pt x="25149" y="45979"/>
                      <a:pt x="36652" y="58237"/>
                      <a:pt x="31865" y="54131"/>
                    </a:cubicBezTo>
                    <a:cubicBezTo>
                      <a:pt x="27078" y="50026"/>
                      <a:pt x="22111" y="48601"/>
                      <a:pt x="19852" y="52254"/>
                    </a:cubicBezTo>
                    <a:cubicBezTo>
                      <a:pt x="17593" y="55907"/>
                      <a:pt x="13424" y="41403"/>
                      <a:pt x="12381" y="38952"/>
                    </a:cubicBezTo>
                    <a:cubicBezTo>
                      <a:pt x="11339" y="36502"/>
                      <a:pt x="-2441" y="41417"/>
                      <a:pt x="380" y="29726"/>
                    </a:cubicBezTo>
                    <a:cubicBezTo>
                      <a:pt x="3199" y="18035"/>
                      <a:pt x="14745" y="23232"/>
                      <a:pt x="7585" y="16337"/>
                    </a:cubicBezTo>
                    <a:cubicBezTo>
                      <a:pt x="426" y="9442"/>
                      <a:pt x="-1143" y="-552"/>
                      <a:pt x="3667" y="24"/>
                    </a:cubicBezTo>
                    <a:cubicBezTo>
                      <a:pt x="8475" y="598"/>
                      <a:pt x="10075" y="12348"/>
                      <a:pt x="15664" y="13952"/>
                    </a:cubicBezTo>
                    <a:cubicBezTo>
                      <a:pt x="21249" y="15557"/>
                      <a:pt x="29872" y="18653"/>
                      <a:pt x="26420" y="24880"/>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14" name="Google Shape;1414;p2"/>
              <p:cNvSpPr/>
              <p:nvPr/>
            </p:nvSpPr>
            <p:spPr>
              <a:xfrm>
                <a:off x="5100977" y="2837877"/>
                <a:ext cx="13067" cy="17940"/>
              </a:xfrm>
              <a:custGeom>
                <a:avLst/>
                <a:gdLst/>
                <a:ahLst/>
                <a:cxnLst/>
                <a:rect l="l" t="t" r="r" b="b"/>
                <a:pathLst>
                  <a:path w="13067" h="17940" extrusionOk="0">
                    <a:moveTo>
                      <a:pt x="1183" y="306"/>
                    </a:moveTo>
                    <a:cubicBezTo>
                      <a:pt x="-888" y="1584"/>
                      <a:pt x="-170" y="6499"/>
                      <a:pt x="2786" y="11286"/>
                    </a:cubicBezTo>
                    <a:cubicBezTo>
                      <a:pt x="5742" y="16070"/>
                      <a:pt x="9815" y="18914"/>
                      <a:pt x="11884" y="17634"/>
                    </a:cubicBezTo>
                    <a:cubicBezTo>
                      <a:pt x="13955" y="16356"/>
                      <a:pt x="13238" y="11441"/>
                      <a:pt x="10282" y="6654"/>
                    </a:cubicBezTo>
                    <a:cubicBezTo>
                      <a:pt x="7326" y="1870"/>
                      <a:pt x="3252" y="-972"/>
                      <a:pt x="1183" y="306"/>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15" name="Google Shape;1415;p2"/>
              <p:cNvSpPr/>
              <p:nvPr/>
            </p:nvSpPr>
            <p:spPr>
              <a:xfrm>
                <a:off x="5073983" y="2877884"/>
                <a:ext cx="47164" cy="65094"/>
              </a:xfrm>
              <a:custGeom>
                <a:avLst/>
                <a:gdLst/>
                <a:ahLst/>
                <a:cxnLst/>
                <a:rect l="l" t="t" r="r" b="b"/>
                <a:pathLst>
                  <a:path w="47164" h="65094" extrusionOk="0">
                    <a:moveTo>
                      <a:pt x="5104" y="65030"/>
                    </a:moveTo>
                    <a:cubicBezTo>
                      <a:pt x="41330" y="60703"/>
                      <a:pt x="54303" y="20193"/>
                      <a:pt x="43449" y="3530"/>
                    </a:cubicBezTo>
                    <a:cubicBezTo>
                      <a:pt x="32598" y="-13133"/>
                      <a:pt x="34975" y="34494"/>
                      <a:pt x="20953" y="36515"/>
                    </a:cubicBezTo>
                    <a:cubicBezTo>
                      <a:pt x="6931" y="38538"/>
                      <a:pt x="-8118" y="66610"/>
                      <a:pt x="5104" y="65030"/>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16" name="Google Shape;1416;p2"/>
              <p:cNvSpPr/>
              <p:nvPr/>
            </p:nvSpPr>
            <p:spPr>
              <a:xfrm>
                <a:off x="5049028" y="2936887"/>
                <a:ext cx="16737" cy="16738"/>
              </a:xfrm>
              <a:custGeom>
                <a:avLst/>
                <a:gdLst/>
                <a:ahLst/>
                <a:cxnLst/>
                <a:rect l="l" t="t" r="r" b="b"/>
                <a:pathLst>
                  <a:path w="16737" h="16738" extrusionOk="0">
                    <a:moveTo>
                      <a:pt x="6838" y="143"/>
                    </a:moveTo>
                    <a:cubicBezTo>
                      <a:pt x="2296" y="989"/>
                      <a:pt x="-703" y="5357"/>
                      <a:pt x="143" y="9899"/>
                    </a:cubicBezTo>
                    <a:cubicBezTo>
                      <a:pt x="989" y="14442"/>
                      <a:pt x="5357" y="17441"/>
                      <a:pt x="9899" y="16595"/>
                    </a:cubicBezTo>
                    <a:cubicBezTo>
                      <a:pt x="14444" y="15749"/>
                      <a:pt x="17441" y="11381"/>
                      <a:pt x="16595" y="6838"/>
                    </a:cubicBezTo>
                    <a:cubicBezTo>
                      <a:pt x="15749" y="2294"/>
                      <a:pt x="11381" y="-703"/>
                      <a:pt x="6838" y="143"/>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417" name="Google Shape;1417;p2"/>
            <p:cNvGrpSpPr/>
            <p:nvPr/>
          </p:nvGrpSpPr>
          <p:grpSpPr>
            <a:xfrm>
              <a:off x="5066020" y="2632784"/>
              <a:ext cx="179668" cy="179668"/>
              <a:chOff x="5066020" y="2632784"/>
              <a:chExt cx="179668" cy="179668"/>
            </a:xfrm>
          </p:grpSpPr>
          <p:sp>
            <p:nvSpPr>
              <p:cNvPr id="1418" name="Google Shape;1418;p2"/>
              <p:cNvSpPr/>
              <p:nvPr/>
            </p:nvSpPr>
            <p:spPr>
              <a:xfrm rot="-4388994">
                <a:off x="5083810" y="2650574"/>
                <a:ext cx="144088" cy="144088"/>
              </a:xfrm>
              <a:custGeom>
                <a:avLst/>
                <a:gdLst/>
                <a:ahLst/>
                <a:cxnLst/>
                <a:rect l="l" t="t" r="r" b="b"/>
                <a:pathLst>
                  <a:path w="144023" h="144023" extrusionOk="0">
                    <a:moveTo>
                      <a:pt x="144024" y="72012"/>
                    </a:moveTo>
                    <a:cubicBezTo>
                      <a:pt x="144024" y="111783"/>
                      <a:pt x="111783" y="144024"/>
                      <a:pt x="72012" y="144024"/>
                    </a:cubicBezTo>
                    <a:cubicBezTo>
                      <a:pt x="32241" y="144024"/>
                      <a:pt x="0" y="111783"/>
                      <a:pt x="0" y="72012"/>
                    </a:cubicBezTo>
                    <a:cubicBezTo>
                      <a:pt x="0" y="32241"/>
                      <a:pt x="32241" y="0"/>
                      <a:pt x="72012" y="0"/>
                    </a:cubicBezTo>
                    <a:cubicBezTo>
                      <a:pt x="111783" y="0"/>
                      <a:pt x="144024" y="32241"/>
                      <a:pt x="144024" y="72012"/>
                    </a:cubicBezTo>
                    <a:close/>
                  </a:path>
                </a:pathLst>
              </a:custGeom>
              <a:solidFill>
                <a:srgbClr val="5C6EB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19" name="Google Shape;1419;p2"/>
              <p:cNvSpPr/>
              <p:nvPr/>
            </p:nvSpPr>
            <p:spPr>
              <a:xfrm>
                <a:off x="5083680" y="2650884"/>
                <a:ext cx="103421" cy="143821"/>
              </a:xfrm>
              <a:custGeom>
                <a:avLst/>
                <a:gdLst/>
                <a:ahLst/>
                <a:cxnLst/>
                <a:rect l="l" t="t" r="r" b="b"/>
                <a:pathLst>
                  <a:path w="103421" h="143821" extrusionOk="0">
                    <a:moveTo>
                      <a:pt x="68219" y="0"/>
                    </a:moveTo>
                    <a:cubicBezTo>
                      <a:pt x="57377" y="5246"/>
                      <a:pt x="47684" y="13238"/>
                      <a:pt x="40355" y="23862"/>
                    </a:cubicBezTo>
                    <a:cubicBezTo>
                      <a:pt x="17772" y="56595"/>
                      <a:pt x="25999" y="101439"/>
                      <a:pt x="58732" y="124025"/>
                    </a:cubicBezTo>
                    <a:cubicBezTo>
                      <a:pt x="72359" y="133427"/>
                      <a:pt x="88078" y="137414"/>
                      <a:pt x="103421" y="136591"/>
                    </a:cubicBezTo>
                    <a:cubicBezTo>
                      <a:pt x="80852" y="147509"/>
                      <a:pt x="53235" y="146361"/>
                      <a:pt x="31122" y="131107"/>
                    </a:cubicBezTo>
                    <a:cubicBezTo>
                      <a:pt x="-1611" y="108523"/>
                      <a:pt x="-9841" y="63679"/>
                      <a:pt x="12745" y="30943"/>
                    </a:cubicBezTo>
                    <a:cubicBezTo>
                      <a:pt x="25928" y="11835"/>
                      <a:pt x="46701" y="1152"/>
                      <a:pt x="68219" y="0"/>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20" name="Google Shape;1420;p2"/>
              <p:cNvSpPr/>
              <p:nvPr/>
            </p:nvSpPr>
            <p:spPr>
              <a:xfrm>
                <a:off x="5145597" y="2662773"/>
                <a:ext cx="48984" cy="23924"/>
              </a:xfrm>
              <a:custGeom>
                <a:avLst/>
                <a:gdLst/>
                <a:ahLst/>
                <a:cxnLst/>
                <a:rect l="l" t="t" r="r" b="b"/>
                <a:pathLst>
                  <a:path w="48984" h="23924" extrusionOk="0">
                    <a:moveTo>
                      <a:pt x="28019" y="3094"/>
                    </a:moveTo>
                    <a:cubicBezTo>
                      <a:pt x="29656" y="8860"/>
                      <a:pt x="41712" y="5070"/>
                      <a:pt x="40521" y="10497"/>
                    </a:cubicBezTo>
                    <a:cubicBezTo>
                      <a:pt x="39332" y="15926"/>
                      <a:pt x="52930" y="16392"/>
                      <a:pt x="47839" y="16769"/>
                    </a:cubicBezTo>
                    <a:cubicBezTo>
                      <a:pt x="42750" y="17146"/>
                      <a:pt x="39086" y="19165"/>
                      <a:pt x="39874" y="22548"/>
                    </a:cubicBezTo>
                    <a:cubicBezTo>
                      <a:pt x="40663" y="25934"/>
                      <a:pt x="29992" y="19990"/>
                      <a:pt x="27996" y="19181"/>
                    </a:cubicBezTo>
                    <a:cubicBezTo>
                      <a:pt x="25998" y="18372"/>
                      <a:pt x="20901" y="29054"/>
                      <a:pt x="15844" y="20738"/>
                    </a:cubicBezTo>
                    <a:cubicBezTo>
                      <a:pt x="10787" y="12421"/>
                      <a:pt x="20379" y="8812"/>
                      <a:pt x="12335" y="8944"/>
                    </a:cubicBezTo>
                    <a:cubicBezTo>
                      <a:pt x="4290" y="9074"/>
                      <a:pt x="-2312" y="4235"/>
                      <a:pt x="775" y="1821"/>
                    </a:cubicBezTo>
                    <a:cubicBezTo>
                      <a:pt x="3861" y="-593"/>
                      <a:pt x="11484" y="5234"/>
                      <a:pt x="15606" y="2966"/>
                    </a:cubicBezTo>
                    <a:cubicBezTo>
                      <a:pt x="19732" y="699"/>
                      <a:pt x="26446" y="-2447"/>
                      <a:pt x="28019" y="3094"/>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21" name="Google Shape;1421;p2"/>
              <p:cNvSpPr/>
              <p:nvPr/>
            </p:nvSpPr>
            <p:spPr>
              <a:xfrm>
                <a:off x="5163055" y="2669961"/>
                <a:ext cx="16118" cy="7925"/>
              </a:xfrm>
              <a:custGeom>
                <a:avLst/>
                <a:gdLst/>
                <a:ahLst/>
                <a:cxnLst/>
                <a:rect l="l" t="t" r="r" b="b"/>
                <a:pathLst>
                  <a:path w="16118" h="7925" extrusionOk="0">
                    <a:moveTo>
                      <a:pt x="43" y="2047"/>
                    </a:moveTo>
                    <a:cubicBezTo>
                      <a:pt x="-414" y="3962"/>
                      <a:pt x="2802" y="6372"/>
                      <a:pt x="7230" y="7430"/>
                    </a:cubicBezTo>
                    <a:cubicBezTo>
                      <a:pt x="11656" y="8489"/>
                      <a:pt x="15618" y="7793"/>
                      <a:pt x="16075" y="5880"/>
                    </a:cubicBezTo>
                    <a:cubicBezTo>
                      <a:pt x="16532" y="3967"/>
                      <a:pt x="13316" y="1555"/>
                      <a:pt x="8890" y="496"/>
                    </a:cubicBezTo>
                    <a:cubicBezTo>
                      <a:pt x="4460" y="-564"/>
                      <a:pt x="500" y="131"/>
                      <a:pt x="43" y="2047"/>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22" name="Google Shape;1422;p2"/>
              <p:cNvSpPr/>
              <p:nvPr/>
            </p:nvSpPr>
            <p:spPr>
              <a:xfrm>
                <a:off x="5191730" y="2687792"/>
                <a:ext cx="26156" cy="59204"/>
              </a:xfrm>
              <a:custGeom>
                <a:avLst/>
                <a:gdLst/>
                <a:ahLst/>
                <a:cxnLst/>
                <a:rect l="l" t="t" r="r" b="b"/>
                <a:pathLst>
                  <a:path w="26156" h="59204" extrusionOk="0">
                    <a:moveTo>
                      <a:pt x="17906" y="57470"/>
                    </a:moveTo>
                    <a:cubicBezTo>
                      <a:pt x="36220" y="34310"/>
                      <a:pt x="20540" y="3664"/>
                      <a:pt x="4805" y="299"/>
                    </a:cubicBezTo>
                    <a:cubicBezTo>
                      <a:pt x="-10931" y="-3066"/>
                      <a:pt x="17616" y="22901"/>
                      <a:pt x="10724" y="32065"/>
                    </a:cubicBezTo>
                    <a:cubicBezTo>
                      <a:pt x="3834" y="41228"/>
                      <a:pt x="11222" y="65923"/>
                      <a:pt x="17906" y="57470"/>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23" name="Google Shape;1423;p2"/>
              <p:cNvSpPr/>
              <p:nvPr/>
            </p:nvSpPr>
            <p:spPr>
              <a:xfrm>
                <a:off x="5191757" y="2752213"/>
                <a:ext cx="13543" cy="13543"/>
              </a:xfrm>
              <a:custGeom>
                <a:avLst/>
                <a:gdLst/>
                <a:ahLst/>
                <a:cxnLst/>
                <a:rect l="l" t="t" r="r" b="b"/>
                <a:pathLst>
                  <a:path w="13543" h="13543" extrusionOk="0">
                    <a:moveTo>
                      <a:pt x="1199" y="2927"/>
                    </a:moveTo>
                    <a:cubicBezTo>
                      <a:pt x="-925" y="6006"/>
                      <a:pt x="-152" y="10222"/>
                      <a:pt x="2927" y="12345"/>
                    </a:cubicBezTo>
                    <a:cubicBezTo>
                      <a:pt x="6006" y="14469"/>
                      <a:pt x="10221" y="13696"/>
                      <a:pt x="12345" y="10617"/>
                    </a:cubicBezTo>
                    <a:cubicBezTo>
                      <a:pt x="14469" y="7538"/>
                      <a:pt x="13696" y="3322"/>
                      <a:pt x="10617" y="1199"/>
                    </a:cubicBezTo>
                    <a:cubicBezTo>
                      <a:pt x="7540" y="-925"/>
                      <a:pt x="3322" y="-152"/>
                      <a:pt x="1199" y="2927"/>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424" name="Google Shape;1424;p2"/>
            <p:cNvGrpSpPr/>
            <p:nvPr/>
          </p:nvGrpSpPr>
          <p:grpSpPr>
            <a:xfrm>
              <a:off x="4968669" y="2961889"/>
              <a:ext cx="131169" cy="131169"/>
              <a:chOff x="4968669" y="2961889"/>
              <a:chExt cx="131169" cy="131169"/>
            </a:xfrm>
          </p:grpSpPr>
          <p:sp>
            <p:nvSpPr>
              <p:cNvPr id="1425" name="Google Shape;1425;p2"/>
              <p:cNvSpPr/>
              <p:nvPr/>
            </p:nvSpPr>
            <p:spPr>
              <a:xfrm rot="-3273732">
                <a:off x="4987225" y="2980445"/>
                <a:ext cx="94057" cy="94057"/>
              </a:xfrm>
              <a:custGeom>
                <a:avLst/>
                <a:gdLst/>
                <a:ahLst/>
                <a:cxnLst/>
                <a:rect l="l" t="t" r="r" b="b"/>
                <a:pathLst>
                  <a:path w="94028" h="94028" extrusionOk="0">
                    <a:moveTo>
                      <a:pt x="94029" y="47014"/>
                    </a:moveTo>
                    <a:cubicBezTo>
                      <a:pt x="94029" y="72980"/>
                      <a:pt x="72980" y="94029"/>
                      <a:pt x="47014" y="94029"/>
                    </a:cubicBezTo>
                    <a:cubicBezTo>
                      <a:pt x="21049" y="94029"/>
                      <a:pt x="0" y="72980"/>
                      <a:pt x="0" y="47014"/>
                    </a:cubicBezTo>
                    <a:cubicBezTo>
                      <a:pt x="0" y="21049"/>
                      <a:pt x="21049" y="0"/>
                      <a:pt x="47014" y="0"/>
                    </a:cubicBezTo>
                    <a:cubicBezTo>
                      <a:pt x="72980" y="0"/>
                      <a:pt x="94029" y="21049"/>
                      <a:pt x="94029" y="47014"/>
                    </a:cubicBezTo>
                    <a:close/>
                  </a:path>
                </a:pathLst>
              </a:custGeom>
              <a:solidFill>
                <a:srgbClr val="5C6EB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26" name="Google Shape;1426;p2"/>
              <p:cNvSpPr/>
              <p:nvPr/>
            </p:nvSpPr>
            <p:spPr>
              <a:xfrm>
                <a:off x="4987241" y="2980386"/>
                <a:ext cx="67523" cy="93903"/>
              </a:xfrm>
              <a:custGeom>
                <a:avLst/>
                <a:gdLst/>
                <a:ahLst/>
                <a:cxnLst/>
                <a:rect l="l" t="t" r="r" b="b"/>
                <a:pathLst>
                  <a:path w="67523" h="93903" extrusionOk="0">
                    <a:moveTo>
                      <a:pt x="44537" y="0"/>
                    </a:moveTo>
                    <a:cubicBezTo>
                      <a:pt x="37458" y="3425"/>
                      <a:pt x="31130" y="8643"/>
                      <a:pt x="26345" y="15579"/>
                    </a:cubicBezTo>
                    <a:cubicBezTo>
                      <a:pt x="11601" y="36951"/>
                      <a:pt x="16973" y="66230"/>
                      <a:pt x="38345" y="80977"/>
                    </a:cubicBezTo>
                    <a:cubicBezTo>
                      <a:pt x="47242" y="87115"/>
                      <a:pt x="57504" y="89719"/>
                      <a:pt x="67523" y="89181"/>
                    </a:cubicBezTo>
                    <a:cubicBezTo>
                      <a:pt x="52788" y="96311"/>
                      <a:pt x="34756" y="95562"/>
                      <a:pt x="20320" y="85602"/>
                    </a:cubicBezTo>
                    <a:cubicBezTo>
                      <a:pt x="-1052" y="70857"/>
                      <a:pt x="-6424" y="41578"/>
                      <a:pt x="8320" y="20204"/>
                    </a:cubicBezTo>
                    <a:cubicBezTo>
                      <a:pt x="16925" y="7727"/>
                      <a:pt x="30490" y="752"/>
                      <a:pt x="44537" y="0"/>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27" name="Google Shape;1427;p2"/>
              <p:cNvSpPr/>
              <p:nvPr/>
            </p:nvSpPr>
            <p:spPr>
              <a:xfrm>
                <a:off x="5027665" y="2988149"/>
                <a:ext cx="31982" cy="15623"/>
              </a:xfrm>
              <a:custGeom>
                <a:avLst/>
                <a:gdLst/>
                <a:ahLst/>
                <a:cxnLst/>
                <a:rect l="l" t="t" r="r" b="b"/>
                <a:pathLst>
                  <a:path w="31982" h="15623" extrusionOk="0">
                    <a:moveTo>
                      <a:pt x="18294" y="2021"/>
                    </a:moveTo>
                    <a:cubicBezTo>
                      <a:pt x="19361" y="5784"/>
                      <a:pt x="27234" y="3310"/>
                      <a:pt x="26457" y="6854"/>
                    </a:cubicBezTo>
                    <a:cubicBezTo>
                      <a:pt x="25680" y="10399"/>
                      <a:pt x="34558" y="10703"/>
                      <a:pt x="31235" y="10950"/>
                    </a:cubicBezTo>
                    <a:cubicBezTo>
                      <a:pt x="27911" y="11197"/>
                      <a:pt x="25520" y="12514"/>
                      <a:pt x="26034" y="14724"/>
                    </a:cubicBezTo>
                    <a:cubicBezTo>
                      <a:pt x="26548" y="16935"/>
                      <a:pt x="19583" y="13056"/>
                      <a:pt x="18278" y="12525"/>
                    </a:cubicBezTo>
                    <a:cubicBezTo>
                      <a:pt x="16975" y="11997"/>
                      <a:pt x="13644" y="18972"/>
                      <a:pt x="10343" y="13543"/>
                    </a:cubicBezTo>
                    <a:cubicBezTo>
                      <a:pt x="7042" y="8113"/>
                      <a:pt x="13303" y="5757"/>
                      <a:pt x="8052" y="5841"/>
                    </a:cubicBezTo>
                    <a:cubicBezTo>
                      <a:pt x="2801" y="5928"/>
                      <a:pt x="-1510" y="2766"/>
                      <a:pt x="506" y="1191"/>
                    </a:cubicBezTo>
                    <a:cubicBezTo>
                      <a:pt x="2522" y="-386"/>
                      <a:pt x="7499" y="3420"/>
                      <a:pt x="10190" y="1939"/>
                    </a:cubicBezTo>
                    <a:cubicBezTo>
                      <a:pt x="12883" y="455"/>
                      <a:pt x="17267" y="-1598"/>
                      <a:pt x="18294" y="2021"/>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28" name="Google Shape;1428;p2"/>
              <p:cNvSpPr/>
              <p:nvPr/>
            </p:nvSpPr>
            <p:spPr>
              <a:xfrm>
                <a:off x="5039063" y="2992842"/>
                <a:ext cx="10522" cy="5174"/>
              </a:xfrm>
              <a:custGeom>
                <a:avLst/>
                <a:gdLst/>
                <a:ahLst/>
                <a:cxnLst/>
                <a:rect l="l" t="t" r="r" b="b"/>
                <a:pathLst>
                  <a:path w="10522" h="5174" extrusionOk="0">
                    <a:moveTo>
                      <a:pt x="28" y="1336"/>
                    </a:moveTo>
                    <a:cubicBezTo>
                      <a:pt x="-271" y="2586"/>
                      <a:pt x="1830" y="4159"/>
                      <a:pt x="4719" y="4852"/>
                    </a:cubicBezTo>
                    <a:cubicBezTo>
                      <a:pt x="7609" y="5542"/>
                      <a:pt x="10194" y="5089"/>
                      <a:pt x="10494" y="3839"/>
                    </a:cubicBezTo>
                    <a:cubicBezTo>
                      <a:pt x="10793" y="2589"/>
                      <a:pt x="8692" y="1016"/>
                      <a:pt x="5803" y="323"/>
                    </a:cubicBezTo>
                    <a:cubicBezTo>
                      <a:pt x="2911" y="-367"/>
                      <a:pt x="326" y="85"/>
                      <a:pt x="28" y="1336"/>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29" name="Google Shape;1429;p2"/>
              <p:cNvSpPr/>
              <p:nvPr/>
            </p:nvSpPr>
            <p:spPr>
              <a:xfrm>
                <a:off x="5057786" y="3004484"/>
                <a:ext cx="17077" cy="38655"/>
              </a:xfrm>
              <a:custGeom>
                <a:avLst/>
                <a:gdLst/>
                <a:ahLst/>
                <a:cxnLst/>
                <a:rect l="l" t="t" r="r" b="b"/>
                <a:pathLst>
                  <a:path w="17077" h="38655" extrusionOk="0">
                    <a:moveTo>
                      <a:pt x="11691" y="37523"/>
                    </a:moveTo>
                    <a:cubicBezTo>
                      <a:pt x="23647" y="22401"/>
                      <a:pt x="13410" y="2392"/>
                      <a:pt x="3137" y="195"/>
                    </a:cubicBezTo>
                    <a:cubicBezTo>
                      <a:pt x="-7136" y="-2002"/>
                      <a:pt x="11501" y="14951"/>
                      <a:pt x="7003" y="20936"/>
                    </a:cubicBezTo>
                    <a:cubicBezTo>
                      <a:pt x="2504" y="26921"/>
                      <a:pt x="7327" y="43041"/>
                      <a:pt x="11691" y="37523"/>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30" name="Google Shape;1430;p2"/>
              <p:cNvSpPr/>
              <p:nvPr/>
            </p:nvSpPr>
            <p:spPr>
              <a:xfrm>
                <a:off x="5057801" y="3046546"/>
                <a:ext cx="8844" cy="8842"/>
              </a:xfrm>
              <a:custGeom>
                <a:avLst/>
                <a:gdLst/>
                <a:ahLst/>
                <a:cxnLst/>
                <a:rect l="l" t="t" r="r" b="b"/>
                <a:pathLst>
                  <a:path w="8844" h="8842" extrusionOk="0">
                    <a:moveTo>
                      <a:pt x="783" y="1911"/>
                    </a:moveTo>
                    <a:cubicBezTo>
                      <a:pt x="-604" y="3920"/>
                      <a:pt x="-99" y="6675"/>
                      <a:pt x="1912" y="8060"/>
                    </a:cubicBezTo>
                    <a:cubicBezTo>
                      <a:pt x="3922" y="9448"/>
                      <a:pt x="6676" y="8940"/>
                      <a:pt x="8062" y="6931"/>
                    </a:cubicBezTo>
                    <a:cubicBezTo>
                      <a:pt x="9449" y="4921"/>
                      <a:pt x="8944" y="2167"/>
                      <a:pt x="6932" y="782"/>
                    </a:cubicBezTo>
                    <a:cubicBezTo>
                      <a:pt x="4921" y="-604"/>
                      <a:pt x="2171" y="-99"/>
                      <a:pt x="783" y="1911"/>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431" name="Google Shape;1431;p2"/>
            <p:cNvGrpSpPr/>
            <p:nvPr/>
          </p:nvGrpSpPr>
          <p:grpSpPr>
            <a:xfrm>
              <a:off x="5094191" y="2250356"/>
              <a:ext cx="186405" cy="186405"/>
              <a:chOff x="5094191" y="2250356"/>
              <a:chExt cx="186405" cy="186405"/>
            </a:xfrm>
          </p:grpSpPr>
          <p:sp>
            <p:nvSpPr>
              <p:cNvPr id="1432" name="Google Shape;1432;p2"/>
              <p:cNvSpPr/>
              <p:nvPr/>
            </p:nvSpPr>
            <p:spPr>
              <a:xfrm rot="-5236830">
                <a:off x="5098317" y="2254482"/>
                <a:ext cx="178153" cy="178153"/>
              </a:xfrm>
              <a:custGeom>
                <a:avLst/>
                <a:gdLst/>
                <a:ahLst/>
                <a:cxnLst/>
                <a:rect l="l" t="t" r="r" b="b"/>
                <a:pathLst>
                  <a:path w="177952" h="177952" extrusionOk="0">
                    <a:moveTo>
                      <a:pt x="177953" y="88976"/>
                    </a:moveTo>
                    <a:cubicBezTo>
                      <a:pt x="177953" y="138117"/>
                      <a:pt x="138117" y="177953"/>
                      <a:pt x="88976" y="177953"/>
                    </a:cubicBezTo>
                    <a:cubicBezTo>
                      <a:pt x="39836" y="177953"/>
                      <a:pt x="0" y="138117"/>
                      <a:pt x="0" y="88976"/>
                    </a:cubicBezTo>
                    <a:cubicBezTo>
                      <a:pt x="0" y="39836"/>
                      <a:pt x="39836" y="0"/>
                      <a:pt x="88976" y="0"/>
                    </a:cubicBezTo>
                    <a:cubicBezTo>
                      <a:pt x="138117" y="0"/>
                      <a:pt x="177953" y="39836"/>
                      <a:pt x="177953" y="88976"/>
                    </a:cubicBezTo>
                    <a:close/>
                  </a:path>
                </a:pathLst>
              </a:custGeom>
              <a:solidFill>
                <a:srgbClr val="5C6EB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33" name="Google Shape;1433;p2"/>
              <p:cNvSpPr/>
              <p:nvPr/>
            </p:nvSpPr>
            <p:spPr>
              <a:xfrm>
                <a:off x="5098313" y="2254507"/>
                <a:ext cx="177819" cy="108561"/>
              </a:xfrm>
              <a:custGeom>
                <a:avLst/>
                <a:gdLst/>
                <a:ahLst/>
                <a:cxnLst/>
                <a:rect l="l" t="t" r="r" b="b"/>
                <a:pathLst>
                  <a:path w="177819" h="108561" extrusionOk="0">
                    <a:moveTo>
                      <a:pt x="176429" y="104606"/>
                    </a:moveTo>
                    <a:cubicBezTo>
                      <a:pt x="173166" y="90086"/>
                      <a:pt x="166272" y="76175"/>
                      <a:pt x="155550" y="64370"/>
                    </a:cubicBezTo>
                    <a:cubicBezTo>
                      <a:pt x="122513" y="27993"/>
                      <a:pt x="66241" y="25284"/>
                      <a:pt x="29862" y="58322"/>
                    </a:cubicBezTo>
                    <a:cubicBezTo>
                      <a:pt x="14719" y="72074"/>
                      <a:pt x="5502" y="89866"/>
                      <a:pt x="2176" y="108561"/>
                    </a:cubicBezTo>
                    <a:cubicBezTo>
                      <a:pt x="-4616" y="78336"/>
                      <a:pt x="4528" y="45426"/>
                      <a:pt x="29100" y="23110"/>
                    </a:cubicBezTo>
                    <a:cubicBezTo>
                      <a:pt x="65477" y="-9927"/>
                      <a:pt x="121750" y="-7220"/>
                      <a:pt x="154787" y="29159"/>
                    </a:cubicBezTo>
                    <a:cubicBezTo>
                      <a:pt x="174076" y="50392"/>
                      <a:pt x="181090" y="78393"/>
                      <a:pt x="176429" y="104606"/>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34" name="Google Shape;1434;p2"/>
              <p:cNvSpPr/>
              <p:nvPr/>
            </p:nvSpPr>
            <p:spPr>
              <a:xfrm>
                <a:off x="5222810" y="2347224"/>
                <a:ext cx="37280" cy="55251"/>
              </a:xfrm>
              <a:custGeom>
                <a:avLst/>
                <a:gdLst/>
                <a:ahLst/>
                <a:cxnLst/>
                <a:rect l="l" t="t" r="r" b="b"/>
                <a:pathLst>
                  <a:path w="37280" h="55251" extrusionOk="0">
                    <a:moveTo>
                      <a:pt x="27796" y="33810"/>
                    </a:moveTo>
                    <a:cubicBezTo>
                      <a:pt x="20400" y="34157"/>
                      <a:pt x="21571" y="49729"/>
                      <a:pt x="15374" y="46774"/>
                    </a:cubicBezTo>
                    <a:cubicBezTo>
                      <a:pt x="9176" y="43818"/>
                      <a:pt x="4792" y="60046"/>
                      <a:pt x="5768" y="53815"/>
                    </a:cubicBezTo>
                    <a:cubicBezTo>
                      <a:pt x="6744" y="47585"/>
                      <a:pt x="5347" y="42609"/>
                      <a:pt x="1052" y="42606"/>
                    </a:cubicBezTo>
                    <a:cubicBezTo>
                      <a:pt x="-3244" y="42604"/>
                      <a:pt x="6906" y="31434"/>
                      <a:pt x="8442" y="29261"/>
                    </a:cubicBezTo>
                    <a:cubicBezTo>
                      <a:pt x="9979" y="27084"/>
                      <a:pt x="-1442" y="17945"/>
                      <a:pt x="9985" y="14200"/>
                    </a:cubicBezTo>
                    <a:cubicBezTo>
                      <a:pt x="21413" y="10456"/>
                      <a:pt x="23059" y="23011"/>
                      <a:pt x="25162" y="13295"/>
                    </a:cubicBezTo>
                    <a:cubicBezTo>
                      <a:pt x="27265" y="3580"/>
                      <a:pt x="34944" y="-3004"/>
                      <a:pt x="36983" y="1390"/>
                    </a:cubicBezTo>
                    <a:cubicBezTo>
                      <a:pt x="39022" y="5783"/>
                      <a:pt x="29864" y="13318"/>
                      <a:pt x="31435" y="18914"/>
                    </a:cubicBezTo>
                    <a:cubicBezTo>
                      <a:pt x="33010" y="24510"/>
                      <a:pt x="34905" y="33474"/>
                      <a:pt x="27796" y="33810"/>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35" name="Google Shape;1435;p2"/>
              <p:cNvSpPr/>
              <p:nvPr/>
            </p:nvSpPr>
            <p:spPr>
              <a:xfrm>
                <a:off x="5235590" y="2366437"/>
                <a:ext cx="12052" cy="18637"/>
              </a:xfrm>
              <a:custGeom>
                <a:avLst/>
                <a:gdLst/>
                <a:ahLst/>
                <a:cxnLst/>
                <a:rect l="l" t="t" r="r" b="b"/>
                <a:pathLst>
                  <a:path w="12052" h="18637" extrusionOk="0">
                    <a:moveTo>
                      <a:pt x="10586" y="214"/>
                    </a:moveTo>
                    <a:cubicBezTo>
                      <a:pt x="8410" y="-877"/>
                      <a:pt x="4606" y="2317"/>
                      <a:pt x="2087" y="7346"/>
                    </a:cubicBezTo>
                    <a:cubicBezTo>
                      <a:pt x="-433" y="12375"/>
                      <a:pt x="-709" y="17336"/>
                      <a:pt x="1467" y="18424"/>
                    </a:cubicBezTo>
                    <a:cubicBezTo>
                      <a:pt x="3643" y="19514"/>
                      <a:pt x="7447" y="16321"/>
                      <a:pt x="9966" y="11291"/>
                    </a:cubicBezTo>
                    <a:cubicBezTo>
                      <a:pt x="12486" y="6262"/>
                      <a:pt x="12762" y="1302"/>
                      <a:pt x="10586" y="214"/>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36" name="Google Shape;1436;p2"/>
              <p:cNvSpPr/>
              <p:nvPr/>
            </p:nvSpPr>
            <p:spPr>
              <a:xfrm>
                <a:off x="5143581" y="2393268"/>
                <a:ext cx="75031" cy="26585"/>
              </a:xfrm>
              <a:custGeom>
                <a:avLst/>
                <a:gdLst/>
                <a:ahLst/>
                <a:cxnLst/>
                <a:rect l="l" t="t" r="r" b="b"/>
                <a:pathLst>
                  <a:path w="75031" h="26585" extrusionOk="0">
                    <a:moveTo>
                      <a:pt x="1367" y="8785"/>
                    </a:moveTo>
                    <a:cubicBezTo>
                      <a:pt x="24085" y="37333"/>
                      <a:pt x="65368" y="27082"/>
                      <a:pt x="73842" y="9094"/>
                    </a:cubicBezTo>
                    <a:cubicBezTo>
                      <a:pt x="82316" y="-8895"/>
                      <a:pt x="43045" y="18153"/>
                      <a:pt x="33956" y="7286"/>
                    </a:cubicBezTo>
                    <a:cubicBezTo>
                      <a:pt x="24867" y="-3582"/>
                      <a:pt x="-6927" y="-1637"/>
                      <a:pt x="1367" y="8785"/>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37" name="Google Shape;1437;p2"/>
              <p:cNvSpPr/>
              <p:nvPr/>
            </p:nvSpPr>
            <p:spPr>
              <a:xfrm>
                <a:off x="5123187" y="2376460"/>
                <a:ext cx="16736" cy="16734"/>
              </a:xfrm>
              <a:custGeom>
                <a:avLst/>
                <a:gdLst/>
                <a:ahLst/>
                <a:cxnLst/>
                <a:rect l="l" t="t" r="r" b="b"/>
                <a:pathLst>
                  <a:path w="16736" h="16734" extrusionOk="0">
                    <a:moveTo>
                      <a:pt x="14564" y="2743"/>
                    </a:moveTo>
                    <a:cubicBezTo>
                      <a:pt x="11457" y="-679"/>
                      <a:pt x="6165" y="-933"/>
                      <a:pt x="2743" y="2173"/>
                    </a:cubicBezTo>
                    <a:cubicBezTo>
                      <a:pt x="-680" y="5280"/>
                      <a:pt x="-933" y="10572"/>
                      <a:pt x="2173" y="13992"/>
                    </a:cubicBezTo>
                    <a:cubicBezTo>
                      <a:pt x="5280" y="17414"/>
                      <a:pt x="10572" y="17668"/>
                      <a:pt x="13994" y="14561"/>
                    </a:cubicBezTo>
                    <a:cubicBezTo>
                      <a:pt x="17416" y="11457"/>
                      <a:pt x="17670" y="6165"/>
                      <a:pt x="14564" y="2743"/>
                    </a:cubicBezTo>
                    <a:close/>
                  </a:path>
                </a:pathLst>
              </a:custGeom>
              <a:solidFill>
                <a:srgbClr val="59595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438" name="Google Shape;1438;p2"/>
            <p:cNvGrpSpPr/>
            <p:nvPr/>
          </p:nvGrpSpPr>
          <p:grpSpPr>
            <a:xfrm>
              <a:off x="9806394" y="2012760"/>
              <a:ext cx="510709" cy="612727"/>
              <a:chOff x="9806394" y="2012760"/>
              <a:chExt cx="510709" cy="612727"/>
            </a:xfrm>
          </p:grpSpPr>
          <p:sp>
            <p:nvSpPr>
              <p:cNvPr id="1439" name="Google Shape;1439;p2"/>
              <p:cNvSpPr/>
              <p:nvPr/>
            </p:nvSpPr>
            <p:spPr>
              <a:xfrm>
                <a:off x="9806394" y="2012760"/>
                <a:ext cx="510708" cy="612727"/>
              </a:xfrm>
              <a:custGeom>
                <a:avLst/>
                <a:gdLst/>
                <a:ahLst/>
                <a:cxnLst/>
                <a:rect l="l" t="t" r="r" b="b"/>
                <a:pathLst>
                  <a:path w="510708" h="612727" extrusionOk="0">
                    <a:moveTo>
                      <a:pt x="491330" y="266839"/>
                    </a:moveTo>
                    <a:cubicBezTo>
                      <a:pt x="544495" y="394000"/>
                      <a:pt x="484508" y="540183"/>
                      <a:pt x="357347" y="593349"/>
                    </a:cubicBezTo>
                    <a:cubicBezTo>
                      <a:pt x="230186" y="646514"/>
                      <a:pt x="84003" y="586527"/>
                      <a:pt x="30838" y="459366"/>
                    </a:cubicBezTo>
                    <a:cubicBezTo>
                      <a:pt x="-22327" y="332205"/>
                      <a:pt x="-13947" y="62592"/>
                      <a:pt x="113214" y="9427"/>
                    </a:cubicBezTo>
                    <a:cubicBezTo>
                      <a:pt x="240375" y="-43739"/>
                      <a:pt x="438164" y="139678"/>
                      <a:pt x="491330" y="266839"/>
                    </a:cubicBezTo>
                    <a:close/>
                  </a:path>
                </a:pathLst>
              </a:custGeom>
              <a:solidFill>
                <a:srgbClr val="E89F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40" name="Google Shape;1440;p2"/>
              <p:cNvSpPr/>
              <p:nvPr/>
            </p:nvSpPr>
            <p:spPr>
              <a:xfrm>
                <a:off x="9947056" y="2096900"/>
                <a:ext cx="370047" cy="528562"/>
              </a:xfrm>
              <a:custGeom>
                <a:avLst/>
                <a:gdLst/>
                <a:ahLst/>
                <a:cxnLst/>
                <a:rect l="l" t="t" r="r" b="b"/>
                <a:pathLst>
                  <a:path w="370047" h="528562" extrusionOk="0">
                    <a:moveTo>
                      <a:pt x="0" y="497477"/>
                    </a:moveTo>
                    <a:cubicBezTo>
                      <a:pt x="64360" y="532892"/>
                      <a:pt x="143645" y="539745"/>
                      <a:pt x="216687" y="509209"/>
                    </a:cubicBezTo>
                    <a:cubicBezTo>
                      <a:pt x="343848" y="456043"/>
                      <a:pt x="403833" y="309861"/>
                      <a:pt x="350670" y="182699"/>
                    </a:cubicBezTo>
                    <a:cubicBezTo>
                      <a:pt x="326210" y="124196"/>
                      <a:pt x="271131" y="53801"/>
                      <a:pt x="206410" y="0"/>
                    </a:cubicBezTo>
                    <a:lnTo>
                      <a:pt x="206389" y="9"/>
                    </a:lnTo>
                    <a:cubicBezTo>
                      <a:pt x="353171" y="188922"/>
                      <a:pt x="207139" y="528196"/>
                      <a:pt x="0" y="497477"/>
                    </a:cubicBezTo>
                    <a:close/>
                  </a:path>
                </a:pathLst>
              </a:custGeom>
              <a:solidFill>
                <a:srgbClr val="E8E8E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41" name="Google Shape;1441;p2"/>
              <p:cNvSpPr/>
              <p:nvPr/>
            </p:nvSpPr>
            <p:spPr>
              <a:xfrm>
                <a:off x="9833528" y="2044441"/>
                <a:ext cx="125390" cy="346861"/>
              </a:xfrm>
              <a:custGeom>
                <a:avLst/>
                <a:gdLst/>
                <a:ahLst/>
                <a:cxnLst/>
                <a:rect l="l" t="t" r="r" b="b"/>
                <a:pathLst>
                  <a:path w="125390" h="346861" extrusionOk="0">
                    <a:moveTo>
                      <a:pt x="89463" y="0"/>
                    </a:moveTo>
                    <a:cubicBezTo>
                      <a:pt x="89463" y="0"/>
                      <a:pt x="-32392" y="89079"/>
                      <a:pt x="8326" y="346862"/>
                    </a:cubicBezTo>
                    <a:cubicBezTo>
                      <a:pt x="4943" y="172086"/>
                      <a:pt x="125390" y="71762"/>
                      <a:pt x="125390" y="71762"/>
                    </a:cubicBezTo>
                    <a:lnTo>
                      <a:pt x="89463" y="0"/>
                    </a:lnTo>
                    <a:close/>
                  </a:path>
                </a:pathLst>
              </a:custGeom>
              <a:solidFill>
                <a:srgbClr val="3B3B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442" name="Google Shape;1442;p2"/>
            <p:cNvGrpSpPr/>
            <p:nvPr/>
          </p:nvGrpSpPr>
          <p:grpSpPr>
            <a:xfrm>
              <a:off x="7592812" y="4283308"/>
              <a:ext cx="1043488" cy="1085436"/>
              <a:chOff x="7592812" y="4283308"/>
              <a:chExt cx="1043488" cy="1085436"/>
            </a:xfrm>
          </p:grpSpPr>
          <p:sp>
            <p:nvSpPr>
              <p:cNvPr id="1443" name="Google Shape;1443;p2"/>
              <p:cNvSpPr/>
              <p:nvPr/>
            </p:nvSpPr>
            <p:spPr>
              <a:xfrm>
                <a:off x="7886259" y="4930049"/>
                <a:ext cx="750041" cy="438695"/>
              </a:xfrm>
              <a:custGeom>
                <a:avLst/>
                <a:gdLst/>
                <a:ahLst/>
                <a:cxnLst/>
                <a:rect l="l" t="t" r="r" b="b"/>
                <a:pathLst>
                  <a:path w="750041" h="438695" extrusionOk="0">
                    <a:moveTo>
                      <a:pt x="0" y="431429"/>
                    </a:moveTo>
                    <a:cubicBezTo>
                      <a:pt x="0" y="431429"/>
                      <a:pt x="253757" y="501628"/>
                      <a:pt x="597003" y="205639"/>
                    </a:cubicBezTo>
                    <a:cubicBezTo>
                      <a:pt x="707837" y="110064"/>
                      <a:pt x="750041" y="0"/>
                      <a:pt x="750041" y="0"/>
                    </a:cubicBezTo>
                    <a:lnTo>
                      <a:pt x="194571" y="210646"/>
                    </a:lnTo>
                    <a:lnTo>
                      <a:pt x="113116" y="252475"/>
                    </a:lnTo>
                    <a:lnTo>
                      <a:pt x="0" y="431429"/>
                    </a:lnTo>
                    <a:close/>
                  </a:path>
                </a:pathLst>
              </a:custGeom>
              <a:solidFill>
                <a:srgbClr val="FFCB63"/>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44" name="Google Shape;1444;p2"/>
              <p:cNvSpPr/>
              <p:nvPr/>
            </p:nvSpPr>
            <p:spPr>
              <a:xfrm>
                <a:off x="7592812" y="4283308"/>
                <a:ext cx="1043488" cy="1078777"/>
              </a:xfrm>
              <a:custGeom>
                <a:avLst/>
                <a:gdLst/>
                <a:ahLst/>
                <a:cxnLst/>
                <a:rect l="l" t="t" r="r" b="b"/>
                <a:pathLst>
                  <a:path w="1043488" h="1078777" extrusionOk="0">
                    <a:moveTo>
                      <a:pt x="0" y="218612"/>
                    </a:moveTo>
                    <a:lnTo>
                      <a:pt x="293447" y="1078171"/>
                    </a:lnTo>
                    <a:cubicBezTo>
                      <a:pt x="293447" y="1078171"/>
                      <a:pt x="692233" y="1113412"/>
                      <a:pt x="1043488" y="646739"/>
                    </a:cubicBezTo>
                    <a:cubicBezTo>
                      <a:pt x="742264" y="344352"/>
                      <a:pt x="380054" y="0"/>
                      <a:pt x="380054" y="0"/>
                    </a:cubicBezTo>
                    <a:lnTo>
                      <a:pt x="322166" y="33298"/>
                    </a:lnTo>
                    <a:cubicBezTo>
                      <a:pt x="322166" y="33298"/>
                      <a:pt x="338435" y="55760"/>
                      <a:pt x="313267" y="70237"/>
                    </a:cubicBezTo>
                    <a:cubicBezTo>
                      <a:pt x="288098" y="84715"/>
                      <a:pt x="266792" y="65147"/>
                      <a:pt x="266792" y="65147"/>
                    </a:cubicBezTo>
                    <a:lnTo>
                      <a:pt x="143842" y="142569"/>
                    </a:lnTo>
                    <a:cubicBezTo>
                      <a:pt x="143842" y="142569"/>
                      <a:pt x="164645" y="175823"/>
                      <a:pt x="134252" y="189955"/>
                    </a:cubicBezTo>
                    <a:cubicBezTo>
                      <a:pt x="103860" y="204087"/>
                      <a:pt x="84315" y="170108"/>
                      <a:pt x="84315" y="170108"/>
                    </a:cubicBezTo>
                    <a:lnTo>
                      <a:pt x="0" y="218612"/>
                    </a:lnTo>
                    <a:close/>
                  </a:path>
                </a:pathLst>
              </a:custGeom>
              <a:solidFill>
                <a:srgbClr val="FFB11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45" name="Google Shape;1445;p2"/>
              <p:cNvSpPr/>
              <p:nvPr/>
            </p:nvSpPr>
            <p:spPr>
              <a:xfrm>
                <a:off x="7592812" y="4501920"/>
                <a:ext cx="719042" cy="860160"/>
              </a:xfrm>
              <a:custGeom>
                <a:avLst/>
                <a:gdLst/>
                <a:ahLst/>
                <a:cxnLst/>
                <a:rect l="l" t="t" r="r" b="b"/>
                <a:pathLst>
                  <a:path w="719042" h="860160" extrusionOk="0">
                    <a:moveTo>
                      <a:pt x="719043" y="731769"/>
                    </a:moveTo>
                    <a:lnTo>
                      <a:pt x="719043" y="731769"/>
                    </a:lnTo>
                    <a:lnTo>
                      <a:pt x="0" y="0"/>
                    </a:lnTo>
                    <a:lnTo>
                      <a:pt x="293447" y="859559"/>
                    </a:lnTo>
                    <a:cubicBezTo>
                      <a:pt x="293447" y="859559"/>
                      <a:pt x="484744" y="876409"/>
                      <a:pt x="719043" y="731769"/>
                    </a:cubicBezTo>
                    <a:close/>
                  </a:path>
                </a:pathLst>
              </a:custGeom>
              <a:solidFill>
                <a:srgbClr val="4D4D4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46" name="Google Shape;1446;p2"/>
              <p:cNvSpPr/>
              <p:nvPr/>
            </p:nvSpPr>
            <p:spPr>
              <a:xfrm rot="-2487314">
                <a:off x="8001271" y="4462213"/>
                <a:ext cx="95014" cy="117825"/>
              </a:xfrm>
              <a:custGeom>
                <a:avLst/>
                <a:gdLst/>
                <a:ahLst/>
                <a:cxnLst/>
                <a:rect l="l" t="t" r="r" b="b"/>
                <a:pathLst>
                  <a:path w="94947" h="117742" extrusionOk="0">
                    <a:moveTo>
                      <a:pt x="94947" y="58871"/>
                    </a:moveTo>
                    <a:cubicBezTo>
                      <a:pt x="94947" y="91385"/>
                      <a:pt x="73693" y="117742"/>
                      <a:pt x="47474" y="117742"/>
                    </a:cubicBezTo>
                    <a:cubicBezTo>
                      <a:pt x="21255" y="117742"/>
                      <a:pt x="0" y="91385"/>
                      <a:pt x="0" y="58871"/>
                    </a:cubicBezTo>
                    <a:cubicBezTo>
                      <a:pt x="0" y="26358"/>
                      <a:pt x="21255" y="0"/>
                      <a:pt x="47474" y="0"/>
                    </a:cubicBezTo>
                    <a:cubicBezTo>
                      <a:pt x="73693" y="0"/>
                      <a:pt x="94947" y="26358"/>
                      <a:pt x="94947" y="58871"/>
                    </a:cubicBezTo>
                    <a:close/>
                  </a:path>
                </a:pathLst>
              </a:custGeom>
              <a:solidFill>
                <a:srgbClr val="F5E8C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47" name="Google Shape;1447;p2"/>
              <p:cNvSpPr/>
              <p:nvPr/>
            </p:nvSpPr>
            <p:spPr>
              <a:xfrm>
                <a:off x="8023736" y="4747592"/>
                <a:ext cx="66246" cy="68024"/>
              </a:xfrm>
              <a:custGeom>
                <a:avLst/>
                <a:gdLst/>
                <a:ahLst/>
                <a:cxnLst/>
                <a:rect l="l" t="t" r="r" b="b"/>
                <a:pathLst>
                  <a:path w="66246" h="68024" extrusionOk="0">
                    <a:moveTo>
                      <a:pt x="55468" y="14295"/>
                    </a:moveTo>
                    <a:cubicBezTo>
                      <a:pt x="68971" y="29599"/>
                      <a:pt x="69915" y="50832"/>
                      <a:pt x="57575" y="61722"/>
                    </a:cubicBezTo>
                    <a:cubicBezTo>
                      <a:pt x="45236" y="72613"/>
                      <a:pt x="24282" y="69033"/>
                      <a:pt x="10779" y="53730"/>
                    </a:cubicBezTo>
                    <a:cubicBezTo>
                      <a:pt x="-2724" y="38428"/>
                      <a:pt x="-3669" y="17193"/>
                      <a:pt x="8671" y="6303"/>
                    </a:cubicBezTo>
                    <a:cubicBezTo>
                      <a:pt x="21013" y="-4588"/>
                      <a:pt x="41964" y="-1010"/>
                      <a:pt x="55468" y="14295"/>
                    </a:cubicBezTo>
                    <a:close/>
                  </a:path>
                </a:pathLst>
              </a:custGeom>
              <a:solidFill>
                <a:srgbClr val="F5E8C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48" name="Google Shape;1448;p2"/>
              <p:cNvSpPr/>
              <p:nvPr/>
            </p:nvSpPr>
            <p:spPr>
              <a:xfrm rot="-2487314">
                <a:off x="8293226" y="4772587"/>
                <a:ext cx="38366" cy="47579"/>
              </a:xfrm>
              <a:custGeom>
                <a:avLst/>
                <a:gdLst/>
                <a:ahLst/>
                <a:cxnLst/>
                <a:rect l="l" t="t" r="r" b="b"/>
                <a:pathLst>
                  <a:path w="38339" h="47546" extrusionOk="0">
                    <a:moveTo>
                      <a:pt x="38339" y="23773"/>
                    </a:moveTo>
                    <a:cubicBezTo>
                      <a:pt x="38339" y="36903"/>
                      <a:pt x="29756" y="47547"/>
                      <a:pt x="19169" y="47547"/>
                    </a:cubicBezTo>
                    <a:cubicBezTo>
                      <a:pt x="8582" y="47547"/>
                      <a:pt x="0" y="36903"/>
                      <a:pt x="0" y="23773"/>
                    </a:cubicBezTo>
                    <a:cubicBezTo>
                      <a:pt x="0" y="10644"/>
                      <a:pt x="8582" y="0"/>
                      <a:pt x="19169" y="0"/>
                    </a:cubicBezTo>
                    <a:cubicBezTo>
                      <a:pt x="29756" y="0"/>
                      <a:pt x="38339" y="10644"/>
                      <a:pt x="38339" y="23773"/>
                    </a:cubicBezTo>
                    <a:close/>
                  </a:path>
                </a:pathLst>
              </a:custGeom>
              <a:solidFill>
                <a:srgbClr val="F5E8C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49" name="Google Shape;1449;p2"/>
              <p:cNvSpPr/>
              <p:nvPr/>
            </p:nvSpPr>
            <p:spPr>
              <a:xfrm>
                <a:off x="7846329" y="4675344"/>
                <a:ext cx="42617" cy="43760"/>
              </a:xfrm>
              <a:custGeom>
                <a:avLst/>
                <a:gdLst/>
                <a:ahLst/>
                <a:cxnLst/>
                <a:rect l="l" t="t" r="r" b="b"/>
                <a:pathLst>
                  <a:path w="42617" h="43760" extrusionOk="0">
                    <a:moveTo>
                      <a:pt x="35683" y="9196"/>
                    </a:moveTo>
                    <a:cubicBezTo>
                      <a:pt x="44370" y="19042"/>
                      <a:pt x="44978" y="32701"/>
                      <a:pt x="37039" y="39707"/>
                    </a:cubicBezTo>
                    <a:cubicBezTo>
                      <a:pt x="29099" y="46712"/>
                      <a:pt x="15621" y="44409"/>
                      <a:pt x="6934" y="34566"/>
                    </a:cubicBezTo>
                    <a:cubicBezTo>
                      <a:pt x="-1752" y="24720"/>
                      <a:pt x="-2361" y="11062"/>
                      <a:pt x="5579" y="4055"/>
                    </a:cubicBezTo>
                    <a:cubicBezTo>
                      <a:pt x="13518" y="-2952"/>
                      <a:pt x="26994" y="-650"/>
                      <a:pt x="35683" y="9196"/>
                    </a:cubicBezTo>
                    <a:close/>
                  </a:path>
                </a:pathLst>
              </a:custGeom>
              <a:solidFill>
                <a:srgbClr val="F5E8C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50" name="Google Shape;1450;p2"/>
              <p:cNvSpPr/>
              <p:nvPr/>
            </p:nvSpPr>
            <p:spPr>
              <a:xfrm rot="-2487314">
                <a:off x="7769096" y="4541180"/>
                <a:ext cx="59640" cy="73959"/>
              </a:xfrm>
              <a:custGeom>
                <a:avLst/>
                <a:gdLst/>
                <a:ahLst/>
                <a:cxnLst/>
                <a:rect l="l" t="t" r="r" b="b"/>
                <a:pathLst>
                  <a:path w="59598" h="73907" extrusionOk="0">
                    <a:moveTo>
                      <a:pt x="59598" y="36954"/>
                    </a:moveTo>
                    <a:cubicBezTo>
                      <a:pt x="59598" y="57363"/>
                      <a:pt x="46256" y="73908"/>
                      <a:pt x="29799" y="73908"/>
                    </a:cubicBezTo>
                    <a:cubicBezTo>
                      <a:pt x="13341" y="73908"/>
                      <a:pt x="0" y="57363"/>
                      <a:pt x="0" y="36954"/>
                    </a:cubicBezTo>
                    <a:cubicBezTo>
                      <a:pt x="0" y="16545"/>
                      <a:pt x="13341" y="0"/>
                      <a:pt x="29799" y="0"/>
                    </a:cubicBezTo>
                    <a:cubicBezTo>
                      <a:pt x="46256" y="0"/>
                      <a:pt x="59598" y="16545"/>
                      <a:pt x="59598" y="36954"/>
                    </a:cubicBezTo>
                    <a:close/>
                  </a:path>
                </a:pathLst>
              </a:custGeom>
              <a:solidFill>
                <a:srgbClr val="F5E8C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51" name="Google Shape;1451;p2"/>
              <p:cNvSpPr/>
              <p:nvPr/>
            </p:nvSpPr>
            <p:spPr>
              <a:xfrm rot="-2487314">
                <a:off x="8240165" y="4963136"/>
                <a:ext cx="127853" cy="158556"/>
              </a:xfrm>
              <a:custGeom>
                <a:avLst/>
                <a:gdLst/>
                <a:ahLst/>
                <a:cxnLst/>
                <a:rect l="l" t="t" r="r" b="b"/>
                <a:pathLst>
                  <a:path w="127763" h="158445" extrusionOk="0">
                    <a:moveTo>
                      <a:pt x="127764" y="79222"/>
                    </a:moveTo>
                    <a:cubicBezTo>
                      <a:pt x="127764" y="122976"/>
                      <a:pt x="99163" y="158445"/>
                      <a:pt x="63882" y="158445"/>
                    </a:cubicBezTo>
                    <a:cubicBezTo>
                      <a:pt x="28601" y="158445"/>
                      <a:pt x="0" y="122976"/>
                      <a:pt x="0" y="79222"/>
                    </a:cubicBezTo>
                    <a:cubicBezTo>
                      <a:pt x="0" y="35469"/>
                      <a:pt x="28601" y="0"/>
                      <a:pt x="63882" y="0"/>
                    </a:cubicBezTo>
                    <a:cubicBezTo>
                      <a:pt x="99163" y="0"/>
                      <a:pt x="127764" y="35469"/>
                      <a:pt x="127764" y="79222"/>
                    </a:cubicBezTo>
                    <a:close/>
                  </a:path>
                </a:pathLst>
              </a:custGeom>
              <a:solidFill>
                <a:srgbClr val="F5E8C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52" name="Google Shape;1452;p2"/>
              <p:cNvSpPr/>
              <p:nvPr/>
            </p:nvSpPr>
            <p:spPr>
              <a:xfrm>
                <a:off x="7962799" y="4283310"/>
                <a:ext cx="673501" cy="660459"/>
              </a:xfrm>
              <a:custGeom>
                <a:avLst/>
                <a:gdLst/>
                <a:ahLst/>
                <a:cxnLst/>
                <a:rect l="l" t="t" r="r" b="b"/>
                <a:pathLst>
                  <a:path w="673501" h="660459" extrusionOk="0">
                    <a:moveTo>
                      <a:pt x="673501" y="646739"/>
                    </a:moveTo>
                    <a:cubicBezTo>
                      <a:pt x="372278" y="344352"/>
                      <a:pt x="10068" y="0"/>
                      <a:pt x="10068" y="0"/>
                    </a:cubicBezTo>
                    <a:lnTo>
                      <a:pt x="0" y="5790"/>
                    </a:lnTo>
                    <a:lnTo>
                      <a:pt x="662977" y="660460"/>
                    </a:lnTo>
                    <a:cubicBezTo>
                      <a:pt x="666488" y="655906"/>
                      <a:pt x="670001" y="651389"/>
                      <a:pt x="673501" y="646739"/>
                    </a:cubicBezTo>
                    <a:close/>
                  </a:path>
                </a:pathLst>
              </a:custGeom>
              <a:solidFill>
                <a:srgbClr val="F5E8C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453" name="Google Shape;1453;p2"/>
            <p:cNvGrpSpPr/>
            <p:nvPr/>
          </p:nvGrpSpPr>
          <p:grpSpPr>
            <a:xfrm>
              <a:off x="9204891" y="1431658"/>
              <a:ext cx="708215" cy="723883"/>
              <a:chOff x="9204891" y="1431658"/>
              <a:chExt cx="708215" cy="723883"/>
            </a:xfrm>
          </p:grpSpPr>
          <p:sp>
            <p:nvSpPr>
              <p:cNvPr id="1454" name="Google Shape;1454;p2"/>
              <p:cNvSpPr/>
              <p:nvPr/>
            </p:nvSpPr>
            <p:spPr>
              <a:xfrm>
                <a:off x="9371290" y="1783137"/>
                <a:ext cx="541816" cy="197264"/>
              </a:xfrm>
              <a:custGeom>
                <a:avLst/>
                <a:gdLst/>
                <a:ahLst/>
                <a:cxnLst/>
                <a:rect l="l" t="t" r="r" b="b"/>
                <a:pathLst>
                  <a:path w="541816" h="197264" extrusionOk="0">
                    <a:moveTo>
                      <a:pt x="460551" y="196125"/>
                    </a:moveTo>
                    <a:cubicBezTo>
                      <a:pt x="501075" y="190440"/>
                      <a:pt x="541817" y="129733"/>
                      <a:pt x="541817" y="129733"/>
                    </a:cubicBezTo>
                    <a:lnTo>
                      <a:pt x="420012" y="0"/>
                    </a:lnTo>
                    <a:cubicBezTo>
                      <a:pt x="301201" y="8367"/>
                      <a:pt x="165468" y="49240"/>
                      <a:pt x="165468" y="49240"/>
                    </a:cubicBezTo>
                    <a:cubicBezTo>
                      <a:pt x="111795" y="85094"/>
                      <a:pt x="34690" y="117290"/>
                      <a:pt x="0" y="153429"/>
                    </a:cubicBezTo>
                    <a:cubicBezTo>
                      <a:pt x="169" y="153669"/>
                      <a:pt x="354" y="153948"/>
                      <a:pt x="517" y="154161"/>
                    </a:cubicBezTo>
                    <a:cubicBezTo>
                      <a:pt x="24766" y="185968"/>
                      <a:pt x="420027" y="201810"/>
                      <a:pt x="460551" y="196125"/>
                    </a:cubicBezTo>
                    <a:close/>
                  </a:path>
                </a:pathLst>
              </a:custGeom>
              <a:solidFill>
                <a:srgbClr val="FFF7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55" name="Google Shape;1455;p2"/>
              <p:cNvSpPr/>
              <p:nvPr/>
            </p:nvSpPr>
            <p:spPr>
              <a:xfrm>
                <a:off x="9309731" y="1510907"/>
                <a:ext cx="543790" cy="644634"/>
              </a:xfrm>
              <a:custGeom>
                <a:avLst/>
                <a:gdLst/>
                <a:ahLst/>
                <a:cxnLst/>
                <a:rect l="l" t="t" r="r" b="b"/>
                <a:pathLst>
                  <a:path w="543790" h="644634" extrusionOk="0">
                    <a:moveTo>
                      <a:pt x="143203" y="0"/>
                    </a:moveTo>
                    <a:cubicBezTo>
                      <a:pt x="107505" y="5061"/>
                      <a:pt x="23186" y="47398"/>
                      <a:pt x="7074" y="62030"/>
                    </a:cubicBezTo>
                    <a:cubicBezTo>
                      <a:pt x="-9037" y="76663"/>
                      <a:pt x="5538" y="430756"/>
                      <a:pt x="19339" y="468299"/>
                    </a:cubicBezTo>
                    <a:cubicBezTo>
                      <a:pt x="33139" y="505841"/>
                      <a:pt x="406169" y="637488"/>
                      <a:pt x="446567" y="644003"/>
                    </a:cubicBezTo>
                    <a:cubicBezTo>
                      <a:pt x="486967" y="650516"/>
                      <a:pt x="543791" y="604514"/>
                      <a:pt x="543791" y="604514"/>
                    </a:cubicBezTo>
                    <a:lnTo>
                      <a:pt x="371657" y="252390"/>
                    </a:lnTo>
                    <a:cubicBezTo>
                      <a:pt x="371657" y="252390"/>
                      <a:pt x="259181" y="172675"/>
                      <a:pt x="239616" y="157700"/>
                    </a:cubicBezTo>
                    <a:cubicBezTo>
                      <a:pt x="220050" y="142726"/>
                      <a:pt x="143203" y="0"/>
                      <a:pt x="143203" y="0"/>
                    </a:cubicBezTo>
                    <a:close/>
                  </a:path>
                </a:pathLst>
              </a:custGeom>
              <a:solidFill>
                <a:srgbClr val="FFCC1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56" name="Google Shape;1456;p2"/>
              <p:cNvSpPr/>
              <p:nvPr/>
            </p:nvSpPr>
            <p:spPr>
              <a:xfrm>
                <a:off x="9441958" y="1510883"/>
                <a:ext cx="418558" cy="604713"/>
              </a:xfrm>
              <a:custGeom>
                <a:avLst/>
                <a:gdLst/>
                <a:ahLst/>
                <a:cxnLst/>
                <a:rect l="l" t="t" r="r" b="b"/>
                <a:pathLst>
                  <a:path w="418558" h="604713" extrusionOk="0">
                    <a:moveTo>
                      <a:pt x="404283" y="324342"/>
                    </a:moveTo>
                    <a:cubicBezTo>
                      <a:pt x="392380" y="295038"/>
                      <a:pt x="42048" y="-3157"/>
                      <a:pt x="10977" y="25"/>
                    </a:cubicBezTo>
                    <a:cubicBezTo>
                      <a:pt x="-20092" y="3205"/>
                      <a:pt x="23314" y="402220"/>
                      <a:pt x="36440" y="427898"/>
                    </a:cubicBezTo>
                    <a:cubicBezTo>
                      <a:pt x="49567" y="453579"/>
                      <a:pt x="396518" y="610650"/>
                      <a:pt x="411564" y="604540"/>
                    </a:cubicBezTo>
                    <a:cubicBezTo>
                      <a:pt x="426613" y="598427"/>
                      <a:pt x="414154" y="348647"/>
                      <a:pt x="404283" y="324342"/>
                    </a:cubicBezTo>
                    <a:close/>
                  </a:path>
                </a:pathLst>
              </a:custGeom>
              <a:solidFill>
                <a:srgbClr val="FFD43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457" name="Google Shape;1457;p2"/>
              <p:cNvGrpSpPr/>
              <p:nvPr/>
            </p:nvGrpSpPr>
            <p:grpSpPr>
              <a:xfrm>
                <a:off x="9204891" y="1431658"/>
                <a:ext cx="222289" cy="508765"/>
                <a:chOff x="9204891" y="1431658"/>
                <a:chExt cx="222289" cy="508765"/>
              </a:xfrm>
            </p:grpSpPr>
            <p:sp>
              <p:nvSpPr>
                <p:cNvPr id="1458" name="Google Shape;1458;p2"/>
                <p:cNvSpPr/>
                <p:nvPr/>
              </p:nvSpPr>
              <p:spPr>
                <a:xfrm>
                  <a:off x="9204891" y="1431813"/>
                  <a:ext cx="219272" cy="508607"/>
                </a:xfrm>
                <a:custGeom>
                  <a:avLst/>
                  <a:gdLst/>
                  <a:ahLst/>
                  <a:cxnLst/>
                  <a:rect l="l" t="t" r="r" b="b"/>
                  <a:pathLst>
                    <a:path w="219272" h="508607" extrusionOk="0">
                      <a:moveTo>
                        <a:pt x="143203" y="0"/>
                      </a:moveTo>
                      <a:cubicBezTo>
                        <a:pt x="107505" y="5061"/>
                        <a:pt x="23186" y="47398"/>
                        <a:pt x="7074" y="62030"/>
                      </a:cubicBezTo>
                      <a:cubicBezTo>
                        <a:pt x="-9037" y="76663"/>
                        <a:pt x="5538" y="430755"/>
                        <a:pt x="19339" y="468299"/>
                      </a:cubicBezTo>
                      <a:cubicBezTo>
                        <a:pt x="33139" y="505841"/>
                        <a:pt x="37673" y="501516"/>
                        <a:pt x="78071" y="508029"/>
                      </a:cubicBezTo>
                      <a:cubicBezTo>
                        <a:pt x="118471" y="514542"/>
                        <a:pt x="219273" y="463944"/>
                        <a:pt x="219273" y="463944"/>
                      </a:cubicBezTo>
                      <a:lnTo>
                        <a:pt x="158350" y="203918"/>
                      </a:lnTo>
                      <a:cubicBezTo>
                        <a:pt x="158350" y="203918"/>
                        <a:pt x="208702" y="162372"/>
                        <a:pt x="189136" y="147397"/>
                      </a:cubicBezTo>
                      <a:cubicBezTo>
                        <a:pt x="169568" y="132423"/>
                        <a:pt x="143203" y="0"/>
                        <a:pt x="143203" y="0"/>
                      </a:cubicBezTo>
                      <a:close/>
                    </a:path>
                  </a:pathLst>
                </a:custGeom>
                <a:solidFill>
                  <a:srgbClr val="FFCC1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59" name="Google Shape;1459;p2"/>
                <p:cNvSpPr/>
                <p:nvPr/>
              </p:nvSpPr>
              <p:spPr>
                <a:xfrm>
                  <a:off x="9226209" y="1853713"/>
                  <a:ext cx="197953" cy="86710"/>
                </a:xfrm>
                <a:custGeom>
                  <a:avLst/>
                  <a:gdLst/>
                  <a:ahLst/>
                  <a:cxnLst/>
                  <a:rect l="l" t="t" r="r" b="b"/>
                  <a:pathLst>
                    <a:path w="197953" h="86710" extrusionOk="0">
                      <a:moveTo>
                        <a:pt x="197954" y="42046"/>
                      </a:moveTo>
                      <a:lnTo>
                        <a:pt x="190566" y="10511"/>
                      </a:lnTo>
                      <a:lnTo>
                        <a:pt x="144877" y="0"/>
                      </a:lnTo>
                      <a:lnTo>
                        <a:pt x="0" y="51643"/>
                      </a:lnTo>
                      <a:cubicBezTo>
                        <a:pt x="12351" y="83512"/>
                        <a:pt x="18352" y="79939"/>
                        <a:pt x="56752" y="86132"/>
                      </a:cubicBezTo>
                      <a:cubicBezTo>
                        <a:pt x="97153" y="92645"/>
                        <a:pt x="197954" y="42046"/>
                        <a:pt x="197954" y="42046"/>
                      </a:cubicBezTo>
                      <a:close/>
                    </a:path>
                  </a:pathLst>
                </a:custGeom>
                <a:solidFill>
                  <a:srgbClr val="FFF7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60" name="Google Shape;1460;p2"/>
                <p:cNvSpPr/>
                <p:nvPr/>
              </p:nvSpPr>
              <p:spPr>
                <a:xfrm>
                  <a:off x="9337115" y="1431658"/>
                  <a:ext cx="90065" cy="465373"/>
                </a:xfrm>
                <a:custGeom>
                  <a:avLst/>
                  <a:gdLst/>
                  <a:ahLst/>
                  <a:cxnLst/>
                  <a:rect l="l" t="t" r="r" b="b"/>
                  <a:pathLst>
                    <a:path w="90065" h="465373" extrusionOk="0">
                      <a:moveTo>
                        <a:pt x="49050" y="65338"/>
                      </a:moveTo>
                      <a:cubicBezTo>
                        <a:pt x="42889" y="44336"/>
                        <a:pt x="42048" y="-3027"/>
                        <a:pt x="10977" y="153"/>
                      </a:cubicBezTo>
                      <a:cubicBezTo>
                        <a:pt x="-20092" y="3332"/>
                        <a:pt x="23314" y="402347"/>
                        <a:pt x="36441" y="428028"/>
                      </a:cubicBezTo>
                      <a:cubicBezTo>
                        <a:pt x="49567" y="453709"/>
                        <a:pt x="71997" y="470211"/>
                        <a:pt x="87044" y="464098"/>
                      </a:cubicBezTo>
                      <a:cubicBezTo>
                        <a:pt x="102090" y="457986"/>
                        <a:pt x="56436" y="90511"/>
                        <a:pt x="49050" y="65338"/>
                      </a:cubicBezTo>
                      <a:close/>
                    </a:path>
                  </a:pathLst>
                </a:custGeom>
                <a:solidFill>
                  <a:srgbClr val="FFD43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grpSp>
          <p:nvGrpSpPr>
            <p:cNvPr id="1461" name="Google Shape;1461;p2"/>
            <p:cNvGrpSpPr/>
            <p:nvPr/>
          </p:nvGrpSpPr>
          <p:grpSpPr>
            <a:xfrm>
              <a:off x="4878438" y="1071864"/>
              <a:ext cx="1549540" cy="1354876"/>
              <a:chOff x="4878438" y="1071864"/>
              <a:chExt cx="1549540" cy="1354876"/>
            </a:xfrm>
          </p:grpSpPr>
          <p:sp>
            <p:nvSpPr>
              <p:cNvPr id="1462" name="Google Shape;1462;p2"/>
              <p:cNvSpPr/>
              <p:nvPr/>
            </p:nvSpPr>
            <p:spPr>
              <a:xfrm>
                <a:off x="4930363" y="1473038"/>
                <a:ext cx="756627" cy="776228"/>
              </a:xfrm>
              <a:custGeom>
                <a:avLst/>
                <a:gdLst/>
                <a:ahLst/>
                <a:cxnLst/>
                <a:rect l="l" t="t" r="r" b="b"/>
                <a:pathLst>
                  <a:path w="756627" h="776228" extrusionOk="0">
                    <a:moveTo>
                      <a:pt x="0" y="727706"/>
                    </a:moveTo>
                    <a:cubicBezTo>
                      <a:pt x="36181" y="781491"/>
                      <a:pt x="87300" y="781399"/>
                      <a:pt x="131466" y="770472"/>
                    </a:cubicBezTo>
                    <a:cubicBezTo>
                      <a:pt x="175631" y="759545"/>
                      <a:pt x="347600" y="716735"/>
                      <a:pt x="580628" y="472245"/>
                    </a:cubicBezTo>
                    <a:cubicBezTo>
                      <a:pt x="813656" y="227755"/>
                      <a:pt x="759919" y="74934"/>
                      <a:pt x="726139" y="76559"/>
                    </a:cubicBezTo>
                    <a:cubicBezTo>
                      <a:pt x="692359" y="78185"/>
                      <a:pt x="743666" y="-136233"/>
                      <a:pt x="544596" y="145560"/>
                    </a:cubicBezTo>
                    <a:cubicBezTo>
                      <a:pt x="345527" y="427353"/>
                      <a:pt x="0" y="727706"/>
                      <a:pt x="0" y="727706"/>
                    </a:cubicBezTo>
                    <a:close/>
                  </a:path>
                </a:pathLst>
              </a:custGeom>
              <a:solidFill>
                <a:srgbClr val="C7686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63" name="Google Shape;1463;p2"/>
              <p:cNvSpPr/>
              <p:nvPr/>
            </p:nvSpPr>
            <p:spPr>
              <a:xfrm>
                <a:off x="5659834" y="1221348"/>
                <a:ext cx="768144" cy="1202437"/>
              </a:xfrm>
              <a:custGeom>
                <a:avLst/>
                <a:gdLst/>
                <a:ahLst/>
                <a:cxnLst/>
                <a:rect l="l" t="t" r="r" b="b"/>
                <a:pathLst>
                  <a:path w="768144" h="1202437" extrusionOk="0">
                    <a:moveTo>
                      <a:pt x="668671" y="0"/>
                    </a:moveTo>
                    <a:cubicBezTo>
                      <a:pt x="803673" y="148748"/>
                      <a:pt x="768149" y="267567"/>
                      <a:pt x="750007" y="341675"/>
                    </a:cubicBezTo>
                    <a:cubicBezTo>
                      <a:pt x="731867" y="415782"/>
                      <a:pt x="678725" y="624871"/>
                      <a:pt x="436125" y="768926"/>
                    </a:cubicBezTo>
                    <a:cubicBezTo>
                      <a:pt x="193526" y="912980"/>
                      <a:pt x="125184" y="958591"/>
                      <a:pt x="113891" y="1089825"/>
                    </a:cubicBezTo>
                    <a:cubicBezTo>
                      <a:pt x="102598" y="1221060"/>
                      <a:pt x="58638" y="1201391"/>
                      <a:pt x="58638" y="1201391"/>
                    </a:cubicBezTo>
                    <a:lnTo>
                      <a:pt x="0" y="953443"/>
                    </a:lnTo>
                    <a:cubicBezTo>
                      <a:pt x="0" y="953443"/>
                      <a:pt x="8495" y="693684"/>
                      <a:pt x="74972" y="583497"/>
                    </a:cubicBezTo>
                    <a:cubicBezTo>
                      <a:pt x="141448" y="473309"/>
                      <a:pt x="293278" y="300440"/>
                      <a:pt x="361561" y="199645"/>
                    </a:cubicBezTo>
                    <a:cubicBezTo>
                      <a:pt x="429843" y="98847"/>
                      <a:pt x="668671" y="0"/>
                      <a:pt x="668671" y="0"/>
                    </a:cubicBezTo>
                    <a:close/>
                  </a:path>
                </a:pathLst>
              </a:custGeom>
              <a:solidFill>
                <a:srgbClr val="7D777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64" name="Google Shape;1464;p2"/>
              <p:cNvSpPr/>
              <p:nvPr/>
            </p:nvSpPr>
            <p:spPr>
              <a:xfrm>
                <a:off x="6039109" y="1221348"/>
                <a:ext cx="388868" cy="802854"/>
              </a:xfrm>
              <a:custGeom>
                <a:avLst/>
                <a:gdLst/>
                <a:ahLst/>
                <a:cxnLst/>
                <a:rect l="l" t="t" r="r" b="b"/>
                <a:pathLst>
                  <a:path w="388868" h="802854" extrusionOk="0">
                    <a:moveTo>
                      <a:pt x="370732" y="341675"/>
                    </a:moveTo>
                    <a:cubicBezTo>
                      <a:pt x="388871" y="267567"/>
                      <a:pt x="424398" y="148748"/>
                      <a:pt x="289396" y="0"/>
                    </a:cubicBezTo>
                    <a:cubicBezTo>
                      <a:pt x="289396" y="0"/>
                      <a:pt x="268909" y="8495"/>
                      <a:pt x="238318" y="22967"/>
                    </a:cubicBezTo>
                    <a:cubicBezTo>
                      <a:pt x="272148" y="99660"/>
                      <a:pt x="334266" y="221029"/>
                      <a:pt x="334266" y="221029"/>
                    </a:cubicBezTo>
                    <a:cubicBezTo>
                      <a:pt x="356783" y="167406"/>
                      <a:pt x="375359" y="183314"/>
                      <a:pt x="344091" y="272121"/>
                    </a:cubicBezTo>
                    <a:cubicBezTo>
                      <a:pt x="312823" y="360927"/>
                      <a:pt x="317521" y="360024"/>
                      <a:pt x="334682" y="364841"/>
                    </a:cubicBezTo>
                    <a:cubicBezTo>
                      <a:pt x="351843" y="369658"/>
                      <a:pt x="210495" y="665244"/>
                      <a:pt x="0" y="802855"/>
                    </a:cubicBezTo>
                    <a:cubicBezTo>
                      <a:pt x="5" y="802855"/>
                      <a:pt x="7" y="802855"/>
                      <a:pt x="11" y="802855"/>
                    </a:cubicBezTo>
                    <a:cubicBezTo>
                      <a:pt x="17835" y="792136"/>
                      <a:pt x="36688" y="780898"/>
                      <a:pt x="56853" y="768924"/>
                    </a:cubicBezTo>
                    <a:cubicBezTo>
                      <a:pt x="299450" y="624869"/>
                      <a:pt x="352593" y="415780"/>
                      <a:pt x="370732" y="341675"/>
                    </a:cubicBezTo>
                    <a:close/>
                  </a:path>
                </a:pathLst>
              </a:custGeom>
              <a:solidFill>
                <a:srgbClr val="6E686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65" name="Google Shape;1465;p2"/>
              <p:cNvSpPr/>
              <p:nvPr/>
            </p:nvSpPr>
            <p:spPr>
              <a:xfrm>
                <a:off x="4923661" y="1088109"/>
                <a:ext cx="1459971" cy="1338631"/>
              </a:xfrm>
              <a:custGeom>
                <a:avLst/>
                <a:gdLst/>
                <a:ahLst/>
                <a:cxnLst/>
                <a:rect l="l" t="t" r="r" b="b"/>
                <a:pathLst>
                  <a:path w="1459971" h="1338631" extrusionOk="0">
                    <a:moveTo>
                      <a:pt x="53361" y="1018296"/>
                    </a:moveTo>
                    <a:cubicBezTo>
                      <a:pt x="266920" y="769819"/>
                      <a:pt x="295255" y="-104551"/>
                      <a:pt x="1116075" y="10350"/>
                    </a:cubicBezTo>
                    <a:cubicBezTo>
                      <a:pt x="1577824" y="74987"/>
                      <a:pt x="1513921" y="390188"/>
                      <a:pt x="1278006" y="624523"/>
                    </a:cubicBezTo>
                    <a:cubicBezTo>
                      <a:pt x="1046967" y="854022"/>
                      <a:pt x="747917" y="1021108"/>
                      <a:pt x="802827" y="1268672"/>
                    </a:cubicBezTo>
                    <a:cubicBezTo>
                      <a:pt x="860969" y="1530812"/>
                      <a:pt x="347602" y="995054"/>
                      <a:pt x="660313" y="671057"/>
                    </a:cubicBezTo>
                    <a:cubicBezTo>
                      <a:pt x="695378" y="600129"/>
                      <a:pt x="612446" y="506554"/>
                      <a:pt x="563309" y="681593"/>
                    </a:cubicBezTo>
                    <a:cubicBezTo>
                      <a:pt x="514173" y="856632"/>
                      <a:pt x="-197372" y="1310021"/>
                      <a:pt x="53361" y="1018296"/>
                    </a:cubicBezTo>
                    <a:close/>
                  </a:path>
                </a:pathLst>
              </a:custGeom>
              <a:solidFill>
                <a:srgbClr val="E8797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66" name="Google Shape;1466;p2"/>
              <p:cNvSpPr/>
              <p:nvPr/>
            </p:nvSpPr>
            <p:spPr>
              <a:xfrm>
                <a:off x="5676765" y="1352102"/>
                <a:ext cx="211721" cy="163565"/>
              </a:xfrm>
              <a:custGeom>
                <a:avLst/>
                <a:gdLst/>
                <a:ahLst/>
                <a:cxnLst/>
                <a:rect l="l" t="t" r="r" b="b"/>
                <a:pathLst>
                  <a:path w="211721" h="163565" extrusionOk="0">
                    <a:moveTo>
                      <a:pt x="0" y="163566"/>
                    </a:moveTo>
                    <a:cubicBezTo>
                      <a:pt x="24266" y="95587"/>
                      <a:pt x="-26431" y="-24540"/>
                      <a:pt x="126871" y="4426"/>
                    </a:cubicBezTo>
                    <a:cubicBezTo>
                      <a:pt x="280172" y="33392"/>
                      <a:pt x="192177" y="133107"/>
                      <a:pt x="123666" y="139787"/>
                    </a:cubicBezTo>
                    <a:cubicBezTo>
                      <a:pt x="55157" y="146467"/>
                      <a:pt x="0" y="163566"/>
                      <a:pt x="0" y="163566"/>
                    </a:cubicBezTo>
                    <a:close/>
                  </a:path>
                </a:pathLst>
              </a:custGeom>
              <a:solidFill>
                <a:srgbClr val="F7D5C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67" name="Google Shape;1467;p2"/>
              <p:cNvSpPr/>
              <p:nvPr/>
            </p:nvSpPr>
            <p:spPr>
              <a:xfrm>
                <a:off x="5737769" y="1387035"/>
                <a:ext cx="99069" cy="68797"/>
              </a:xfrm>
              <a:custGeom>
                <a:avLst/>
                <a:gdLst/>
                <a:ahLst/>
                <a:cxnLst/>
                <a:rect l="l" t="t" r="r" b="b"/>
                <a:pathLst>
                  <a:path w="99069" h="68797" extrusionOk="0">
                    <a:moveTo>
                      <a:pt x="31997" y="67730"/>
                    </a:moveTo>
                    <a:cubicBezTo>
                      <a:pt x="-16644" y="61283"/>
                      <a:pt x="-11444" y="-18887"/>
                      <a:pt x="58732" y="4145"/>
                    </a:cubicBezTo>
                    <a:cubicBezTo>
                      <a:pt x="128910" y="27179"/>
                      <a:pt x="99464" y="76673"/>
                      <a:pt x="31997" y="67730"/>
                    </a:cubicBezTo>
                    <a:close/>
                  </a:path>
                </a:pathLst>
              </a:custGeom>
              <a:solidFill>
                <a:srgbClr val="F7B7A3"/>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68" name="Google Shape;1468;p2"/>
              <p:cNvSpPr/>
              <p:nvPr/>
            </p:nvSpPr>
            <p:spPr>
              <a:xfrm>
                <a:off x="5851296" y="1129679"/>
                <a:ext cx="161163" cy="187650"/>
              </a:xfrm>
              <a:custGeom>
                <a:avLst/>
                <a:gdLst/>
                <a:ahLst/>
                <a:cxnLst/>
                <a:rect l="l" t="t" r="r" b="b"/>
                <a:pathLst>
                  <a:path w="161163" h="187650" extrusionOk="0">
                    <a:moveTo>
                      <a:pt x="72882" y="416"/>
                    </a:moveTo>
                    <a:cubicBezTo>
                      <a:pt x="100166" y="45821"/>
                      <a:pt x="0" y="187651"/>
                      <a:pt x="0" y="187651"/>
                    </a:cubicBezTo>
                    <a:cubicBezTo>
                      <a:pt x="0" y="187651"/>
                      <a:pt x="99896" y="40192"/>
                      <a:pt x="161163" y="0"/>
                    </a:cubicBezTo>
                    <a:cubicBezTo>
                      <a:pt x="100317" y="4394"/>
                      <a:pt x="72882" y="416"/>
                      <a:pt x="72882" y="416"/>
                    </a:cubicBezTo>
                    <a:close/>
                  </a:path>
                </a:pathLst>
              </a:custGeom>
              <a:solidFill>
                <a:srgbClr val="FFCCB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469" name="Google Shape;1469;p2"/>
              <p:cNvGrpSpPr/>
              <p:nvPr/>
            </p:nvGrpSpPr>
            <p:grpSpPr>
              <a:xfrm>
                <a:off x="4878438" y="1071864"/>
                <a:ext cx="1549331" cy="1304846"/>
                <a:chOff x="4878438" y="1071864"/>
                <a:chExt cx="1549331" cy="1304846"/>
              </a:xfrm>
            </p:grpSpPr>
            <p:sp>
              <p:nvSpPr>
                <p:cNvPr id="1470" name="Google Shape;1470;p2"/>
                <p:cNvSpPr/>
                <p:nvPr/>
              </p:nvSpPr>
              <p:spPr>
                <a:xfrm>
                  <a:off x="4878438" y="2015093"/>
                  <a:ext cx="964266" cy="361617"/>
                </a:xfrm>
                <a:custGeom>
                  <a:avLst/>
                  <a:gdLst/>
                  <a:ahLst/>
                  <a:cxnLst/>
                  <a:rect l="l" t="t" r="r" b="b"/>
                  <a:pathLst>
                    <a:path w="964266" h="361617" extrusionOk="0">
                      <a:moveTo>
                        <a:pt x="1536" y="0"/>
                      </a:moveTo>
                      <a:cubicBezTo>
                        <a:pt x="29869" y="34356"/>
                        <a:pt x="59463" y="67332"/>
                        <a:pt x="92359" y="96298"/>
                      </a:cubicBezTo>
                      <a:cubicBezTo>
                        <a:pt x="125284" y="125252"/>
                        <a:pt x="161931" y="149232"/>
                        <a:pt x="201262" y="168039"/>
                      </a:cubicBezTo>
                      <a:cubicBezTo>
                        <a:pt x="240403" y="187166"/>
                        <a:pt x="282769" y="201040"/>
                        <a:pt x="326514" y="207797"/>
                      </a:cubicBezTo>
                      <a:cubicBezTo>
                        <a:pt x="337496" y="209053"/>
                        <a:pt x="348428" y="210941"/>
                        <a:pt x="359471" y="211684"/>
                      </a:cubicBezTo>
                      <a:lnTo>
                        <a:pt x="392639" y="213346"/>
                      </a:lnTo>
                      <a:cubicBezTo>
                        <a:pt x="414795" y="213366"/>
                        <a:pt x="436932" y="212813"/>
                        <a:pt x="458997" y="210877"/>
                      </a:cubicBezTo>
                      <a:cubicBezTo>
                        <a:pt x="480874" y="209025"/>
                        <a:pt x="503540" y="207756"/>
                        <a:pt x="526057" y="206872"/>
                      </a:cubicBezTo>
                      <a:cubicBezTo>
                        <a:pt x="548512" y="207891"/>
                        <a:pt x="571185" y="207731"/>
                        <a:pt x="593464" y="211199"/>
                      </a:cubicBezTo>
                      <a:cubicBezTo>
                        <a:pt x="615947" y="213266"/>
                        <a:pt x="637965" y="217972"/>
                        <a:pt x="660151" y="221943"/>
                      </a:cubicBezTo>
                      <a:cubicBezTo>
                        <a:pt x="682012" y="227215"/>
                        <a:pt x="703930" y="232479"/>
                        <a:pt x="725266" y="239564"/>
                      </a:cubicBezTo>
                      <a:cubicBezTo>
                        <a:pt x="810780" y="267183"/>
                        <a:pt x="892016" y="307515"/>
                        <a:pt x="964267" y="360061"/>
                      </a:cubicBezTo>
                      <a:lnTo>
                        <a:pt x="963224" y="361618"/>
                      </a:lnTo>
                      <a:cubicBezTo>
                        <a:pt x="885052" y="319331"/>
                        <a:pt x="803488" y="284198"/>
                        <a:pt x="719315" y="258638"/>
                      </a:cubicBezTo>
                      <a:cubicBezTo>
                        <a:pt x="698426" y="251682"/>
                        <a:pt x="677006" y="246813"/>
                        <a:pt x="655812" y="240979"/>
                      </a:cubicBezTo>
                      <a:cubicBezTo>
                        <a:pt x="634340" y="236519"/>
                        <a:pt x="612952" y="231284"/>
                        <a:pt x="591160" y="228669"/>
                      </a:cubicBezTo>
                      <a:cubicBezTo>
                        <a:pt x="569498" y="224835"/>
                        <a:pt x="547598" y="223879"/>
                        <a:pt x="525709" y="221728"/>
                      </a:cubicBezTo>
                      <a:cubicBezTo>
                        <a:pt x="503768" y="221808"/>
                        <a:pt x="481955" y="220745"/>
                        <a:pt x="459411" y="221123"/>
                      </a:cubicBezTo>
                      <a:cubicBezTo>
                        <a:pt x="414703" y="221420"/>
                        <a:pt x="370021" y="219447"/>
                        <a:pt x="325677" y="213814"/>
                      </a:cubicBezTo>
                      <a:cubicBezTo>
                        <a:pt x="314517" y="212964"/>
                        <a:pt x="303572" y="210490"/>
                        <a:pt x="292462" y="209000"/>
                      </a:cubicBezTo>
                      <a:cubicBezTo>
                        <a:pt x="281288" y="207759"/>
                        <a:pt x="270441" y="204798"/>
                        <a:pt x="259406" y="202576"/>
                      </a:cubicBezTo>
                      <a:cubicBezTo>
                        <a:pt x="237474" y="197606"/>
                        <a:pt x="215821" y="190865"/>
                        <a:pt x="194850" y="182249"/>
                      </a:cubicBezTo>
                      <a:cubicBezTo>
                        <a:pt x="152988" y="164729"/>
                        <a:pt x="114947" y="138340"/>
                        <a:pt x="82522" y="106976"/>
                      </a:cubicBezTo>
                      <a:cubicBezTo>
                        <a:pt x="50029" y="75539"/>
                        <a:pt x="22881" y="39365"/>
                        <a:pt x="0" y="1074"/>
                      </a:cubicBezTo>
                      <a:lnTo>
                        <a:pt x="1536" y="0"/>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71" name="Google Shape;1471;p2"/>
                <p:cNvSpPr/>
                <p:nvPr/>
              </p:nvSpPr>
              <p:spPr>
                <a:xfrm>
                  <a:off x="4975049" y="1996291"/>
                  <a:ext cx="853546" cy="256516"/>
                </a:xfrm>
                <a:custGeom>
                  <a:avLst/>
                  <a:gdLst/>
                  <a:ahLst/>
                  <a:cxnLst/>
                  <a:rect l="l" t="t" r="r" b="b"/>
                  <a:pathLst>
                    <a:path w="853546" h="256516" extrusionOk="0">
                      <a:moveTo>
                        <a:pt x="878" y="0"/>
                      </a:moveTo>
                      <a:cubicBezTo>
                        <a:pt x="9800" y="4186"/>
                        <a:pt x="18647" y="8671"/>
                        <a:pt x="27526" y="13202"/>
                      </a:cubicBezTo>
                      <a:cubicBezTo>
                        <a:pt x="36062" y="18251"/>
                        <a:pt x="44422" y="23694"/>
                        <a:pt x="52777" y="29194"/>
                      </a:cubicBezTo>
                      <a:cubicBezTo>
                        <a:pt x="60721" y="35191"/>
                        <a:pt x="68573" y="41388"/>
                        <a:pt x="76272" y="47764"/>
                      </a:cubicBezTo>
                      <a:cubicBezTo>
                        <a:pt x="83528" y="54553"/>
                        <a:pt x="91152" y="61093"/>
                        <a:pt x="98056" y="68230"/>
                      </a:cubicBezTo>
                      <a:cubicBezTo>
                        <a:pt x="126260" y="96298"/>
                        <a:pt x="150284" y="127579"/>
                        <a:pt x="178866" y="152515"/>
                      </a:cubicBezTo>
                      <a:cubicBezTo>
                        <a:pt x="207000" y="177634"/>
                        <a:pt x="243217" y="194365"/>
                        <a:pt x="282243" y="196875"/>
                      </a:cubicBezTo>
                      <a:cubicBezTo>
                        <a:pt x="321204" y="199755"/>
                        <a:pt x="359739" y="191434"/>
                        <a:pt x="398381" y="183938"/>
                      </a:cubicBezTo>
                      <a:cubicBezTo>
                        <a:pt x="437024" y="176335"/>
                        <a:pt x="475982" y="169788"/>
                        <a:pt x="515461" y="166105"/>
                      </a:cubicBezTo>
                      <a:cubicBezTo>
                        <a:pt x="554879" y="162363"/>
                        <a:pt x="594964" y="160761"/>
                        <a:pt x="634875" y="165207"/>
                      </a:cubicBezTo>
                      <a:cubicBezTo>
                        <a:pt x="674708" y="169747"/>
                        <a:pt x="714053" y="179837"/>
                        <a:pt x="750745" y="195563"/>
                      </a:cubicBezTo>
                      <a:cubicBezTo>
                        <a:pt x="787456" y="211288"/>
                        <a:pt x="821785" y="231554"/>
                        <a:pt x="853547" y="254930"/>
                      </a:cubicBezTo>
                      <a:lnTo>
                        <a:pt x="852550" y="256517"/>
                      </a:lnTo>
                      <a:cubicBezTo>
                        <a:pt x="817574" y="238464"/>
                        <a:pt x="782214" y="221662"/>
                        <a:pt x="745485" y="209345"/>
                      </a:cubicBezTo>
                      <a:cubicBezTo>
                        <a:pt x="708843" y="196884"/>
                        <a:pt x="671126" y="188563"/>
                        <a:pt x="632797" y="185077"/>
                      </a:cubicBezTo>
                      <a:cubicBezTo>
                        <a:pt x="556086" y="177174"/>
                        <a:pt x="477936" y="186318"/>
                        <a:pt x="399911" y="194079"/>
                      </a:cubicBezTo>
                      <a:cubicBezTo>
                        <a:pt x="380363" y="196260"/>
                        <a:pt x="361026" y="198914"/>
                        <a:pt x="341197" y="200578"/>
                      </a:cubicBezTo>
                      <a:cubicBezTo>
                        <a:pt x="321567" y="203068"/>
                        <a:pt x="301695" y="203367"/>
                        <a:pt x="281864" y="202935"/>
                      </a:cubicBezTo>
                      <a:cubicBezTo>
                        <a:pt x="271993" y="201797"/>
                        <a:pt x="261921" y="201920"/>
                        <a:pt x="252102" y="199961"/>
                      </a:cubicBezTo>
                      <a:lnTo>
                        <a:pt x="237314" y="197014"/>
                      </a:lnTo>
                      <a:cubicBezTo>
                        <a:pt x="234848" y="196493"/>
                        <a:pt x="232347" y="196079"/>
                        <a:pt x="229901" y="195462"/>
                      </a:cubicBezTo>
                      <a:lnTo>
                        <a:pt x="222755" y="192936"/>
                      </a:lnTo>
                      <a:lnTo>
                        <a:pt x="208389" y="187818"/>
                      </a:lnTo>
                      <a:cubicBezTo>
                        <a:pt x="203689" y="185895"/>
                        <a:pt x="199332" y="183239"/>
                        <a:pt x="194765" y="180962"/>
                      </a:cubicBezTo>
                      <a:cubicBezTo>
                        <a:pt x="185431" y="176623"/>
                        <a:pt x="177371" y="170424"/>
                        <a:pt x="168993" y="164578"/>
                      </a:cubicBezTo>
                      <a:cubicBezTo>
                        <a:pt x="153073" y="151992"/>
                        <a:pt x="138822" y="137601"/>
                        <a:pt x="125972" y="122619"/>
                      </a:cubicBezTo>
                      <a:lnTo>
                        <a:pt x="87510" y="78209"/>
                      </a:lnTo>
                      <a:cubicBezTo>
                        <a:pt x="61884" y="49051"/>
                        <a:pt x="33126" y="23011"/>
                        <a:pt x="0" y="1655"/>
                      </a:cubicBezTo>
                      <a:lnTo>
                        <a:pt x="878" y="0"/>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72" name="Google Shape;1472;p2"/>
                <p:cNvSpPr/>
                <p:nvPr/>
              </p:nvSpPr>
              <p:spPr>
                <a:xfrm>
                  <a:off x="5038657" y="1896324"/>
                  <a:ext cx="880592" cy="275661"/>
                </a:xfrm>
                <a:custGeom>
                  <a:avLst/>
                  <a:gdLst/>
                  <a:ahLst/>
                  <a:cxnLst/>
                  <a:rect l="l" t="t" r="r" b="b"/>
                  <a:pathLst>
                    <a:path w="880592" h="275661" extrusionOk="0">
                      <a:moveTo>
                        <a:pt x="812" y="0"/>
                      </a:moveTo>
                      <a:cubicBezTo>
                        <a:pt x="37774" y="13858"/>
                        <a:pt x="75376" y="24705"/>
                        <a:pt x="113715" y="29944"/>
                      </a:cubicBezTo>
                      <a:cubicBezTo>
                        <a:pt x="132862" y="32594"/>
                        <a:pt x="152136" y="33963"/>
                        <a:pt x="171448" y="34052"/>
                      </a:cubicBezTo>
                      <a:cubicBezTo>
                        <a:pt x="190767" y="34064"/>
                        <a:pt x="210111" y="33117"/>
                        <a:pt x="229604" y="31800"/>
                      </a:cubicBezTo>
                      <a:cubicBezTo>
                        <a:pt x="249110" y="30708"/>
                        <a:pt x="268788" y="28989"/>
                        <a:pt x="288704" y="28168"/>
                      </a:cubicBezTo>
                      <a:cubicBezTo>
                        <a:pt x="308576" y="27517"/>
                        <a:pt x="328971" y="27795"/>
                        <a:pt x="348661" y="32829"/>
                      </a:cubicBezTo>
                      <a:cubicBezTo>
                        <a:pt x="358497" y="35351"/>
                        <a:pt x="367879" y="39454"/>
                        <a:pt x="376625" y="44598"/>
                      </a:cubicBezTo>
                      <a:cubicBezTo>
                        <a:pt x="385394" y="49798"/>
                        <a:pt x="392899" y="56693"/>
                        <a:pt x="400112" y="63731"/>
                      </a:cubicBezTo>
                      <a:cubicBezTo>
                        <a:pt x="413528" y="77498"/>
                        <a:pt x="430598" y="87094"/>
                        <a:pt x="448273" y="94656"/>
                      </a:cubicBezTo>
                      <a:cubicBezTo>
                        <a:pt x="484193" y="109056"/>
                        <a:pt x="522653" y="116840"/>
                        <a:pt x="560909" y="125805"/>
                      </a:cubicBezTo>
                      <a:cubicBezTo>
                        <a:pt x="599275" y="134449"/>
                        <a:pt x="638071" y="142891"/>
                        <a:pt x="676089" y="154824"/>
                      </a:cubicBezTo>
                      <a:cubicBezTo>
                        <a:pt x="713991" y="167006"/>
                        <a:pt x="751356" y="181902"/>
                        <a:pt x="786162" y="201678"/>
                      </a:cubicBezTo>
                      <a:cubicBezTo>
                        <a:pt x="803671" y="211343"/>
                        <a:pt x="820153" y="222780"/>
                        <a:pt x="836169" y="234589"/>
                      </a:cubicBezTo>
                      <a:cubicBezTo>
                        <a:pt x="852095" y="246582"/>
                        <a:pt x="866787" y="260106"/>
                        <a:pt x="880592" y="274270"/>
                      </a:cubicBezTo>
                      <a:lnTo>
                        <a:pt x="879337" y="275662"/>
                      </a:lnTo>
                      <a:cubicBezTo>
                        <a:pt x="816877" y="227148"/>
                        <a:pt x="744923" y="195821"/>
                        <a:pt x="670210" y="173921"/>
                      </a:cubicBezTo>
                      <a:cubicBezTo>
                        <a:pt x="632861" y="162724"/>
                        <a:pt x="594941" y="152860"/>
                        <a:pt x="556723" y="142923"/>
                      </a:cubicBezTo>
                      <a:cubicBezTo>
                        <a:pt x="518639" y="132858"/>
                        <a:pt x="479889" y="122310"/>
                        <a:pt x="443927" y="103949"/>
                      </a:cubicBezTo>
                      <a:cubicBezTo>
                        <a:pt x="425982" y="94855"/>
                        <a:pt x="409192" y="82959"/>
                        <a:pt x="395437" y="68050"/>
                      </a:cubicBezTo>
                      <a:cubicBezTo>
                        <a:pt x="388933" y="60977"/>
                        <a:pt x="381780" y="54503"/>
                        <a:pt x="373644" y="49460"/>
                      </a:cubicBezTo>
                      <a:cubicBezTo>
                        <a:pt x="365497" y="44451"/>
                        <a:pt x="356493" y="41008"/>
                        <a:pt x="347214" y="38729"/>
                      </a:cubicBezTo>
                      <a:cubicBezTo>
                        <a:pt x="328425" y="34550"/>
                        <a:pt x="308846" y="36016"/>
                        <a:pt x="289568" y="38562"/>
                      </a:cubicBezTo>
                      <a:lnTo>
                        <a:pt x="231096" y="47320"/>
                      </a:lnTo>
                      <a:cubicBezTo>
                        <a:pt x="191683" y="52393"/>
                        <a:pt x="150755" y="52141"/>
                        <a:pt x="111319" y="44264"/>
                      </a:cubicBezTo>
                      <a:cubicBezTo>
                        <a:pt x="91605" y="40412"/>
                        <a:pt x="72276" y="34825"/>
                        <a:pt x="53625" y="27711"/>
                      </a:cubicBezTo>
                      <a:cubicBezTo>
                        <a:pt x="35022" y="20432"/>
                        <a:pt x="17124" y="11631"/>
                        <a:pt x="0" y="1687"/>
                      </a:cubicBezTo>
                      <a:lnTo>
                        <a:pt x="812" y="0"/>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73" name="Google Shape;1473;p2"/>
                <p:cNvSpPr/>
                <p:nvPr/>
              </p:nvSpPr>
              <p:spPr>
                <a:xfrm>
                  <a:off x="5063497" y="1796609"/>
                  <a:ext cx="913410" cy="292932"/>
                </a:xfrm>
                <a:custGeom>
                  <a:avLst/>
                  <a:gdLst/>
                  <a:ahLst/>
                  <a:cxnLst/>
                  <a:rect l="l" t="t" r="r" b="b"/>
                  <a:pathLst>
                    <a:path w="913410" h="292932" extrusionOk="0">
                      <a:moveTo>
                        <a:pt x="475" y="0"/>
                      </a:moveTo>
                      <a:cubicBezTo>
                        <a:pt x="42339" y="7306"/>
                        <a:pt x="84157" y="12509"/>
                        <a:pt x="126171" y="15302"/>
                      </a:cubicBezTo>
                      <a:cubicBezTo>
                        <a:pt x="147166" y="16772"/>
                        <a:pt x="168204" y="17547"/>
                        <a:pt x="189242" y="18167"/>
                      </a:cubicBezTo>
                      <a:lnTo>
                        <a:pt x="252470" y="19003"/>
                      </a:lnTo>
                      <a:cubicBezTo>
                        <a:pt x="294686" y="19648"/>
                        <a:pt x="337148" y="19865"/>
                        <a:pt x="379540" y="18069"/>
                      </a:cubicBezTo>
                      <a:lnTo>
                        <a:pt x="443175" y="14875"/>
                      </a:lnTo>
                      <a:cubicBezTo>
                        <a:pt x="464422" y="14020"/>
                        <a:pt x="485750" y="12822"/>
                        <a:pt x="507305" y="14050"/>
                      </a:cubicBezTo>
                      <a:cubicBezTo>
                        <a:pt x="518083" y="14569"/>
                        <a:pt x="528937" y="15668"/>
                        <a:pt x="539782" y="17973"/>
                      </a:cubicBezTo>
                      <a:cubicBezTo>
                        <a:pt x="550647" y="19977"/>
                        <a:pt x="561531" y="23946"/>
                        <a:pt x="571537" y="30100"/>
                      </a:cubicBezTo>
                      <a:cubicBezTo>
                        <a:pt x="576591" y="32980"/>
                        <a:pt x="581234" y="37280"/>
                        <a:pt x="585321" y="41255"/>
                      </a:cubicBezTo>
                      <a:lnTo>
                        <a:pt x="596299" y="53200"/>
                      </a:lnTo>
                      <a:cubicBezTo>
                        <a:pt x="603365" y="61267"/>
                        <a:pt x="610232" y="69535"/>
                        <a:pt x="616916" y="77774"/>
                      </a:cubicBezTo>
                      <a:cubicBezTo>
                        <a:pt x="643731" y="110800"/>
                        <a:pt x="670127" y="143547"/>
                        <a:pt x="699105" y="173578"/>
                      </a:cubicBezTo>
                      <a:cubicBezTo>
                        <a:pt x="727810" y="203792"/>
                        <a:pt x="759448" y="231121"/>
                        <a:pt x="795226" y="252098"/>
                      </a:cubicBezTo>
                      <a:cubicBezTo>
                        <a:pt x="830851" y="273305"/>
                        <a:pt x="871204" y="286660"/>
                        <a:pt x="913410" y="291060"/>
                      </a:cubicBezTo>
                      <a:lnTo>
                        <a:pt x="913348" y="292933"/>
                      </a:lnTo>
                      <a:cubicBezTo>
                        <a:pt x="902721" y="292798"/>
                        <a:pt x="892016" y="292443"/>
                        <a:pt x="881251" y="292062"/>
                      </a:cubicBezTo>
                      <a:cubicBezTo>
                        <a:pt x="870660" y="290544"/>
                        <a:pt x="859970" y="288982"/>
                        <a:pt x="849331" y="287037"/>
                      </a:cubicBezTo>
                      <a:cubicBezTo>
                        <a:pt x="839012" y="283981"/>
                        <a:pt x="828478" y="281306"/>
                        <a:pt x="818203" y="277861"/>
                      </a:cubicBezTo>
                      <a:cubicBezTo>
                        <a:pt x="808273" y="273634"/>
                        <a:pt x="797867" y="270155"/>
                        <a:pt x="788270" y="265105"/>
                      </a:cubicBezTo>
                      <a:cubicBezTo>
                        <a:pt x="749230" y="245811"/>
                        <a:pt x="715045" y="218041"/>
                        <a:pt x="684765" y="187484"/>
                      </a:cubicBezTo>
                      <a:cubicBezTo>
                        <a:pt x="669645" y="172099"/>
                        <a:pt x="655609" y="155834"/>
                        <a:pt x="642128" y="139210"/>
                      </a:cubicBezTo>
                      <a:cubicBezTo>
                        <a:pt x="628867" y="122470"/>
                        <a:pt x="615935" y="105492"/>
                        <a:pt x="603111" y="88720"/>
                      </a:cubicBezTo>
                      <a:cubicBezTo>
                        <a:pt x="596731" y="80250"/>
                        <a:pt x="590124" y="72135"/>
                        <a:pt x="583675" y="63862"/>
                      </a:cubicBezTo>
                      <a:lnTo>
                        <a:pt x="573736" y="51837"/>
                      </a:lnTo>
                      <a:cubicBezTo>
                        <a:pt x="570382" y="48299"/>
                        <a:pt x="567406" y="45107"/>
                        <a:pt x="563339" y="42494"/>
                      </a:cubicBezTo>
                      <a:cubicBezTo>
                        <a:pt x="547671" y="31821"/>
                        <a:pt x="526916" y="26856"/>
                        <a:pt x="506386" y="24261"/>
                      </a:cubicBezTo>
                      <a:cubicBezTo>
                        <a:pt x="464817" y="19287"/>
                        <a:pt x="422094" y="21187"/>
                        <a:pt x="379897" y="24129"/>
                      </a:cubicBezTo>
                      <a:cubicBezTo>
                        <a:pt x="337608" y="27299"/>
                        <a:pt x="295356" y="32541"/>
                        <a:pt x="252740" y="34589"/>
                      </a:cubicBezTo>
                      <a:cubicBezTo>
                        <a:pt x="210143" y="36430"/>
                        <a:pt x="167287" y="34788"/>
                        <a:pt x="124818" y="29755"/>
                      </a:cubicBezTo>
                      <a:cubicBezTo>
                        <a:pt x="82351" y="24835"/>
                        <a:pt x="40286" y="15666"/>
                        <a:pt x="0" y="1810"/>
                      </a:cubicBezTo>
                      <a:lnTo>
                        <a:pt x="475" y="0"/>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74" name="Google Shape;1474;p2"/>
                <p:cNvSpPr/>
                <p:nvPr/>
              </p:nvSpPr>
              <p:spPr>
                <a:xfrm>
                  <a:off x="5094509" y="1654284"/>
                  <a:ext cx="918030" cy="295100"/>
                </a:xfrm>
                <a:custGeom>
                  <a:avLst/>
                  <a:gdLst/>
                  <a:ahLst/>
                  <a:cxnLst/>
                  <a:rect l="l" t="t" r="r" b="b"/>
                  <a:pathLst>
                    <a:path w="918030" h="295100" extrusionOk="0">
                      <a:moveTo>
                        <a:pt x="597" y="0"/>
                      </a:moveTo>
                      <a:cubicBezTo>
                        <a:pt x="80904" y="19934"/>
                        <a:pt x="160073" y="41932"/>
                        <a:pt x="240377" y="57968"/>
                      </a:cubicBezTo>
                      <a:cubicBezTo>
                        <a:pt x="280355" y="66525"/>
                        <a:pt x="320959" y="73797"/>
                        <a:pt x="362020" y="73762"/>
                      </a:cubicBezTo>
                      <a:cubicBezTo>
                        <a:pt x="382500" y="73559"/>
                        <a:pt x="402978" y="71710"/>
                        <a:pt x="423056" y="67700"/>
                      </a:cubicBezTo>
                      <a:cubicBezTo>
                        <a:pt x="428060" y="66614"/>
                        <a:pt x="433094" y="65723"/>
                        <a:pt x="438059" y="64429"/>
                      </a:cubicBezTo>
                      <a:cubicBezTo>
                        <a:pt x="443093" y="63203"/>
                        <a:pt x="447645" y="61656"/>
                        <a:pt x="453748" y="61052"/>
                      </a:cubicBezTo>
                      <a:cubicBezTo>
                        <a:pt x="465283" y="60218"/>
                        <a:pt x="475829" y="63585"/>
                        <a:pt x="485887" y="67096"/>
                      </a:cubicBezTo>
                      <a:cubicBezTo>
                        <a:pt x="505720" y="74880"/>
                        <a:pt x="524125" y="85048"/>
                        <a:pt x="541771" y="96092"/>
                      </a:cubicBezTo>
                      <a:cubicBezTo>
                        <a:pt x="559462" y="107083"/>
                        <a:pt x="576703" y="118595"/>
                        <a:pt x="593645" y="130442"/>
                      </a:cubicBezTo>
                      <a:cubicBezTo>
                        <a:pt x="627598" y="153999"/>
                        <a:pt x="661283" y="177627"/>
                        <a:pt x="695305" y="200405"/>
                      </a:cubicBezTo>
                      <a:cubicBezTo>
                        <a:pt x="729248" y="223244"/>
                        <a:pt x="763865" y="245066"/>
                        <a:pt x="800514" y="262437"/>
                      </a:cubicBezTo>
                      <a:cubicBezTo>
                        <a:pt x="836914" y="279564"/>
                        <a:pt x="876510" y="293296"/>
                        <a:pt x="917664" y="288646"/>
                      </a:cubicBezTo>
                      <a:lnTo>
                        <a:pt x="918030" y="290484"/>
                      </a:lnTo>
                      <a:cubicBezTo>
                        <a:pt x="897881" y="296035"/>
                        <a:pt x="876210" y="296213"/>
                        <a:pt x="855423" y="292965"/>
                      </a:cubicBezTo>
                      <a:cubicBezTo>
                        <a:pt x="834593" y="289602"/>
                        <a:pt x="814246" y="283656"/>
                        <a:pt x="794696" y="275993"/>
                      </a:cubicBezTo>
                      <a:cubicBezTo>
                        <a:pt x="755452" y="260775"/>
                        <a:pt x="719249" y="239484"/>
                        <a:pt x="684291" y="217072"/>
                      </a:cubicBezTo>
                      <a:cubicBezTo>
                        <a:pt x="649450" y="194360"/>
                        <a:pt x="616475" y="169297"/>
                        <a:pt x="583380" y="144763"/>
                      </a:cubicBezTo>
                      <a:cubicBezTo>
                        <a:pt x="566766" y="132604"/>
                        <a:pt x="550348" y="120239"/>
                        <a:pt x="533598" y="108505"/>
                      </a:cubicBezTo>
                      <a:cubicBezTo>
                        <a:pt x="516755" y="96986"/>
                        <a:pt x="499989" y="85218"/>
                        <a:pt x="481932" y="76560"/>
                      </a:cubicBezTo>
                      <a:cubicBezTo>
                        <a:pt x="472903" y="72626"/>
                        <a:pt x="463423" y="69053"/>
                        <a:pt x="454242" y="69099"/>
                      </a:cubicBezTo>
                      <a:cubicBezTo>
                        <a:pt x="450011" y="69115"/>
                        <a:pt x="444577" y="70324"/>
                        <a:pt x="439529" y="71257"/>
                      </a:cubicBezTo>
                      <a:cubicBezTo>
                        <a:pt x="434459" y="72361"/>
                        <a:pt x="429290" y="73070"/>
                        <a:pt x="424174" y="73966"/>
                      </a:cubicBezTo>
                      <a:cubicBezTo>
                        <a:pt x="403632" y="77237"/>
                        <a:pt x="382905" y="79096"/>
                        <a:pt x="362148" y="79839"/>
                      </a:cubicBezTo>
                      <a:lnTo>
                        <a:pt x="346567" y="80321"/>
                      </a:lnTo>
                      <a:lnTo>
                        <a:pt x="330983" y="80229"/>
                      </a:lnTo>
                      <a:cubicBezTo>
                        <a:pt x="320561" y="80517"/>
                        <a:pt x="310206" y="79674"/>
                        <a:pt x="299779" y="79445"/>
                      </a:cubicBezTo>
                      <a:cubicBezTo>
                        <a:pt x="289405" y="78769"/>
                        <a:pt x="279020" y="77971"/>
                        <a:pt x="268646" y="77047"/>
                      </a:cubicBezTo>
                      <a:cubicBezTo>
                        <a:pt x="258332" y="75792"/>
                        <a:pt x="247937" y="74848"/>
                        <a:pt x="237646" y="73323"/>
                      </a:cubicBezTo>
                      <a:cubicBezTo>
                        <a:pt x="196454" y="67179"/>
                        <a:pt x="156212" y="56519"/>
                        <a:pt x="116591" y="44463"/>
                      </a:cubicBezTo>
                      <a:cubicBezTo>
                        <a:pt x="76892" y="32553"/>
                        <a:pt x="38121" y="17888"/>
                        <a:pt x="0" y="1779"/>
                      </a:cubicBezTo>
                      <a:lnTo>
                        <a:pt x="597" y="0"/>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75" name="Google Shape;1475;p2"/>
                <p:cNvSpPr/>
                <p:nvPr/>
              </p:nvSpPr>
              <p:spPr>
                <a:xfrm>
                  <a:off x="5156617" y="1435642"/>
                  <a:ext cx="974921" cy="543332"/>
                </a:xfrm>
                <a:custGeom>
                  <a:avLst/>
                  <a:gdLst/>
                  <a:ahLst/>
                  <a:cxnLst/>
                  <a:rect l="l" t="t" r="r" b="b"/>
                  <a:pathLst>
                    <a:path w="974921" h="543332" extrusionOk="0">
                      <a:moveTo>
                        <a:pt x="1570" y="0"/>
                      </a:moveTo>
                      <a:cubicBezTo>
                        <a:pt x="60245" y="77795"/>
                        <a:pt x="139743" y="134565"/>
                        <a:pt x="224275" y="179858"/>
                      </a:cubicBezTo>
                      <a:cubicBezTo>
                        <a:pt x="266449" y="202816"/>
                        <a:pt x="310469" y="223651"/>
                        <a:pt x="357027" y="236795"/>
                      </a:cubicBezTo>
                      <a:cubicBezTo>
                        <a:pt x="380304" y="243356"/>
                        <a:pt x="403968" y="248084"/>
                        <a:pt x="428131" y="249480"/>
                      </a:cubicBezTo>
                      <a:cubicBezTo>
                        <a:pt x="452237" y="251334"/>
                        <a:pt x="476546" y="250879"/>
                        <a:pt x="501013" y="252363"/>
                      </a:cubicBezTo>
                      <a:cubicBezTo>
                        <a:pt x="525453" y="253636"/>
                        <a:pt x="550245" y="256412"/>
                        <a:pt x="574252" y="262874"/>
                      </a:cubicBezTo>
                      <a:cubicBezTo>
                        <a:pt x="598233" y="269229"/>
                        <a:pt x="621769" y="277758"/>
                        <a:pt x="643866" y="288998"/>
                      </a:cubicBezTo>
                      <a:cubicBezTo>
                        <a:pt x="688443" y="310898"/>
                        <a:pt x="728633" y="339919"/>
                        <a:pt x="766324" y="371358"/>
                      </a:cubicBezTo>
                      <a:cubicBezTo>
                        <a:pt x="803714" y="403287"/>
                        <a:pt x="837956" y="439927"/>
                        <a:pt x="864629" y="481441"/>
                      </a:cubicBezTo>
                      <a:cubicBezTo>
                        <a:pt x="871451" y="491639"/>
                        <a:pt x="877605" y="502291"/>
                        <a:pt x="884081" y="512201"/>
                      </a:cubicBezTo>
                      <a:cubicBezTo>
                        <a:pt x="890578" y="522013"/>
                        <a:pt x="897477" y="531529"/>
                        <a:pt x="907329" y="533678"/>
                      </a:cubicBezTo>
                      <a:cubicBezTo>
                        <a:pt x="917342" y="535854"/>
                        <a:pt x="929378" y="532323"/>
                        <a:pt x="940518" y="528411"/>
                      </a:cubicBezTo>
                      <a:cubicBezTo>
                        <a:pt x="951801" y="524351"/>
                        <a:pt x="962907" y="519404"/>
                        <a:pt x="974049" y="514547"/>
                      </a:cubicBezTo>
                      <a:lnTo>
                        <a:pt x="974922" y="516204"/>
                      </a:lnTo>
                      <a:cubicBezTo>
                        <a:pt x="964523" y="522568"/>
                        <a:pt x="953959" y="528660"/>
                        <a:pt x="942836" y="533994"/>
                      </a:cubicBezTo>
                      <a:cubicBezTo>
                        <a:pt x="931758" y="539016"/>
                        <a:pt x="919914" y="544806"/>
                        <a:pt x="905585" y="542991"/>
                      </a:cubicBezTo>
                      <a:cubicBezTo>
                        <a:pt x="898492" y="542008"/>
                        <a:pt x="891917" y="538175"/>
                        <a:pt x="886989" y="533703"/>
                      </a:cubicBezTo>
                      <a:cubicBezTo>
                        <a:pt x="881989" y="529216"/>
                        <a:pt x="877874" y="524260"/>
                        <a:pt x="874116" y="519329"/>
                      </a:cubicBezTo>
                      <a:cubicBezTo>
                        <a:pt x="866536" y="509424"/>
                        <a:pt x="859666" y="499553"/>
                        <a:pt x="852527" y="489867"/>
                      </a:cubicBezTo>
                      <a:cubicBezTo>
                        <a:pt x="824128" y="451204"/>
                        <a:pt x="790471" y="417106"/>
                        <a:pt x="753457" y="386640"/>
                      </a:cubicBezTo>
                      <a:cubicBezTo>
                        <a:pt x="734958" y="371381"/>
                        <a:pt x="715980" y="356591"/>
                        <a:pt x="696542" y="342637"/>
                      </a:cubicBezTo>
                      <a:cubicBezTo>
                        <a:pt x="686968" y="335411"/>
                        <a:pt x="676725" y="329285"/>
                        <a:pt x="666840" y="322539"/>
                      </a:cubicBezTo>
                      <a:cubicBezTo>
                        <a:pt x="656610" y="316446"/>
                        <a:pt x="646426" y="310167"/>
                        <a:pt x="635869" y="304699"/>
                      </a:cubicBezTo>
                      <a:cubicBezTo>
                        <a:pt x="614843" y="293511"/>
                        <a:pt x="592883" y="284358"/>
                        <a:pt x="570240" y="277184"/>
                      </a:cubicBezTo>
                      <a:cubicBezTo>
                        <a:pt x="547529" y="270230"/>
                        <a:pt x="524095" y="265334"/>
                        <a:pt x="500136" y="262584"/>
                      </a:cubicBezTo>
                      <a:cubicBezTo>
                        <a:pt x="476190" y="259866"/>
                        <a:pt x="451887" y="258206"/>
                        <a:pt x="427583" y="255819"/>
                      </a:cubicBezTo>
                      <a:cubicBezTo>
                        <a:pt x="403248" y="253604"/>
                        <a:pt x="379055" y="248772"/>
                        <a:pt x="355466" y="242666"/>
                      </a:cubicBezTo>
                      <a:cubicBezTo>
                        <a:pt x="308105" y="230735"/>
                        <a:pt x="261587" y="214813"/>
                        <a:pt x="217195" y="193750"/>
                      </a:cubicBezTo>
                      <a:cubicBezTo>
                        <a:pt x="173002" y="172390"/>
                        <a:pt x="131411" y="145344"/>
                        <a:pt x="94025" y="113363"/>
                      </a:cubicBezTo>
                      <a:cubicBezTo>
                        <a:pt x="56713" y="81416"/>
                        <a:pt x="23674" y="43825"/>
                        <a:pt x="0" y="1015"/>
                      </a:cubicBezTo>
                      <a:lnTo>
                        <a:pt x="1570" y="0"/>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76" name="Google Shape;1476;p2"/>
                <p:cNvSpPr/>
                <p:nvPr/>
              </p:nvSpPr>
              <p:spPr>
                <a:xfrm>
                  <a:off x="5631010" y="1617738"/>
                  <a:ext cx="596213" cy="114972"/>
                </a:xfrm>
                <a:custGeom>
                  <a:avLst/>
                  <a:gdLst/>
                  <a:ahLst/>
                  <a:cxnLst/>
                  <a:rect l="l" t="t" r="r" b="b"/>
                  <a:pathLst>
                    <a:path w="596213" h="114972" extrusionOk="0">
                      <a:moveTo>
                        <a:pt x="834" y="0"/>
                      </a:moveTo>
                      <a:lnTo>
                        <a:pt x="73904" y="24296"/>
                      </a:lnTo>
                      <a:cubicBezTo>
                        <a:pt x="98193" y="32244"/>
                        <a:pt x="122575" y="39728"/>
                        <a:pt x="146766" y="48049"/>
                      </a:cubicBezTo>
                      <a:cubicBezTo>
                        <a:pt x="170874" y="56601"/>
                        <a:pt x="194971" y="65803"/>
                        <a:pt x="219803" y="72354"/>
                      </a:cubicBezTo>
                      <a:cubicBezTo>
                        <a:pt x="244629" y="78894"/>
                        <a:pt x="270045" y="83016"/>
                        <a:pt x="295566" y="85686"/>
                      </a:cubicBezTo>
                      <a:cubicBezTo>
                        <a:pt x="321121" y="88203"/>
                        <a:pt x="346606" y="90288"/>
                        <a:pt x="371994" y="92350"/>
                      </a:cubicBezTo>
                      <a:cubicBezTo>
                        <a:pt x="397412" y="94176"/>
                        <a:pt x="422823" y="94846"/>
                        <a:pt x="448099" y="94947"/>
                      </a:cubicBezTo>
                      <a:cubicBezTo>
                        <a:pt x="473383" y="95212"/>
                        <a:pt x="498604" y="94140"/>
                        <a:pt x="523480" y="90834"/>
                      </a:cubicBezTo>
                      <a:cubicBezTo>
                        <a:pt x="548382" y="87631"/>
                        <a:pt x="572927" y="81503"/>
                        <a:pt x="595037" y="68365"/>
                      </a:cubicBezTo>
                      <a:lnTo>
                        <a:pt x="596214" y="69824"/>
                      </a:lnTo>
                      <a:cubicBezTo>
                        <a:pt x="586903" y="79013"/>
                        <a:pt x="575651" y="86374"/>
                        <a:pt x="563735" y="92194"/>
                      </a:cubicBezTo>
                      <a:cubicBezTo>
                        <a:pt x="551651" y="97464"/>
                        <a:pt x="539183" y="102358"/>
                        <a:pt x="526326" y="105309"/>
                      </a:cubicBezTo>
                      <a:cubicBezTo>
                        <a:pt x="500687" y="111831"/>
                        <a:pt x="474356" y="114275"/>
                        <a:pt x="448234" y="114924"/>
                      </a:cubicBezTo>
                      <a:cubicBezTo>
                        <a:pt x="422064" y="115338"/>
                        <a:pt x="396054" y="113047"/>
                        <a:pt x="370284" y="109886"/>
                      </a:cubicBezTo>
                      <a:cubicBezTo>
                        <a:pt x="344475" y="106935"/>
                        <a:pt x="318979" y="101928"/>
                        <a:pt x="293829" y="95793"/>
                      </a:cubicBezTo>
                      <a:cubicBezTo>
                        <a:pt x="268630" y="89867"/>
                        <a:pt x="243669" y="83444"/>
                        <a:pt x="218411" y="78266"/>
                      </a:cubicBezTo>
                      <a:cubicBezTo>
                        <a:pt x="193172" y="73038"/>
                        <a:pt x="167523" y="69072"/>
                        <a:pt x="142315" y="62993"/>
                      </a:cubicBezTo>
                      <a:cubicBezTo>
                        <a:pt x="117194" y="56670"/>
                        <a:pt x="92734" y="47915"/>
                        <a:pt x="68822" y="37895"/>
                      </a:cubicBezTo>
                      <a:cubicBezTo>
                        <a:pt x="44986" y="27731"/>
                        <a:pt x="21559" y="16272"/>
                        <a:pt x="0" y="1678"/>
                      </a:cubicBezTo>
                      <a:lnTo>
                        <a:pt x="834" y="0"/>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77" name="Google Shape;1477;p2"/>
                <p:cNvSpPr/>
                <p:nvPr/>
              </p:nvSpPr>
              <p:spPr>
                <a:xfrm>
                  <a:off x="5747529" y="1526065"/>
                  <a:ext cx="360741" cy="155063"/>
                </a:xfrm>
                <a:custGeom>
                  <a:avLst/>
                  <a:gdLst/>
                  <a:ahLst/>
                  <a:cxnLst/>
                  <a:rect l="l" t="t" r="r" b="b"/>
                  <a:pathLst>
                    <a:path w="360741" h="155063" extrusionOk="0">
                      <a:moveTo>
                        <a:pt x="119294" y="131731"/>
                      </a:moveTo>
                      <a:cubicBezTo>
                        <a:pt x="101646" y="128428"/>
                        <a:pt x="84165" y="123657"/>
                        <a:pt x="67244" y="116854"/>
                      </a:cubicBezTo>
                      <a:cubicBezTo>
                        <a:pt x="50421" y="109932"/>
                        <a:pt x="33910" y="101074"/>
                        <a:pt x="19933" y="87826"/>
                      </a:cubicBezTo>
                      <a:cubicBezTo>
                        <a:pt x="13025" y="81185"/>
                        <a:pt x="6791" y="73161"/>
                        <a:pt x="2937" y="63329"/>
                      </a:cubicBezTo>
                      <a:cubicBezTo>
                        <a:pt x="-833" y="53630"/>
                        <a:pt x="-1407" y="41210"/>
                        <a:pt x="3789" y="31012"/>
                      </a:cubicBezTo>
                      <a:cubicBezTo>
                        <a:pt x="8764" y="20762"/>
                        <a:pt x="17560" y="13785"/>
                        <a:pt x="26464" y="9206"/>
                      </a:cubicBezTo>
                      <a:cubicBezTo>
                        <a:pt x="35439" y="4410"/>
                        <a:pt x="45065" y="2211"/>
                        <a:pt x="54474" y="926"/>
                      </a:cubicBezTo>
                      <a:cubicBezTo>
                        <a:pt x="92642" y="-3413"/>
                        <a:pt x="128209" y="8214"/>
                        <a:pt x="161649" y="20789"/>
                      </a:cubicBezTo>
                      <a:cubicBezTo>
                        <a:pt x="194954" y="33934"/>
                        <a:pt x="228258" y="46980"/>
                        <a:pt x="260953" y="62017"/>
                      </a:cubicBezTo>
                      <a:cubicBezTo>
                        <a:pt x="277250" y="69609"/>
                        <a:pt x="293526" y="77482"/>
                        <a:pt x="309037" y="86953"/>
                      </a:cubicBezTo>
                      <a:cubicBezTo>
                        <a:pt x="324554" y="96591"/>
                        <a:pt x="339932" y="105989"/>
                        <a:pt x="353348" y="121309"/>
                      </a:cubicBezTo>
                      <a:cubicBezTo>
                        <a:pt x="355024" y="123273"/>
                        <a:pt x="356622" y="125573"/>
                        <a:pt x="358106" y="128304"/>
                      </a:cubicBezTo>
                      <a:cubicBezTo>
                        <a:pt x="359432" y="131100"/>
                        <a:pt x="361203" y="134458"/>
                        <a:pt x="360632" y="139881"/>
                      </a:cubicBezTo>
                      <a:cubicBezTo>
                        <a:pt x="360453" y="142613"/>
                        <a:pt x="359260" y="145182"/>
                        <a:pt x="357429" y="147521"/>
                      </a:cubicBezTo>
                      <a:cubicBezTo>
                        <a:pt x="355708" y="149779"/>
                        <a:pt x="353838" y="150664"/>
                        <a:pt x="351844" y="151997"/>
                      </a:cubicBezTo>
                      <a:cubicBezTo>
                        <a:pt x="350180" y="152710"/>
                        <a:pt x="348536" y="153270"/>
                        <a:pt x="346845" y="153812"/>
                      </a:cubicBezTo>
                      <a:cubicBezTo>
                        <a:pt x="345295" y="154193"/>
                        <a:pt x="343937" y="154344"/>
                        <a:pt x="342467" y="154591"/>
                      </a:cubicBezTo>
                      <a:cubicBezTo>
                        <a:pt x="331288" y="155881"/>
                        <a:pt x="322270" y="154276"/>
                        <a:pt x="312969" y="152813"/>
                      </a:cubicBezTo>
                      <a:cubicBezTo>
                        <a:pt x="303655" y="151281"/>
                        <a:pt x="294932" y="149038"/>
                        <a:pt x="286373" y="147050"/>
                      </a:cubicBezTo>
                      <a:lnTo>
                        <a:pt x="260365" y="141037"/>
                      </a:lnTo>
                      <a:cubicBezTo>
                        <a:pt x="225735" y="132662"/>
                        <a:pt x="190969" y="124448"/>
                        <a:pt x="156494" y="114593"/>
                      </a:cubicBezTo>
                      <a:cubicBezTo>
                        <a:pt x="139239" y="109708"/>
                        <a:pt x="122106" y="104299"/>
                        <a:pt x="105105" y="97974"/>
                      </a:cubicBezTo>
                      <a:cubicBezTo>
                        <a:pt x="100871" y="96332"/>
                        <a:pt x="96610" y="94691"/>
                        <a:pt x="92459" y="92583"/>
                      </a:cubicBezTo>
                      <a:cubicBezTo>
                        <a:pt x="90374" y="91552"/>
                        <a:pt x="88303" y="90441"/>
                        <a:pt x="86238" y="89120"/>
                      </a:cubicBezTo>
                      <a:cubicBezTo>
                        <a:pt x="84213" y="87618"/>
                        <a:pt x="82030" y="86681"/>
                        <a:pt x="80135" y="83126"/>
                      </a:cubicBezTo>
                      <a:cubicBezTo>
                        <a:pt x="78948" y="81151"/>
                        <a:pt x="80151" y="77688"/>
                        <a:pt x="81621" y="76844"/>
                      </a:cubicBezTo>
                      <a:cubicBezTo>
                        <a:pt x="82990" y="75665"/>
                        <a:pt x="84208" y="75285"/>
                        <a:pt x="85422" y="74803"/>
                      </a:cubicBezTo>
                      <a:cubicBezTo>
                        <a:pt x="87818" y="73998"/>
                        <a:pt x="90102" y="73614"/>
                        <a:pt x="92388" y="73251"/>
                      </a:cubicBezTo>
                      <a:cubicBezTo>
                        <a:pt x="96944" y="72620"/>
                        <a:pt x="101456" y="72485"/>
                        <a:pt x="105951" y="72364"/>
                      </a:cubicBezTo>
                      <a:lnTo>
                        <a:pt x="106150" y="74227"/>
                      </a:lnTo>
                      <a:cubicBezTo>
                        <a:pt x="101779" y="75084"/>
                        <a:pt x="97435" y="76108"/>
                        <a:pt x="93256" y="77304"/>
                      </a:cubicBezTo>
                      <a:cubicBezTo>
                        <a:pt x="91197" y="77935"/>
                        <a:pt x="89130" y="78616"/>
                        <a:pt x="87393" y="79501"/>
                      </a:cubicBezTo>
                      <a:cubicBezTo>
                        <a:pt x="86593" y="79937"/>
                        <a:pt x="85715" y="80470"/>
                        <a:pt x="85479" y="80861"/>
                      </a:cubicBezTo>
                      <a:cubicBezTo>
                        <a:pt x="85242" y="81446"/>
                        <a:pt x="85646" y="80516"/>
                        <a:pt x="85608" y="80557"/>
                      </a:cubicBezTo>
                      <a:cubicBezTo>
                        <a:pt x="85895" y="80955"/>
                        <a:pt x="87894" y="82278"/>
                        <a:pt x="89635" y="83005"/>
                      </a:cubicBezTo>
                      <a:cubicBezTo>
                        <a:pt x="91476" y="83842"/>
                        <a:pt x="93471" y="84580"/>
                        <a:pt x="95510" y="85248"/>
                      </a:cubicBezTo>
                      <a:cubicBezTo>
                        <a:pt x="99600" y="86558"/>
                        <a:pt x="103774" y="87845"/>
                        <a:pt x="108024" y="88958"/>
                      </a:cubicBezTo>
                      <a:cubicBezTo>
                        <a:pt x="125030" y="93473"/>
                        <a:pt x="142559" y="96671"/>
                        <a:pt x="159962" y="100253"/>
                      </a:cubicBezTo>
                      <a:cubicBezTo>
                        <a:pt x="194874" y="107115"/>
                        <a:pt x="229856" y="114044"/>
                        <a:pt x="264807" y="121556"/>
                      </a:cubicBezTo>
                      <a:lnTo>
                        <a:pt x="316560" y="133619"/>
                      </a:lnTo>
                      <a:cubicBezTo>
                        <a:pt x="324737" y="135329"/>
                        <a:pt x="333593" y="136790"/>
                        <a:pt x="340215" y="136152"/>
                      </a:cubicBezTo>
                      <a:lnTo>
                        <a:pt x="342437" y="135887"/>
                      </a:lnTo>
                      <a:cubicBezTo>
                        <a:pt x="342853" y="135704"/>
                        <a:pt x="343343" y="135594"/>
                        <a:pt x="343765" y="135535"/>
                      </a:cubicBezTo>
                      <a:cubicBezTo>
                        <a:pt x="343471" y="135471"/>
                        <a:pt x="343894" y="135537"/>
                        <a:pt x="343384" y="135919"/>
                      </a:cubicBezTo>
                      <a:cubicBezTo>
                        <a:pt x="342920" y="136447"/>
                        <a:pt x="342872" y="137121"/>
                        <a:pt x="342693" y="137519"/>
                      </a:cubicBezTo>
                      <a:cubicBezTo>
                        <a:pt x="342792" y="138511"/>
                        <a:pt x="342762" y="137478"/>
                        <a:pt x="342163" y="136337"/>
                      </a:cubicBezTo>
                      <a:cubicBezTo>
                        <a:pt x="341560" y="135162"/>
                        <a:pt x="340709" y="133667"/>
                        <a:pt x="339527" y="132225"/>
                      </a:cubicBezTo>
                      <a:cubicBezTo>
                        <a:pt x="334930" y="126265"/>
                        <a:pt x="328367" y="120557"/>
                        <a:pt x="321838" y="115082"/>
                      </a:cubicBezTo>
                      <a:cubicBezTo>
                        <a:pt x="315250" y="109568"/>
                        <a:pt x="308172" y="104423"/>
                        <a:pt x="300981" y="99430"/>
                      </a:cubicBezTo>
                      <a:cubicBezTo>
                        <a:pt x="286462" y="89614"/>
                        <a:pt x="271629" y="79933"/>
                        <a:pt x="256241" y="71116"/>
                      </a:cubicBezTo>
                      <a:cubicBezTo>
                        <a:pt x="225511" y="53411"/>
                        <a:pt x="193134" y="38199"/>
                        <a:pt x="159553" y="26477"/>
                      </a:cubicBezTo>
                      <a:cubicBezTo>
                        <a:pt x="142849" y="20645"/>
                        <a:pt x="125514" y="16752"/>
                        <a:pt x="108159" y="14818"/>
                      </a:cubicBezTo>
                      <a:cubicBezTo>
                        <a:pt x="90858" y="12843"/>
                        <a:pt x="73313" y="12813"/>
                        <a:pt x="57012" y="16297"/>
                      </a:cubicBezTo>
                      <a:cubicBezTo>
                        <a:pt x="40861" y="19187"/>
                        <a:pt x="25029" y="26564"/>
                        <a:pt x="18669" y="38332"/>
                      </a:cubicBezTo>
                      <a:cubicBezTo>
                        <a:pt x="12316" y="50036"/>
                        <a:pt x="19135" y="65798"/>
                        <a:pt x="30309" y="77660"/>
                      </a:cubicBezTo>
                      <a:cubicBezTo>
                        <a:pt x="41581" y="89756"/>
                        <a:pt x="56264" y="99400"/>
                        <a:pt x="71519" y="107833"/>
                      </a:cubicBezTo>
                      <a:cubicBezTo>
                        <a:pt x="86876" y="116269"/>
                        <a:pt x="103201" y="123246"/>
                        <a:pt x="119804" y="129916"/>
                      </a:cubicBezTo>
                      <a:lnTo>
                        <a:pt x="119294" y="131731"/>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78" name="Google Shape;1478;p2"/>
                <p:cNvSpPr/>
                <p:nvPr/>
              </p:nvSpPr>
              <p:spPr>
                <a:xfrm>
                  <a:off x="5360274" y="1479980"/>
                  <a:ext cx="239161" cy="115238"/>
                </a:xfrm>
                <a:custGeom>
                  <a:avLst/>
                  <a:gdLst/>
                  <a:ahLst/>
                  <a:cxnLst/>
                  <a:rect l="l" t="t" r="r" b="b"/>
                  <a:pathLst>
                    <a:path w="239161" h="115238" extrusionOk="0">
                      <a:moveTo>
                        <a:pt x="131846" y="115239"/>
                      </a:moveTo>
                      <a:cubicBezTo>
                        <a:pt x="108053" y="111753"/>
                        <a:pt x="84853" y="104044"/>
                        <a:pt x="63136" y="93069"/>
                      </a:cubicBezTo>
                      <a:cubicBezTo>
                        <a:pt x="52263" y="87576"/>
                        <a:pt x="41796" y="81161"/>
                        <a:pt x="31955" y="73618"/>
                      </a:cubicBezTo>
                      <a:cubicBezTo>
                        <a:pt x="22127" y="66087"/>
                        <a:pt x="12805" y="57417"/>
                        <a:pt x="5942" y="45820"/>
                      </a:cubicBezTo>
                      <a:cubicBezTo>
                        <a:pt x="2680" y="40002"/>
                        <a:pt x="-282" y="33254"/>
                        <a:pt x="22" y="25136"/>
                      </a:cubicBezTo>
                      <a:cubicBezTo>
                        <a:pt x="111" y="23113"/>
                        <a:pt x="364" y="21120"/>
                        <a:pt x="1146" y="19119"/>
                      </a:cubicBezTo>
                      <a:cubicBezTo>
                        <a:pt x="1663" y="17080"/>
                        <a:pt x="2726" y="15306"/>
                        <a:pt x="3892" y="13605"/>
                      </a:cubicBezTo>
                      <a:cubicBezTo>
                        <a:pt x="6182" y="10238"/>
                        <a:pt x="9289" y="7845"/>
                        <a:pt x="12371" y="6142"/>
                      </a:cubicBezTo>
                      <a:cubicBezTo>
                        <a:pt x="18620" y="2886"/>
                        <a:pt x="24985" y="1439"/>
                        <a:pt x="31166" y="882"/>
                      </a:cubicBezTo>
                      <a:cubicBezTo>
                        <a:pt x="37343" y="84"/>
                        <a:pt x="43430" y="-15"/>
                        <a:pt x="49477" y="2"/>
                      </a:cubicBezTo>
                      <a:cubicBezTo>
                        <a:pt x="73633" y="379"/>
                        <a:pt x="97247" y="3170"/>
                        <a:pt x="121038" y="5006"/>
                      </a:cubicBezTo>
                      <a:cubicBezTo>
                        <a:pt x="144867" y="6946"/>
                        <a:pt x="168705" y="9868"/>
                        <a:pt x="192311" y="16312"/>
                      </a:cubicBezTo>
                      <a:cubicBezTo>
                        <a:pt x="204177" y="19801"/>
                        <a:pt x="215873" y="22855"/>
                        <a:pt x="228144" y="30959"/>
                      </a:cubicBezTo>
                      <a:cubicBezTo>
                        <a:pt x="231134" y="33128"/>
                        <a:pt x="234577" y="35727"/>
                        <a:pt x="237233" y="40923"/>
                      </a:cubicBezTo>
                      <a:cubicBezTo>
                        <a:pt x="237907" y="42126"/>
                        <a:pt x="238438" y="43598"/>
                        <a:pt x="238758" y="45324"/>
                      </a:cubicBezTo>
                      <a:cubicBezTo>
                        <a:pt x="239178" y="46935"/>
                        <a:pt x="239254" y="48643"/>
                        <a:pt x="239062" y="50426"/>
                      </a:cubicBezTo>
                      <a:cubicBezTo>
                        <a:pt x="238840" y="53883"/>
                        <a:pt x="237354" y="57067"/>
                        <a:pt x="235880" y="59156"/>
                      </a:cubicBezTo>
                      <a:cubicBezTo>
                        <a:pt x="232773" y="63628"/>
                        <a:pt x="229397" y="65985"/>
                        <a:pt x="226299" y="67941"/>
                      </a:cubicBezTo>
                      <a:cubicBezTo>
                        <a:pt x="223119" y="69953"/>
                        <a:pt x="220088" y="71460"/>
                        <a:pt x="216993" y="72669"/>
                      </a:cubicBezTo>
                      <a:cubicBezTo>
                        <a:pt x="193209" y="81845"/>
                        <a:pt x="167256" y="85249"/>
                        <a:pt x="142380" y="80268"/>
                      </a:cubicBezTo>
                      <a:cubicBezTo>
                        <a:pt x="117664" y="75492"/>
                        <a:pt x="94920" y="62946"/>
                        <a:pt x="78820" y="44787"/>
                      </a:cubicBezTo>
                      <a:lnTo>
                        <a:pt x="80128" y="43447"/>
                      </a:lnTo>
                      <a:cubicBezTo>
                        <a:pt x="99709" y="56502"/>
                        <a:pt x="122204" y="64014"/>
                        <a:pt x="144412" y="65655"/>
                      </a:cubicBezTo>
                      <a:cubicBezTo>
                        <a:pt x="166577" y="67269"/>
                        <a:pt x="189049" y="62878"/>
                        <a:pt x="209127" y="54303"/>
                      </a:cubicBezTo>
                      <a:cubicBezTo>
                        <a:pt x="211486" y="53213"/>
                        <a:pt x="213847" y="52170"/>
                        <a:pt x="215651" y="50977"/>
                      </a:cubicBezTo>
                      <a:cubicBezTo>
                        <a:pt x="217594" y="49877"/>
                        <a:pt x="219018" y="48494"/>
                        <a:pt x="219265" y="48072"/>
                      </a:cubicBezTo>
                      <a:cubicBezTo>
                        <a:pt x="219370" y="47406"/>
                        <a:pt x="219066" y="49759"/>
                        <a:pt x="219299" y="49578"/>
                      </a:cubicBezTo>
                      <a:cubicBezTo>
                        <a:pt x="219308" y="49457"/>
                        <a:pt x="218259" y="47877"/>
                        <a:pt x="216474" y="46606"/>
                      </a:cubicBezTo>
                      <a:cubicBezTo>
                        <a:pt x="209236" y="41058"/>
                        <a:pt x="197930" y="36779"/>
                        <a:pt x="187282" y="33194"/>
                      </a:cubicBezTo>
                      <a:cubicBezTo>
                        <a:pt x="165338" y="26343"/>
                        <a:pt x="142435" y="20610"/>
                        <a:pt x="119449" y="15133"/>
                      </a:cubicBezTo>
                      <a:cubicBezTo>
                        <a:pt x="96388" y="10092"/>
                        <a:pt x="72959" y="5015"/>
                        <a:pt x="49619" y="6069"/>
                      </a:cubicBezTo>
                      <a:cubicBezTo>
                        <a:pt x="38218" y="6654"/>
                        <a:pt x="25972" y="8954"/>
                        <a:pt x="18035" y="14892"/>
                      </a:cubicBezTo>
                      <a:cubicBezTo>
                        <a:pt x="14108" y="17901"/>
                        <a:pt x="12755" y="21387"/>
                        <a:pt x="13292" y="25095"/>
                      </a:cubicBezTo>
                      <a:cubicBezTo>
                        <a:pt x="13724" y="28922"/>
                        <a:pt x="16122" y="33320"/>
                        <a:pt x="19098" y="37439"/>
                      </a:cubicBezTo>
                      <a:cubicBezTo>
                        <a:pt x="31733" y="54182"/>
                        <a:pt x="51038" y="68086"/>
                        <a:pt x="70282" y="80421"/>
                      </a:cubicBezTo>
                      <a:cubicBezTo>
                        <a:pt x="89834" y="92852"/>
                        <a:pt x="110822" y="103150"/>
                        <a:pt x="132386" y="113435"/>
                      </a:cubicBezTo>
                      <a:lnTo>
                        <a:pt x="131846" y="115239"/>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79" name="Google Shape;1479;p2"/>
                <p:cNvSpPr/>
                <p:nvPr/>
              </p:nvSpPr>
              <p:spPr>
                <a:xfrm>
                  <a:off x="5430222" y="1282928"/>
                  <a:ext cx="265388" cy="127181"/>
                </a:xfrm>
                <a:custGeom>
                  <a:avLst/>
                  <a:gdLst/>
                  <a:ahLst/>
                  <a:cxnLst/>
                  <a:rect l="l" t="t" r="r" b="b"/>
                  <a:pathLst>
                    <a:path w="265388" h="127181" extrusionOk="0">
                      <a:moveTo>
                        <a:pt x="160728" y="126761"/>
                      </a:moveTo>
                      <a:cubicBezTo>
                        <a:pt x="136431" y="125490"/>
                        <a:pt x="111678" y="126679"/>
                        <a:pt x="86813" y="125968"/>
                      </a:cubicBezTo>
                      <a:cubicBezTo>
                        <a:pt x="74388" y="125437"/>
                        <a:pt x="61870" y="124455"/>
                        <a:pt x="49489" y="121691"/>
                      </a:cubicBezTo>
                      <a:cubicBezTo>
                        <a:pt x="43262" y="120461"/>
                        <a:pt x="37099" y="118696"/>
                        <a:pt x="30952" y="116437"/>
                      </a:cubicBezTo>
                      <a:cubicBezTo>
                        <a:pt x="24778" y="114371"/>
                        <a:pt x="18729" y="111257"/>
                        <a:pt x="12842" y="107177"/>
                      </a:cubicBezTo>
                      <a:cubicBezTo>
                        <a:pt x="7255" y="103121"/>
                        <a:pt x="816" y="96561"/>
                        <a:pt x="4" y="87129"/>
                      </a:cubicBezTo>
                      <a:cubicBezTo>
                        <a:pt x="-167" y="77772"/>
                        <a:pt x="4860" y="71344"/>
                        <a:pt x="9306" y="66482"/>
                      </a:cubicBezTo>
                      <a:cubicBezTo>
                        <a:pt x="18921" y="57004"/>
                        <a:pt x="29814" y="50866"/>
                        <a:pt x="40544" y="44632"/>
                      </a:cubicBezTo>
                      <a:cubicBezTo>
                        <a:pt x="62122" y="32585"/>
                        <a:pt x="83937" y="20848"/>
                        <a:pt x="107583" y="12276"/>
                      </a:cubicBezTo>
                      <a:cubicBezTo>
                        <a:pt x="131106" y="3671"/>
                        <a:pt x="156579" y="-1390"/>
                        <a:pt x="182423" y="336"/>
                      </a:cubicBezTo>
                      <a:cubicBezTo>
                        <a:pt x="195313" y="1116"/>
                        <a:pt x="208277" y="3324"/>
                        <a:pt x="220932" y="7649"/>
                      </a:cubicBezTo>
                      <a:cubicBezTo>
                        <a:pt x="227281" y="9741"/>
                        <a:pt x="233457" y="12653"/>
                        <a:pt x="239342" y="16363"/>
                      </a:cubicBezTo>
                      <a:cubicBezTo>
                        <a:pt x="245240" y="19968"/>
                        <a:pt x="250920" y="24515"/>
                        <a:pt x="255641" y="30372"/>
                      </a:cubicBezTo>
                      <a:cubicBezTo>
                        <a:pt x="260291" y="36203"/>
                        <a:pt x="264067" y="43553"/>
                        <a:pt x="265084" y="51782"/>
                      </a:cubicBezTo>
                      <a:cubicBezTo>
                        <a:pt x="266198" y="59992"/>
                        <a:pt x="264170" y="68454"/>
                        <a:pt x="260323" y="75040"/>
                      </a:cubicBezTo>
                      <a:cubicBezTo>
                        <a:pt x="256685" y="81830"/>
                        <a:pt x="251206" y="86770"/>
                        <a:pt x="246037" y="90910"/>
                      </a:cubicBezTo>
                      <a:cubicBezTo>
                        <a:pt x="241036" y="94752"/>
                        <a:pt x="235892" y="98378"/>
                        <a:pt x="230531" y="101738"/>
                      </a:cubicBezTo>
                      <a:cubicBezTo>
                        <a:pt x="219952" y="108596"/>
                        <a:pt x="208744" y="114506"/>
                        <a:pt x="197167" y="119300"/>
                      </a:cubicBezTo>
                      <a:cubicBezTo>
                        <a:pt x="191361" y="121638"/>
                        <a:pt x="185474" y="123810"/>
                        <a:pt x="179375" y="125197"/>
                      </a:cubicBezTo>
                      <a:cubicBezTo>
                        <a:pt x="173331" y="126601"/>
                        <a:pt x="167047" y="127865"/>
                        <a:pt x="160728" y="126761"/>
                      </a:cubicBezTo>
                      <a:close/>
                      <a:moveTo>
                        <a:pt x="160996" y="124907"/>
                      </a:moveTo>
                      <a:cubicBezTo>
                        <a:pt x="172904" y="126011"/>
                        <a:pt x="184720" y="120900"/>
                        <a:pt x="194870" y="114732"/>
                      </a:cubicBezTo>
                      <a:cubicBezTo>
                        <a:pt x="205182" y="108473"/>
                        <a:pt x="214253" y="100390"/>
                        <a:pt x="222885" y="92066"/>
                      </a:cubicBezTo>
                      <a:cubicBezTo>
                        <a:pt x="227251" y="87954"/>
                        <a:pt x="231235" y="83398"/>
                        <a:pt x="235471" y="79187"/>
                      </a:cubicBezTo>
                      <a:cubicBezTo>
                        <a:pt x="239175" y="74974"/>
                        <a:pt x="242489" y="71035"/>
                        <a:pt x="244305" y="66740"/>
                      </a:cubicBezTo>
                      <a:cubicBezTo>
                        <a:pt x="247994" y="58284"/>
                        <a:pt x="246625" y="50335"/>
                        <a:pt x="240190" y="43041"/>
                      </a:cubicBezTo>
                      <a:cubicBezTo>
                        <a:pt x="234118" y="35655"/>
                        <a:pt x="224361" y="30059"/>
                        <a:pt x="214111" y="25942"/>
                      </a:cubicBezTo>
                      <a:cubicBezTo>
                        <a:pt x="203760" y="21783"/>
                        <a:pt x="192465" y="19184"/>
                        <a:pt x="180953" y="17895"/>
                      </a:cubicBezTo>
                      <a:cubicBezTo>
                        <a:pt x="157859" y="15538"/>
                        <a:pt x="133980" y="17303"/>
                        <a:pt x="110443" y="22126"/>
                      </a:cubicBezTo>
                      <a:cubicBezTo>
                        <a:pt x="98750" y="24822"/>
                        <a:pt x="87092" y="28239"/>
                        <a:pt x="75927" y="32944"/>
                      </a:cubicBezTo>
                      <a:cubicBezTo>
                        <a:pt x="64771" y="37625"/>
                        <a:pt x="53952" y="43407"/>
                        <a:pt x="43699" y="49826"/>
                      </a:cubicBezTo>
                      <a:cubicBezTo>
                        <a:pt x="33579" y="56320"/>
                        <a:pt x="23898" y="64141"/>
                        <a:pt x="17321" y="73161"/>
                      </a:cubicBezTo>
                      <a:cubicBezTo>
                        <a:pt x="14134" y="77605"/>
                        <a:pt x="12365" y="82564"/>
                        <a:pt x="13199" y="85700"/>
                      </a:cubicBezTo>
                      <a:cubicBezTo>
                        <a:pt x="14059" y="88715"/>
                        <a:pt x="17104" y="91669"/>
                        <a:pt x="21548" y="94238"/>
                      </a:cubicBezTo>
                      <a:cubicBezTo>
                        <a:pt x="30447" y="99363"/>
                        <a:pt x="41991" y="102575"/>
                        <a:pt x="53302" y="105666"/>
                      </a:cubicBezTo>
                      <a:cubicBezTo>
                        <a:pt x="64785" y="108510"/>
                        <a:pt x="76489" y="111475"/>
                        <a:pt x="88363" y="114135"/>
                      </a:cubicBezTo>
                      <a:cubicBezTo>
                        <a:pt x="112107" y="119768"/>
                        <a:pt x="136330" y="124091"/>
                        <a:pt x="160996" y="124907"/>
                      </a:cubicBez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80" name="Google Shape;1480;p2"/>
                <p:cNvSpPr/>
                <p:nvPr/>
              </p:nvSpPr>
              <p:spPr>
                <a:xfrm>
                  <a:off x="5336311" y="1225708"/>
                  <a:ext cx="888344" cy="387132"/>
                </a:xfrm>
                <a:custGeom>
                  <a:avLst/>
                  <a:gdLst/>
                  <a:ahLst/>
                  <a:cxnLst/>
                  <a:rect l="l" t="t" r="r" b="b"/>
                  <a:pathLst>
                    <a:path w="888344" h="387132" extrusionOk="0">
                      <a:moveTo>
                        <a:pt x="0" y="67946"/>
                      </a:moveTo>
                      <a:cubicBezTo>
                        <a:pt x="41306" y="50542"/>
                        <a:pt x="83245" y="34717"/>
                        <a:pt x="126372" y="21853"/>
                      </a:cubicBezTo>
                      <a:cubicBezTo>
                        <a:pt x="137139" y="18614"/>
                        <a:pt x="148080" y="15823"/>
                        <a:pt x="158957" y="12846"/>
                      </a:cubicBezTo>
                      <a:cubicBezTo>
                        <a:pt x="170017" y="10469"/>
                        <a:pt x="180976" y="7698"/>
                        <a:pt x="192177" y="5773"/>
                      </a:cubicBezTo>
                      <a:cubicBezTo>
                        <a:pt x="214452" y="1432"/>
                        <a:pt x="237413" y="-474"/>
                        <a:pt x="260398" y="100"/>
                      </a:cubicBezTo>
                      <a:cubicBezTo>
                        <a:pt x="283421" y="1165"/>
                        <a:pt x="306404" y="5998"/>
                        <a:pt x="327732" y="14488"/>
                      </a:cubicBezTo>
                      <a:cubicBezTo>
                        <a:pt x="349109" y="22971"/>
                        <a:pt x="368599" y="35331"/>
                        <a:pt x="385989" y="49708"/>
                      </a:cubicBezTo>
                      <a:cubicBezTo>
                        <a:pt x="395105" y="56575"/>
                        <a:pt x="403280" y="63653"/>
                        <a:pt x="412550" y="69791"/>
                      </a:cubicBezTo>
                      <a:lnTo>
                        <a:pt x="426625" y="78477"/>
                      </a:lnTo>
                      <a:lnTo>
                        <a:pt x="441433" y="85799"/>
                      </a:lnTo>
                      <a:cubicBezTo>
                        <a:pt x="461566" y="94866"/>
                        <a:pt x="483180" y="99648"/>
                        <a:pt x="505048" y="102835"/>
                      </a:cubicBezTo>
                      <a:cubicBezTo>
                        <a:pt x="526921" y="106108"/>
                        <a:pt x="549564" y="107373"/>
                        <a:pt x="572133" y="114327"/>
                      </a:cubicBezTo>
                      <a:cubicBezTo>
                        <a:pt x="583216" y="118224"/>
                        <a:pt x="594513" y="122787"/>
                        <a:pt x="604233" y="130040"/>
                      </a:cubicBezTo>
                      <a:cubicBezTo>
                        <a:pt x="606652" y="131833"/>
                        <a:pt x="609324" y="133360"/>
                        <a:pt x="611530" y="135401"/>
                      </a:cubicBezTo>
                      <a:lnTo>
                        <a:pt x="618112" y="141580"/>
                      </a:lnTo>
                      <a:cubicBezTo>
                        <a:pt x="620304" y="143638"/>
                        <a:pt x="622530" y="145619"/>
                        <a:pt x="624492" y="148269"/>
                      </a:cubicBezTo>
                      <a:cubicBezTo>
                        <a:pt x="626581" y="150731"/>
                        <a:pt x="628515" y="153271"/>
                        <a:pt x="630056" y="155977"/>
                      </a:cubicBezTo>
                      <a:cubicBezTo>
                        <a:pt x="643031" y="177560"/>
                        <a:pt x="646936" y="200646"/>
                        <a:pt x="651892" y="222358"/>
                      </a:cubicBezTo>
                      <a:cubicBezTo>
                        <a:pt x="656608" y="244219"/>
                        <a:pt x="660823" y="265678"/>
                        <a:pt x="668365" y="285578"/>
                      </a:cubicBezTo>
                      <a:cubicBezTo>
                        <a:pt x="675563" y="305543"/>
                        <a:pt x="686500" y="323605"/>
                        <a:pt x="701724" y="337598"/>
                      </a:cubicBezTo>
                      <a:cubicBezTo>
                        <a:pt x="716828" y="351734"/>
                        <a:pt x="736305" y="361052"/>
                        <a:pt x="756833" y="367217"/>
                      </a:cubicBezTo>
                      <a:cubicBezTo>
                        <a:pt x="798390" y="379368"/>
                        <a:pt x="843632" y="379045"/>
                        <a:pt x="888111" y="376990"/>
                      </a:cubicBezTo>
                      <a:lnTo>
                        <a:pt x="888344" y="378849"/>
                      </a:lnTo>
                      <a:cubicBezTo>
                        <a:pt x="844400" y="387014"/>
                        <a:pt x="798616" y="391255"/>
                        <a:pt x="753104" y="381491"/>
                      </a:cubicBezTo>
                      <a:cubicBezTo>
                        <a:pt x="730612" y="376325"/>
                        <a:pt x="708031" y="367009"/>
                        <a:pt x="689716" y="351213"/>
                      </a:cubicBezTo>
                      <a:cubicBezTo>
                        <a:pt x="671119" y="335705"/>
                        <a:pt x="658194" y="314441"/>
                        <a:pt x="649688" y="292678"/>
                      </a:cubicBezTo>
                      <a:cubicBezTo>
                        <a:pt x="641385" y="270703"/>
                        <a:pt x="636786" y="248126"/>
                        <a:pt x="632751" y="226210"/>
                      </a:cubicBezTo>
                      <a:cubicBezTo>
                        <a:pt x="628600" y="204454"/>
                        <a:pt x="624896" y="182399"/>
                        <a:pt x="615039" y="165199"/>
                      </a:cubicBezTo>
                      <a:cubicBezTo>
                        <a:pt x="613889" y="162986"/>
                        <a:pt x="612474" y="161061"/>
                        <a:pt x="610988" y="159217"/>
                      </a:cubicBezTo>
                      <a:cubicBezTo>
                        <a:pt x="609717" y="157276"/>
                        <a:pt x="607802" y="155484"/>
                        <a:pt x="605959" y="153675"/>
                      </a:cubicBezTo>
                      <a:cubicBezTo>
                        <a:pt x="602361" y="149974"/>
                        <a:pt x="598717" y="146319"/>
                        <a:pt x="594493" y="143391"/>
                      </a:cubicBezTo>
                      <a:cubicBezTo>
                        <a:pt x="586588" y="136775"/>
                        <a:pt x="577053" y="132416"/>
                        <a:pt x="567335" y="128395"/>
                      </a:cubicBezTo>
                      <a:cubicBezTo>
                        <a:pt x="547330" y="121356"/>
                        <a:pt x="525245" y="117710"/>
                        <a:pt x="503213" y="112925"/>
                      </a:cubicBezTo>
                      <a:cubicBezTo>
                        <a:pt x="481091" y="108410"/>
                        <a:pt x="459205" y="101372"/>
                        <a:pt x="438752" y="91569"/>
                      </a:cubicBezTo>
                      <a:lnTo>
                        <a:pt x="423719" y="83621"/>
                      </a:lnTo>
                      <a:lnTo>
                        <a:pt x="409379" y="74527"/>
                      </a:lnTo>
                      <a:cubicBezTo>
                        <a:pt x="400135" y="68184"/>
                        <a:pt x="391050" y="60971"/>
                        <a:pt x="382256" y="54495"/>
                      </a:cubicBezTo>
                      <a:cubicBezTo>
                        <a:pt x="347387" y="26693"/>
                        <a:pt x="303213" y="14732"/>
                        <a:pt x="260135" y="15686"/>
                      </a:cubicBezTo>
                      <a:cubicBezTo>
                        <a:pt x="216743" y="16616"/>
                        <a:pt x="173251" y="25188"/>
                        <a:pt x="130165" y="35864"/>
                      </a:cubicBezTo>
                      <a:cubicBezTo>
                        <a:pt x="87051" y="46558"/>
                        <a:pt x="44031" y="58694"/>
                        <a:pt x="597" y="69720"/>
                      </a:cubicBezTo>
                      <a:lnTo>
                        <a:pt x="0" y="67946"/>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81" name="Google Shape;1481;p2"/>
                <p:cNvSpPr/>
                <p:nvPr/>
              </p:nvSpPr>
              <p:spPr>
                <a:xfrm>
                  <a:off x="5384092" y="1154670"/>
                  <a:ext cx="1043677" cy="269988"/>
                </a:xfrm>
                <a:custGeom>
                  <a:avLst/>
                  <a:gdLst/>
                  <a:ahLst/>
                  <a:cxnLst/>
                  <a:rect l="l" t="t" r="r" b="b"/>
                  <a:pathLst>
                    <a:path w="1043677" h="269988" extrusionOk="0">
                      <a:moveTo>
                        <a:pt x="0" y="16430"/>
                      </a:moveTo>
                      <a:cubicBezTo>
                        <a:pt x="21536" y="12406"/>
                        <a:pt x="43244" y="9044"/>
                        <a:pt x="64991" y="5587"/>
                      </a:cubicBezTo>
                      <a:cubicBezTo>
                        <a:pt x="86857" y="3521"/>
                        <a:pt x="108807" y="1566"/>
                        <a:pt x="130810" y="320"/>
                      </a:cubicBezTo>
                      <a:lnTo>
                        <a:pt x="163888" y="87"/>
                      </a:lnTo>
                      <a:cubicBezTo>
                        <a:pt x="174927" y="-128"/>
                        <a:pt x="185964" y="12"/>
                        <a:pt x="196980" y="997"/>
                      </a:cubicBezTo>
                      <a:lnTo>
                        <a:pt x="230056" y="3301"/>
                      </a:lnTo>
                      <a:cubicBezTo>
                        <a:pt x="241050" y="4419"/>
                        <a:pt x="251984" y="6291"/>
                        <a:pt x="262913" y="7969"/>
                      </a:cubicBezTo>
                      <a:cubicBezTo>
                        <a:pt x="306507" y="15481"/>
                        <a:pt x="349308" y="28038"/>
                        <a:pt x="389690" y="45796"/>
                      </a:cubicBezTo>
                      <a:cubicBezTo>
                        <a:pt x="399677" y="50491"/>
                        <a:pt x="409738" y="54972"/>
                        <a:pt x="419616" y="59827"/>
                      </a:cubicBezTo>
                      <a:cubicBezTo>
                        <a:pt x="429331" y="65035"/>
                        <a:pt x="439221" y="69874"/>
                        <a:pt x="448582" y="75722"/>
                      </a:cubicBezTo>
                      <a:cubicBezTo>
                        <a:pt x="467622" y="86967"/>
                        <a:pt x="485711" y="99332"/>
                        <a:pt x="502140" y="115185"/>
                      </a:cubicBezTo>
                      <a:lnTo>
                        <a:pt x="498474" y="113893"/>
                      </a:lnTo>
                      <a:cubicBezTo>
                        <a:pt x="548007" y="104489"/>
                        <a:pt x="598022" y="98625"/>
                        <a:pt x="648476" y="97087"/>
                      </a:cubicBezTo>
                      <a:cubicBezTo>
                        <a:pt x="698846" y="95971"/>
                        <a:pt x="749634" y="97921"/>
                        <a:pt x="799721" y="106628"/>
                      </a:cubicBezTo>
                      <a:cubicBezTo>
                        <a:pt x="824752" y="111022"/>
                        <a:pt x="849455" y="117457"/>
                        <a:pt x="873698" y="125394"/>
                      </a:cubicBezTo>
                      <a:cubicBezTo>
                        <a:pt x="897854" y="133596"/>
                        <a:pt x="921324" y="144210"/>
                        <a:pt x="943295" y="157355"/>
                      </a:cubicBezTo>
                      <a:cubicBezTo>
                        <a:pt x="987568" y="183013"/>
                        <a:pt x="1024265" y="222634"/>
                        <a:pt x="1043678" y="269168"/>
                      </a:cubicBezTo>
                      <a:lnTo>
                        <a:pt x="1041993" y="269988"/>
                      </a:lnTo>
                      <a:cubicBezTo>
                        <a:pt x="1016765" y="226794"/>
                        <a:pt x="979485" y="192628"/>
                        <a:pt x="935792" y="170675"/>
                      </a:cubicBezTo>
                      <a:cubicBezTo>
                        <a:pt x="892521" y="147888"/>
                        <a:pt x="844618" y="134991"/>
                        <a:pt x="796273" y="126354"/>
                      </a:cubicBezTo>
                      <a:cubicBezTo>
                        <a:pt x="747716" y="118342"/>
                        <a:pt x="698284" y="113793"/>
                        <a:pt x="648655" y="113939"/>
                      </a:cubicBezTo>
                      <a:cubicBezTo>
                        <a:pt x="623843" y="113541"/>
                        <a:pt x="599010" y="114371"/>
                        <a:pt x="574161" y="115413"/>
                      </a:cubicBezTo>
                      <a:cubicBezTo>
                        <a:pt x="549335" y="116495"/>
                        <a:pt x="524390" y="118390"/>
                        <a:pt x="499852" y="121677"/>
                      </a:cubicBezTo>
                      <a:lnTo>
                        <a:pt x="497619" y="121977"/>
                      </a:lnTo>
                      <a:lnTo>
                        <a:pt x="496181" y="120383"/>
                      </a:lnTo>
                      <a:cubicBezTo>
                        <a:pt x="482122" y="104807"/>
                        <a:pt x="464113" y="91701"/>
                        <a:pt x="445633" y="80634"/>
                      </a:cubicBezTo>
                      <a:cubicBezTo>
                        <a:pt x="436571" y="74643"/>
                        <a:pt x="426579" y="70254"/>
                        <a:pt x="416978" y="65215"/>
                      </a:cubicBezTo>
                      <a:cubicBezTo>
                        <a:pt x="407233" y="60435"/>
                        <a:pt x="396943" y="56810"/>
                        <a:pt x="386979" y="52560"/>
                      </a:cubicBezTo>
                      <a:cubicBezTo>
                        <a:pt x="346091" y="37673"/>
                        <a:pt x="303195" y="29871"/>
                        <a:pt x="260444" y="24143"/>
                      </a:cubicBezTo>
                      <a:cubicBezTo>
                        <a:pt x="217707" y="17552"/>
                        <a:pt x="174376" y="15680"/>
                        <a:pt x="130992" y="14445"/>
                      </a:cubicBezTo>
                      <a:lnTo>
                        <a:pt x="65739" y="15129"/>
                      </a:lnTo>
                      <a:cubicBezTo>
                        <a:pt x="43990" y="16338"/>
                        <a:pt x="22208" y="17641"/>
                        <a:pt x="251" y="18279"/>
                      </a:cubicBezTo>
                      <a:lnTo>
                        <a:pt x="0" y="16430"/>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82" name="Google Shape;1482;p2"/>
                <p:cNvSpPr/>
                <p:nvPr/>
              </p:nvSpPr>
              <p:spPr>
                <a:xfrm>
                  <a:off x="5565224" y="1071864"/>
                  <a:ext cx="797930" cy="163094"/>
                </a:xfrm>
                <a:custGeom>
                  <a:avLst/>
                  <a:gdLst/>
                  <a:ahLst/>
                  <a:cxnLst/>
                  <a:rect l="l" t="t" r="r" b="b"/>
                  <a:pathLst>
                    <a:path w="797930" h="163094" extrusionOk="0">
                      <a:moveTo>
                        <a:pt x="402" y="0"/>
                      </a:moveTo>
                      <a:cubicBezTo>
                        <a:pt x="16336" y="1936"/>
                        <a:pt x="32137" y="4570"/>
                        <a:pt x="47981" y="7061"/>
                      </a:cubicBezTo>
                      <a:cubicBezTo>
                        <a:pt x="63782" y="9761"/>
                        <a:pt x="79432" y="13181"/>
                        <a:pt x="95136" y="16388"/>
                      </a:cubicBezTo>
                      <a:cubicBezTo>
                        <a:pt x="126370" y="23521"/>
                        <a:pt x="157510" y="31339"/>
                        <a:pt x="188053" y="41233"/>
                      </a:cubicBezTo>
                      <a:cubicBezTo>
                        <a:pt x="218516" y="51401"/>
                        <a:pt x="248209" y="63944"/>
                        <a:pt x="277468" y="77134"/>
                      </a:cubicBezTo>
                      <a:cubicBezTo>
                        <a:pt x="284772" y="80474"/>
                        <a:pt x="292167" y="83553"/>
                        <a:pt x="299381" y="87094"/>
                      </a:cubicBezTo>
                      <a:cubicBezTo>
                        <a:pt x="306724" y="90327"/>
                        <a:pt x="313978" y="93753"/>
                        <a:pt x="321169" y="97331"/>
                      </a:cubicBezTo>
                      <a:cubicBezTo>
                        <a:pt x="328448" y="100721"/>
                        <a:pt x="335601" y="104402"/>
                        <a:pt x="342678" y="108272"/>
                      </a:cubicBezTo>
                      <a:cubicBezTo>
                        <a:pt x="349902" y="112039"/>
                        <a:pt x="356646" y="116037"/>
                        <a:pt x="363721" y="121069"/>
                      </a:cubicBezTo>
                      <a:lnTo>
                        <a:pt x="360530" y="120255"/>
                      </a:lnTo>
                      <a:cubicBezTo>
                        <a:pt x="397369" y="111232"/>
                        <a:pt x="434445" y="103467"/>
                        <a:pt x="472080" y="98463"/>
                      </a:cubicBezTo>
                      <a:cubicBezTo>
                        <a:pt x="490882" y="95971"/>
                        <a:pt x="509789" y="94183"/>
                        <a:pt x="528745" y="92734"/>
                      </a:cubicBezTo>
                      <a:cubicBezTo>
                        <a:pt x="547696" y="91230"/>
                        <a:pt x="566741" y="90427"/>
                        <a:pt x="585820" y="90661"/>
                      </a:cubicBezTo>
                      <a:cubicBezTo>
                        <a:pt x="623925" y="90992"/>
                        <a:pt x="662380" y="94688"/>
                        <a:pt x="699653" y="104619"/>
                      </a:cubicBezTo>
                      <a:cubicBezTo>
                        <a:pt x="718270" y="109543"/>
                        <a:pt x="736462" y="116460"/>
                        <a:pt x="753525" y="125531"/>
                      </a:cubicBezTo>
                      <a:cubicBezTo>
                        <a:pt x="770565" y="134536"/>
                        <a:pt x="786265" y="146699"/>
                        <a:pt x="797931" y="161826"/>
                      </a:cubicBezTo>
                      <a:lnTo>
                        <a:pt x="796552" y="163095"/>
                      </a:lnTo>
                      <a:cubicBezTo>
                        <a:pt x="768425" y="137832"/>
                        <a:pt x="732128" y="126599"/>
                        <a:pt x="696213" y="119640"/>
                      </a:cubicBezTo>
                      <a:cubicBezTo>
                        <a:pt x="678119" y="116204"/>
                        <a:pt x="659728" y="114046"/>
                        <a:pt x="641260" y="112789"/>
                      </a:cubicBezTo>
                      <a:cubicBezTo>
                        <a:pt x="622818" y="111157"/>
                        <a:pt x="604242" y="110967"/>
                        <a:pt x="585660" y="110672"/>
                      </a:cubicBezTo>
                      <a:cubicBezTo>
                        <a:pt x="548489" y="110396"/>
                        <a:pt x="511122" y="111669"/>
                        <a:pt x="473840" y="114917"/>
                      </a:cubicBezTo>
                      <a:cubicBezTo>
                        <a:pt x="436594" y="118088"/>
                        <a:pt x="399058" y="121341"/>
                        <a:pt x="362093" y="127451"/>
                      </a:cubicBezTo>
                      <a:lnTo>
                        <a:pt x="360260" y="127755"/>
                      </a:lnTo>
                      <a:lnTo>
                        <a:pt x="358897" y="126638"/>
                      </a:lnTo>
                      <a:cubicBezTo>
                        <a:pt x="347262" y="117098"/>
                        <a:pt x="332759" y="109417"/>
                        <a:pt x="318703" y="102404"/>
                      </a:cubicBezTo>
                      <a:cubicBezTo>
                        <a:pt x="304431" y="95441"/>
                        <a:pt x="289625" y="89545"/>
                        <a:pt x="274624" y="84253"/>
                      </a:cubicBezTo>
                      <a:cubicBezTo>
                        <a:pt x="244495" y="73918"/>
                        <a:pt x="213702" y="65800"/>
                        <a:pt x="183163" y="57031"/>
                      </a:cubicBezTo>
                      <a:lnTo>
                        <a:pt x="91634" y="29985"/>
                      </a:lnTo>
                      <a:cubicBezTo>
                        <a:pt x="61070" y="20965"/>
                        <a:pt x="30463" y="11926"/>
                        <a:pt x="0" y="1829"/>
                      </a:cubicBezTo>
                      <a:lnTo>
                        <a:pt x="402" y="0"/>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83" name="Google Shape;1483;p2"/>
                <p:cNvSpPr/>
                <p:nvPr/>
              </p:nvSpPr>
              <p:spPr>
                <a:xfrm>
                  <a:off x="6029841" y="1317581"/>
                  <a:ext cx="242302" cy="168006"/>
                </a:xfrm>
                <a:custGeom>
                  <a:avLst/>
                  <a:gdLst/>
                  <a:ahLst/>
                  <a:cxnLst/>
                  <a:rect l="l" t="t" r="r" b="b"/>
                  <a:pathLst>
                    <a:path w="242302" h="168006" extrusionOk="0">
                      <a:moveTo>
                        <a:pt x="194537" y="157855"/>
                      </a:moveTo>
                      <a:cubicBezTo>
                        <a:pt x="167729" y="170813"/>
                        <a:pt x="135110" y="170534"/>
                        <a:pt x="106400" y="161712"/>
                      </a:cubicBezTo>
                      <a:cubicBezTo>
                        <a:pt x="77475" y="152929"/>
                        <a:pt x="50619" y="136943"/>
                        <a:pt x="29890" y="114689"/>
                      </a:cubicBezTo>
                      <a:cubicBezTo>
                        <a:pt x="19733" y="103419"/>
                        <a:pt x="10998" y="90615"/>
                        <a:pt x="5254" y="76312"/>
                      </a:cubicBezTo>
                      <a:cubicBezTo>
                        <a:pt x="-406" y="62312"/>
                        <a:pt x="-2743" y="45108"/>
                        <a:pt x="4673" y="30811"/>
                      </a:cubicBezTo>
                      <a:cubicBezTo>
                        <a:pt x="8191" y="23583"/>
                        <a:pt x="14679" y="18325"/>
                        <a:pt x="21249" y="14608"/>
                      </a:cubicBezTo>
                      <a:cubicBezTo>
                        <a:pt x="27986" y="11005"/>
                        <a:pt x="35150" y="8692"/>
                        <a:pt x="42335" y="6703"/>
                      </a:cubicBezTo>
                      <a:cubicBezTo>
                        <a:pt x="56792" y="3116"/>
                        <a:pt x="71527" y="1157"/>
                        <a:pt x="86315" y="483"/>
                      </a:cubicBezTo>
                      <a:cubicBezTo>
                        <a:pt x="115896" y="-1161"/>
                        <a:pt x="145667" y="1363"/>
                        <a:pt x="174703" y="8520"/>
                      </a:cubicBezTo>
                      <a:cubicBezTo>
                        <a:pt x="189242" y="12105"/>
                        <a:pt x="203669" y="16521"/>
                        <a:pt x="217822" y="23917"/>
                      </a:cubicBezTo>
                      <a:cubicBezTo>
                        <a:pt x="224833" y="27839"/>
                        <a:pt x="232066" y="32087"/>
                        <a:pt x="238035" y="40824"/>
                      </a:cubicBezTo>
                      <a:lnTo>
                        <a:pt x="240101" y="44305"/>
                      </a:lnTo>
                      <a:cubicBezTo>
                        <a:pt x="240671" y="45647"/>
                        <a:pt x="241116" y="47179"/>
                        <a:pt x="241544" y="48642"/>
                      </a:cubicBezTo>
                      <a:cubicBezTo>
                        <a:pt x="242634" y="51467"/>
                        <a:pt x="242284" y="54958"/>
                        <a:pt x="242095" y="58161"/>
                      </a:cubicBezTo>
                      <a:cubicBezTo>
                        <a:pt x="241407" y="61075"/>
                        <a:pt x="240339" y="64274"/>
                        <a:pt x="238931" y="66589"/>
                      </a:cubicBezTo>
                      <a:cubicBezTo>
                        <a:pt x="237514" y="68647"/>
                        <a:pt x="235721" y="71324"/>
                        <a:pt x="234300" y="72642"/>
                      </a:cubicBezTo>
                      <a:cubicBezTo>
                        <a:pt x="222904" y="84432"/>
                        <a:pt x="209243" y="92727"/>
                        <a:pt x="195008" y="98586"/>
                      </a:cubicBezTo>
                      <a:cubicBezTo>
                        <a:pt x="180761" y="104516"/>
                        <a:pt x="165854" y="108178"/>
                        <a:pt x="150760" y="109820"/>
                      </a:cubicBezTo>
                      <a:cubicBezTo>
                        <a:pt x="135691" y="111500"/>
                        <a:pt x="120304" y="110910"/>
                        <a:pt x="105408" y="107342"/>
                      </a:cubicBezTo>
                      <a:cubicBezTo>
                        <a:pt x="97972" y="105584"/>
                        <a:pt x="90672" y="102559"/>
                        <a:pt x="84310" y="98029"/>
                      </a:cubicBezTo>
                      <a:cubicBezTo>
                        <a:pt x="77887" y="93676"/>
                        <a:pt x="72755" y="86937"/>
                        <a:pt x="71237" y="79464"/>
                      </a:cubicBezTo>
                      <a:lnTo>
                        <a:pt x="73024" y="78902"/>
                      </a:lnTo>
                      <a:cubicBezTo>
                        <a:pt x="79165" y="92108"/>
                        <a:pt x="93813" y="96447"/>
                        <a:pt x="107143" y="98026"/>
                      </a:cubicBezTo>
                      <a:cubicBezTo>
                        <a:pt x="120864" y="99629"/>
                        <a:pt x="134920" y="98015"/>
                        <a:pt x="148490" y="95244"/>
                      </a:cubicBezTo>
                      <a:cubicBezTo>
                        <a:pt x="162062" y="92371"/>
                        <a:pt x="175337" y="88021"/>
                        <a:pt x="187574" y="82024"/>
                      </a:cubicBezTo>
                      <a:cubicBezTo>
                        <a:pt x="199724" y="75992"/>
                        <a:pt x="211241" y="68624"/>
                        <a:pt x="219649" y="59059"/>
                      </a:cubicBezTo>
                      <a:cubicBezTo>
                        <a:pt x="220819" y="57827"/>
                        <a:pt x="220805" y="57271"/>
                        <a:pt x="221612" y="56471"/>
                      </a:cubicBezTo>
                      <a:cubicBezTo>
                        <a:pt x="222074" y="55735"/>
                        <a:pt x="222010" y="55306"/>
                        <a:pt x="222348" y="54823"/>
                      </a:cubicBezTo>
                      <a:cubicBezTo>
                        <a:pt x="222035" y="54428"/>
                        <a:pt x="222641" y="54176"/>
                        <a:pt x="222170" y="53593"/>
                      </a:cubicBezTo>
                      <a:cubicBezTo>
                        <a:pt x="222046" y="53330"/>
                        <a:pt x="222079" y="53077"/>
                        <a:pt x="221987" y="52743"/>
                      </a:cubicBezTo>
                      <a:cubicBezTo>
                        <a:pt x="221701" y="52368"/>
                        <a:pt x="221443" y="51984"/>
                        <a:pt x="221210" y="51582"/>
                      </a:cubicBezTo>
                      <a:cubicBezTo>
                        <a:pt x="219070" y="48166"/>
                        <a:pt x="213719" y="44228"/>
                        <a:pt x="208276" y="40945"/>
                      </a:cubicBezTo>
                      <a:cubicBezTo>
                        <a:pt x="196949" y="34336"/>
                        <a:pt x="183621" y="29451"/>
                        <a:pt x="170152" y="25542"/>
                      </a:cubicBezTo>
                      <a:cubicBezTo>
                        <a:pt x="143029" y="18005"/>
                        <a:pt x="114787" y="12715"/>
                        <a:pt x="86308" y="10738"/>
                      </a:cubicBezTo>
                      <a:cubicBezTo>
                        <a:pt x="72103" y="10139"/>
                        <a:pt x="57653" y="9972"/>
                        <a:pt x="43782" y="12898"/>
                      </a:cubicBezTo>
                      <a:cubicBezTo>
                        <a:pt x="36846" y="14267"/>
                        <a:pt x="30148" y="16540"/>
                        <a:pt x="23974" y="19619"/>
                      </a:cubicBezTo>
                      <a:cubicBezTo>
                        <a:pt x="17886" y="22897"/>
                        <a:pt x="12919" y="27551"/>
                        <a:pt x="10125" y="33493"/>
                      </a:cubicBezTo>
                      <a:cubicBezTo>
                        <a:pt x="4451" y="45757"/>
                        <a:pt x="8013" y="60200"/>
                        <a:pt x="14722" y="71927"/>
                      </a:cubicBezTo>
                      <a:cubicBezTo>
                        <a:pt x="21336" y="83922"/>
                        <a:pt x="30688" y="94440"/>
                        <a:pt x="40961" y="103702"/>
                      </a:cubicBezTo>
                      <a:cubicBezTo>
                        <a:pt x="61313" y="122489"/>
                        <a:pt x="85044" y="137956"/>
                        <a:pt x="111052" y="147957"/>
                      </a:cubicBezTo>
                      <a:cubicBezTo>
                        <a:pt x="136998" y="158075"/>
                        <a:pt x="165459" y="161858"/>
                        <a:pt x="193933" y="156084"/>
                      </a:cubicBezTo>
                      <a:lnTo>
                        <a:pt x="194537" y="157855"/>
                      </a:lnTo>
                      <a:close/>
                    </a:path>
                  </a:pathLst>
                </a:custGeom>
                <a:solidFill>
                  <a:srgbClr val="21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484" name="Google Shape;1484;p2"/>
              <p:cNvSpPr/>
              <p:nvPr/>
            </p:nvSpPr>
            <p:spPr>
              <a:xfrm>
                <a:off x="5067866" y="1088109"/>
                <a:ext cx="1315767" cy="977737"/>
              </a:xfrm>
              <a:custGeom>
                <a:avLst/>
                <a:gdLst/>
                <a:ahLst/>
                <a:cxnLst/>
                <a:rect l="l" t="t" r="r" b="b"/>
                <a:pathLst>
                  <a:path w="1315767" h="977737" extrusionOk="0">
                    <a:moveTo>
                      <a:pt x="971870" y="10350"/>
                    </a:moveTo>
                    <a:cubicBezTo>
                      <a:pt x="280181" y="-86473"/>
                      <a:pt x="151244" y="519180"/>
                      <a:pt x="0" y="860829"/>
                    </a:cubicBezTo>
                    <a:lnTo>
                      <a:pt x="0" y="860831"/>
                    </a:lnTo>
                    <a:cubicBezTo>
                      <a:pt x="158084" y="590548"/>
                      <a:pt x="225512" y="363290"/>
                      <a:pt x="328091" y="343564"/>
                    </a:cubicBezTo>
                    <a:cubicBezTo>
                      <a:pt x="290045" y="314354"/>
                      <a:pt x="400962" y="93344"/>
                      <a:pt x="646629" y="41234"/>
                    </a:cubicBezTo>
                    <a:cubicBezTo>
                      <a:pt x="892299" y="-10875"/>
                      <a:pt x="872427" y="75739"/>
                      <a:pt x="872427" y="75739"/>
                    </a:cubicBezTo>
                    <a:cubicBezTo>
                      <a:pt x="872427" y="75739"/>
                      <a:pt x="999508" y="14776"/>
                      <a:pt x="1143928" y="81975"/>
                    </a:cubicBezTo>
                    <a:cubicBezTo>
                      <a:pt x="1288346" y="149175"/>
                      <a:pt x="1308033" y="276886"/>
                      <a:pt x="1247157" y="390869"/>
                    </a:cubicBezTo>
                    <a:cubicBezTo>
                      <a:pt x="1186279" y="504851"/>
                      <a:pt x="1106799" y="471432"/>
                      <a:pt x="1106799" y="471432"/>
                    </a:cubicBezTo>
                    <a:cubicBezTo>
                      <a:pt x="1106799" y="471432"/>
                      <a:pt x="1173470" y="539536"/>
                      <a:pt x="1113579" y="607995"/>
                    </a:cubicBezTo>
                    <a:cubicBezTo>
                      <a:pt x="1053691" y="676456"/>
                      <a:pt x="848328" y="813772"/>
                      <a:pt x="754684" y="977738"/>
                    </a:cubicBezTo>
                    <a:cubicBezTo>
                      <a:pt x="754684" y="977738"/>
                      <a:pt x="754686" y="977738"/>
                      <a:pt x="754689" y="977738"/>
                    </a:cubicBezTo>
                    <a:cubicBezTo>
                      <a:pt x="852591" y="862802"/>
                      <a:pt x="1003936" y="753522"/>
                      <a:pt x="1133804" y="624523"/>
                    </a:cubicBezTo>
                    <a:cubicBezTo>
                      <a:pt x="1369716" y="390185"/>
                      <a:pt x="1433619" y="74987"/>
                      <a:pt x="971870" y="10350"/>
                    </a:cubicBezTo>
                    <a:close/>
                  </a:path>
                </a:pathLst>
              </a:custGeom>
              <a:solidFill>
                <a:srgbClr val="FFCCB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485" name="Google Shape;1485;p2"/>
              <p:cNvGrpSpPr/>
              <p:nvPr/>
            </p:nvGrpSpPr>
            <p:grpSpPr>
              <a:xfrm>
                <a:off x="4923775" y="1582360"/>
                <a:ext cx="739637" cy="619460"/>
                <a:chOff x="4923775" y="1582360"/>
                <a:chExt cx="739637" cy="619460"/>
              </a:xfrm>
            </p:grpSpPr>
            <p:sp>
              <p:nvSpPr>
                <p:cNvPr id="1486" name="Google Shape;1486;p2"/>
                <p:cNvSpPr/>
                <p:nvPr/>
              </p:nvSpPr>
              <p:spPr>
                <a:xfrm>
                  <a:off x="4923775" y="1618575"/>
                  <a:ext cx="707656" cy="583245"/>
                </a:xfrm>
                <a:custGeom>
                  <a:avLst/>
                  <a:gdLst/>
                  <a:ahLst/>
                  <a:cxnLst/>
                  <a:rect l="l" t="t" r="r" b="b"/>
                  <a:pathLst>
                    <a:path w="707656" h="583245" extrusionOk="0">
                      <a:moveTo>
                        <a:pt x="564100" y="92510"/>
                      </a:moveTo>
                      <a:cubicBezTo>
                        <a:pt x="548834" y="169310"/>
                        <a:pt x="500828" y="213039"/>
                        <a:pt x="404818" y="321601"/>
                      </a:cubicBezTo>
                      <a:cubicBezTo>
                        <a:pt x="308907" y="430051"/>
                        <a:pt x="15778" y="593219"/>
                        <a:pt x="27" y="570901"/>
                      </a:cubicBezTo>
                      <a:cubicBezTo>
                        <a:pt x="-4341" y="653421"/>
                        <a:pt x="521210" y="300696"/>
                        <a:pt x="563197" y="151125"/>
                      </a:cubicBezTo>
                      <a:cubicBezTo>
                        <a:pt x="612334" y="-23914"/>
                        <a:pt x="695264" y="69661"/>
                        <a:pt x="660201" y="140589"/>
                      </a:cubicBezTo>
                      <a:cubicBezTo>
                        <a:pt x="537367" y="267855"/>
                        <a:pt x="542017" y="427777"/>
                        <a:pt x="589394" y="559199"/>
                      </a:cubicBezTo>
                      <a:cubicBezTo>
                        <a:pt x="539768" y="370005"/>
                        <a:pt x="614842" y="197385"/>
                        <a:pt x="669004" y="160002"/>
                      </a:cubicBezTo>
                      <a:cubicBezTo>
                        <a:pt x="723180" y="122609"/>
                        <a:pt x="682576" y="69117"/>
                        <a:pt x="680862" y="47530"/>
                      </a:cubicBezTo>
                      <a:cubicBezTo>
                        <a:pt x="680041" y="37211"/>
                        <a:pt x="693449" y="17641"/>
                        <a:pt x="707656" y="0"/>
                      </a:cubicBezTo>
                      <a:cubicBezTo>
                        <a:pt x="694953" y="13362"/>
                        <a:pt x="681422" y="26101"/>
                        <a:pt x="673140" y="29535"/>
                      </a:cubicBezTo>
                      <a:cubicBezTo>
                        <a:pt x="653967" y="37486"/>
                        <a:pt x="579366" y="15709"/>
                        <a:pt x="564100" y="92510"/>
                      </a:cubicBezTo>
                      <a:close/>
                    </a:path>
                  </a:pathLst>
                </a:custGeom>
                <a:solidFill>
                  <a:srgbClr val="FFCCB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87" name="Google Shape;1487;p2"/>
                <p:cNvSpPr/>
                <p:nvPr/>
              </p:nvSpPr>
              <p:spPr>
                <a:xfrm>
                  <a:off x="5631429" y="1582360"/>
                  <a:ext cx="31983" cy="36217"/>
                </a:xfrm>
                <a:custGeom>
                  <a:avLst/>
                  <a:gdLst/>
                  <a:ahLst/>
                  <a:cxnLst/>
                  <a:rect l="l" t="t" r="r" b="b"/>
                  <a:pathLst>
                    <a:path w="31983" h="36217" extrusionOk="0">
                      <a:moveTo>
                        <a:pt x="0" y="36217"/>
                      </a:moveTo>
                      <a:cubicBezTo>
                        <a:pt x="16708" y="18647"/>
                        <a:pt x="31983" y="0"/>
                        <a:pt x="31983" y="0"/>
                      </a:cubicBezTo>
                      <a:cubicBezTo>
                        <a:pt x="31983" y="0"/>
                        <a:pt x="15515" y="16958"/>
                        <a:pt x="0" y="36217"/>
                      </a:cubicBezTo>
                      <a:close/>
                    </a:path>
                  </a:pathLst>
                </a:custGeom>
                <a:solidFill>
                  <a:srgbClr val="FFCCB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grpSp>
          <p:nvGrpSpPr>
            <p:cNvPr id="1488" name="Google Shape;1488;p2"/>
            <p:cNvGrpSpPr/>
            <p:nvPr/>
          </p:nvGrpSpPr>
          <p:grpSpPr>
            <a:xfrm>
              <a:off x="7913267" y="1359177"/>
              <a:ext cx="961156" cy="1048656"/>
              <a:chOff x="7913267" y="1359177"/>
              <a:chExt cx="961156" cy="1048656"/>
            </a:xfrm>
          </p:grpSpPr>
          <p:sp>
            <p:nvSpPr>
              <p:cNvPr id="1489" name="Google Shape;1489;p2"/>
              <p:cNvSpPr/>
              <p:nvPr/>
            </p:nvSpPr>
            <p:spPr>
              <a:xfrm>
                <a:off x="7913267" y="1681690"/>
                <a:ext cx="935841" cy="726143"/>
              </a:xfrm>
              <a:custGeom>
                <a:avLst/>
                <a:gdLst/>
                <a:ahLst/>
                <a:cxnLst/>
                <a:rect l="l" t="t" r="r" b="b"/>
                <a:pathLst>
                  <a:path w="935841" h="726143" extrusionOk="0">
                    <a:moveTo>
                      <a:pt x="935841" y="409565"/>
                    </a:moveTo>
                    <a:cubicBezTo>
                      <a:pt x="935841" y="409565"/>
                      <a:pt x="875281" y="652336"/>
                      <a:pt x="518564" y="718001"/>
                    </a:cubicBezTo>
                    <a:cubicBezTo>
                      <a:pt x="161848" y="783667"/>
                      <a:pt x="-138517" y="443574"/>
                      <a:pt x="67031" y="6182"/>
                    </a:cubicBezTo>
                    <a:cubicBezTo>
                      <a:pt x="578889" y="-58775"/>
                      <a:pt x="935841" y="409565"/>
                      <a:pt x="935841" y="409565"/>
                    </a:cubicBezTo>
                    <a:close/>
                  </a:path>
                </a:pathLst>
              </a:custGeom>
              <a:solidFill>
                <a:srgbClr val="6D7A1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90" name="Google Shape;1490;p2"/>
              <p:cNvSpPr/>
              <p:nvPr/>
            </p:nvSpPr>
            <p:spPr>
              <a:xfrm>
                <a:off x="7932481" y="1359177"/>
                <a:ext cx="941942" cy="1008341"/>
              </a:xfrm>
              <a:custGeom>
                <a:avLst/>
                <a:gdLst/>
                <a:ahLst/>
                <a:cxnLst/>
                <a:rect l="l" t="t" r="r" b="b"/>
                <a:pathLst>
                  <a:path w="941942" h="1008341" extrusionOk="0">
                    <a:moveTo>
                      <a:pt x="325737" y="2957"/>
                    </a:moveTo>
                    <a:cubicBezTo>
                      <a:pt x="300292" y="6820"/>
                      <a:pt x="230948" y="51440"/>
                      <a:pt x="192024" y="88112"/>
                    </a:cubicBezTo>
                    <a:cubicBezTo>
                      <a:pt x="23343" y="247047"/>
                      <a:pt x="-38295" y="594699"/>
                      <a:pt x="23418" y="766204"/>
                    </a:cubicBezTo>
                    <a:cubicBezTo>
                      <a:pt x="74620" y="908498"/>
                      <a:pt x="255417" y="1110835"/>
                      <a:pt x="572806" y="947763"/>
                    </a:cubicBezTo>
                    <a:cubicBezTo>
                      <a:pt x="779655" y="963086"/>
                      <a:pt x="950227" y="805743"/>
                      <a:pt x="941631" y="594528"/>
                    </a:cubicBezTo>
                    <a:cubicBezTo>
                      <a:pt x="931655" y="349363"/>
                      <a:pt x="718170" y="89605"/>
                      <a:pt x="503908" y="20607"/>
                    </a:cubicBezTo>
                    <a:cubicBezTo>
                      <a:pt x="443016" y="998"/>
                      <a:pt x="347011" y="-3961"/>
                      <a:pt x="325737" y="2957"/>
                    </a:cubicBezTo>
                    <a:close/>
                  </a:path>
                </a:pathLst>
              </a:custGeom>
              <a:solidFill>
                <a:srgbClr val="FFCB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91" name="Google Shape;1491;p2"/>
              <p:cNvSpPr/>
              <p:nvPr/>
            </p:nvSpPr>
            <p:spPr>
              <a:xfrm>
                <a:off x="8331374" y="1753021"/>
                <a:ext cx="367477" cy="514086"/>
              </a:xfrm>
              <a:custGeom>
                <a:avLst/>
                <a:gdLst/>
                <a:ahLst/>
                <a:cxnLst/>
                <a:rect l="l" t="t" r="r" b="b"/>
                <a:pathLst>
                  <a:path w="367477" h="514086" extrusionOk="0">
                    <a:moveTo>
                      <a:pt x="106021" y="0"/>
                    </a:moveTo>
                    <a:cubicBezTo>
                      <a:pt x="260923" y="57045"/>
                      <a:pt x="382405" y="214644"/>
                      <a:pt x="365989" y="336127"/>
                    </a:cubicBezTo>
                    <a:cubicBezTo>
                      <a:pt x="349573" y="457609"/>
                      <a:pt x="152909" y="601031"/>
                      <a:pt x="4170" y="447238"/>
                    </a:cubicBezTo>
                    <a:cubicBezTo>
                      <a:pt x="-24727" y="242551"/>
                      <a:pt x="106021" y="0"/>
                      <a:pt x="106021" y="0"/>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92" name="Google Shape;1492;p2"/>
              <p:cNvSpPr/>
              <p:nvPr/>
            </p:nvSpPr>
            <p:spPr>
              <a:xfrm>
                <a:off x="8253708" y="1745733"/>
                <a:ext cx="387822" cy="478334"/>
              </a:xfrm>
              <a:custGeom>
                <a:avLst/>
                <a:gdLst/>
                <a:ahLst/>
                <a:cxnLst/>
                <a:rect l="l" t="t" r="r" b="b"/>
                <a:pathLst>
                  <a:path w="387822" h="478334" extrusionOk="0">
                    <a:moveTo>
                      <a:pt x="101787" y="5448"/>
                    </a:moveTo>
                    <a:cubicBezTo>
                      <a:pt x="-19179" y="42802"/>
                      <a:pt x="-90891" y="551064"/>
                      <a:pt x="234860" y="469484"/>
                    </a:cubicBezTo>
                    <a:cubicBezTo>
                      <a:pt x="560610" y="387903"/>
                      <a:pt x="293656" y="-53798"/>
                      <a:pt x="101787" y="5448"/>
                    </a:cubicBezTo>
                    <a:close/>
                  </a:path>
                </a:pathLst>
              </a:custGeom>
              <a:solidFill>
                <a:srgbClr val="914023"/>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93" name="Google Shape;1493;p2"/>
              <p:cNvSpPr/>
              <p:nvPr/>
            </p:nvSpPr>
            <p:spPr>
              <a:xfrm>
                <a:off x="8291393" y="1784598"/>
                <a:ext cx="146003" cy="295342"/>
              </a:xfrm>
              <a:custGeom>
                <a:avLst/>
                <a:gdLst/>
                <a:ahLst/>
                <a:cxnLst/>
                <a:rect l="l" t="t" r="r" b="b"/>
                <a:pathLst>
                  <a:path w="146003" h="295342" extrusionOk="0">
                    <a:moveTo>
                      <a:pt x="86502" y="7"/>
                    </a:moveTo>
                    <a:cubicBezTo>
                      <a:pt x="15874" y="2707"/>
                      <a:pt x="-14043" y="191437"/>
                      <a:pt x="6214" y="249915"/>
                    </a:cubicBezTo>
                    <a:cubicBezTo>
                      <a:pt x="26470" y="308393"/>
                      <a:pt x="115379" y="311209"/>
                      <a:pt x="138973" y="253730"/>
                    </a:cubicBezTo>
                    <a:cubicBezTo>
                      <a:pt x="162567" y="196253"/>
                      <a:pt x="122121" y="-1355"/>
                      <a:pt x="86502" y="7"/>
                    </a:cubicBezTo>
                    <a:close/>
                  </a:path>
                </a:pathLst>
              </a:custGeom>
              <a:solidFill>
                <a:srgbClr val="3B3B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94" name="Google Shape;1494;p2"/>
              <p:cNvSpPr/>
              <p:nvPr/>
            </p:nvSpPr>
            <p:spPr>
              <a:xfrm>
                <a:off x="8440706" y="1777218"/>
                <a:ext cx="84420" cy="65911"/>
              </a:xfrm>
              <a:custGeom>
                <a:avLst/>
                <a:gdLst/>
                <a:ahLst/>
                <a:cxnLst/>
                <a:rect l="l" t="t" r="r" b="b"/>
                <a:pathLst>
                  <a:path w="84420" h="65911" extrusionOk="0">
                    <a:moveTo>
                      <a:pt x="13067" y="37747"/>
                    </a:moveTo>
                    <a:cubicBezTo>
                      <a:pt x="-13353" y="6200"/>
                      <a:pt x="2873" y="-10625"/>
                      <a:pt x="38638" y="7363"/>
                    </a:cubicBezTo>
                    <a:cubicBezTo>
                      <a:pt x="74405" y="25352"/>
                      <a:pt x="97715" y="61807"/>
                      <a:pt x="76092" y="65597"/>
                    </a:cubicBezTo>
                    <a:cubicBezTo>
                      <a:pt x="54471" y="69385"/>
                      <a:pt x="13067" y="37747"/>
                      <a:pt x="13067" y="37747"/>
                    </a:cubicBezTo>
                    <a:close/>
                  </a:path>
                </a:pathLst>
              </a:custGeom>
              <a:solidFill>
                <a:srgbClr val="8F8F8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95" name="Google Shape;1495;p2"/>
              <p:cNvSpPr/>
              <p:nvPr/>
            </p:nvSpPr>
            <p:spPr>
              <a:xfrm>
                <a:off x="8253734" y="1819052"/>
                <a:ext cx="387782" cy="405013"/>
              </a:xfrm>
              <a:custGeom>
                <a:avLst/>
                <a:gdLst/>
                <a:ahLst/>
                <a:cxnLst/>
                <a:rect l="l" t="t" r="r" b="b"/>
                <a:pathLst>
                  <a:path w="387782" h="405013" extrusionOk="0">
                    <a:moveTo>
                      <a:pt x="195634" y="325718"/>
                    </a:moveTo>
                    <a:cubicBezTo>
                      <a:pt x="49007" y="358468"/>
                      <a:pt x="1093" y="222396"/>
                      <a:pt x="0" y="182981"/>
                    </a:cubicBezTo>
                    <a:cubicBezTo>
                      <a:pt x="50" y="314581"/>
                      <a:pt x="60526" y="439817"/>
                      <a:pt x="234832" y="396161"/>
                    </a:cubicBezTo>
                    <a:cubicBezTo>
                      <a:pt x="456946" y="340534"/>
                      <a:pt x="403474" y="117514"/>
                      <a:pt x="286157" y="0"/>
                    </a:cubicBezTo>
                    <a:cubicBezTo>
                      <a:pt x="379471" y="122728"/>
                      <a:pt x="346416" y="292039"/>
                      <a:pt x="195634" y="325718"/>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96" name="Google Shape;1496;p2"/>
              <p:cNvSpPr/>
              <p:nvPr/>
            </p:nvSpPr>
            <p:spPr>
              <a:xfrm>
                <a:off x="8447625" y="1647541"/>
                <a:ext cx="309760" cy="374014"/>
              </a:xfrm>
              <a:custGeom>
                <a:avLst/>
                <a:gdLst/>
                <a:ahLst/>
                <a:cxnLst/>
                <a:rect l="l" t="t" r="r" b="b"/>
                <a:pathLst>
                  <a:path w="309760" h="374014" extrusionOk="0">
                    <a:moveTo>
                      <a:pt x="0" y="0"/>
                    </a:moveTo>
                    <a:cubicBezTo>
                      <a:pt x="9882" y="5514"/>
                      <a:pt x="20448" y="9208"/>
                      <a:pt x="31236" y="11462"/>
                    </a:cubicBezTo>
                    <a:cubicBezTo>
                      <a:pt x="42051" y="13712"/>
                      <a:pt x="53072" y="14742"/>
                      <a:pt x="64328" y="15817"/>
                    </a:cubicBezTo>
                    <a:cubicBezTo>
                      <a:pt x="75550" y="17012"/>
                      <a:pt x="87076" y="18540"/>
                      <a:pt x="98476" y="21852"/>
                    </a:cubicBezTo>
                    <a:cubicBezTo>
                      <a:pt x="109888" y="25093"/>
                      <a:pt x="120845" y="30559"/>
                      <a:pt x="130665" y="37454"/>
                    </a:cubicBezTo>
                    <a:cubicBezTo>
                      <a:pt x="140566" y="44406"/>
                      <a:pt x="149029" y="52043"/>
                      <a:pt x="157108" y="60879"/>
                    </a:cubicBezTo>
                    <a:cubicBezTo>
                      <a:pt x="165129" y="69588"/>
                      <a:pt x="172204" y="79500"/>
                      <a:pt x="177878" y="89874"/>
                    </a:cubicBezTo>
                    <a:cubicBezTo>
                      <a:pt x="183707" y="100205"/>
                      <a:pt x="187815" y="110752"/>
                      <a:pt x="193128" y="119517"/>
                    </a:cubicBezTo>
                    <a:cubicBezTo>
                      <a:pt x="195656" y="123917"/>
                      <a:pt x="198784" y="128158"/>
                      <a:pt x="201856" y="131587"/>
                    </a:cubicBezTo>
                    <a:cubicBezTo>
                      <a:pt x="204716" y="134908"/>
                      <a:pt x="207724" y="136563"/>
                      <a:pt x="211270" y="137560"/>
                    </a:cubicBezTo>
                    <a:cubicBezTo>
                      <a:pt x="214861" y="138600"/>
                      <a:pt x="219504" y="138536"/>
                      <a:pt x="225678" y="138582"/>
                    </a:cubicBezTo>
                    <a:cubicBezTo>
                      <a:pt x="227178" y="138598"/>
                      <a:pt x="228993" y="138747"/>
                      <a:pt x="230632" y="138840"/>
                    </a:cubicBezTo>
                    <a:cubicBezTo>
                      <a:pt x="232461" y="139092"/>
                      <a:pt x="234342" y="139359"/>
                      <a:pt x="236251" y="139826"/>
                    </a:cubicBezTo>
                    <a:cubicBezTo>
                      <a:pt x="240183" y="140918"/>
                      <a:pt x="244337" y="142909"/>
                      <a:pt x="247420" y="145755"/>
                    </a:cubicBezTo>
                    <a:cubicBezTo>
                      <a:pt x="253798" y="151480"/>
                      <a:pt x="256564" y="158168"/>
                      <a:pt x="258578" y="164121"/>
                    </a:cubicBezTo>
                    <a:lnTo>
                      <a:pt x="260053" y="168677"/>
                    </a:lnTo>
                    <a:lnTo>
                      <a:pt x="261173" y="172829"/>
                    </a:lnTo>
                    <a:cubicBezTo>
                      <a:pt x="261921" y="175572"/>
                      <a:pt x="262606" y="178324"/>
                      <a:pt x="263263" y="181067"/>
                    </a:cubicBezTo>
                    <a:cubicBezTo>
                      <a:pt x="268525" y="203038"/>
                      <a:pt x="273751" y="224764"/>
                      <a:pt x="279560" y="246161"/>
                    </a:cubicBezTo>
                    <a:cubicBezTo>
                      <a:pt x="282517" y="256825"/>
                      <a:pt x="285871" y="267355"/>
                      <a:pt x="289899" y="277349"/>
                    </a:cubicBezTo>
                    <a:cubicBezTo>
                      <a:pt x="291972" y="282262"/>
                      <a:pt x="294124" y="287266"/>
                      <a:pt x="296926" y="291399"/>
                    </a:cubicBezTo>
                    <a:cubicBezTo>
                      <a:pt x="298282" y="293847"/>
                      <a:pt x="299644" y="294917"/>
                      <a:pt x="301535" y="297429"/>
                    </a:cubicBezTo>
                    <a:cubicBezTo>
                      <a:pt x="302637" y="298789"/>
                      <a:pt x="303741" y="300156"/>
                      <a:pt x="304747" y="301549"/>
                    </a:cubicBezTo>
                    <a:lnTo>
                      <a:pt x="306916" y="306064"/>
                    </a:lnTo>
                    <a:cubicBezTo>
                      <a:pt x="311257" y="318428"/>
                      <a:pt x="309874" y="330371"/>
                      <a:pt x="307737" y="341588"/>
                    </a:cubicBezTo>
                    <a:cubicBezTo>
                      <a:pt x="305501" y="352860"/>
                      <a:pt x="301848" y="363662"/>
                      <a:pt x="297342" y="374015"/>
                    </a:cubicBezTo>
                    <a:cubicBezTo>
                      <a:pt x="299909" y="363040"/>
                      <a:pt x="301745" y="351918"/>
                      <a:pt x="302433" y="340893"/>
                    </a:cubicBezTo>
                    <a:cubicBezTo>
                      <a:pt x="303082" y="330023"/>
                      <a:pt x="302689" y="318527"/>
                      <a:pt x="298289" y="309975"/>
                    </a:cubicBezTo>
                    <a:cubicBezTo>
                      <a:pt x="297653" y="309003"/>
                      <a:pt x="297075" y="308023"/>
                      <a:pt x="296508" y="307040"/>
                    </a:cubicBezTo>
                    <a:lnTo>
                      <a:pt x="294275" y="304726"/>
                    </a:lnTo>
                    <a:cubicBezTo>
                      <a:pt x="292635" y="302872"/>
                      <a:pt x="289538" y="300335"/>
                      <a:pt x="287979" y="297928"/>
                    </a:cubicBezTo>
                    <a:cubicBezTo>
                      <a:pt x="284015" y="293054"/>
                      <a:pt x="281230" y="287862"/>
                      <a:pt x="278432" y="282671"/>
                    </a:cubicBezTo>
                    <a:cubicBezTo>
                      <a:pt x="273044" y="272235"/>
                      <a:pt x="269062" y="261454"/>
                      <a:pt x="265210" y="250701"/>
                    </a:cubicBezTo>
                    <a:cubicBezTo>
                      <a:pt x="257488" y="229199"/>
                      <a:pt x="251862" y="207251"/>
                      <a:pt x="245610" y="185754"/>
                    </a:cubicBezTo>
                    <a:lnTo>
                      <a:pt x="243322" y="177707"/>
                    </a:lnTo>
                    <a:lnTo>
                      <a:pt x="242192" y="173732"/>
                    </a:lnTo>
                    <a:lnTo>
                      <a:pt x="241011" y="170284"/>
                    </a:lnTo>
                    <a:cubicBezTo>
                      <a:pt x="239509" y="165669"/>
                      <a:pt x="237284" y="161757"/>
                      <a:pt x="235131" y="160043"/>
                    </a:cubicBezTo>
                    <a:cubicBezTo>
                      <a:pt x="233149" y="158301"/>
                      <a:pt x="230733" y="157643"/>
                      <a:pt x="225400" y="157652"/>
                    </a:cubicBezTo>
                    <a:cubicBezTo>
                      <a:pt x="220375" y="157592"/>
                      <a:pt x="213606" y="158118"/>
                      <a:pt x="206295" y="156182"/>
                    </a:cubicBezTo>
                    <a:cubicBezTo>
                      <a:pt x="199028" y="154255"/>
                      <a:pt x="192088" y="149653"/>
                      <a:pt x="187706" y="144340"/>
                    </a:cubicBezTo>
                    <a:cubicBezTo>
                      <a:pt x="183362" y="139348"/>
                      <a:pt x="179915" y="134383"/>
                      <a:pt x="176877" y="129017"/>
                    </a:cubicBezTo>
                    <a:cubicBezTo>
                      <a:pt x="170789" y="118374"/>
                      <a:pt x="166668" y="107879"/>
                      <a:pt x="161801" y="98424"/>
                    </a:cubicBezTo>
                    <a:cubicBezTo>
                      <a:pt x="152577" y="79423"/>
                      <a:pt x="138038" y="63169"/>
                      <a:pt x="121663" y="49439"/>
                    </a:cubicBezTo>
                    <a:cubicBezTo>
                      <a:pt x="113541" y="42812"/>
                      <a:pt x="104367" y="37664"/>
                      <a:pt x="94453" y="33769"/>
                    </a:cubicBezTo>
                    <a:cubicBezTo>
                      <a:pt x="84538" y="29832"/>
                      <a:pt x="73819" y="27411"/>
                      <a:pt x="62854" y="25116"/>
                    </a:cubicBezTo>
                    <a:cubicBezTo>
                      <a:pt x="51915" y="22689"/>
                      <a:pt x="40615" y="20485"/>
                      <a:pt x="29782" y="16571"/>
                    </a:cubicBezTo>
                    <a:cubicBezTo>
                      <a:pt x="18930" y="12772"/>
                      <a:pt x="8716" y="7183"/>
                      <a:pt x="0" y="0"/>
                    </a:cubicBezTo>
                    <a:close/>
                  </a:path>
                </a:pathLst>
              </a:custGeom>
              <a:solidFill>
                <a:srgbClr val="FFE9A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97" name="Google Shape;1497;p2"/>
              <p:cNvSpPr/>
              <p:nvPr/>
            </p:nvSpPr>
            <p:spPr>
              <a:xfrm>
                <a:off x="8707212" y="1905280"/>
                <a:ext cx="112357" cy="254457"/>
              </a:xfrm>
              <a:custGeom>
                <a:avLst/>
                <a:gdLst/>
                <a:ahLst/>
                <a:cxnLst/>
                <a:rect l="l" t="t" r="r" b="b"/>
                <a:pathLst>
                  <a:path w="112357" h="254457" extrusionOk="0">
                    <a:moveTo>
                      <a:pt x="87010" y="0"/>
                    </a:moveTo>
                    <a:cubicBezTo>
                      <a:pt x="95159" y="9233"/>
                      <a:pt x="102132" y="19607"/>
                      <a:pt x="107150" y="31451"/>
                    </a:cubicBezTo>
                    <a:cubicBezTo>
                      <a:pt x="112092" y="43178"/>
                      <a:pt x="113973" y="57408"/>
                      <a:pt x="110784" y="70713"/>
                    </a:cubicBezTo>
                    <a:cubicBezTo>
                      <a:pt x="107968" y="84166"/>
                      <a:pt x="101032" y="95409"/>
                      <a:pt x="95290" y="105993"/>
                    </a:cubicBezTo>
                    <a:cubicBezTo>
                      <a:pt x="89275" y="116659"/>
                      <a:pt x="82445" y="127065"/>
                      <a:pt x="76282" y="137222"/>
                    </a:cubicBezTo>
                    <a:cubicBezTo>
                      <a:pt x="69974" y="147312"/>
                      <a:pt x="64015" y="157291"/>
                      <a:pt x="59937" y="167509"/>
                    </a:cubicBezTo>
                    <a:cubicBezTo>
                      <a:pt x="57845" y="172598"/>
                      <a:pt x="56204" y="177778"/>
                      <a:pt x="55410" y="183045"/>
                    </a:cubicBezTo>
                    <a:cubicBezTo>
                      <a:pt x="55106" y="184357"/>
                      <a:pt x="55084" y="185683"/>
                      <a:pt x="54914" y="187006"/>
                    </a:cubicBezTo>
                    <a:lnTo>
                      <a:pt x="54427" y="191615"/>
                    </a:lnTo>
                    <a:cubicBezTo>
                      <a:pt x="54112" y="195094"/>
                      <a:pt x="53289" y="198459"/>
                      <a:pt x="52461" y="201774"/>
                    </a:cubicBezTo>
                    <a:cubicBezTo>
                      <a:pt x="48733" y="214985"/>
                      <a:pt x="41189" y="226243"/>
                      <a:pt x="32080" y="235216"/>
                    </a:cubicBezTo>
                    <a:cubicBezTo>
                      <a:pt x="22801" y="243992"/>
                      <a:pt x="11995" y="251206"/>
                      <a:pt x="0" y="254457"/>
                    </a:cubicBezTo>
                    <a:cubicBezTo>
                      <a:pt x="10045" y="247366"/>
                      <a:pt x="18334" y="238677"/>
                      <a:pt x="24858" y="229089"/>
                    </a:cubicBezTo>
                    <a:cubicBezTo>
                      <a:pt x="31497" y="219623"/>
                      <a:pt x="36011" y="208995"/>
                      <a:pt x="37772" y="198498"/>
                    </a:cubicBezTo>
                    <a:cubicBezTo>
                      <a:pt x="38066" y="195853"/>
                      <a:pt x="38393" y="193233"/>
                      <a:pt x="38279" y="190632"/>
                    </a:cubicBezTo>
                    <a:lnTo>
                      <a:pt x="38380" y="186151"/>
                    </a:lnTo>
                    <a:cubicBezTo>
                      <a:pt x="38453" y="184451"/>
                      <a:pt x="38398" y="182722"/>
                      <a:pt x="38631" y="181040"/>
                    </a:cubicBezTo>
                    <a:cubicBezTo>
                      <a:pt x="39150" y="174221"/>
                      <a:pt x="40718" y="167584"/>
                      <a:pt x="42771" y="161275"/>
                    </a:cubicBezTo>
                    <a:cubicBezTo>
                      <a:pt x="46982" y="148611"/>
                      <a:pt x="53451" y="137517"/>
                      <a:pt x="59937" y="127003"/>
                    </a:cubicBezTo>
                    <a:lnTo>
                      <a:pt x="79724" y="96540"/>
                    </a:lnTo>
                    <a:cubicBezTo>
                      <a:pt x="86466" y="86397"/>
                      <a:pt x="92668" y="76766"/>
                      <a:pt x="96344" y="66680"/>
                    </a:cubicBezTo>
                    <a:cubicBezTo>
                      <a:pt x="98117" y="61610"/>
                      <a:pt x="99247" y="56370"/>
                      <a:pt x="99441" y="50909"/>
                    </a:cubicBezTo>
                    <a:cubicBezTo>
                      <a:pt x="99811" y="48187"/>
                      <a:pt x="99377" y="45411"/>
                      <a:pt x="99398" y="42604"/>
                    </a:cubicBezTo>
                    <a:cubicBezTo>
                      <a:pt x="98965" y="39820"/>
                      <a:pt x="98753" y="36976"/>
                      <a:pt x="98127" y="34151"/>
                    </a:cubicBezTo>
                    <a:cubicBezTo>
                      <a:pt x="96010" y="22734"/>
                      <a:pt x="91545" y="11446"/>
                      <a:pt x="87010" y="0"/>
                    </a:cubicBezTo>
                    <a:close/>
                  </a:path>
                </a:pathLst>
              </a:custGeom>
              <a:solidFill>
                <a:srgbClr val="FFE9A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98" name="Google Shape;1498;p2"/>
              <p:cNvSpPr/>
              <p:nvPr/>
            </p:nvSpPr>
            <p:spPr>
              <a:xfrm>
                <a:off x="8525125" y="1590082"/>
                <a:ext cx="182088" cy="187136"/>
              </a:xfrm>
              <a:custGeom>
                <a:avLst/>
                <a:gdLst/>
                <a:ahLst/>
                <a:cxnLst/>
                <a:rect l="l" t="t" r="r" b="b"/>
                <a:pathLst>
                  <a:path w="182088" h="187136" extrusionOk="0">
                    <a:moveTo>
                      <a:pt x="0" y="0"/>
                    </a:moveTo>
                    <a:cubicBezTo>
                      <a:pt x="10977" y="1964"/>
                      <a:pt x="21893" y="6024"/>
                      <a:pt x="31798" y="11409"/>
                    </a:cubicBezTo>
                    <a:lnTo>
                      <a:pt x="39278" y="15492"/>
                    </a:lnTo>
                    <a:lnTo>
                      <a:pt x="46420" y="20030"/>
                    </a:lnTo>
                    <a:cubicBezTo>
                      <a:pt x="51277" y="22979"/>
                      <a:pt x="55785" y="26360"/>
                      <a:pt x="60254" y="29768"/>
                    </a:cubicBezTo>
                    <a:cubicBezTo>
                      <a:pt x="78309" y="43272"/>
                      <a:pt x="94540" y="58849"/>
                      <a:pt x="109625" y="75310"/>
                    </a:cubicBezTo>
                    <a:cubicBezTo>
                      <a:pt x="124646" y="91842"/>
                      <a:pt x="138424" y="109440"/>
                      <a:pt x="150750" y="128034"/>
                    </a:cubicBezTo>
                    <a:cubicBezTo>
                      <a:pt x="163085" y="146562"/>
                      <a:pt x="174356" y="166064"/>
                      <a:pt x="182089" y="187137"/>
                    </a:cubicBezTo>
                    <a:lnTo>
                      <a:pt x="138787" y="137174"/>
                    </a:lnTo>
                    <a:cubicBezTo>
                      <a:pt x="124301" y="120785"/>
                      <a:pt x="109991" y="104356"/>
                      <a:pt x="95351" y="88276"/>
                    </a:cubicBezTo>
                    <a:cubicBezTo>
                      <a:pt x="80716" y="72197"/>
                      <a:pt x="65866" y="56398"/>
                      <a:pt x="50500" y="41155"/>
                    </a:cubicBezTo>
                    <a:cubicBezTo>
                      <a:pt x="34871" y="26145"/>
                      <a:pt x="19211" y="11428"/>
                      <a:pt x="0" y="0"/>
                    </a:cubicBezTo>
                    <a:close/>
                  </a:path>
                </a:pathLst>
              </a:custGeom>
              <a:solidFill>
                <a:srgbClr val="FFE9A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499" name="Google Shape;1499;p2"/>
              <p:cNvSpPr/>
              <p:nvPr/>
            </p:nvSpPr>
            <p:spPr>
              <a:xfrm>
                <a:off x="8641528" y="1608141"/>
                <a:ext cx="122860" cy="202032"/>
              </a:xfrm>
              <a:custGeom>
                <a:avLst/>
                <a:gdLst/>
                <a:ahLst/>
                <a:cxnLst/>
                <a:rect l="l" t="t" r="r" b="b"/>
                <a:pathLst>
                  <a:path w="122860" h="202032" extrusionOk="0">
                    <a:moveTo>
                      <a:pt x="0" y="0"/>
                    </a:moveTo>
                    <a:cubicBezTo>
                      <a:pt x="19541" y="7215"/>
                      <a:pt x="37442" y="18949"/>
                      <a:pt x="53012" y="33019"/>
                    </a:cubicBezTo>
                    <a:cubicBezTo>
                      <a:pt x="68795" y="46952"/>
                      <a:pt x="82333" y="63414"/>
                      <a:pt x="93532" y="81286"/>
                    </a:cubicBezTo>
                    <a:cubicBezTo>
                      <a:pt x="104624" y="99151"/>
                      <a:pt x="113763" y="118552"/>
                      <a:pt x="118701" y="139371"/>
                    </a:cubicBezTo>
                    <a:cubicBezTo>
                      <a:pt x="123554" y="159949"/>
                      <a:pt x="124935" y="181975"/>
                      <a:pt x="118607" y="202032"/>
                    </a:cubicBezTo>
                    <a:cubicBezTo>
                      <a:pt x="116863" y="181390"/>
                      <a:pt x="111365" y="162201"/>
                      <a:pt x="104331" y="143851"/>
                    </a:cubicBezTo>
                    <a:cubicBezTo>
                      <a:pt x="97022" y="125668"/>
                      <a:pt x="87609" y="108288"/>
                      <a:pt x="77175" y="91497"/>
                    </a:cubicBezTo>
                    <a:cubicBezTo>
                      <a:pt x="66749" y="74732"/>
                      <a:pt x="55061" y="58746"/>
                      <a:pt x="42280" y="43487"/>
                    </a:cubicBezTo>
                    <a:cubicBezTo>
                      <a:pt x="29451" y="28212"/>
                      <a:pt x="15348" y="14034"/>
                      <a:pt x="0" y="0"/>
                    </a:cubicBezTo>
                    <a:close/>
                  </a:path>
                </a:pathLst>
              </a:custGeom>
              <a:solidFill>
                <a:srgbClr val="FFE9A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0" name="Google Shape;1500;p2"/>
              <p:cNvSpPr/>
              <p:nvPr/>
            </p:nvSpPr>
            <p:spPr>
              <a:xfrm>
                <a:off x="8151934" y="1709158"/>
                <a:ext cx="62784" cy="442375"/>
              </a:xfrm>
              <a:custGeom>
                <a:avLst/>
                <a:gdLst/>
                <a:ahLst/>
                <a:cxnLst/>
                <a:rect l="l" t="t" r="r" b="b"/>
                <a:pathLst>
                  <a:path w="62784" h="442375" extrusionOk="0">
                    <a:moveTo>
                      <a:pt x="62782" y="0"/>
                    </a:moveTo>
                    <a:cubicBezTo>
                      <a:pt x="59110" y="19813"/>
                      <a:pt x="50741" y="38743"/>
                      <a:pt x="42590" y="56889"/>
                    </a:cubicBezTo>
                    <a:cubicBezTo>
                      <a:pt x="34282" y="74935"/>
                      <a:pt x="26921" y="93280"/>
                      <a:pt x="28382" y="111033"/>
                    </a:cubicBezTo>
                    <a:cubicBezTo>
                      <a:pt x="28398" y="113251"/>
                      <a:pt x="29089" y="115422"/>
                      <a:pt x="29383" y="117603"/>
                    </a:cubicBezTo>
                    <a:lnTo>
                      <a:pt x="29969" y="120863"/>
                    </a:lnTo>
                    <a:lnTo>
                      <a:pt x="31036" y="124054"/>
                    </a:lnTo>
                    <a:cubicBezTo>
                      <a:pt x="31813" y="126162"/>
                      <a:pt x="32255" y="128336"/>
                      <a:pt x="33155" y="130419"/>
                    </a:cubicBezTo>
                    <a:lnTo>
                      <a:pt x="36027" y="136618"/>
                    </a:lnTo>
                    <a:cubicBezTo>
                      <a:pt x="37791" y="140788"/>
                      <a:pt x="40713" y="144608"/>
                      <a:pt x="42960" y="148617"/>
                    </a:cubicBezTo>
                    <a:cubicBezTo>
                      <a:pt x="45520" y="153096"/>
                      <a:pt x="48600" y="157999"/>
                      <a:pt x="50988" y="162951"/>
                    </a:cubicBezTo>
                    <a:cubicBezTo>
                      <a:pt x="52865" y="168282"/>
                      <a:pt x="55389" y="173425"/>
                      <a:pt x="56006" y="179206"/>
                    </a:cubicBezTo>
                    <a:cubicBezTo>
                      <a:pt x="56420" y="182039"/>
                      <a:pt x="57172" y="184855"/>
                      <a:pt x="57245" y="187713"/>
                    </a:cubicBezTo>
                    <a:lnTo>
                      <a:pt x="57298" y="196303"/>
                    </a:lnTo>
                    <a:cubicBezTo>
                      <a:pt x="56527" y="207608"/>
                      <a:pt x="53837" y="218649"/>
                      <a:pt x="49676" y="228410"/>
                    </a:cubicBezTo>
                    <a:cubicBezTo>
                      <a:pt x="41501" y="248068"/>
                      <a:pt x="30019" y="264797"/>
                      <a:pt x="23101" y="282056"/>
                    </a:cubicBezTo>
                    <a:cubicBezTo>
                      <a:pt x="21078" y="286328"/>
                      <a:pt x="20008" y="290621"/>
                      <a:pt x="18587" y="294917"/>
                    </a:cubicBezTo>
                    <a:cubicBezTo>
                      <a:pt x="17908" y="299201"/>
                      <a:pt x="16778" y="303519"/>
                      <a:pt x="17030" y="307766"/>
                    </a:cubicBezTo>
                    <a:cubicBezTo>
                      <a:pt x="16673" y="311760"/>
                      <a:pt x="17467" y="317118"/>
                      <a:pt x="17750" y="321892"/>
                    </a:cubicBezTo>
                    <a:cubicBezTo>
                      <a:pt x="18196" y="326775"/>
                      <a:pt x="18587" y="331673"/>
                      <a:pt x="19204" y="336533"/>
                    </a:cubicBezTo>
                    <a:cubicBezTo>
                      <a:pt x="20292" y="346285"/>
                      <a:pt x="21899" y="355955"/>
                      <a:pt x="23831" y="365536"/>
                    </a:cubicBezTo>
                    <a:cubicBezTo>
                      <a:pt x="25719" y="375128"/>
                      <a:pt x="28092" y="384635"/>
                      <a:pt x="31306" y="393823"/>
                    </a:cubicBezTo>
                    <a:cubicBezTo>
                      <a:pt x="37542" y="412100"/>
                      <a:pt x="46423" y="430353"/>
                      <a:pt x="62784" y="442375"/>
                    </a:cubicBezTo>
                    <a:cubicBezTo>
                      <a:pt x="53544" y="438295"/>
                      <a:pt x="45463" y="431464"/>
                      <a:pt x="38911" y="423541"/>
                    </a:cubicBezTo>
                    <a:cubicBezTo>
                      <a:pt x="32286" y="415622"/>
                      <a:pt x="27086" y="406629"/>
                      <a:pt x="22537" y="397405"/>
                    </a:cubicBezTo>
                    <a:cubicBezTo>
                      <a:pt x="13758" y="378763"/>
                      <a:pt x="8119" y="358888"/>
                      <a:pt x="4329" y="338856"/>
                    </a:cubicBezTo>
                    <a:cubicBezTo>
                      <a:pt x="3307" y="333850"/>
                      <a:pt x="2518" y="328816"/>
                      <a:pt x="1675" y="323780"/>
                    </a:cubicBezTo>
                    <a:cubicBezTo>
                      <a:pt x="1067" y="318600"/>
                      <a:pt x="107" y="314048"/>
                      <a:pt x="127" y="308018"/>
                    </a:cubicBezTo>
                    <a:cubicBezTo>
                      <a:pt x="-367" y="302214"/>
                      <a:pt x="687" y="296695"/>
                      <a:pt x="1423" y="291086"/>
                    </a:cubicBezTo>
                    <a:cubicBezTo>
                      <a:pt x="2825" y="285793"/>
                      <a:pt x="4052" y="280316"/>
                      <a:pt x="6082" y="275415"/>
                    </a:cubicBezTo>
                    <a:cubicBezTo>
                      <a:pt x="13667" y="255310"/>
                      <a:pt x="24999" y="238617"/>
                      <a:pt x="31818" y="221134"/>
                    </a:cubicBezTo>
                    <a:cubicBezTo>
                      <a:pt x="35656" y="212541"/>
                      <a:pt x="37700" y="203870"/>
                      <a:pt x="38491" y="195291"/>
                    </a:cubicBezTo>
                    <a:cubicBezTo>
                      <a:pt x="39211" y="186675"/>
                      <a:pt x="37151" y="178345"/>
                      <a:pt x="34241" y="170129"/>
                    </a:cubicBezTo>
                    <a:cubicBezTo>
                      <a:pt x="32440" y="166037"/>
                      <a:pt x="30328" y="162333"/>
                      <a:pt x="28151" y="158020"/>
                    </a:cubicBezTo>
                    <a:cubicBezTo>
                      <a:pt x="25682" y="153226"/>
                      <a:pt x="22695" y="148839"/>
                      <a:pt x="20729" y="143712"/>
                    </a:cubicBezTo>
                    <a:cubicBezTo>
                      <a:pt x="16081" y="133918"/>
                      <a:pt x="13697" y="122731"/>
                      <a:pt x="13400" y="111641"/>
                    </a:cubicBezTo>
                    <a:cubicBezTo>
                      <a:pt x="13162" y="100422"/>
                      <a:pt x="16031" y="89591"/>
                      <a:pt x="19988" y="79861"/>
                    </a:cubicBezTo>
                    <a:cubicBezTo>
                      <a:pt x="23982" y="70059"/>
                      <a:pt x="29095" y="61180"/>
                      <a:pt x="34230" y="52546"/>
                    </a:cubicBezTo>
                    <a:cubicBezTo>
                      <a:pt x="44800" y="35406"/>
                      <a:pt x="54989" y="18613"/>
                      <a:pt x="62782" y="0"/>
                    </a:cubicBezTo>
                    <a:close/>
                  </a:path>
                </a:pathLst>
              </a:custGeom>
              <a:solidFill>
                <a:srgbClr val="FFE9A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1" name="Google Shape;1501;p2"/>
              <p:cNvSpPr/>
              <p:nvPr/>
            </p:nvSpPr>
            <p:spPr>
              <a:xfrm>
                <a:off x="8064498" y="1993931"/>
                <a:ext cx="266877" cy="285671"/>
              </a:xfrm>
              <a:custGeom>
                <a:avLst/>
                <a:gdLst/>
                <a:ahLst/>
                <a:cxnLst/>
                <a:rect l="l" t="t" r="r" b="b"/>
                <a:pathLst>
                  <a:path w="266877" h="285671" extrusionOk="0">
                    <a:moveTo>
                      <a:pt x="22168" y="0"/>
                    </a:moveTo>
                    <a:cubicBezTo>
                      <a:pt x="12806" y="36046"/>
                      <a:pt x="7844" y="73369"/>
                      <a:pt x="16885" y="107819"/>
                    </a:cubicBezTo>
                    <a:cubicBezTo>
                      <a:pt x="18953" y="116419"/>
                      <a:pt x="22140" y="124651"/>
                      <a:pt x="25496" y="132753"/>
                    </a:cubicBezTo>
                    <a:cubicBezTo>
                      <a:pt x="29231" y="140776"/>
                      <a:pt x="33415" y="148309"/>
                      <a:pt x="38400" y="155857"/>
                    </a:cubicBezTo>
                    <a:cubicBezTo>
                      <a:pt x="48315" y="171144"/>
                      <a:pt x="58819" y="186005"/>
                      <a:pt x="70750" y="199332"/>
                    </a:cubicBezTo>
                    <a:cubicBezTo>
                      <a:pt x="82465" y="212744"/>
                      <a:pt x="95617" y="224922"/>
                      <a:pt x="110485" y="232882"/>
                    </a:cubicBezTo>
                    <a:cubicBezTo>
                      <a:pt x="117841" y="236937"/>
                      <a:pt x="125664" y="239799"/>
                      <a:pt x="133644" y="240789"/>
                    </a:cubicBezTo>
                    <a:lnTo>
                      <a:pt x="139919" y="241312"/>
                    </a:lnTo>
                    <a:cubicBezTo>
                      <a:pt x="142500" y="241546"/>
                      <a:pt x="145163" y="241623"/>
                      <a:pt x="147658" y="242021"/>
                    </a:cubicBezTo>
                    <a:lnTo>
                      <a:pt x="155030" y="243377"/>
                    </a:lnTo>
                    <a:lnTo>
                      <a:pt x="162130" y="245144"/>
                    </a:lnTo>
                    <a:cubicBezTo>
                      <a:pt x="180830" y="250141"/>
                      <a:pt x="198116" y="257468"/>
                      <a:pt x="215282" y="264833"/>
                    </a:cubicBezTo>
                    <a:lnTo>
                      <a:pt x="240801" y="276188"/>
                    </a:lnTo>
                    <a:cubicBezTo>
                      <a:pt x="245041" y="278090"/>
                      <a:pt x="249302" y="279909"/>
                      <a:pt x="253616" y="281571"/>
                    </a:cubicBezTo>
                    <a:cubicBezTo>
                      <a:pt x="257918" y="283320"/>
                      <a:pt x="262243" y="284904"/>
                      <a:pt x="266877" y="285647"/>
                    </a:cubicBezTo>
                    <a:cubicBezTo>
                      <a:pt x="257438" y="285947"/>
                      <a:pt x="248127" y="283430"/>
                      <a:pt x="239063" y="281244"/>
                    </a:cubicBezTo>
                    <a:cubicBezTo>
                      <a:pt x="229956" y="278956"/>
                      <a:pt x="221020" y="276238"/>
                      <a:pt x="212054" y="273737"/>
                    </a:cubicBezTo>
                    <a:cubicBezTo>
                      <a:pt x="194242" y="268486"/>
                      <a:pt x="176411" y="263224"/>
                      <a:pt x="158836" y="259829"/>
                    </a:cubicBezTo>
                    <a:lnTo>
                      <a:pt x="152278" y="258748"/>
                    </a:lnTo>
                    <a:lnTo>
                      <a:pt x="145840" y="258099"/>
                    </a:lnTo>
                    <a:lnTo>
                      <a:pt x="132005" y="257607"/>
                    </a:lnTo>
                    <a:cubicBezTo>
                      <a:pt x="121435" y="256821"/>
                      <a:pt x="111315" y="253602"/>
                      <a:pt x="102173" y="249142"/>
                    </a:cubicBezTo>
                    <a:cubicBezTo>
                      <a:pt x="83858" y="239968"/>
                      <a:pt x="69255" y="226367"/>
                      <a:pt x="56295" y="212081"/>
                    </a:cubicBezTo>
                    <a:cubicBezTo>
                      <a:pt x="43690" y="197414"/>
                      <a:pt x="32720" y="181735"/>
                      <a:pt x="22938" y="165477"/>
                    </a:cubicBezTo>
                    <a:cubicBezTo>
                      <a:pt x="13019" y="148880"/>
                      <a:pt x="5128" y="130245"/>
                      <a:pt x="2208" y="110882"/>
                    </a:cubicBezTo>
                    <a:cubicBezTo>
                      <a:pt x="396" y="101267"/>
                      <a:pt x="-52" y="91488"/>
                      <a:pt x="5" y="81825"/>
                    </a:cubicBezTo>
                    <a:cubicBezTo>
                      <a:pt x="501" y="72160"/>
                      <a:pt x="1337" y="62570"/>
                      <a:pt x="3290" y="53211"/>
                    </a:cubicBezTo>
                    <a:cubicBezTo>
                      <a:pt x="7135" y="34493"/>
                      <a:pt x="13689" y="16674"/>
                      <a:pt x="22168" y="0"/>
                    </a:cubicBezTo>
                    <a:close/>
                  </a:path>
                </a:pathLst>
              </a:custGeom>
              <a:solidFill>
                <a:srgbClr val="FFE9A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2" name="Google Shape;1502;p2"/>
              <p:cNvSpPr/>
              <p:nvPr/>
            </p:nvSpPr>
            <p:spPr>
              <a:xfrm>
                <a:off x="8019979" y="1683650"/>
                <a:ext cx="112525" cy="259390"/>
              </a:xfrm>
              <a:custGeom>
                <a:avLst/>
                <a:gdLst/>
                <a:ahLst/>
                <a:cxnLst/>
                <a:rect l="l" t="t" r="r" b="b"/>
                <a:pathLst>
                  <a:path w="112525" h="259390" extrusionOk="0">
                    <a:moveTo>
                      <a:pt x="112525" y="0"/>
                    </a:moveTo>
                    <a:cubicBezTo>
                      <a:pt x="110324" y="12866"/>
                      <a:pt x="104970" y="25288"/>
                      <a:pt x="98037" y="36647"/>
                    </a:cubicBezTo>
                    <a:cubicBezTo>
                      <a:pt x="91053" y="47963"/>
                      <a:pt x="82243" y="58117"/>
                      <a:pt x="74847" y="67851"/>
                    </a:cubicBezTo>
                    <a:cubicBezTo>
                      <a:pt x="71119" y="72763"/>
                      <a:pt x="68177" y="77681"/>
                      <a:pt x="66469" y="82307"/>
                    </a:cubicBezTo>
                    <a:cubicBezTo>
                      <a:pt x="64608" y="86962"/>
                      <a:pt x="64752" y="91312"/>
                      <a:pt x="66101" y="96005"/>
                    </a:cubicBezTo>
                    <a:lnTo>
                      <a:pt x="67167" y="99530"/>
                    </a:lnTo>
                    <a:lnTo>
                      <a:pt x="68883" y="103151"/>
                    </a:lnTo>
                    <a:cubicBezTo>
                      <a:pt x="69789" y="105314"/>
                      <a:pt x="71610" y="108656"/>
                      <a:pt x="73128" y="111605"/>
                    </a:cubicBezTo>
                    <a:cubicBezTo>
                      <a:pt x="76212" y="117679"/>
                      <a:pt x="78976" y="124073"/>
                      <a:pt x="81063" y="130944"/>
                    </a:cubicBezTo>
                    <a:cubicBezTo>
                      <a:pt x="83166" y="137752"/>
                      <a:pt x="84273" y="145296"/>
                      <a:pt x="84012" y="152974"/>
                    </a:cubicBezTo>
                    <a:cubicBezTo>
                      <a:pt x="83669" y="160658"/>
                      <a:pt x="81642" y="168444"/>
                      <a:pt x="78228" y="175130"/>
                    </a:cubicBezTo>
                    <a:cubicBezTo>
                      <a:pt x="74816" y="181831"/>
                      <a:pt x="70477" y="187610"/>
                      <a:pt x="65928" y="192714"/>
                    </a:cubicBezTo>
                    <a:cubicBezTo>
                      <a:pt x="61374" y="197881"/>
                      <a:pt x="56710" y="202409"/>
                      <a:pt x="51446" y="206938"/>
                    </a:cubicBezTo>
                    <a:cubicBezTo>
                      <a:pt x="41122" y="215782"/>
                      <a:pt x="29754" y="222368"/>
                      <a:pt x="19691" y="229629"/>
                    </a:cubicBezTo>
                    <a:cubicBezTo>
                      <a:pt x="14611" y="233202"/>
                      <a:pt x="9914" y="237086"/>
                      <a:pt x="6526" y="241888"/>
                    </a:cubicBezTo>
                    <a:cubicBezTo>
                      <a:pt x="3081" y="246625"/>
                      <a:pt x="1636" y="252884"/>
                      <a:pt x="2665" y="259390"/>
                    </a:cubicBezTo>
                    <a:lnTo>
                      <a:pt x="861" y="254784"/>
                    </a:lnTo>
                    <a:cubicBezTo>
                      <a:pt x="564" y="253163"/>
                      <a:pt x="182" y="251483"/>
                      <a:pt x="4" y="249766"/>
                    </a:cubicBezTo>
                    <a:cubicBezTo>
                      <a:pt x="-49" y="246339"/>
                      <a:pt x="431" y="242741"/>
                      <a:pt x="1760" y="239465"/>
                    </a:cubicBezTo>
                    <a:cubicBezTo>
                      <a:pt x="4317" y="232804"/>
                      <a:pt x="8933" y="227436"/>
                      <a:pt x="13434" y="222519"/>
                    </a:cubicBezTo>
                    <a:cubicBezTo>
                      <a:pt x="22823" y="212943"/>
                      <a:pt x="32710" y="204846"/>
                      <a:pt x="41109" y="195997"/>
                    </a:cubicBezTo>
                    <a:cubicBezTo>
                      <a:pt x="49025" y="186894"/>
                      <a:pt x="57693" y="177250"/>
                      <a:pt x="61692" y="167374"/>
                    </a:cubicBezTo>
                    <a:cubicBezTo>
                      <a:pt x="65966" y="157613"/>
                      <a:pt x="65902" y="147346"/>
                      <a:pt x="62554" y="136337"/>
                    </a:cubicBezTo>
                    <a:cubicBezTo>
                      <a:pt x="61035" y="130860"/>
                      <a:pt x="58832" y="125335"/>
                      <a:pt x="56217" y="119882"/>
                    </a:cubicBezTo>
                    <a:cubicBezTo>
                      <a:pt x="54859" y="117080"/>
                      <a:pt x="53624" y="114755"/>
                      <a:pt x="52013" y="110994"/>
                    </a:cubicBezTo>
                    <a:lnTo>
                      <a:pt x="49775" y="105814"/>
                    </a:lnTo>
                    <a:cubicBezTo>
                      <a:pt x="49151" y="103976"/>
                      <a:pt x="48798" y="101953"/>
                      <a:pt x="48337" y="100031"/>
                    </a:cubicBezTo>
                    <a:cubicBezTo>
                      <a:pt x="47223" y="96279"/>
                      <a:pt x="47489" y="91854"/>
                      <a:pt x="47569" y="87803"/>
                    </a:cubicBezTo>
                    <a:lnTo>
                      <a:pt x="48757" y="81667"/>
                    </a:lnTo>
                    <a:cubicBezTo>
                      <a:pt x="49178" y="79637"/>
                      <a:pt x="50136" y="77884"/>
                      <a:pt x="50835" y="76003"/>
                    </a:cubicBezTo>
                    <a:cubicBezTo>
                      <a:pt x="54018" y="68740"/>
                      <a:pt x="58701" y="63052"/>
                      <a:pt x="63338" y="58240"/>
                    </a:cubicBezTo>
                    <a:cubicBezTo>
                      <a:pt x="72575" y="48363"/>
                      <a:pt x="82179" y="40398"/>
                      <a:pt x="90502" y="30991"/>
                    </a:cubicBezTo>
                    <a:cubicBezTo>
                      <a:pt x="99061" y="21818"/>
                      <a:pt x="106280" y="11471"/>
                      <a:pt x="112525" y="0"/>
                    </a:cubicBezTo>
                    <a:close/>
                  </a:path>
                </a:pathLst>
              </a:custGeom>
              <a:solidFill>
                <a:srgbClr val="FFE9A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3" name="Google Shape;1503;p2"/>
              <p:cNvSpPr/>
              <p:nvPr/>
            </p:nvSpPr>
            <p:spPr>
              <a:xfrm>
                <a:off x="8187506" y="1530982"/>
                <a:ext cx="81381" cy="158502"/>
              </a:xfrm>
              <a:custGeom>
                <a:avLst/>
                <a:gdLst/>
                <a:ahLst/>
                <a:cxnLst/>
                <a:rect l="l" t="t" r="r" b="b"/>
                <a:pathLst>
                  <a:path w="81381" h="158502" extrusionOk="0">
                    <a:moveTo>
                      <a:pt x="0" y="158502"/>
                    </a:moveTo>
                    <a:cubicBezTo>
                      <a:pt x="1891" y="150883"/>
                      <a:pt x="3004" y="143744"/>
                      <a:pt x="3966" y="136175"/>
                    </a:cubicBezTo>
                    <a:cubicBezTo>
                      <a:pt x="5144" y="128702"/>
                      <a:pt x="6460" y="121009"/>
                      <a:pt x="8470" y="113537"/>
                    </a:cubicBezTo>
                    <a:cubicBezTo>
                      <a:pt x="12438" y="98547"/>
                      <a:pt x="18135" y="84168"/>
                      <a:pt x="24801" y="70418"/>
                    </a:cubicBezTo>
                    <a:cubicBezTo>
                      <a:pt x="31520" y="56665"/>
                      <a:pt x="38812" y="43653"/>
                      <a:pt x="47014" y="30726"/>
                    </a:cubicBezTo>
                    <a:cubicBezTo>
                      <a:pt x="51133" y="24289"/>
                      <a:pt x="55602" y="18009"/>
                      <a:pt x="60698" y="11896"/>
                    </a:cubicBezTo>
                    <a:cubicBezTo>
                      <a:pt x="63414" y="8963"/>
                      <a:pt x="66171" y="5884"/>
                      <a:pt x="69810" y="3584"/>
                    </a:cubicBezTo>
                    <a:cubicBezTo>
                      <a:pt x="73454" y="1221"/>
                      <a:pt x="77534" y="270"/>
                      <a:pt x="81382" y="0"/>
                    </a:cubicBezTo>
                    <a:cubicBezTo>
                      <a:pt x="78181" y="2311"/>
                      <a:pt x="75299" y="4652"/>
                      <a:pt x="73445" y="7507"/>
                    </a:cubicBezTo>
                    <a:cubicBezTo>
                      <a:pt x="71545" y="10351"/>
                      <a:pt x="70048" y="13586"/>
                      <a:pt x="68694" y="16971"/>
                    </a:cubicBezTo>
                    <a:cubicBezTo>
                      <a:pt x="65807" y="23649"/>
                      <a:pt x="63331" y="30767"/>
                      <a:pt x="60488" y="37692"/>
                    </a:cubicBezTo>
                    <a:cubicBezTo>
                      <a:pt x="54958" y="51600"/>
                      <a:pt x="48692" y="65514"/>
                      <a:pt x="42149" y="78835"/>
                    </a:cubicBezTo>
                    <a:lnTo>
                      <a:pt x="22666" y="118717"/>
                    </a:lnTo>
                    <a:lnTo>
                      <a:pt x="12950" y="138998"/>
                    </a:lnTo>
                    <a:cubicBezTo>
                      <a:pt x="9491" y="145819"/>
                      <a:pt x="5619" y="153007"/>
                      <a:pt x="0" y="158502"/>
                    </a:cubicBezTo>
                    <a:close/>
                  </a:path>
                </a:pathLst>
              </a:custGeom>
              <a:solidFill>
                <a:srgbClr val="FFE9A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4" name="Google Shape;1504;p2"/>
              <p:cNvSpPr/>
              <p:nvPr/>
            </p:nvSpPr>
            <p:spPr>
              <a:xfrm>
                <a:off x="8243450" y="1698432"/>
                <a:ext cx="25469" cy="120620"/>
              </a:xfrm>
              <a:custGeom>
                <a:avLst/>
                <a:gdLst/>
                <a:ahLst/>
                <a:cxnLst/>
                <a:rect l="l" t="t" r="r" b="b"/>
                <a:pathLst>
                  <a:path w="25469" h="120620" extrusionOk="0">
                    <a:moveTo>
                      <a:pt x="25440" y="0"/>
                    </a:moveTo>
                    <a:cubicBezTo>
                      <a:pt x="25675" y="11032"/>
                      <a:pt x="24466" y="21056"/>
                      <a:pt x="23634" y="31099"/>
                    </a:cubicBezTo>
                    <a:cubicBezTo>
                      <a:pt x="22525" y="41050"/>
                      <a:pt x="21483" y="50857"/>
                      <a:pt x="20212" y="60629"/>
                    </a:cubicBezTo>
                    <a:cubicBezTo>
                      <a:pt x="18922" y="70404"/>
                      <a:pt x="17649" y="80181"/>
                      <a:pt x="16115" y="90089"/>
                    </a:cubicBezTo>
                    <a:cubicBezTo>
                      <a:pt x="14540" y="100029"/>
                      <a:pt x="12835" y="109984"/>
                      <a:pt x="10284" y="120621"/>
                    </a:cubicBezTo>
                    <a:cubicBezTo>
                      <a:pt x="4859" y="110994"/>
                      <a:pt x="2333" y="100444"/>
                      <a:pt x="948" y="89936"/>
                    </a:cubicBezTo>
                    <a:cubicBezTo>
                      <a:pt x="-339" y="79391"/>
                      <a:pt x="-335" y="68708"/>
                      <a:pt x="1080" y="58202"/>
                    </a:cubicBezTo>
                    <a:cubicBezTo>
                      <a:pt x="2463" y="47697"/>
                      <a:pt x="4960" y="37312"/>
                      <a:pt x="8962" y="27450"/>
                    </a:cubicBezTo>
                    <a:cubicBezTo>
                      <a:pt x="12835" y="17568"/>
                      <a:pt x="18214" y="8188"/>
                      <a:pt x="25440" y="0"/>
                    </a:cubicBezTo>
                    <a:close/>
                  </a:path>
                </a:pathLst>
              </a:custGeom>
              <a:solidFill>
                <a:srgbClr val="FFE9A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505" name="Google Shape;1505;p2"/>
            <p:cNvGrpSpPr/>
            <p:nvPr/>
          </p:nvGrpSpPr>
          <p:grpSpPr>
            <a:xfrm>
              <a:off x="5586084" y="3949367"/>
              <a:ext cx="1002281" cy="1393506"/>
              <a:chOff x="5586084" y="3949367"/>
              <a:chExt cx="1002281" cy="1393506"/>
            </a:xfrm>
          </p:grpSpPr>
          <p:sp>
            <p:nvSpPr>
              <p:cNvPr id="1506" name="Google Shape;1506;p2"/>
              <p:cNvSpPr/>
              <p:nvPr/>
            </p:nvSpPr>
            <p:spPr>
              <a:xfrm>
                <a:off x="5586084" y="3949367"/>
                <a:ext cx="257364" cy="331038"/>
              </a:xfrm>
              <a:custGeom>
                <a:avLst/>
                <a:gdLst/>
                <a:ahLst/>
                <a:cxnLst/>
                <a:rect l="l" t="t" r="r" b="b"/>
                <a:pathLst>
                  <a:path w="257364" h="331038" extrusionOk="0">
                    <a:moveTo>
                      <a:pt x="256054" y="222099"/>
                    </a:moveTo>
                    <a:cubicBezTo>
                      <a:pt x="222333" y="229341"/>
                      <a:pt x="193719" y="228881"/>
                      <a:pt x="187860" y="203646"/>
                    </a:cubicBezTo>
                    <a:cubicBezTo>
                      <a:pt x="181999" y="178409"/>
                      <a:pt x="143039" y="41640"/>
                      <a:pt x="95794" y="8648"/>
                    </a:cubicBezTo>
                    <a:cubicBezTo>
                      <a:pt x="65690" y="16859"/>
                      <a:pt x="67489" y="28646"/>
                      <a:pt x="67489" y="28646"/>
                    </a:cubicBezTo>
                    <a:cubicBezTo>
                      <a:pt x="67489" y="28646"/>
                      <a:pt x="161347" y="116837"/>
                      <a:pt x="179025" y="214242"/>
                    </a:cubicBezTo>
                    <a:cubicBezTo>
                      <a:pt x="127332" y="162631"/>
                      <a:pt x="34275" y="1655"/>
                      <a:pt x="27664" y="0"/>
                    </a:cubicBezTo>
                    <a:cubicBezTo>
                      <a:pt x="10807" y="2320"/>
                      <a:pt x="4439" y="16409"/>
                      <a:pt x="4439" y="16409"/>
                    </a:cubicBezTo>
                    <a:cubicBezTo>
                      <a:pt x="4439" y="16409"/>
                      <a:pt x="129355" y="210164"/>
                      <a:pt x="160927" y="237909"/>
                    </a:cubicBezTo>
                    <a:cubicBezTo>
                      <a:pt x="85061" y="185966"/>
                      <a:pt x="24130" y="102802"/>
                      <a:pt x="24130" y="102802"/>
                    </a:cubicBezTo>
                    <a:cubicBezTo>
                      <a:pt x="24130" y="102802"/>
                      <a:pt x="7564" y="110153"/>
                      <a:pt x="267" y="122925"/>
                    </a:cubicBezTo>
                    <a:cubicBezTo>
                      <a:pt x="-7030" y="135697"/>
                      <a:pt x="137742" y="246673"/>
                      <a:pt x="152565" y="256873"/>
                    </a:cubicBezTo>
                    <a:cubicBezTo>
                      <a:pt x="167387" y="267074"/>
                      <a:pt x="105905" y="331038"/>
                      <a:pt x="105905" y="331038"/>
                    </a:cubicBezTo>
                    <a:lnTo>
                      <a:pt x="155111" y="323620"/>
                    </a:lnTo>
                    <a:cubicBezTo>
                      <a:pt x="155111" y="323620"/>
                      <a:pt x="250748" y="268022"/>
                      <a:pt x="255144" y="257301"/>
                    </a:cubicBezTo>
                    <a:cubicBezTo>
                      <a:pt x="259538" y="246579"/>
                      <a:pt x="256054" y="222099"/>
                      <a:pt x="256054" y="222099"/>
                    </a:cubicBezTo>
                    <a:close/>
                  </a:path>
                </a:pathLst>
              </a:custGeom>
              <a:solidFill>
                <a:srgbClr val="208F3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7" name="Google Shape;1507;p2"/>
              <p:cNvSpPr/>
              <p:nvPr/>
            </p:nvSpPr>
            <p:spPr>
              <a:xfrm>
                <a:off x="5691989" y="4170263"/>
                <a:ext cx="151460" cy="110141"/>
              </a:xfrm>
              <a:custGeom>
                <a:avLst/>
                <a:gdLst/>
                <a:ahLst/>
                <a:cxnLst/>
                <a:rect l="l" t="t" r="r" b="b"/>
                <a:pathLst>
                  <a:path w="151460" h="110141" extrusionOk="0">
                    <a:moveTo>
                      <a:pt x="0" y="110142"/>
                    </a:moveTo>
                    <a:cubicBezTo>
                      <a:pt x="0" y="110142"/>
                      <a:pt x="48749" y="59425"/>
                      <a:pt x="48964" y="41111"/>
                    </a:cubicBezTo>
                    <a:cubicBezTo>
                      <a:pt x="48964" y="41111"/>
                      <a:pt x="48964" y="41111"/>
                      <a:pt x="48964" y="41111"/>
                    </a:cubicBezTo>
                    <a:cubicBezTo>
                      <a:pt x="48964" y="41111"/>
                      <a:pt x="64488" y="34263"/>
                      <a:pt x="61235" y="14256"/>
                    </a:cubicBezTo>
                    <a:cubicBezTo>
                      <a:pt x="57982" y="-5752"/>
                      <a:pt x="65444" y="19442"/>
                      <a:pt x="72153" y="21774"/>
                    </a:cubicBezTo>
                    <a:cubicBezTo>
                      <a:pt x="78862" y="24106"/>
                      <a:pt x="88034" y="15995"/>
                      <a:pt x="94147" y="11"/>
                    </a:cubicBezTo>
                    <a:cubicBezTo>
                      <a:pt x="94149" y="7"/>
                      <a:pt x="94149" y="5"/>
                      <a:pt x="94151" y="0"/>
                    </a:cubicBezTo>
                    <a:cubicBezTo>
                      <a:pt x="106822" y="7469"/>
                      <a:pt x="127310" y="6108"/>
                      <a:pt x="150151" y="1202"/>
                    </a:cubicBezTo>
                    <a:cubicBezTo>
                      <a:pt x="150151" y="1202"/>
                      <a:pt x="153633" y="25681"/>
                      <a:pt x="149239" y="36402"/>
                    </a:cubicBezTo>
                    <a:cubicBezTo>
                      <a:pt x="144845" y="47124"/>
                      <a:pt x="49206" y="102722"/>
                      <a:pt x="49206" y="102722"/>
                    </a:cubicBezTo>
                    <a:lnTo>
                      <a:pt x="0" y="110142"/>
                    </a:lnTo>
                    <a:close/>
                  </a:path>
                </a:pathLst>
              </a:custGeom>
              <a:solidFill>
                <a:srgbClr val="8AAB6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8" name="Google Shape;1508;p2"/>
              <p:cNvSpPr/>
              <p:nvPr/>
            </p:nvSpPr>
            <p:spPr>
              <a:xfrm>
                <a:off x="5660169" y="4155489"/>
                <a:ext cx="928194" cy="1187384"/>
              </a:xfrm>
              <a:custGeom>
                <a:avLst/>
                <a:gdLst/>
                <a:ahLst/>
                <a:cxnLst/>
                <a:rect l="l" t="t" r="r" b="b"/>
                <a:pathLst>
                  <a:path w="928194" h="1187384" extrusionOk="0">
                    <a:moveTo>
                      <a:pt x="1481" y="220111"/>
                    </a:moveTo>
                    <a:cubicBezTo>
                      <a:pt x="-19301" y="112966"/>
                      <a:pt x="184004" y="-19361"/>
                      <a:pt x="278487" y="2365"/>
                    </a:cubicBezTo>
                    <a:cubicBezTo>
                      <a:pt x="372969" y="24091"/>
                      <a:pt x="480027" y="188073"/>
                      <a:pt x="536848" y="318281"/>
                    </a:cubicBezTo>
                    <a:cubicBezTo>
                      <a:pt x="593667" y="448490"/>
                      <a:pt x="713089" y="667308"/>
                      <a:pt x="727752" y="704656"/>
                    </a:cubicBezTo>
                    <a:cubicBezTo>
                      <a:pt x="742414" y="742002"/>
                      <a:pt x="957797" y="1105678"/>
                      <a:pt x="924752" y="1178848"/>
                    </a:cubicBezTo>
                    <a:cubicBezTo>
                      <a:pt x="891708" y="1252018"/>
                      <a:pt x="488721" y="833308"/>
                      <a:pt x="423803" y="741420"/>
                    </a:cubicBezTo>
                    <a:cubicBezTo>
                      <a:pt x="358885" y="649529"/>
                      <a:pt x="33645" y="385945"/>
                      <a:pt x="1481" y="220111"/>
                    </a:cubicBezTo>
                    <a:close/>
                  </a:path>
                </a:pathLst>
              </a:custGeom>
              <a:solidFill>
                <a:srgbClr val="F58A3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09" name="Google Shape;1509;p2"/>
              <p:cNvSpPr/>
              <p:nvPr/>
            </p:nvSpPr>
            <p:spPr>
              <a:xfrm>
                <a:off x="5898353" y="4280997"/>
                <a:ext cx="77646" cy="50154"/>
              </a:xfrm>
              <a:custGeom>
                <a:avLst/>
                <a:gdLst/>
                <a:ahLst/>
                <a:cxnLst/>
                <a:rect l="l" t="t" r="r" b="b"/>
                <a:pathLst>
                  <a:path w="77646" h="50154" extrusionOk="0">
                    <a:moveTo>
                      <a:pt x="77646" y="0"/>
                    </a:moveTo>
                    <a:cubicBezTo>
                      <a:pt x="55739" y="1333"/>
                      <a:pt x="6259" y="40643"/>
                      <a:pt x="327" y="49186"/>
                    </a:cubicBezTo>
                    <a:cubicBezTo>
                      <a:pt x="-5605" y="57728"/>
                      <a:pt x="71101" y="7162"/>
                      <a:pt x="77646"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10" name="Google Shape;1510;p2"/>
              <p:cNvSpPr/>
              <p:nvPr/>
            </p:nvSpPr>
            <p:spPr>
              <a:xfrm>
                <a:off x="6060506" y="4458627"/>
                <a:ext cx="114883" cy="73131"/>
              </a:xfrm>
              <a:custGeom>
                <a:avLst/>
                <a:gdLst/>
                <a:ahLst/>
                <a:cxnLst/>
                <a:rect l="l" t="t" r="r" b="b"/>
                <a:pathLst>
                  <a:path w="114883" h="73131" extrusionOk="0">
                    <a:moveTo>
                      <a:pt x="114884" y="1"/>
                    </a:moveTo>
                    <a:cubicBezTo>
                      <a:pt x="81021" y="-314"/>
                      <a:pt x="8667" y="58262"/>
                      <a:pt x="428" y="71539"/>
                    </a:cubicBezTo>
                    <a:cubicBezTo>
                      <a:pt x="-7813" y="84821"/>
                      <a:pt x="105534" y="10956"/>
                      <a:pt x="114884" y="1"/>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11" name="Google Shape;1511;p2"/>
              <p:cNvSpPr/>
              <p:nvPr/>
            </p:nvSpPr>
            <p:spPr>
              <a:xfrm>
                <a:off x="5925850" y="4303112"/>
                <a:ext cx="39387" cy="23756"/>
              </a:xfrm>
              <a:custGeom>
                <a:avLst/>
                <a:gdLst/>
                <a:ahLst/>
                <a:cxnLst/>
                <a:rect l="l" t="t" r="r" b="b"/>
                <a:pathLst>
                  <a:path w="39387" h="23756" extrusionOk="0">
                    <a:moveTo>
                      <a:pt x="39388" y="541"/>
                    </a:moveTo>
                    <a:cubicBezTo>
                      <a:pt x="25228" y="-3599"/>
                      <a:pt x="1941" y="17206"/>
                      <a:pt x="66" y="22882"/>
                    </a:cubicBezTo>
                    <a:cubicBezTo>
                      <a:pt x="-1808" y="28558"/>
                      <a:pt x="36777" y="4923"/>
                      <a:pt x="39388" y="541"/>
                    </a:cubicBezTo>
                    <a:close/>
                  </a:path>
                </a:pathLst>
              </a:custGeom>
              <a:solidFill>
                <a:srgbClr val="FF974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12" name="Google Shape;1512;p2"/>
              <p:cNvSpPr/>
              <p:nvPr/>
            </p:nvSpPr>
            <p:spPr>
              <a:xfrm>
                <a:off x="5846666" y="4426519"/>
                <a:ext cx="78691" cy="49004"/>
              </a:xfrm>
              <a:custGeom>
                <a:avLst/>
                <a:gdLst/>
                <a:ahLst/>
                <a:cxnLst/>
                <a:rect l="l" t="t" r="r" b="b"/>
                <a:pathLst>
                  <a:path w="78691" h="49004" extrusionOk="0">
                    <a:moveTo>
                      <a:pt x="78691" y="143"/>
                    </a:moveTo>
                    <a:cubicBezTo>
                      <a:pt x="53824" y="-2712"/>
                      <a:pt x="5256" y="37885"/>
                      <a:pt x="234" y="47717"/>
                    </a:cubicBezTo>
                    <a:cubicBezTo>
                      <a:pt x="-4786" y="57550"/>
                      <a:pt x="72677" y="8058"/>
                      <a:pt x="78691" y="143"/>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13" name="Google Shape;1513;p2"/>
              <p:cNvSpPr/>
              <p:nvPr/>
            </p:nvSpPr>
            <p:spPr>
              <a:xfrm>
                <a:off x="6149143" y="4714443"/>
                <a:ext cx="78691" cy="49004"/>
              </a:xfrm>
              <a:custGeom>
                <a:avLst/>
                <a:gdLst/>
                <a:ahLst/>
                <a:cxnLst/>
                <a:rect l="l" t="t" r="r" b="b"/>
                <a:pathLst>
                  <a:path w="78691" h="49004" extrusionOk="0">
                    <a:moveTo>
                      <a:pt x="78692" y="143"/>
                    </a:moveTo>
                    <a:cubicBezTo>
                      <a:pt x="53825" y="-2712"/>
                      <a:pt x="5256" y="37885"/>
                      <a:pt x="234" y="47717"/>
                    </a:cubicBezTo>
                    <a:cubicBezTo>
                      <a:pt x="-4789" y="57550"/>
                      <a:pt x="72677" y="8060"/>
                      <a:pt x="78692" y="143"/>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14" name="Google Shape;1514;p2"/>
              <p:cNvSpPr/>
              <p:nvPr/>
            </p:nvSpPr>
            <p:spPr>
              <a:xfrm>
                <a:off x="6371726" y="4985609"/>
                <a:ext cx="78691" cy="49004"/>
              </a:xfrm>
              <a:custGeom>
                <a:avLst/>
                <a:gdLst/>
                <a:ahLst/>
                <a:cxnLst/>
                <a:rect l="l" t="t" r="r" b="b"/>
                <a:pathLst>
                  <a:path w="78691" h="49004" extrusionOk="0">
                    <a:moveTo>
                      <a:pt x="78692" y="143"/>
                    </a:moveTo>
                    <a:cubicBezTo>
                      <a:pt x="53825" y="-2712"/>
                      <a:pt x="5256" y="37885"/>
                      <a:pt x="234" y="47717"/>
                    </a:cubicBezTo>
                    <a:cubicBezTo>
                      <a:pt x="-4789" y="57550"/>
                      <a:pt x="72677" y="8057"/>
                      <a:pt x="78692" y="143"/>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15" name="Google Shape;1515;p2"/>
              <p:cNvSpPr/>
              <p:nvPr/>
            </p:nvSpPr>
            <p:spPr>
              <a:xfrm>
                <a:off x="6361611" y="5025282"/>
                <a:ext cx="78691" cy="49004"/>
              </a:xfrm>
              <a:custGeom>
                <a:avLst/>
                <a:gdLst/>
                <a:ahLst/>
                <a:cxnLst/>
                <a:rect l="l" t="t" r="r" b="b"/>
                <a:pathLst>
                  <a:path w="78691" h="49004" extrusionOk="0">
                    <a:moveTo>
                      <a:pt x="78692" y="143"/>
                    </a:moveTo>
                    <a:cubicBezTo>
                      <a:pt x="53825" y="-2712"/>
                      <a:pt x="5256" y="37885"/>
                      <a:pt x="234" y="47717"/>
                    </a:cubicBezTo>
                    <a:cubicBezTo>
                      <a:pt x="-4789" y="57550"/>
                      <a:pt x="72677" y="8057"/>
                      <a:pt x="78692" y="143"/>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16" name="Google Shape;1516;p2"/>
              <p:cNvSpPr/>
              <p:nvPr/>
            </p:nvSpPr>
            <p:spPr>
              <a:xfrm>
                <a:off x="6143289" y="4934606"/>
                <a:ext cx="65530" cy="40400"/>
              </a:xfrm>
              <a:custGeom>
                <a:avLst/>
                <a:gdLst/>
                <a:ahLst/>
                <a:cxnLst/>
                <a:rect l="l" t="t" r="r" b="b"/>
                <a:pathLst>
                  <a:path w="65530" h="40400" extrusionOk="0">
                    <a:moveTo>
                      <a:pt x="65531" y="143"/>
                    </a:moveTo>
                    <a:cubicBezTo>
                      <a:pt x="61637" y="5266"/>
                      <a:pt x="27818" y="27802"/>
                      <a:pt x="5800" y="40400"/>
                    </a:cubicBezTo>
                    <a:cubicBezTo>
                      <a:pt x="3836" y="38210"/>
                      <a:pt x="1902" y="36043"/>
                      <a:pt x="0" y="33903"/>
                    </a:cubicBezTo>
                    <a:cubicBezTo>
                      <a:pt x="17369" y="18603"/>
                      <a:pt x="47606" y="-1914"/>
                      <a:pt x="65531" y="143"/>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17" name="Google Shape;1517;p2"/>
              <p:cNvSpPr/>
              <p:nvPr/>
            </p:nvSpPr>
            <p:spPr>
              <a:xfrm>
                <a:off x="5847962" y="4158762"/>
                <a:ext cx="78691" cy="49004"/>
              </a:xfrm>
              <a:custGeom>
                <a:avLst/>
                <a:gdLst/>
                <a:ahLst/>
                <a:cxnLst/>
                <a:rect l="l" t="t" r="r" b="b"/>
                <a:pathLst>
                  <a:path w="78691" h="49004" extrusionOk="0">
                    <a:moveTo>
                      <a:pt x="78692" y="143"/>
                    </a:moveTo>
                    <a:cubicBezTo>
                      <a:pt x="53825" y="-2712"/>
                      <a:pt x="5256" y="37885"/>
                      <a:pt x="234" y="47717"/>
                    </a:cubicBezTo>
                    <a:cubicBezTo>
                      <a:pt x="-4789" y="57550"/>
                      <a:pt x="72677" y="8058"/>
                      <a:pt x="78692" y="143"/>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18" name="Google Shape;1518;p2"/>
              <p:cNvSpPr/>
              <p:nvPr/>
            </p:nvSpPr>
            <p:spPr>
              <a:xfrm>
                <a:off x="5877266" y="4451925"/>
                <a:ext cx="40477" cy="23901"/>
              </a:xfrm>
              <a:custGeom>
                <a:avLst/>
                <a:gdLst/>
                <a:ahLst/>
                <a:cxnLst/>
                <a:rect l="l" t="t" r="r" b="b"/>
                <a:pathLst>
                  <a:path w="40477" h="23901" extrusionOk="0">
                    <a:moveTo>
                      <a:pt x="40477" y="1850"/>
                    </a:moveTo>
                    <a:cubicBezTo>
                      <a:pt x="23357" y="-6478"/>
                      <a:pt x="982" y="15614"/>
                      <a:pt x="17" y="22579"/>
                    </a:cubicBezTo>
                    <a:cubicBezTo>
                      <a:pt x="-947" y="29544"/>
                      <a:pt x="38399" y="6984"/>
                      <a:pt x="40477" y="1850"/>
                    </a:cubicBezTo>
                    <a:close/>
                  </a:path>
                </a:pathLst>
              </a:custGeom>
              <a:solidFill>
                <a:srgbClr val="FF974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19" name="Google Shape;1519;p2"/>
              <p:cNvSpPr/>
              <p:nvPr/>
            </p:nvSpPr>
            <p:spPr>
              <a:xfrm>
                <a:off x="6182159" y="4952454"/>
                <a:ext cx="40477" cy="23901"/>
              </a:xfrm>
              <a:custGeom>
                <a:avLst/>
                <a:gdLst/>
                <a:ahLst/>
                <a:cxnLst/>
                <a:rect l="l" t="t" r="r" b="b"/>
                <a:pathLst>
                  <a:path w="40477" h="23901" extrusionOk="0">
                    <a:moveTo>
                      <a:pt x="40477" y="1849"/>
                    </a:moveTo>
                    <a:cubicBezTo>
                      <a:pt x="23358" y="-6478"/>
                      <a:pt x="982" y="15613"/>
                      <a:pt x="17" y="22579"/>
                    </a:cubicBezTo>
                    <a:cubicBezTo>
                      <a:pt x="-947" y="29544"/>
                      <a:pt x="38397" y="6984"/>
                      <a:pt x="40477" y="1849"/>
                    </a:cubicBezTo>
                    <a:close/>
                  </a:path>
                </a:pathLst>
              </a:custGeom>
              <a:solidFill>
                <a:srgbClr val="FF974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20" name="Google Shape;1520;p2"/>
              <p:cNvSpPr/>
              <p:nvPr/>
            </p:nvSpPr>
            <p:spPr>
              <a:xfrm>
                <a:off x="5822706" y="4556483"/>
                <a:ext cx="61220" cy="43250"/>
              </a:xfrm>
              <a:custGeom>
                <a:avLst/>
                <a:gdLst/>
                <a:ahLst/>
                <a:cxnLst/>
                <a:rect l="l" t="t" r="r" b="b"/>
                <a:pathLst>
                  <a:path w="61220" h="43250" extrusionOk="0">
                    <a:moveTo>
                      <a:pt x="61220" y="0"/>
                    </a:moveTo>
                    <a:cubicBezTo>
                      <a:pt x="43472" y="1769"/>
                      <a:pt x="4740" y="35319"/>
                      <a:pt x="239" y="42462"/>
                    </a:cubicBezTo>
                    <a:cubicBezTo>
                      <a:pt x="-4260" y="49604"/>
                      <a:pt x="56171" y="6037"/>
                      <a:pt x="61220"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21" name="Google Shape;1521;p2"/>
              <p:cNvSpPr/>
              <p:nvPr/>
            </p:nvSpPr>
            <p:spPr>
              <a:xfrm>
                <a:off x="5944775" y="4734555"/>
                <a:ext cx="30063" cy="19920"/>
              </a:xfrm>
              <a:custGeom>
                <a:avLst/>
                <a:gdLst/>
                <a:ahLst/>
                <a:cxnLst/>
                <a:rect l="l" t="t" r="r" b="b"/>
                <a:pathLst>
                  <a:path w="30063" h="19920" extrusionOk="0">
                    <a:moveTo>
                      <a:pt x="4700" y="19920"/>
                    </a:moveTo>
                    <a:cubicBezTo>
                      <a:pt x="3139" y="18363"/>
                      <a:pt x="1573" y="16800"/>
                      <a:pt x="0" y="15230"/>
                    </a:cubicBezTo>
                    <a:cubicBezTo>
                      <a:pt x="10977" y="7368"/>
                      <a:pt x="22451" y="759"/>
                      <a:pt x="30063" y="0"/>
                    </a:cubicBezTo>
                    <a:cubicBezTo>
                      <a:pt x="28022" y="2446"/>
                      <a:pt x="16909" y="11032"/>
                      <a:pt x="4700" y="1992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22" name="Google Shape;1522;p2"/>
              <p:cNvSpPr/>
              <p:nvPr/>
            </p:nvSpPr>
            <p:spPr>
              <a:xfrm>
                <a:off x="5699228" y="4236616"/>
                <a:ext cx="61218" cy="43250"/>
              </a:xfrm>
              <a:custGeom>
                <a:avLst/>
                <a:gdLst/>
                <a:ahLst/>
                <a:cxnLst/>
                <a:rect l="l" t="t" r="r" b="b"/>
                <a:pathLst>
                  <a:path w="61218" h="43250" extrusionOk="0">
                    <a:moveTo>
                      <a:pt x="61218" y="0"/>
                    </a:moveTo>
                    <a:cubicBezTo>
                      <a:pt x="43470" y="1769"/>
                      <a:pt x="4740" y="35321"/>
                      <a:pt x="239" y="42463"/>
                    </a:cubicBezTo>
                    <a:cubicBezTo>
                      <a:pt x="-4262" y="49604"/>
                      <a:pt x="56169" y="6037"/>
                      <a:pt x="61218"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523" name="Google Shape;1523;p2"/>
              <p:cNvGrpSpPr/>
              <p:nvPr/>
            </p:nvGrpSpPr>
            <p:grpSpPr>
              <a:xfrm>
                <a:off x="5660170" y="4275227"/>
                <a:ext cx="928190" cy="1067644"/>
                <a:chOff x="5660170" y="4275227"/>
                <a:chExt cx="928190" cy="1067644"/>
              </a:xfrm>
            </p:grpSpPr>
            <p:sp>
              <p:nvSpPr>
                <p:cNvPr id="1524" name="Google Shape;1524;p2"/>
                <p:cNvSpPr/>
                <p:nvPr/>
              </p:nvSpPr>
              <p:spPr>
                <a:xfrm>
                  <a:off x="5696047" y="4275227"/>
                  <a:ext cx="2286" cy="2286"/>
                </a:xfrm>
                <a:custGeom>
                  <a:avLst/>
                  <a:gdLst/>
                  <a:ahLst/>
                  <a:cxnLst/>
                  <a:rect l="l" t="t" r="r" b="b"/>
                  <a:pathLst>
                    <a:path w="2286" h="2286" extrusionOk="0">
                      <a:moveTo>
                        <a:pt x="0" y="0"/>
                      </a:moveTo>
                      <a:lnTo>
                        <a:pt x="0" y="0"/>
                      </a:lnTo>
                      <a:lnTo>
                        <a:pt x="0" y="0"/>
                      </a:lnTo>
                      <a:close/>
                    </a:path>
                  </a:pathLst>
                </a:custGeom>
                <a:solidFill>
                  <a:srgbClr val="F7EDE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25" name="Google Shape;1525;p2"/>
                <p:cNvSpPr/>
                <p:nvPr/>
              </p:nvSpPr>
              <p:spPr>
                <a:xfrm>
                  <a:off x="5660170" y="4285873"/>
                  <a:ext cx="928190" cy="1056998"/>
                </a:xfrm>
                <a:custGeom>
                  <a:avLst/>
                  <a:gdLst/>
                  <a:ahLst/>
                  <a:cxnLst/>
                  <a:rect l="l" t="t" r="r" b="b"/>
                  <a:pathLst>
                    <a:path w="928190" h="1056998" extrusionOk="0">
                      <a:moveTo>
                        <a:pt x="27785" y="0"/>
                      </a:moveTo>
                      <a:cubicBezTo>
                        <a:pt x="-12750" y="85090"/>
                        <a:pt x="301124" y="365586"/>
                        <a:pt x="350586" y="417945"/>
                      </a:cubicBezTo>
                      <a:cubicBezTo>
                        <a:pt x="402367" y="472759"/>
                        <a:pt x="396496" y="529131"/>
                        <a:pt x="529532" y="652754"/>
                      </a:cubicBezTo>
                      <a:cubicBezTo>
                        <a:pt x="662566" y="776374"/>
                        <a:pt x="882422" y="1091837"/>
                        <a:pt x="927634" y="1018180"/>
                      </a:cubicBezTo>
                      <a:cubicBezTo>
                        <a:pt x="928883" y="1030794"/>
                        <a:pt x="928076" y="1041101"/>
                        <a:pt x="924752" y="1048463"/>
                      </a:cubicBezTo>
                      <a:cubicBezTo>
                        <a:pt x="891708" y="1121633"/>
                        <a:pt x="488720" y="702922"/>
                        <a:pt x="423802" y="611034"/>
                      </a:cubicBezTo>
                      <a:cubicBezTo>
                        <a:pt x="358885" y="519146"/>
                        <a:pt x="33644" y="255561"/>
                        <a:pt x="1480" y="89728"/>
                      </a:cubicBezTo>
                      <a:cubicBezTo>
                        <a:pt x="-4192" y="60481"/>
                        <a:pt x="6834" y="29357"/>
                        <a:pt x="27785" y="0"/>
                      </a:cubicBezTo>
                      <a:close/>
                    </a:path>
                  </a:pathLst>
                </a:custGeom>
                <a:solidFill>
                  <a:srgbClr val="F7EDE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526" name="Google Shape;1526;p2"/>
              <p:cNvSpPr/>
              <p:nvPr/>
            </p:nvSpPr>
            <p:spPr>
              <a:xfrm>
                <a:off x="5773753" y="4155488"/>
                <a:ext cx="806439" cy="1110847"/>
              </a:xfrm>
              <a:custGeom>
                <a:avLst/>
                <a:gdLst/>
                <a:ahLst/>
                <a:cxnLst/>
                <a:rect l="l" t="t" r="r" b="b"/>
                <a:pathLst>
                  <a:path w="806439" h="1110847" extrusionOk="0">
                    <a:moveTo>
                      <a:pt x="1783" y="52677"/>
                    </a:moveTo>
                    <a:lnTo>
                      <a:pt x="0" y="51314"/>
                    </a:lnTo>
                    <a:cubicBezTo>
                      <a:pt x="56622" y="14414"/>
                      <a:pt x="121988" y="-7502"/>
                      <a:pt x="164903" y="2364"/>
                    </a:cubicBezTo>
                    <a:cubicBezTo>
                      <a:pt x="259386" y="24090"/>
                      <a:pt x="366444" y="188072"/>
                      <a:pt x="423264" y="318280"/>
                    </a:cubicBezTo>
                    <a:cubicBezTo>
                      <a:pt x="480083" y="448489"/>
                      <a:pt x="599506" y="667307"/>
                      <a:pt x="614168" y="704655"/>
                    </a:cubicBezTo>
                    <a:cubicBezTo>
                      <a:pt x="626074" y="734979"/>
                      <a:pt x="770302" y="980436"/>
                      <a:pt x="806439" y="1110848"/>
                    </a:cubicBezTo>
                    <a:cubicBezTo>
                      <a:pt x="711214" y="837289"/>
                      <a:pt x="432678" y="545006"/>
                      <a:pt x="303050" y="401568"/>
                    </a:cubicBezTo>
                    <a:cubicBezTo>
                      <a:pt x="173425" y="258129"/>
                      <a:pt x="116636" y="2303"/>
                      <a:pt x="1783" y="52677"/>
                    </a:cubicBezTo>
                    <a:close/>
                  </a:path>
                </a:pathLst>
              </a:custGeom>
              <a:solidFill>
                <a:srgbClr val="FCF6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27" name="Google Shape;1527;p2"/>
              <p:cNvSpPr/>
              <p:nvPr/>
            </p:nvSpPr>
            <p:spPr>
              <a:xfrm>
                <a:off x="5660169" y="4232600"/>
                <a:ext cx="825610" cy="1065543"/>
              </a:xfrm>
              <a:custGeom>
                <a:avLst/>
                <a:gdLst/>
                <a:ahLst/>
                <a:cxnLst/>
                <a:rect l="l" t="t" r="r" b="b"/>
                <a:pathLst>
                  <a:path w="825610" h="1065543" extrusionOk="0">
                    <a:moveTo>
                      <a:pt x="825610" y="1065544"/>
                    </a:moveTo>
                    <a:cubicBezTo>
                      <a:pt x="692634" y="966151"/>
                      <a:pt x="470554" y="730482"/>
                      <a:pt x="423803" y="664307"/>
                    </a:cubicBezTo>
                    <a:cubicBezTo>
                      <a:pt x="358885" y="572419"/>
                      <a:pt x="33644" y="308834"/>
                      <a:pt x="1480" y="143001"/>
                    </a:cubicBezTo>
                    <a:cubicBezTo>
                      <a:pt x="-7819" y="95050"/>
                      <a:pt x="27765" y="42058"/>
                      <a:pt x="78386" y="85"/>
                    </a:cubicBezTo>
                    <a:cubicBezTo>
                      <a:pt x="79926" y="25"/>
                      <a:pt x="80781" y="0"/>
                      <a:pt x="80781" y="0"/>
                    </a:cubicBezTo>
                    <a:cubicBezTo>
                      <a:pt x="13726" y="49851"/>
                      <a:pt x="316361" y="536744"/>
                      <a:pt x="428633" y="640215"/>
                    </a:cubicBezTo>
                    <a:cubicBezTo>
                      <a:pt x="537321" y="740385"/>
                      <a:pt x="736619" y="996507"/>
                      <a:pt x="825610" y="1065544"/>
                    </a:cubicBezTo>
                    <a:close/>
                  </a:path>
                </a:pathLst>
              </a:custGeom>
              <a:solidFill>
                <a:srgbClr val="F7EDE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28" name="Google Shape;1528;p2"/>
              <p:cNvSpPr/>
              <p:nvPr/>
            </p:nvSpPr>
            <p:spPr>
              <a:xfrm>
                <a:off x="5885021" y="4155489"/>
                <a:ext cx="703344" cy="1187383"/>
              </a:xfrm>
              <a:custGeom>
                <a:avLst/>
                <a:gdLst/>
                <a:ahLst/>
                <a:cxnLst/>
                <a:rect l="l" t="t" r="r" b="b"/>
                <a:pathLst>
                  <a:path w="703344" h="1187383" extrusionOk="0">
                    <a:moveTo>
                      <a:pt x="472907" y="1032887"/>
                    </a:moveTo>
                    <a:cubicBezTo>
                      <a:pt x="759658" y="1216312"/>
                      <a:pt x="578264" y="1084139"/>
                      <a:pt x="578957" y="1009346"/>
                    </a:cubicBezTo>
                    <a:cubicBezTo>
                      <a:pt x="579652" y="934555"/>
                      <a:pt x="463356" y="742844"/>
                      <a:pt x="342820" y="488531"/>
                    </a:cubicBezTo>
                    <a:cubicBezTo>
                      <a:pt x="222284" y="234218"/>
                      <a:pt x="65786" y="14600"/>
                      <a:pt x="0" y="3284"/>
                    </a:cubicBezTo>
                    <a:cubicBezTo>
                      <a:pt x="19817" y="-620"/>
                      <a:pt x="38183" y="-1189"/>
                      <a:pt x="53636" y="2365"/>
                    </a:cubicBezTo>
                    <a:cubicBezTo>
                      <a:pt x="148119" y="24092"/>
                      <a:pt x="255177" y="188073"/>
                      <a:pt x="311998" y="318282"/>
                    </a:cubicBezTo>
                    <a:cubicBezTo>
                      <a:pt x="368816" y="448490"/>
                      <a:pt x="488239" y="667308"/>
                      <a:pt x="502902" y="704657"/>
                    </a:cubicBezTo>
                    <a:cubicBezTo>
                      <a:pt x="517564" y="742003"/>
                      <a:pt x="732946" y="1105678"/>
                      <a:pt x="699902" y="1178849"/>
                    </a:cubicBezTo>
                    <a:cubicBezTo>
                      <a:pt x="683939" y="1214186"/>
                      <a:pt x="581689" y="1134788"/>
                      <a:pt x="472907" y="1032887"/>
                    </a:cubicBezTo>
                    <a:cubicBezTo>
                      <a:pt x="472907" y="1032887"/>
                      <a:pt x="472907" y="1032887"/>
                      <a:pt x="472907" y="1032887"/>
                    </a:cubicBezTo>
                    <a:close/>
                  </a:path>
                </a:pathLst>
              </a:custGeom>
              <a:solidFill>
                <a:srgbClr val="FCF6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29" name="Google Shape;1529;p2"/>
              <p:cNvSpPr/>
              <p:nvPr/>
            </p:nvSpPr>
            <p:spPr>
              <a:xfrm>
                <a:off x="5677004" y="4174387"/>
                <a:ext cx="300788" cy="230650"/>
              </a:xfrm>
              <a:custGeom>
                <a:avLst/>
                <a:gdLst/>
                <a:ahLst/>
                <a:cxnLst/>
                <a:rect l="l" t="t" r="r" b="b"/>
                <a:pathLst>
                  <a:path w="300788" h="230650" extrusionOk="0">
                    <a:moveTo>
                      <a:pt x="164275" y="89247"/>
                    </a:moveTo>
                    <a:cubicBezTo>
                      <a:pt x="239324" y="69635"/>
                      <a:pt x="346350" y="21764"/>
                      <a:pt x="279969" y="1716"/>
                    </a:cubicBezTo>
                    <a:cubicBezTo>
                      <a:pt x="213588" y="-18332"/>
                      <a:pt x="12310" y="143178"/>
                      <a:pt x="6973" y="178492"/>
                    </a:cubicBezTo>
                    <a:cubicBezTo>
                      <a:pt x="1635" y="213804"/>
                      <a:pt x="-15908" y="257563"/>
                      <a:pt x="38435" y="209280"/>
                    </a:cubicBezTo>
                    <a:cubicBezTo>
                      <a:pt x="92780" y="161000"/>
                      <a:pt x="138246" y="96050"/>
                      <a:pt x="164275" y="89247"/>
                    </a:cubicBezTo>
                    <a:close/>
                  </a:path>
                </a:pathLst>
              </a:custGeom>
              <a:solidFill>
                <a:srgbClr val="0D0D0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530" name="Google Shape;1530;p2"/>
            <p:cNvGrpSpPr/>
            <p:nvPr/>
          </p:nvGrpSpPr>
          <p:grpSpPr>
            <a:xfrm>
              <a:off x="6039681" y="4568335"/>
              <a:ext cx="949811" cy="947221"/>
              <a:chOff x="6039681" y="4568335"/>
              <a:chExt cx="949811" cy="947221"/>
            </a:xfrm>
          </p:grpSpPr>
          <p:sp>
            <p:nvSpPr>
              <p:cNvPr id="1531" name="Google Shape;1531;p2"/>
              <p:cNvSpPr/>
              <p:nvPr/>
            </p:nvSpPr>
            <p:spPr>
              <a:xfrm>
                <a:off x="6039681" y="4568335"/>
                <a:ext cx="225679" cy="246805"/>
              </a:xfrm>
              <a:custGeom>
                <a:avLst/>
                <a:gdLst/>
                <a:ahLst/>
                <a:cxnLst/>
                <a:rect l="l" t="t" r="r" b="b"/>
                <a:pathLst>
                  <a:path w="225679" h="246805" extrusionOk="0">
                    <a:moveTo>
                      <a:pt x="221271" y="142813"/>
                    </a:moveTo>
                    <a:cubicBezTo>
                      <a:pt x="196285" y="152911"/>
                      <a:pt x="174200" y="156394"/>
                      <a:pt x="166302" y="137754"/>
                    </a:cubicBezTo>
                    <a:cubicBezTo>
                      <a:pt x="158404" y="119115"/>
                      <a:pt x="110073" y="19058"/>
                      <a:pt x="69280" y="0"/>
                    </a:cubicBezTo>
                    <a:cubicBezTo>
                      <a:pt x="47208" y="10358"/>
                      <a:pt x="50173" y="19189"/>
                      <a:pt x="50173" y="19189"/>
                    </a:cubicBezTo>
                    <a:cubicBezTo>
                      <a:pt x="50173" y="19189"/>
                      <a:pt x="134250" y="74487"/>
                      <a:pt x="160921" y="147095"/>
                    </a:cubicBezTo>
                    <a:cubicBezTo>
                      <a:pt x="114206" y="114300"/>
                      <a:pt x="20985" y="2867"/>
                      <a:pt x="15677" y="2478"/>
                    </a:cubicBezTo>
                    <a:cubicBezTo>
                      <a:pt x="3013" y="6524"/>
                      <a:pt x="0" y="18224"/>
                      <a:pt x="0" y="18224"/>
                    </a:cubicBezTo>
                    <a:cubicBezTo>
                      <a:pt x="0" y="18224"/>
                      <a:pt x="122141" y="150616"/>
                      <a:pt x="150165" y="167740"/>
                    </a:cubicBezTo>
                    <a:cubicBezTo>
                      <a:pt x="84799" y="137930"/>
                      <a:pt x="26744" y="82086"/>
                      <a:pt x="26744" y="82086"/>
                    </a:cubicBezTo>
                    <a:cubicBezTo>
                      <a:pt x="26744" y="82086"/>
                      <a:pt x="14978" y="89968"/>
                      <a:pt x="11073" y="100776"/>
                    </a:cubicBezTo>
                    <a:cubicBezTo>
                      <a:pt x="7169" y="111586"/>
                      <a:pt x="133493" y="177595"/>
                      <a:pt x="146272" y="183458"/>
                    </a:cubicBezTo>
                    <a:cubicBezTo>
                      <a:pt x="159051" y="189322"/>
                      <a:pt x="120301" y="246806"/>
                      <a:pt x="120301" y="246806"/>
                    </a:cubicBezTo>
                    <a:lnTo>
                      <a:pt x="157183" y="234496"/>
                    </a:lnTo>
                    <a:cubicBezTo>
                      <a:pt x="157183" y="234496"/>
                      <a:pt x="223344" y="178873"/>
                      <a:pt x="225290" y="170030"/>
                    </a:cubicBezTo>
                    <a:cubicBezTo>
                      <a:pt x="227235" y="161188"/>
                      <a:pt x="221271" y="142813"/>
                      <a:pt x="221271" y="142813"/>
                    </a:cubicBezTo>
                    <a:close/>
                  </a:path>
                </a:pathLst>
              </a:custGeom>
              <a:solidFill>
                <a:srgbClr val="208F3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32" name="Google Shape;1532;p2"/>
              <p:cNvSpPr/>
              <p:nvPr/>
            </p:nvSpPr>
            <p:spPr>
              <a:xfrm>
                <a:off x="6159981" y="4711151"/>
                <a:ext cx="105376" cy="103990"/>
              </a:xfrm>
              <a:custGeom>
                <a:avLst/>
                <a:gdLst/>
                <a:ahLst/>
                <a:cxnLst/>
                <a:rect l="l" t="t" r="r" b="b"/>
                <a:pathLst>
                  <a:path w="105376" h="103990" extrusionOk="0">
                    <a:moveTo>
                      <a:pt x="0" y="103990"/>
                    </a:moveTo>
                    <a:cubicBezTo>
                      <a:pt x="0" y="103990"/>
                      <a:pt x="30724" y="58412"/>
                      <a:pt x="28433" y="44287"/>
                    </a:cubicBezTo>
                    <a:cubicBezTo>
                      <a:pt x="28433" y="44287"/>
                      <a:pt x="28433" y="44287"/>
                      <a:pt x="28433" y="44287"/>
                    </a:cubicBezTo>
                    <a:cubicBezTo>
                      <a:pt x="28433" y="44287"/>
                      <a:pt x="39463" y="36933"/>
                      <a:pt x="34276" y="21969"/>
                    </a:cubicBezTo>
                    <a:cubicBezTo>
                      <a:pt x="29089" y="7004"/>
                      <a:pt x="38211" y="25398"/>
                      <a:pt x="43688" y="26293"/>
                    </a:cubicBezTo>
                    <a:cubicBezTo>
                      <a:pt x="49165" y="27190"/>
                      <a:pt x="55136" y="19715"/>
                      <a:pt x="57699" y="6593"/>
                    </a:cubicBezTo>
                    <a:cubicBezTo>
                      <a:pt x="57699" y="6591"/>
                      <a:pt x="57701" y="6586"/>
                      <a:pt x="57701" y="6584"/>
                    </a:cubicBezTo>
                    <a:cubicBezTo>
                      <a:pt x="68457" y="10635"/>
                      <a:pt x="84042" y="6840"/>
                      <a:pt x="100968" y="0"/>
                    </a:cubicBezTo>
                    <a:cubicBezTo>
                      <a:pt x="100968" y="0"/>
                      <a:pt x="106932" y="18377"/>
                      <a:pt x="104987" y="27217"/>
                    </a:cubicBezTo>
                    <a:cubicBezTo>
                      <a:pt x="103041" y="36059"/>
                      <a:pt x="36880" y="91682"/>
                      <a:pt x="36880" y="91682"/>
                    </a:cubicBezTo>
                    <a:lnTo>
                      <a:pt x="0" y="103990"/>
                    </a:lnTo>
                    <a:close/>
                  </a:path>
                </a:pathLst>
              </a:custGeom>
              <a:solidFill>
                <a:srgbClr val="8AAB6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33" name="Google Shape;1533;p2"/>
              <p:cNvSpPr/>
              <p:nvPr/>
            </p:nvSpPr>
            <p:spPr>
              <a:xfrm>
                <a:off x="6145120" y="4687631"/>
                <a:ext cx="844372" cy="827925"/>
              </a:xfrm>
              <a:custGeom>
                <a:avLst/>
                <a:gdLst/>
                <a:ahLst/>
                <a:cxnLst/>
                <a:rect l="l" t="t" r="r" b="b"/>
                <a:pathLst>
                  <a:path w="844372" h="827925" extrusionOk="0">
                    <a:moveTo>
                      <a:pt x="4275" y="204857"/>
                    </a:moveTo>
                    <a:cubicBezTo>
                      <a:pt x="-26092" y="125167"/>
                      <a:pt x="112659" y="-3958"/>
                      <a:pt x="188303" y="93"/>
                    </a:cubicBezTo>
                    <a:cubicBezTo>
                      <a:pt x="263947" y="4144"/>
                      <a:pt x="368348" y="116014"/>
                      <a:pt x="429549" y="208624"/>
                    </a:cubicBezTo>
                    <a:cubicBezTo>
                      <a:pt x="490750" y="301233"/>
                      <a:pt x="612022" y="453656"/>
                      <a:pt x="628319" y="480439"/>
                    </a:cubicBezTo>
                    <a:cubicBezTo>
                      <a:pt x="644614" y="507221"/>
                      <a:pt x="859182" y="758279"/>
                      <a:pt x="843560" y="819034"/>
                    </a:cubicBezTo>
                    <a:cubicBezTo>
                      <a:pt x="827937" y="879789"/>
                      <a:pt x="461576" y="611529"/>
                      <a:pt x="399283" y="549504"/>
                    </a:cubicBezTo>
                    <a:cubicBezTo>
                      <a:pt x="336982" y="487475"/>
                      <a:pt x="51276" y="328198"/>
                      <a:pt x="4275" y="204857"/>
                    </a:cubicBezTo>
                    <a:close/>
                  </a:path>
                </a:pathLst>
              </a:custGeom>
              <a:solidFill>
                <a:srgbClr val="F58A3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34" name="Google Shape;1534;p2"/>
              <p:cNvSpPr/>
              <p:nvPr/>
            </p:nvSpPr>
            <p:spPr>
              <a:xfrm>
                <a:off x="6325601" y="4777507"/>
                <a:ext cx="53081" cy="48980"/>
              </a:xfrm>
              <a:custGeom>
                <a:avLst/>
                <a:gdLst/>
                <a:ahLst/>
                <a:cxnLst/>
                <a:rect l="l" t="t" r="r" b="b"/>
                <a:pathLst>
                  <a:path w="53081" h="48980" extrusionOk="0">
                    <a:moveTo>
                      <a:pt x="53082" y="0"/>
                    </a:moveTo>
                    <a:cubicBezTo>
                      <a:pt x="36396" y="3964"/>
                      <a:pt x="3581" y="40858"/>
                      <a:pt x="161" y="48230"/>
                    </a:cubicBezTo>
                    <a:cubicBezTo>
                      <a:pt x="-3261" y="55602"/>
                      <a:pt x="49003" y="6391"/>
                      <a:pt x="53082"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35" name="Google Shape;1535;p2"/>
              <p:cNvSpPr/>
              <p:nvPr/>
            </p:nvSpPr>
            <p:spPr>
              <a:xfrm>
                <a:off x="6477285" y="4887502"/>
                <a:ext cx="78702" cy="71622"/>
              </a:xfrm>
              <a:custGeom>
                <a:avLst/>
                <a:gdLst/>
                <a:ahLst/>
                <a:cxnLst/>
                <a:rect l="l" t="t" r="r" b="b"/>
                <a:pathLst>
                  <a:path w="78702" h="71622" extrusionOk="0">
                    <a:moveTo>
                      <a:pt x="78702" y="0"/>
                    </a:moveTo>
                    <a:cubicBezTo>
                      <a:pt x="52594" y="4300"/>
                      <a:pt x="4755" y="59091"/>
                      <a:pt x="194" y="70418"/>
                    </a:cubicBezTo>
                    <a:cubicBezTo>
                      <a:pt x="-4369" y="81745"/>
                      <a:pt x="72976" y="9686"/>
                      <a:pt x="78702"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36" name="Google Shape;1536;p2"/>
              <p:cNvSpPr/>
              <p:nvPr/>
            </p:nvSpPr>
            <p:spPr>
              <a:xfrm>
                <a:off x="6346152" y="4796330"/>
                <a:ext cx="27284" cy="23134"/>
              </a:xfrm>
              <a:custGeom>
                <a:avLst/>
                <a:gdLst/>
                <a:ahLst/>
                <a:cxnLst/>
                <a:rect l="l" t="t" r="r" b="b"/>
                <a:pathLst>
                  <a:path w="27284" h="23134" extrusionOk="0">
                    <a:moveTo>
                      <a:pt x="27285" y="62"/>
                    </a:moveTo>
                    <a:cubicBezTo>
                      <a:pt x="15830" y="-1225"/>
                      <a:pt x="694" y="17911"/>
                      <a:pt x="13" y="22533"/>
                    </a:cubicBezTo>
                    <a:cubicBezTo>
                      <a:pt x="-671" y="27151"/>
                      <a:pt x="25863" y="3783"/>
                      <a:pt x="27285" y="62"/>
                    </a:cubicBezTo>
                    <a:close/>
                  </a:path>
                </a:pathLst>
              </a:custGeom>
              <a:solidFill>
                <a:srgbClr val="FF974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37" name="Google Shape;1537;p2"/>
              <p:cNvSpPr/>
              <p:nvPr/>
            </p:nvSpPr>
            <p:spPr>
              <a:xfrm>
                <a:off x="6305134" y="4896427"/>
                <a:ext cx="54102" cy="48083"/>
              </a:xfrm>
              <a:custGeom>
                <a:avLst/>
                <a:gdLst/>
                <a:ahLst/>
                <a:cxnLst/>
                <a:rect l="l" t="t" r="r" b="b"/>
                <a:pathLst>
                  <a:path w="54102" h="48083" extrusionOk="0">
                    <a:moveTo>
                      <a:pt x="54102" y="0"/>
                    </a:moveTo>
                    <a:cubicBezTo>
                      <a:pt x="34578" y="1136"/>
                      <a:pt x="2635" y="38901"/>
                      <a:pt x="89" y="47144"/>
                    </a:cubicBezTo>
                    <a:cubicBezTo>
                      <a:pt x="-2458" y="55385"/>
                      <a:pt x="50536" y="6899"/>
                      <a:pt x="54102"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38" name="Google Shape;1538;p2"/>
              <p:cNvSpPr/>
              <p:nvPr/>
            </p:nvSpPr>
            <p:spPr>
              <a:xfrm>
                <a:off x="6576585" y="5077494"/>
                <a:ext cx="54102" cy="48083"/>
              </a:xfrm>
              <a:custGeom>
                <a:avLst/>
                <a:gdLst/>
                <a:ahLst/>
                <a:cxnLst/>
                <a:rect l="l" t="t" r="r" b="b"/>
                <a:pathLst>
                  <a:path w="54102" h="48083" extrusionOk="0">
                    <a:moveTo>
                      <a:pt x="54103" y="0"/>
                    </a:moveTo>
                    <a:cubicBezTo>
                      <a:pt x="34578" y="1138"/>
                      <a:pt x="2638" y="38901"/>
                      <a:pt x="89" y="47144"/>
                    </a:cubicBezTo>
                    <a:cubicBezTo>
                      <a:pt x="-2460" y="55385"/>
                      <a:pt x="50534" y="6899"/>
                      <a:pt x="54103"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39" name="Google Shape;1539;p2"/>
              <p:cNvSpPr/>
              <p:nvPr/>
            </p:nvSpPr>
            <p:spPr>
              <a:xfrm>
                <a:off x="6784288" y="5256376"/>
                <a:ext cx="54102" cy="48083"/>
              </a:xfrm>
              <a:custGeom>
                <a:avLst/>
                <a:gdLst/>
                <a:ahLst/>
                <a:cxnLst/>
                <a:rect l="l" t="t" r="r" b="b"/>
                <a:pathLst>
                  <a:path w="54102" h="48083" extrusionOk="0">
                    <a:moveTo>
                      <a:pt x="54103" y="0"/>
                    </a:moveTo>
                    <a:cubicBezTo>
                      <a:pt x="34578" y="1136"/>
                      <a:pt x="2636" y="38901"/>
                      <a:pt x="89" y="47144"/>
                    </a:cubicBezTo>
                    <a:cubicBezTo>
                      <a:pt x="-2460" y="55385"/>
                      <a:pt x="50534" y="6899"/>
                      <a:pt x="54103"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40" name="Google Shape;1540;p2"/>
              <p:cNvSpPr/>
              <p:nvPr/>
            </p:nvSpPr>
            <p:spPr>
              <a:xfrm>
                <a:off x="6781822" y="5288270"/>
                <a:ext cx="54102" cy="48083"/>
              </a:xfrm>
              <a:custGeom>
                <a:avLst/>
                <a:gdLst/>
                <a:ahLst/>
                <a:cxnLst/>
                <a:rect l="l" t="t" r="r" b="b"/>
                <a:pathLst>
                  <a:path w="54102" h="48083" extrusionOk="0">
                    <a:moveTo>
                      <a:pt x="54102" y="0"/>
                    </a:moveTo>
                    <a:cubicBezTo>
                      <a:pt x="34578" y="1139"/>
                      <a:pt x="2636" y="38901"/>
                      <a:pt x="89" y="47144"/>
                    </a:cubicBezTo>
                    <a:cubicBezTo>
                      <a:pt x="-2458" y="55385"/>
                      <a:pt x="50534" y="6899"/>
                      <a:pt x="54102"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41" name="Google Shape;1541;p2"/>
              <p:cNvSpPr/>
              <p:nvPr/>
            </p:nvSpPr>
            <p:spPr>
              <a:xfrm>
                <a:off x="6599662" y="5249518"/>
                <a:ext cx="45914" cy="38998"/>
              </a:xfrm>
              <a:custGeom>
                <a:avLst/>
                <a:gdLst/>
                <a:ahLst/>
                <a:cxnLst/>
                <a:rect l="l" t="t" r="r" b="b"/>
                <a:pathLst>
                  <a:path w="45914" h="38998" extrusionOk="0">
                    <a:moveTo>
                      <a:pt x="45914" y="0"/>
                    </a:moveTo>
                    <a:cubicBezTo>
                      <a:pt x="43605" y="4464"/>
                      <a:pt x="20595" y="26348"/>
                      <a:pt x="5335" y="38999"/>
                    </a:cubicBezTo>
                    <a:cubicBezTo>
                      <a:pt x="3530" y="37575"/>
                      <a:pt x="1751" y="36167"/>
                      <a:pt x="0" y="34774"/>
                    </a:cubicBezTo>
                    <a:cubicBezTo>
                      <a:pt x="11318" y="20668"/>
                      <a:pt x="31842" y="818"/>
                      <a:pt x="45914"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42" name="Google Shape;1542;p2"/>
              <p:cNvSpPr/>
              <p:nvPr/>
            </p:nvSpPr>
            <p:spPr>
              <a:xfrm>
                <a:off x="6270220" y="4690145"/>
                <a:ext cx="54102" cy="48083"/>
              </a:xfrm>
              <a:custGeom>
                <a:avLst/>
                <a:gdLst/>
                <a:ahLst/>
                <a:cxnLst/>
                <a:rect l="l" t="t" r="r" b="b"/>
                <a:pathLst>
                  <a:path w="54102" h="48083" extrusionOk="0">
                    <a:moveTo>
                      <a:pt x="54102" y="0"/>
                    </a:moveTo>
                    <a:cubicBezTo>
                      <a:pt x="34578" y="1136"/>
                      <a:pt x="2636" y="38901"/>
                      <a:pt x="89" y="47144"/>
                    </a:cubicBezTo>
                    <a:cubicBezTo>
                      <a:pt x="-2458" y="55385"/>
                      <a:pt x="50536" y="6899"/>
                      <a:pt x="54102"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43" name="Google Shape;1543;p2"/>
              <p:cNvSpPr/>
              <p:nvPr/>
            </p:nvSpPr>
            <p:spPr>
              <a:xfrm>
                <a:off x="6328645" y="4917764"/>
                <a:ext cx="28366" cy="22789"/>
              </a:xfrm>
              <a:custGeom>
                <a:avLst/>
                <a:gdLst/>
                <a:ahLst/>
                <a:cxnLst/>
                <a:rect l="l" t="t" r="r" b="b"/>
                <a:pathLst>
                  <a:path w="28366" h="22789" extrusionOk="0">
                    <a:moveTo>
                      <a:pt x="28367" y="553"/>
                    </a:moveTo>
                    <a:cubicBezTo>
                      <a:pt x="14072" y="-3562"/>
                      <a:pt x="-190" y="16445"/>
                      <a:pt x="2" y="21937"/>
                    </a:cubicBezTo>
                    <a:cubicBezTo>
                      <a:pt x="194" y="27428"/>
                      <a:pt x="27455" y="4785"/>
                      <a:pt x="28367" y="553"/>
                    </a:cubicBezTo>
                    <a:close/>
                  </a:path>
                </a:pathLst>
              </a:custGeom>
              <a:solidFill>
                <a:srgbClr val="FF974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44" name="Google Shape;1544;p2"/>
              <p:cNvSpPr/>
              <p:nvPr/>
            </p:nvSpPr>
            <p:spPr>
              <a:xfrm>
                <a:off x="6630468" y="5262164"/>
                <a:ext cx="28366" cy="22789"/>
              </a:xfrm>
              <a:custGeom>
                <a:avLst/>
                <a:gdLst/>
                <a:ahLst/>
                <a:cxnLst/>
                <a:rect l="l" t="t" r="r" b="b"/>
                <a:pathLst>
                  <a:path w="28366" h="22789" extrusionOk="0">
                    <a:moveTo>
                      <a:pt x="28367" y="553"/>
                    </a:moveTo>
                    <a:cubicBezTo>
                      <a:pt x="14072" y="-3562"/>
                      <a:pt x="-190" y="16445"/>
                      <a:pt x="2" y="21937"/>
                    </a:cubicBezTo>
                    <a:cubicBezTo>
                      <a:pt x="194" y="27428"/>
                      <a:pt x="27455" y="4785"/>
                      <a:pt x="28367" y="553"/>
                    </a:cubicBezTo>
                    <a:close/>
                  </a:path>
                </a:pathLst>
              </a:custGeom>
              <a:solidFill>
                <a:srgbClr val="FF974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45" name="Google Shape;1545;p2"/>
              <p:cNvSpPr/>
              <p:nvPr/>
            </p:nvSpPr>
            <p:spPr>
              <a:xfrm>
                <a:off x="6303397" y="5001914"/>
                <a:ext cx="41357" cy="41473"/>
              </a:xfrm>
              <a:custGeom>
                <a:avLst/>
                <a:gdLst/>
                <a:ahLst/>
                <a:cxnLst/>
                <a:rect l="l" t="t" r="r" b="b"/>
                <a:pathLst>
                  <a:path w="41357" h="41473" extrusionOk="0">
                    <a:moveTo>
                      <a:pt x="41357" y="0"/>
                    </a:moveTo>
                    <a:cubicBezTo>
                      <a:pt x="27934" y="3742"/>
                      <a:pt x="2619" y="34763"/>
                      <a:pt x="111" y="40864"/>
                    </a:cubicBezTo>
                    <a:cubicBezTo>
                      <a:pt x="-2394" y="46966"/>
                      <a:pt x="38280" y="5324"/>
                      <a:pt x="41357"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46" name="Google Shape;1546;p2"/>
              <p:cNvSpPr/>
              <p:nvPr/>
            </p:nvSpPr>
            <p:spPr>
              <a:xfrm>
                <a:off x="6417518" y="5126796"/>
                <a:ext cx="21099" cy="18733"/>
              </a:xfrm>
              <a:custGeom>
                <a:avLst/>
                <a:gdLst/>
                <a:ahLst/>
                <a:cxnLst/>
                <a:rect l="l" t="t" r="r" b="b"/>
                <a:pathLst>
                  <a:path w="21099" h="18733" extrusionOk="0">
                    <a:moveTo>
                      <a:pt x="4247" y="18734"/>
                    </a:moveTo>
                    <a:cubicBezTo>
                      <a:pt x="2837" y="17744"/>
                      <a:pt x="1422" y="16752"/>
                      <a:pt x="0" y="15755"/>
                    </a:cubicBezTo>
                    <a:cubicBezTo>
                      <a:pt x="7395" y="8232"/>
                      <a:pt x="15341" y="1607"/>
                      <a:pt x="21100" y="0"/>
                    </a:cubicBezTo>
                    <a:cubicBezTo>
                      <a:pt x="19856" y="2156"/>
                      <a:pt x="12454" y="10257"/>
                      <a:pt x="4247" y="18734"/>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47" name="Google Shape;1547;p2"/>
              <p:cNvSpPr/>
              <p:nvPr/>
            </p:nvSpPr>
            <p:spPr>
              <a:xfrm>
                <a:off x="6165448" y="4772253"/>
                <a:ext cx="41357" cy="41471"/>
              </a:xfrm>
              <a:custGeom>
                <a:avLst/>
                <a:gdLst/>
                <a:ahLst/>
                <a:cxnLst/>
                <a:rect l="l" t="t" r="r" b="b"/>
                <a:pathLst>
                  <a:path w="41357" h="41471" extrusionOk="0">
                    <a:moveTo>
                      <a:pt x="41357" y="0"/>
                    </a:moveTo>
                    <a:cubicBezTo>
                      <a:pt x="27934" y="3740"/>
                      <a:pt x="2619" y="34763"/>
                      <a:pt x="111" y="40862"/>
                    </a:cubicBezTo>
                    <a:cubicBezTo>
                      <a:pt x="-2394" y="46966"/>
                      <a:pt x="38280" y="5324"/>
                      <a:pt x="41357" y="0"/>
                    </a:cubicBezTo>
                    <a:close/>
                  </a:path>
                </a:pathLst>
              </a:custGeom>
              <a:solidFill>
                <a:srgbClr val="FF90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548" name="Google Shape;1548;p2"/>
              <p:cNvGrpSpPr/>
              <p:nvPr/>
            </p:nvGrpSpPr>
            <p:grpSpPr>
              <a:xfrm>
                <a:off x="6145121" y="4810613"/>
                <a:ext cx="844367" cy="704941"/>
                <a:chOff x="6145121" y="4810613"/>
                <a:chExt cx="844367" cy="704941"/>
              </a:xfrm>
            </p:grpSpPr>
            <p:sp>
              <p:nvSpPr>
                <p:cNvPr id="1549" name="Google Shape;1549;p2"/>
                <p:cNvSpPr/>
                <p:nvPr/>
              </p:nvSpPr>
              <p:spPr>
                <a:xfrm>
                  <a:off x="6162411" y="4810613"/>
                  <a:ext cx="2286" cy="2286"/>
                </a:xfrm>
                <a:custGeom>
                  <a:avLst/>
                  <a:gdLst/>
                  <a:ahLst/>
                  <a:cxnLst/>
                  <a:rect l="l" t="t" r="r" b="b"/>
                  <a:pathLst>
                    <a:path w="2286" h="2286" extrusionOk="0">
                      <a:moveTo>
                        <a:pt x="0" y="0"/>
                      </a:moveTo>
                      <a:lnTo>
                        <a:pt x="0" y="0"/>
                      </a:lnTo>
                      <a:lnTo>
                        <a:pt x="0" y="0"/>
                      </a:lnTo>
                      <a:close/>
                    </a:path>
                  </a:pathLst>
                </a:custGeom>
                <a:solidFill>
                  <a:srgbClr val="F7EDE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50" name="Google Shape;1550;p2"/>
                <p:cNvSpPr/>
                <p:nvPr/>
              </p:nvSpPr>
              <p:spPr>
                <a:xfrm>
                  <a:off x="6145121" y="4819894"/>
                  <a:ext cx="844367" cy="695660"/>
                </a:xfrm>
                <a:custGeom>
                  <a:avLst/>
                  <a:gdLst/>
                  <a:ahLst/>
                  <a:cxnLst/>
                  <a:rect l="l" t="t" r="r" b="b"/>
                  <a:pathLst>
                    <a:path w="844367" h="695660" extrusionOk="0">
                      <a:moveTo>
                        <a:pt x="12488" y="0"/>
                      </a:moveTo>
                      <a:cubicBezTo>
                        <a:pt x="-7302" y="70935"/>
                        <a:pt x="271926" y="244757"/>
                        <a:pt x="317022" y="278425"/>
                      </a:cubicBezTo>
                      <a:cubicBezTo>
                        <a:pt x="364232" y="313673"/>
                        <a:pt x="367273" y="357855"/>
                        <a:pt x="486259" y="435172"/>
                      </a:cubicBezTo>
                      <a:cubicBezTo>
                        <a:pt x="605243" y="512489"/>
                        <a:pt x="816787" y="725835"/>
                        <a:pt x="841714" y="663072"/>
                      </a:cubicBezTo>
                      <a:cubicBezTo>
                        <a:pt x="844365" y="672614"/>
                        <a:pt x="845127" y="680657"/>
                        <a:pt x="843556" y="686769"/>
                      </a:cubicBezTo>
                      <a:cubicBezTo>
                        <a:pt x="827934" y="747524"/>
                        <a:pt x="461573" y="479264"/>
                        <a:pt x="399279" y="417239"/>
                      </a:cubicBezTo>
                      <a:cubicBezTo>
                        <a:pt x="336983" y="355212"/>
                        <a:pt x="51274" y="195935"/>
                        <a:pt x="4276" y="72596"/>
                      </a:cubicBezTo>
                      <a:cubicBezTo>
                        <a:pt x="-4015" y="50841"/>
                        <a:pt x="299" y="25404"/>
                        <a:pt x="12488" y="0"/>
                      </a:cubicBezTo>
                      <a:close/>
                    </a:path>
                  </a:pathLst>
                </a:custGeom>
                <a:solidFill>
                  <a:srgbClr val="F7EDE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551" name="Google Shape;1551;p2"/>
              <p:cNvSpPr/>
              <p:nvPr/>
            </p:nvSpPr>
            <p:spPr>
              <a:xfrm>
                <a:off x="6213051" y="4687633"/>
                <a:ext cx="762867" cy="767324"/>
              </a:xfrm>
              <a:custGeom>
                <a:avLst/>
                <a:gdLst/>
                <a:ahLst/>
                <a:cxnLst/>
                <a:rect l="l" t="t" r="r" b="b"/>
                <a:pathLst>
                  <a:path w="762867" h="767324" extrusionOk="0">
                    <a:moveTo>
                      <a:pt x="1554" y="60697"/>
                    </a:moveTo>
                    <a:lnTo>
                      <a:pt x="0" y="59888"/>
                    </a:lnTo>
                    <a:cubicBezTo>
                      <a:pt x="38636" y="23888"/>
                      <a:pt x="86013" y="-1747"/>
                      <a:pt x="120372" y="93"/>
                    </a:cubicBezTo>
                    <a:cubicBezTo>
                      <a:pt x="196015" y="4144"/>
                      <a:pt x="300417" y="116014"/>
                      <a:pt x="361618" y="208624"/>
                    </a:cubicBezTo>
                    <a:cubicBezTo>
                      <a:pt x="422818" y="301233"/>
                      <a:pt x="544091" y="453656"/>
                      <a:pt x="560388" y="480439"/>
                    </a:cubicBezTo>
                    <a:cubicBezTo>
                      <a:pt x="573619" y="502186"/>
                      <a:pt x="717562" y="671784"/>
                      <a:pt x="762868" y="767325"/>
                    </a:cubicBezTo>
                    <a:cubicBezTo>
                      <a:pt x="652877" y="569522"/>
                      <a:pt x="399273" y="381887"/>
                      <a:pt x="280254" y="288858"/>
                    </a:cubicBezTo>
                    <a:cubicBezTo>
                      <a:pt x="161232" y="195825"/>
                      <a:pt x="83208" y="6517"/>
                      <a:pt x="1554" y="60697"/>
                    </a:cubicBezTo>
                    <a:close/>
                  </a:path>
                </a:pathLst>
              </a:custGeom>
              <a:solidFill>
                <a:srgbClr val="FCF6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52" name="Google Shape;1552;p2"/>
              <p:cNvSpPr/>
              <p:nvPr/>
            </p:nvSpPr>
            <p:spPr>
              <a:xfrm>
                <a:off x="6145122" y="4771776"/>
                <a:ext cx="762385" cy="720323"/>
              </a:xfrm>
              <a:custGeom>
                <a:avLst/>
                <a:gdLst/>
                <a:ahLst/>
                <a:cxnLst/>
                <a:rect l="l" t="t" r="r" b="b"/>
                <a:pathLst>
                  <a:path w="762385" h="720323" extrusionOk="0">
                    <a:moveTo>
                      <a:pt x="762386" y="720323"/>
                    </a:moveTo>
                    <a:cubicBezTo>
                      <a:pt x="646696" y="661649"/>
                      <a:pt x="444138" y="510022"/>
                      <a:pt x="399278" y="465354"/>
                    </a:cubicBezTo>
                    <a:cubicBezTo>
                      <a:pt x="336982" y="403328"/>
                      <a:pt x="51273" y="244051"/>
                      <a:pt x="4275" y="120712"/>
                    </a:cubicBezTo>
                    <a:cubicBezTo>
                      <a:pt x="-9315" y="85049"/>
                      <a:pt x="10969" y="39484"/>
                      <a:pt x="44308" y="386"/>
                    </a:cubicBezTo>
                    <a:cubicBezTo>
                      <a:pt x="45487" y="135"/>
                      <a:pt x="46141" y="0"/>
                      <a:pt x="46141" y="0"/>
                    </a:cubicBezTo>
                    <a:cubicBezTo>
                      <a:pt x="1210" y="47368"/>
                      <a:pt x="299466" y="381570"/>
                      <a:pt x="399767" y="446163"/>
                    </a:cubicBezTo>
                    <a:cubicBezTo>
                      <a:pt x="496863" y="508692"/>
                      <a:pt x="684623" y="679118"/>
                      <a:pt x="762386" y="720323"/>
                    </a:cubicBezTo>
                    <a:close/>
                  </a:path>
                </a:pathLst>
              </a:custGeom>
              <a:solidFill>
                <a:srgbClr val="F7EDE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53" name="Google Shape;1553;p2"/>
              <p:cNvSpPr/>
              <p:nvPr/>
            </p:nvSpPr>
            <p:spPr>
              <a:xfrm>
                <a:off x="6292256" y="4687632"/>
                <a:ext cx="697233" cy="827924"/>
              </a:xfrm>
              <a:custGeom>
                <a:avLst/>
                <a:gdLst/>
                <a:ahLst/>
                <a:cxnLst/>
                <a:rect l="l" t="t" r="r" b="b"/>
                <a:pathLst>
                  <a:path w="697233" h="827924" extrusionOk="0">
                    <a:moveTo>
                      <a:pt x="502113" y="737122"/>
                    </a:moveTo>
                    <a:cubicBezTo>
                      <a:pt x="747444" y="839857"/>
                      <a:pt x="590085" y="762444"/>
                      <a:pt x="580589" y="704779"/>
                    </a:cubicBezTo>
                    <a:cubicBezTo>
                      <a:pt x="571093" y="647115"/>
                      <a:pt x="455860" y="515140"/>
                      <a:pt x="328969" y="335545"/>
                    </a:cubicBezTo>
                    <a:cubicBezTo>
                      <a:pt x="202078" y="155950"/>
                      <a:pt x="52157" y="7883"/>
                      <a:pt x="0" y="7995"/>
                    </a:cubicBezTo>
                    <a:cubicBezTo>
                      <a:pt x="14731" y="2333"/>
                      <a:pt x="28792" y="-568"/>
                      <a:pt x="41164" y="93"/>
                    </a:cubicBezTo>
                    <a:cubicBezTo>
                      <a:pt x="116808" y="4143"/>
                      <a:pt x="221209" y="116013"/>
                      <a:pt x="282410" y="208624"/>
                    </a:cubicBezTo>
                    <a:cubicBezTo>
                      <a:pt x="343611" y="301232"/>
                      <a:pt x="464883" y="453656"/>
                      <a:pt x="481180" y="480438"/>
                    </a:cubicBezTo>
                    <a:cubicBezTo>
                      <a:pt x="497475" y="507221"/>
                      <a:pt x="712043" y="758279"/>
                      <a:pt x="696421" y="819034"/>
                    </a:cubicBezTo>
                    <a:cubicBezTo>
                      <a:pt x="688874" y="848375"/>
                      <a:pt x="599515" y="800970"/>
                      <a:pt x="502113" y="737122"/>
                    </a:cubicBezTo>
                    <a:cubicBezTo>
                      <a:pt x="502113" y="737122"/>
                      <a:pt x="502113" y="737122"/>
                      <a:pt x="502113" y="737122"/>
                    </a:cubicBezTo>
                    <a:close/>
                  </a:path>
                </a:pathLst>
              </a:custGeom>
              <a:solidFill>
                <a:srgbClr val="FCF6F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54" name="Google Shape;1554;p2"/>
              <p:cNvSpPr/>
              <p:nvPr/>
            </p:nvSpPr>
            <p:spPr>
              <a:xfrm>
                <a:off x="6163242" y="4699113"/>
                <a:ext cx="205112" cy="213287"/>
              </a:xfrm>
              <a:custGeom>
                <a:avLst/>
                <a:gdLst/>
                <a:ahLst/>
                <a:cxnLst/>
                <a:rect l="l" t="t" r="r" b="b"/>
                <a:pathLst>
                  <a:path w="205112" h="213287" extrusionOk="0">
                    <a:moveTo>
                      <a:pt x="109407" y="83098"/>
                    </a:moveTo>
                    <a:cubicBezTo>
                      <a:pt x="164546" y="57936"/>
                      <a:pt x="240512" y="6734"/>
                      <a:pt x="186727" y="205"/>
                    </a:cubicBezTo>
                    <a:cubicBezTo>
                      <a:pt x="132942" y="-6326"/>
                      <a:pt x="-334" y="144996"/>
                      <a:pt x="292" y="172894"/>
                    </a:cubicBezTo>
                    <a:cubicBezTo>
                      <a:pt x="918" y="200793"/>
                      <a:pt x="-6717" y="236829"/>
                      <a:pt x="28641" y="192373"/>
                    </a:cubicBezTo>
                    <a:cubicBezTo>
                      <a:pt x="63998" y="147917"/>
                      <a:pt x="90285" y="91824"/>
                      <a:pt x="109407" y="83098"/>
                    </a:cubicBezTo>
                    <a:close/>
                  </a:path>
                </a:pathLst>
              </a:custGeom>
              <a:solidFill>
                <a:srgbClr val="0D0D0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555" name="Google Shape;1555;p2"/>
            <p:cNvGrpSpPr/>
            <p:nvPr/>
          </p:nvGrpSpPr>
          <p:grpSpPr>
            <a:xfrm>
              <a:off x="8030452" y="4716524"/>
              <a:ext cx="776729" cy="585562"/>
              <a:chOff x="8030452" y="4716524"/>
              <a:chExt cx="776729" cy="585562"/>
            </a:xfrm>
          </p:grpSpPr>
          <p:grpSp>
            <p:nvGrpSpPr>
              <p:cNvPr id="1556" name="Google Shape;1556;p2"/>
              <p:cNvGrpSpPr/>
              <p:nvPr/>
            </p:nvGrpSpPr>
            <p:grpSpPr>
              <a:xfrm>
                <a:off x="8030452" y="4967018"/>
                <a:ext cx="317157" cy="335068"/>
                <a:chOff x="8030452" y="4967018"/>
                <a:chExt cx="317157" cy="335068"/>
              </a:xfrm>
            </p:grpSpPr>
            <p:sp>
              <p:nvSpPr>
                <p:cNvPr id="1557" name="Google Shape;1557;p2"/>
                <p:cNvSpPr/>
                <p:nvPr/>
              </p:nvSpPr>
              <p:spPr>
                <a:xfrm>
                  <a:off x="8030452" y="4967018"/>
                  <a:ext cx="317156" cy="335068"/>
                </a:xfrm>
                <a:custGeom>
                  <a:avLst/>
                  <a:gdLst/>
                  <a:ahLst/>
                  <a:cxnLst/>
                  <a:rect l="l" t="t" r="r" b="b"/>
                  <a:pathLst>
                    <a:path w="317156" h="335068" extrusionOk="0">
                      <a:moveTo>
                        <a:pt x="127485" y="0"/>
                      </a:moveTo>
                      <a:cubicBezTo>
                        <a:pt x="84739" y="29369"/>
                        <a:pt x="-40353" y="176939"/>
                        <a:pt x="13036" y="278097"/>
                      </a:cubicBezTo>
                      <a:cubicBezTo>
                        <a:pt x="53946" y="355610"/>
                        <a:pt x="260729" y="364669"/>
                        <a:pt x="309738" y="238057"/>
                      </a:cubicBezTo>
                      <a:cubicBezTo>
                        <a:pt x="357463" y="114771"/>
                        <a:pt x="160561" y="15963"/>
                        <a:pt x="127485" y="0"/>
                      </a:cubicBezTo>
                      <a:close/>
                    </a:path>
                  </a:pathLst>
                </a:custGeom>
                <a:solidFill>
                  <a:srgbClr val="B36B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58" name="Google Shape;1558;p2"/>
                <p:cNvSpPr/>
                <p:nvPr/>
              </p:nvSpPr>
              <p:spPr>
                <a:xfrm>
                  <a:off x="8067864" y="5033155"/>
                  <a:ext cx="56241" cy="199108"/>
                </a:xfrm>
                <a:custGeom>
                  <a:avLst/>
                  <a:gdLst/>
                  <a:ahLst/>
                  <a:cxnLst/>
                  <a:rect l="l" t="t" r="r" b="b"/>
                  <a:pathLst>
                    <a:path w="56241" h="199108" extrusionOk="0">
                      <a:moveTo>
                        <a:pt x="56242" y="0"/>
                      </a:moveTo>
                      <a:cubicBezTo>
                        <a:pt x="996" y="90187"/>
                        <a:pt x="-195" y="157194"/>
                        <a:pt x="10494" y="199108"/>
                      </a:cubicBezTo>
                      <a:cubicBezTo>
                        <a:pt x="-7840" y="178699"/>
                        <a:pt x="-7597" y="90107"/>
                        <a:pt x="56242" y="0"/>
                      </a:cubicBezTo>
                      <a:close/>
                    </a:path>
                  </a:pathLst>
                </a:custGeom>
                <a:solidFill>
                  <a:srgbClr val="D4CB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59" name="Google Shape;1559;p2"/>
                <p:cNvSpPr/>
                <p:nvPr/>
              </p:nvSpPr>
              <p:spPr>
                <a:xfrm>
                  <a:off x="8150296" y="5058813"/>
                  <a:ext cx="8958" cy="160374"/>
                </a:xfrm>
                <a:custGeom>
                  <a:avLst/>
                  <a:gdLst/>
                  <a:ahLst/>
                  <a:cxnLst/>
                  <a:rect l="l" t="t" r="r" b="b"/>
                  <a:pathLst>
                    <a:path w="8958" h="160374" extrusionOk="0">
                      <a:moveTo>
                        <a:pt x="2406" y="0"/>
                      </a:moveTo>
                      <a:cubicBezTo>
                        <a:pt x="2406" y="0"/>
                        <a:pt x="-1819" y="147936"/>
                        <a:pt x="929" y="160374"/>
                      </a:cubicBezTo>
                      <a:cubicBezTo>
                        <a:pt x="18090" y="79955"/>
                        <a:pt x="2406" y="0"/>
                        <a:pt x="2406" y="0"/>
                      </a:cubicBezTo>
                      <a:close/>
                    </a:path>
                  </a:pathLst>
                </a:custGeom>
                <a:solidFill>
                  <a:srgbClr val="D4CB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60" name="Google Shape;1560;p2"/>
                <p:cNvSpPr/>
                <p:nvPr/>
              </p:nvSpPr>
              <p:spPr>
                <a:xfrm>
                  <a:off x="8199404" y="5046258"/>
                  <a:ext cx="36271" cy="157825"/>
                </a:xfrm>
                <a:custGeom>
                  <a:avLst/>
                  <a:gdLst/>
                  <a:ahLst/>
                  <a:cxnLst/>
                  <a:rect l="l" t="t" r="r" b="b"/>
                  <a:pathLst>
                    <a:path w="36271" h="157825" extrusionOk="0">
                      <a:moveTo>
                        <a:pt x="0" y="0"/>
                      </a:moveTo>
                      <a:cubicBezTo>
                        <a:pt x="0" y="0"/>
                        <a:pt x="33682" y="116017"/>
                        <a:pt x="32916" y="157826"/>
                      </a:cubicBezTo>
                      <a:cubicBezTo>
                        <a:pt x="49364" y="113489"/>
                        <a:pt x="0" y="0"/>
                        <a:pt x="0" y="0"/>
                      </a:cubicBezTo>
                      <a:close/>
                    </a:path>
                  </a:pathLst>
                </a:custGeom>
                <a:solidFill>
                  <a:srgbClr val="D4CB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61" name="Google Shape;1561;p2"/>
                <p:cNvSpPr/>
                <p:nvPr/>
              </p:nvSpPr>
              <p:spPr>
                <a:xfrm>
                  <a:off x="8236696" y="5039919"/>
                  <a:ext cx="71885" cy="156849"/>
                </a:xfrm>
                <a:custGeom>
                  <a:avLst/>
                  <a:gdLst/>
                  <a:ahLst/>
                  <a:cxnLst/>
                  <a:rect l="l" t="t" r="r" b="b"/>
                  <a:pathLst>
                    <a:path w="71885" h="156849" extrusionOk="0">
                      <a:moveTo>
                        <a:pt x="0" y="0"/>
                      </a:moveTo>
                      <a:cubicBezTo>
                        <a:pt x="0" y="0"/>
                        <a:pt x="88946" y="72671"/>
                        <a:pt x="58352" y="156849"/>
                      </a:cubicBezTo>
                      <a:cubicBezTo>
                        <a:pt x="83597" y="128123"/>
                        <a:pt x="78485" y="61249"/>
                        <a:pt x="0" y="0"/>
                      </a:cubicBezTo>
                      <a:close/>
                    </a:path>
                  </a:pathLst>
                </a:custGeom>
                <a:solidFill>
                  <a:srgbClr val="D4CB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62" name="Google Shape;1562;p2"/>
                <p:cNvSpPr/>
                <p:nvPr/>
              </p:nvSpPr>
              <p:spPr>
                <a:xfrm>
                  <a:off x="8101705" y="4967018"/>
                  <a:ext cx="152470" cy="79055"/>
                </a:xfrm>
                <a:custGeom>
                  <a:avLst/>
                  <a:gdLst/>
                  <a:ahLst/>
                  <a:cxnLst/>
                  <a:rect l="l" t="t" r="r" b="b"/>
                  <a:pathLst>
                    <a:path w="152470" h="79055" extrusionOk="0">
                      <a:moveTo>
                        <a:pt x="56232" y="0"/>
                      </a:moveTo>
                      <a:cubicBezTo>
                        <a:pt x="43926" y="8454"/>
                        <a:pt x="24797" y="26705"/>
                        <a:pt x="5066" y="50822"/>
                      </a:cubicBezTo>
                      <a:lnTo>
                        <a:pt x="5066" y="50822"/>
                      </a:lnTo>
                      <a:cubicBezTo>
                        <a:pt x="-15759" y="90731"/>
                        <a:pt x="33511" y="20666"/>
                        <a:pt x="46500" y="20277"/>
                      </a:cubicBezTo>
                      <a:cubicBezTo>
                        <a:pt x="59487" y="19888"/>
                        <a:pt x="25243" y="89328"/>
                        <a:pt x="40115" y="77754"/>
                      </a:cubicBezTo>
                      <a:cubicBezTo>
                        <a:pt x="54988" y="66180"/>
                        <a:pt x="51662" y="40181"/>
                        <a:pt x="62152" y="34676"/>
                      </a:cubicBezTo>
                      <a:cubicBezTo>
                        <a:pt x="72641" y="29172"/>
                        <a:pt x="82861" y="80438"/>
                        <a:pt x="97981" y="69629"/>
                      </a:cubicBezTo>
                      <a:cubicBezTo>
                        <a:pt x="113101" y="58821"/>
                        <a:pt x="68562" y="29645"/>
                        <a:pt x="80795" y="28228"/>
                      </a:cubicBezTo>
                      <a:cubicBezTo>
                        <a:pt x="93027" y="26813"/>
                        <a:pt x="152459" y="58199"/>
                        <a:pt x="152470" y="58204"/>
                      </a:cubicBezTo>
                      <a:cubicBezTo>
                        <a:pt x="111631" y="27384"/>
                        <a:pt x="69916" y="6605"/>
                        <a:pt x="56232" y="0"/>
                      </a:cubicBezTo>
                      <a:close/>
                    </a:path>
                  </a:pathLst>
                </a:custGeom>
                <a:solidFill>
                  <a:srgbClr val="CF8A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63" name="Google Shape;1563;p2"/>
                <p:cNvSpPr/>
                <p:nvPr/>
              </p:nvSpPr>
              <p:spPr>
                <a:xfrm>
                  <a:off x="8054744" y="5213146"/>
                  <a:ext cx="271018" cy="88940"/>
                </a:xfrm>
                <a:custGeom>
                  <a:avLst/>
                  <a:gdLst/>
                  <a:ahLst/>
                  <a:cxnLst/>
                  <a:rect l="l" t="t" r="r" b="b"/>
                  <a:pathLst>
                    <a:path w="271018" h="88940" extrusionOk="0">
                      <a:moveTo>
                        <a:pt x="96684" y="29162"/>
                      </a:moveTo>
                      <a:cubicBezTo>
                        <a:pt x="71597" y="40786"/>
                        <a:pt x="67023" y="32692"/>
                        <a:pt x="47197" y="29263"/>
                      </a:cubicBezTo>
                      <a:cubicBezTo>
                        <a:pt x="27370" y="25834"/>
                        <a:pt x="17367" y="34143"/>
                        <a:pt x="0" y="47574"/>
                      </a:cubicBezTo>
                      <a:cubicBezTo>
                        <a:pt x="53540" y="104760"/>
                        <a:pt x="209932" y="109104"/>
                        <a:pt x="271019" y="19451"/>
                      </a:cubicBezTo>
                      <a:cubicBezTo>
                        <a:pt x="256473" y="-17520"/>
                        <a:pt x="222446" y="9318"/>
                        <a:pt x="188087" y="10701"/>
                      </a:cubicBezTo>
                      <a:cubicBezTo>
                        <a:pt x="153324" y="12099"/>
                        <a:pt x="121771" y="17538"/>
                        <a:pt x="96684" y="29162"/>
                      </a:cubicBezTo>
                      <a:close/>
                    </a:path>
                  </a:pathLst>
                </a:custGeom>
                <a:solidFill>
                  <a:srgbClr val="8C53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64" name="Google Shape;1564;p2"/>
                <p:cNvSpPr/>
                <p:nvPr/>
              </p:nvSpPr>
              <p:spPr>
                <a:xfrm>
                  <a:off x="8056952" y="5223708"/>
                  <a:ext cx="266815" cy="78376"/>
                </a:xfrm>
                <a:custGeom>
                  <a:avLst/>
                  <a:gdLst/>
                  <a:ahLst/>
                  <a:cxnLst/>
                  <a:rect l="l" t="t" r="r" b="b"/>
                  <a:pathLst>
                    <a:path w="266815" h="78376" extrusionOk="0">
                      <a:moveTo>
                        <a:pt x="266815" y="11735"/>
                      </a:moveTo>
                      <a:cubicBezTo>
                        <a:pt x="242954" y="-10910"/>
                        <a:pt x="186913" y="5384"/>
                        <a:pt x="147794" y="9908"/>
                      </a:cubicBezTo>
                      <a:cubicBezTo>
                        <a:pt x="108036" y="14507"/>
                        <a:pt x="93013" y="28880"/>
                        <a:pt x="68598" y="25981"/>
                      </a:cubicBezTo>
                      <a:cubicBezTo>
                        <a:pt x="44186" y="23082"/>
                        <a:pt x="17492" y="19020"/>
                        <a:pt x="0" y="39278"/>
                      </a:cubicBezTo>
                      <a:lnTo>
                        <a:pt x="0" y="39278"/>
                      </a:lnTo>
                      <a:cubicBezTo>
                        <a:pt x="54903" y="93699"/>
                        <a:pt x="205230" y="97265"/>
                        <a:pt x="266815" y="11735"/>
                      </a:cubicBezTo>
                      <a:close/>
                    </a:path>
                  </a:pathLst>
                </a:custGeom>
                <a:solidFill>
                  <a:srgbClr val="CF8A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65" name="Google Shape;1565;p2"/>
                <p:cNvSpPr/>
                <p:nvPr/>
              </p:nvSpPr>
              <p:spPr>
                <a:xfrm>
                  <a:off x="8157934" y="4967018"/>
                  <a:ext cx="189672" cy="334679"/>
                </a:xfrm>
                <a:custGeom>
                  <a:avLst/>
                  <a:gdLst/>
                  <a:ahLst/>
                  <a:cxnLst/>
                  <a:rect l="l" t="t" r="r" b="b"/>
                  <a:pathLst>
                    <a:path w="189672" h="334679" extrusionOk="0">
                      <a:moveTo>
                        <a:pt x="29892" y="334680"/>
                      </a:moveTo>
                      <a:cubicBezTo>
                        <a:pt x="93141" y="331052"/>
                        <a:pt x="157624" y="301693"/>
                        <a:pt x="182256" y="238057"/>
                      </a:cubicBezTo>
                      <a:cubicBezTo>
                        <a:pt x="229978" y="114769"/>
                        <a:pt x="33076" y="15961"/>
                        <a:pt x="0" y="0"/>
                      </a:cubicBezTo>
                      <a:cubicBezTo>
                        <a:pt x="2" y="0"/>
                        <a:pt x="72695" y="179152"/>
                        <a:pt x="29892" y="334680"/>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66" name="Google Shape;1566;p2"/>
                <p:cNvSpPr/>
                <p:nvPr/>
              </p:nvSpPr>
              <p:spPr>
                <a:xfrm>
                  <a:off x="8157936" y="4967018"/>
                  <a:ext cx="189673" cy="333042"/>
                </a:xfrm>
                <a:custGeom>
                  <a:avLst/>
                  <a:gdLst/>
                  <a:ahLst/>
                  <a:cxnLst/>
                  <a:rect l="l" t="t" r="r" b="b"/>
                  <a:pathLst>
                    <a:path w="189673" h="333042" extrusionOk="0">
                      <a:moveTo>
                        <a:pt x="47153" y="333043"/>
                      </a:moveTo>
                      <a:lnTo>
                        <a:pt x="47153" y="333043"/>
                      </a:lnTo>
                      <a:cubicBezTo>
                        <a:pt x="104543" y="325424"/>
                        <a:pt x="159865" y="295903"/>
                        <a:pt x="182256" y="238057"/>
                      </a:cubicBezTo>
                      <a:cubicBezTo>
                        <a:pt x="229979" y="114769"/>
                        <a:pt x="33076" y="15961"/>
                        <a:pt x="0" y="0"/>
                      </a:cubicBezTo>
                      <a:cubicBezTo>
                        <a:pt x="0" y="0"/>
                        <a:pt x="204108" y="145838"/>
                        <a:pt x="47153" y="333043"/>
                      </a:cubicBezTo>
                      <a:close/>
                    </a:path>
                  </a:pathLst>
                </a:custGeom>
                <a:solidFill>
                  <a:srgbClr val="DED5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67" name="Google Shape;1567;p2"/>
                <p:cNvSpPr/>
                <p:nvPr/>
              </p:nvSpPr>
              <p:spPr>
                <a:xfrm>
                  <a:off x="8040428" y="5036660"/>
                  <a:ext cx="107125" cy="206628"/>
                </a:xfrm>
                <a:custGeom>
                  <a:avLst/>
                  <a:gdLst/>
                  <a:ahLst/>
                  <a:cxnLst/>
                  <a:rect l="l" t="t" r="r" b="b"/>
                  <a:pathLst>
                    <a:path w="107125" h="206628" extrusionOk="0">
                      <a:moveTo>
                        <a:pt x="47262" y="25182"/>
                      </a:moveTo>
                      <a:cubicBezTo>
                        <a:pt x="-8907" y="101274"/>
                        <a:pt x="-6015" y="184802"/>
                        <a:pt x="10243" y="202539"/>
                      </a:cubicBezTo>
                      <a:cubicBezTo>
                        <a:pt x="26501" y="220278"/>
                        <a:pt x="35002" y="174136"/>
                        <a:pt x="76150" y="181192"/>
                      </a:cubicBezTo>
                      <a:cubicBezTo>
                        <a:pt x="117300" y="188249"/>
                        <a:pt x="126406" y="-82034"/>
                        <a:pt x="47262" y="25182"/>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568" name="Google Shape;1568;p2"/>
              <p:cNvGrpSpPr/>
              <p:nvPr/>
            </p:nvGrpSpPr>
            <p:grpSpPr>
              <a:xfrm>
                <a:off x="8571464" y="4959691"/>
                <a:ext cx="235717" cy="248896"/>
                <a:chOff x="8571464" y="4959691"/>
                <a:chExt cx="235717" cy="248896"/>
              </a:xfrm>
            </p:grpSpPr>
            <p:sp>
              <p:nvSpPr>
                <p:cNvPr id="1569" name="Google Shape;1569;p2"/>
                <p:cNvSpPr/>
                <p:nvPr/>
              </p:nvSpPr>
              <p:spPr>
                <a:xfrm>
                  <a:off x="8571464" y="4959691"/>
                  <a:ext cx="235717" cy="248896"/>
                </a:xfrm>
                <a:custGeom>
                  <a:avLst/>
                  <a:gdLst/>
                  <a:ahLst/>
                  <a:cxnLst/>
                  <a:rect l="l" t="t" r="r" b="b"/>
                  <a:pathLst>
                    <a:path w="235717" h="248896" extrusionOk="0">
                      <a:moveTo>
                        <a:pt x="137700" y="248896"/>
                      </a:moveTo>
                      <a:cubicBezTo>
                        <a:pt x="169864" y="227759"/>
                        <a:pt x="264932" y="120180"/>
                        <a:pt x="226865" y="44308"/>
                      </a:cubicBezTo>
                      <a:cubicBezTo>
                        <a:pt x="197696" y="-13829"/>
                        <a:pt x="44410" y="-23712"/>
                        <a:pt x="6111" y="69481"/>
                      </a:cubicBezTo>
                      <a:cubicBezTo>
                        <a:pt x="-31181" y="160226"/>
                        <a:pt x="113402" y="236547"/>
                        <a:pt x="137700" y="248896"/>
                      </a:cubicBezTo>
                      <a:close/>
                    </a:path>
                  </a:pathLst>
                </a:custGeom>
                <a:solidFill>
                  <a:srgbClr val="B36B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70" name="Google Shape;1570;p2"/>
                <p:cNvSpPr/>
                <p:nvPr/>
              </p:nvSpPr>
              <p:spPr>
                <a:xfrm>
                  <a:off x="8735277" y="5013003"/>
                  <a:ext cx="44136" cy="147031"/>
                </a:xfrm>
                <a:custGeom>
                  <a:avLst/>
                  <a:gdLst/>
                  <a:ahLst/>
                  <a:cxnLst/>
                  <a:rect l="l" t="t" r="r" b="b"/>
                  <a:pathLst>
                    <a:path w="44136" h="147031" extrusionOk="0">
                      <a:moveTo>
                        <a:pt x="0" y="147031"/>
                      </a:moveTo>
                      <a:cubicBezTo>
                        <a:pt x="42369" y="80961"/>
                        <a:pt x="44275" y="31261"/>
                        <a:pt x="36985" y="0"/>
                      </a:cubicBezTo>
                      <a:cubicBezTo>
                        <a:pt x="50276" y="15422"/>
                        <a:pt x="48742" y="81151"/>
                        <a:pt x="0" y="147031"/>
                      </a:cubicBezTo>
                      <a:close/>
                    </a:path>
                  </a:pathLst>
                </a:custGeom>
                <a:solidFill>
                  <a:srgbClr val="D4CB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71" name="Google Shape;1571;p2"/>
                <p:cNvSpPr/>
                <p:nvPr/>
              </p:nvSpPr>
              <p:spPr>
                <a:xfrm>
                  <a:off x="8710718" y="5021592"/>
                  <a:ext cx="7666" cy="118967"/>
                </a:xfrm>
                <a:custGeom>
                  <a:avLst/>
                  <a:gdLst/>
                  <a:ahLst/>
                  <a:cxnLst/>
                  <a:rect l="l" t="t" r="r" b="b"/>
                  <a:pathLst>
                    <a:path w="7666" h="118967" extrusionOk="0">
                      <a:moveTo>
                        <a:pt x="3734" y="118968"/>
                      </a:moveTo>
                      <a:cubicBezTo>
                        <a:pt x="3734" y="118968"/>
                        <a:pt x="9131" y="9270"/>
                        <a:pt x="7279" y="0"/>
                      </a:cubicBezTo>
                      <a:cubicBezTo>
                        <a:pt x="-6682" y="59404"/>
                        <a:pt x="3734" y="118968"/>
                        <a:pt x="3734" y="118968"/>
                      </a:cubicBezTo>
                      <a:close/>
                    </a:path>
                  </a:pathLst>
                </a:custGeom>
                <a:solidFill>
                  <a:srgbClr val="D4CB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72" name="Google Shape;1572;p2"/>
                <p:cNvSpPr/>
                <p:nvPr/>
              </p:nvSpPr>
              <p:spPr>
                <a:xfrm>
                  <a:off x="8654744" y="5031557"/>
                  <a:ext cx="24864" cy="117603"/>
                </a:xfrm>
                <a:custGeom>
                  <a:avLst/>
                  <a:gdLst/>
                  <a:ahLst/>
                  <a:cxnLst/>
                  <a:rect l="l" t="t" r="r" b="b"/>
                  <a:pathLst>
                    <a:path w="24864" h="117603" extrusionOk="0">
                      <a:moveTo>
                        <a:pt x="24864" y="117603"/>
                      </a:moveTo>
                      <a:cubicBezTo>
                        <a:pt x="24864" y="117603"/>
                        <a:pt x="1645" y="31008"/>
                        <a:pt x="2855" y="0"/>
                      </a:cubicBezTo>
                      <a:cubicBezTo>
                        <a:pt x="-10027" y="32646"/>
                        <a:pt x="24864" y="117603"/>
                        <a:pt x="24864" y="117603"/>
                      </a:cubicBezTo>
                      <a:close/>
                    </a:path>
                  </a:pathLst>
                </a:custGeom>
                <a:solidFill>
                  <a:srgbClr val="D4CB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73" name="Google Shape;1573;p2"/>
                <p:cNvSpPr/>
                <p:nvPr/>
              </p:nvSpPr>
              <p:spPr>
                <a:xfrm>
                  <a:off x="8600276" y="5036028"/>
                  <a:ext cx="51566" cy="117267"/>
                </a:xfrm>
                <a:custGeom>
                  <a:avLst/>
                  <a:gdLst/>
                  <a:ahLst/>
                  <a:cxnLst/>
                  <a:rect l="l" t="t" r="r" b="b"/>
                  <a:pathLst>
                    <a:path w="51566" h="117267" extrusionOk="0">
                      <a:moveTo>
                        <a:pt x="51566" y="117267"/>
                      </a:moveTo>
                      <a:cubicBezTo>
                        <a:pt x="51566" y="117267"/>
                        <a:pt x="-13317" y="61989"/>
                        <a:pt x="10668" y="0"/>
                      </a:cubicBezTo>
                      <a:cubicBezTo>
                        <a:pt x="-8500" y="20926"/>
                        <a:pt x="-5730" y="70622"/>
                        <a:pt x="51566" y="117267"/>
                      </a:cubicBezTo>
                      <a:close/>
                    </a:path>
                  </a:pathLst>
                </a:custGeom>
                <a:solidFill>
                  <a:srgbClr val="D4CB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74" name="Google Shape;1574;p2"/>
                <p:cNvSpPr/>
                <p:nvPr/>
              </p:nvSpPr>
              <p:spPr>
                <a:xfrm>
                  <a:off x="8638652" y="5150218"/>
                  <a:ext cx="113190" cy="58368"/>
                </a:xfrm>
                <a:custGeom>
                  <a:avLst/>
                  <a:gdLst/>
                  <a:ahLst/>
                  <a:cxnLst/>
                  <a:rect l="l" t="t" r="r" b="b"/>
                  <a:pathLst>
                    <a:path w="113190" h="58368" extrusionOk="0">
                      <a:moveTo>
                        <a:pt x="70512" y="58369"/>
                      </a:moveTo>
                      <a:cubicBezTo>
                        <a:pt x="79770" y="52286"/>
                        <a:pt x="94243" y="39036"/>
                        <a:pt x="109252" y="21443"/>
                      </a:cubicBezTo>
                      <a:lnTo>
                        <a:pt x="109252" y="21443"/>
                      </a:lnTo>
                      <a:cubicBezTo>
                        <a:pt x="125314" y="-7850"/>
                        <a:pt x="87686" y="43384"/>
                        <a:pt x="78044" y="43473"/>
                      </a:cubicBezTo>
                      <a:cubicBezTo>
                        <a:pt x="68402" y="43565"/>
                        <a:pt x="94871" y="-7436"/>
                        <a:pt x="83661" y="927"/>
                      </a:cubicBezTo>
                      <a:cubicBezTo>
                        <a:pt x="72448" y="9286"/>
                        <a:pt x="74519" y="28626"/>
                        <a:pt x="66653" y="32551"/>
                      </a:cubicBezTo>
                      <a:cubicBezTo>
                        <a:pt x="58787" y="36476"/>
                        <a:pt x="51986" y="-1719"/>
                        <a:pt x="40604" y="6070"/>
                      </a:cubicBezTo>
                      <a:cubicBezTo>
                        <a:pt x="29220" y="13858"/>
                        <a:pt x="61820" y="36188"/>
                        <a:pt x="52722" y="37050"/>
                      </a:cubicBezTo>
                      <a:cubicBezTo>
                        <a:pt x="43626" y="37912"/>
                        <a:pt x="9" y="13717"/>
                        <a:pt x="0" y="13712"/>
                      </a:cubicBezTo>
                      <a:cubicBezTo>
                        <a:pt x="29825" y="37205"/>
                        <a:pt x="60460" y="53260"/>
                        <a:pt x="70512" y="58369"/>
                      </a:cubicBezTo>
                      <a:close/>
                    </a:path>
                  </a:pathLst>
                </a:custGeom>
                <a:solidFill>
                  <a:srgbClr val="CF8A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75" name="Google Shape;1575;p2"/>
                <p:cNvSpPr/>
                <p:nvPr/>
              </p:nvSpPr>
              <p:spPr>
                <a:xfrm>
                  <a:off x="8588703" y="4959694"/>
                  <a:ext cx="201515" cy="64113"/>
                </a:xfrm>
                <a:custGeom>
                  <a:avLst/>
                  <a:gdLst/>
                  <a:ahLst/>
                  <a:cxnLst/>
                  <a:rect l="l" t="t" r="r" b="b"/>
                  <a:pathLst>
                    <a:path w="201515" h="64113" extrusionOk="0">
                      <a:moveTo>
                        <a:pt x="129499" y="44740"/>
                      </a:moveTo>
                      <a:cubicBezTo>
                        <a:pt x="148291" y="36499"/>
                        <a:pt x="151559" y="42575"/>
                        <a:pt x="166217" y="45421"/>
                      </a:cubicBezTo>
                      <a:cubicBezTo>
                        <a:pt x="180875" y="48267"/>
                        <a:pt x="188426" y="42255"/>
                        <a:pt x="201515" y="32558"/>
                      </a:cubicBezTo>
                      <a:cubicBezTo>
                        <a:pt x="162665" y="-10691"/>
                        <a:pt x="46694" y="-16303"/>
                        <a:pt x="0" y="49280"/>
                      </a:cubicBezTo>
                      <a:cubicBezTo>
                        <a:pt x="10228" y="76933"/>
                        <a:pt x="35883" y="57541"/>
                        <a:pt x="61397" y="57041"/>
                      </a:cubicBezTo>
                      <a:cubicBezTo>
                        <a:pt x="87213" y="56533"/>
                        <a:pt x="110709" y="52981"/>
                        <a:pt x="129499" y="44740"/>
                      </a:cubicBezTo>
                      <a:close/>
                    </a:path>
                  </a:pathLst>
                </a:custGeom>
                <a:solidFill>
                  <a:srgbClr val="8C53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76" name="Google Shape;1576;p2"/>
                <p:cNvSpPr/>
                <p:nvPr/>
              </p:nvSpPr>
              <p:spPr>
                <a:xfrm>
                  <a:off x="8590228" y="4959694"/>
                  <a:ext cx="198388" cy="56533"/>
                </a:xfrm>
                <a:custGeom>
                  <a:avLst/>
                  <a:gdLst/>
                  <a:ahLst/>
                  <a:cxnLst/>
                  <a:rect l="l" t="t" r="r" b="b"/>
                  <a:pathLst>
                    <a:path w="198388" h="56533" extrusionOk="0">
                      <a:moveTo>
                        <a:pt x="0" y="47199"/>
                      </a:moveTo>
                      <a:cubicBezTo>
                        <a:pt x="17358" y="64365"/>
                        <a:pt x="59187" y="53133"/>
                        <a:pt x="88281" y="50374"/>
                      </a:cubicBezTo>
                      <a:cubicBezTo>
                        <a:pt x="117850" y="47569"/>
                        <a:pt x="129216" y="37136"/>
                        <a:pt x="147287" y="39657"/>
                      </a:cubicBezTo>
                      <a:cubicBezTo>
                        <a:pt x="165355" y="42181"/>
                        <a:pt x="185100" y="45603"/>
                        <a:pt x="198388" y="30840"/>
                      </a:cubicBezTo>
                      <a:lnTo>
                        <a:pt x="198388" y="30840"/>
                      </a:lnTo>
                      <a:cubicBezTo>
                        <a:pt x="158484" y="-10376"/>
                        <a:pt x="47000" y="-15321"/>
                        <a:pt x="0" y="47199"/>
                      </a:cubicBezTo>
                      <a:close/>
                    </a:path>
                  </a:pathLst>
                </a:custGeom>
                <a:solidFill>
                  <a:srgbClr val="CF8A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77" name="Google Shape;1577;p2"/>
                <p:cNvSpPr/>
                <p:nvPr/>
              </p:nvSpPr>
              <p:spPr>
                <a:xfrm>
                  <a:off x="8571466" y="4959813"/>
                  <a:ext cx="137698" cy="248773"/>
                </a:xfrm>
                <a:custGeom>
                  <a:avLst/>
                  <a:gdLst/>
                  <a:ahLst/>
                  <a:cxnLst/>
                  <a:rect l="l" t="t" r="r" b="b"/>
                  <a:pathLst>
                    <a:path w="137698" h="248773" extrusionOk="0">
                      <a:moveTo>
                        <a:pt x="120638" y="0"/>
                      </a:moveTo>
                      <a:cubicBezTo>
                        <a:pt x="73654" y="1723"/>
                        <a:pt x="25360" y="22524"/>
                        <a:pt x="6111" y="69359"/>
                      </a:cubicBezTo>
                      <a:cubicBezTo>
                        <a:pt x="-31182" y="160104"/>
                        <a:pt x="113400" y="236425"/>
                        <a:pt x="137698" y="248774"/>
                      </a:cubicBezTo>
                      <a:cubicBezTo>
                        <a:pt x="137698" y="248774"/>
                        <a:pt x="86503" y="114741"/>
                        <a:pt x="120638" y="0"/>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78" name="Google Shape;1578;p2"/>
                <p:cNvSpPr/>
                <p:nvPr/>
              </p:nvSpPr>
              <p:spPr>
                <a:xfrm>
                  <a:off x="8571466" y="4960761"/>
                  <a:ext cx="137698" cy="247825"/>
                </a:xfrm>
                <a:custGeom>
                  <a:avLst/>
                  <a:gdLst/>
                  <a:ahLst/>
                  <a:cxnLst/>
                  <a:rect l="l" t="t" r="r" b="b"/>
                  <a:pathLst>
                    <a:path w="137698" h="247825" extrusionOk="0">
                      <a:moveTo>
                        <a:pt x="107804" y="0"/>
                      </a:moveTo>
                      <a:lnTo>
                        <a:pt x="107804" y="0"/>
                      </a:lnTo>
                      <a:cubicBezTo>
                        <a:pt x="65106" y="4776"/>
                        <a:pt x="23609" y="25834"/>
                        <a:pt x="6111" y="68411"/>
                      </a:cubicBezTo>
                      <a:cubicBezTo>
                        <a:pt x="-31182" y="159156"/>
                        <a:pt x="113400" y="235476"/>
                        <a:pt x="137698" y="247826"/>
                      </a:cubicBezTo>
                      <a:cubicBezTo>
                        <a:pt x="137698" y="247826"/>
                        <a:pt x="-11511" y="136500"/>
                        <a:pt x="107804" y="0"/>
                      </a:cubicBezTo>
                      <a:close/>
                    </a:path>
                  </a:pathLst>
                </a:custGeom>
                <a:solidFill>
                  <a:srgbClr val="DED5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79" name="Google Shape;1579;p2"/>
                <p:cNvSpPr/>
                <p:nvPr/>
              </p:nvSpPr>
              <p:spPr>
                <a:xfrm>
                  <a:off x="8719095" y="5005128"/>
                  <a:ext cx="80778" cy="152368"/>
                </a:xfrm>
                <a:custGeom>
                  <a:avLst/>
                  <a:gdLst/>
                  <a:ahLst/>
                  <a:cxnLst/>
                  <a:rect l="l" t="t" r="r" b="b"/>
                  <a:pathLst>
                    <a:path w="80778" h="152368" extrusionOk="0">
                      <a:moveTo>
                        <a:pt x="43639" y="134177"/>
                      </a:moveTo>
                      <a:cubicBezTo>
                        <a:pt x="86479" y="78579"/>
                        <a:pt x="85607" y="16560"/>
                        <a:pt x="73816" y="3150"/>
                      </a:cubicBezTo>
                      <a:cubicBezTo>
                        <a:pt x="62025" y="-10259"/>
                        <a:pt x="55012" y="23845"/>
                        <a:pt x="24590" y="17982"/>
                      </a:cubicBezTo>
                      <a:cubicBezTo>
                        <a:pt x="-5835" y="12118"/>
                        <a:pt x="-16723" y="212518"/>
                        <a:pt x="43639" y="134177"/>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580" name="Google Shape;1580;p2"/>
              <p:cNvGrpSpPr/>
              <p:nvPr/>
            </p:nvGrpSpPr>
            <p:grpSpPr>
              <a:xfrm>
                <a:off x="8433455" y="4716524"/>
                <a:ext cx="248201" cy="234737"/>
                <a:chOff x="8433455" y="4716524"/>
                <a:chExt cx="248201" cy="234737"/>
              </a:xfrm>
            </p:grpSpPr>
            <p:sp>
              <p:nvSpPr>
                <p:cNvPr id="1581" name="Google Shape;1581;p2"/>
                <p:cNvSpPr/>
                <p:nvPr/>
              </p:nvSpPr>
              <p:spPr>
                <a:xfrm>
                  <a:off x="8433455" y="4716524"/>
                  <a:ext cx="248201" cy="234736"/>
                </a:xfrm>
                <a:custGeom>
                  <a:avLst/>
                  <a:gdLst/>
                  <a:ahLst/>
                  <a:cxnLst/>
                  <a:rect l="l" t="t" r="r" b="b"/>
                  <a:pathLst>
                    <a:path w="248201" h="234736" extrusionOk="0">
                      <a:moveTo>
                        <a:pt x="248202" y="88963"/>
                      </a:moveTo>
                      <a:cubicBezTo>
                        <a:pt x="225337" y="58004"/>
                        <a:pt x="112715" y="-31034"/>
                        <a:pt x="39042" y="11127"/>
                      </a:cubicBezTo>
                      <a:cubicBezTo>
                        <a:pt x="-17413" y="43435"/>
                        <a:pt x="-18890" y="197031"/>
                        <a:pt x="76258" y="230172"/>
                      </a:cubicBezTo>
                      <a:cubicBezTo>
                        <a:pt x="168909" y="262443"/>
                        <a:pt x="237201" y="113899"/>
                        <a:pt x="248202" y="88963"/>
                      </a:cubicBezTo>
                      <a:close/>
                    </a:path>
                  </a:pathLst>
                </a:custGeom>
                <a:solidFill>
                  <a:srgbClr val="B36B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82" name="Google Shape;1582;p2"/>
                <p:cNvSpPr/>
                <p:nvPr/>
              </p:nvSpPr>
              <p:spPr>
                <a:xfrm>
                  <a:off x="8482914" y="4744240"/>
                  <a:ext cx="148834" cy="37829"/>
                </a:xfrm>
                <a:custGeom>
                  <a:avLst/>
                  <a:gdLst/>
                  <a:ahLst/>
                  <a:cxnLst/>
                  <a:rect l="l" t="t" r="r" b="b"/>
                  <a:pathLst>
                    <a:path w="148834" h="37829" extrusionOk="0">
                      <a:moveTo>
                        <a:pt x="148834" y="37829"/>
                      </a:moveTo>
                      <a:cubicBezTo>
                        <a:pt x="80545" y="-861"/>
                        <a:pt x="30815" y="-45"/>
                        <a:pt x="0" y="8946"/>
                      </a:cubicBezTo>
                      <a:cubicBezTo>
                        <a:pt x="14671" y="-5168"/>
                        <a:pt x="80385" y="-7234"/>
                        <a:pt x="148834" y="37829"/>
                      </a:cubicBezTo>
                      <a:close/>
                    </a:path>
                  </a:pathLst>
                </a:custGeom>
                <a:solidFill>
                  <a:srgbClr val="D4CB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83" name="Google Shape;1583;p2"/>
                <p:cNvSpPr/>
                <p:nvPr/>
              </p:nvSpPr>
              <p:spPr>
                <a:xfrm>
                  <a:off x="8494461" y="4803928"/>
                  <a:ext cx="118984" cy="7057"/>
                </a:xfrm>
                <a:custGeom>
                  <a:avLst/>
                  <a:gdLst/>
                  <a:ahLst/>
                  <a:cxnLst/>
                  <a:rect l="l" t="t" r="r" b="b"/>
                  <a:pathLst>
                    <a:path w="118984" h="7057" extrusionOk="0">
                      <a:moveTo>
                        <a:pt x="118984" y="0"/>
                      </a:moveTo>
                      <a:cubicBezTo>
                        <a:pt x="118984" y="0"/>
                        <a:pt x="9153" y="615"/>
                        <a:pt x="0" y="2970"/>
                      </a:cubicBezTo>
                      <a:cubicBezTo>
                        <a:pt x="60078" y="13661"/>
                        <a:pt x="118984" y="0"/>
                        <a:pt x="118984" y="0"/>
                      </a:cubicBezTo>
                      <a:close/>
                    </a:path>
                  </a:pathLst>
                </a:custGeom>
                <a:solidFill>
                  <a:srgbClr val="D4CB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84" name="Google Shape;1584;p2"/>
                <p:cNvSpPr/>
                <p:nvPr/>
              </p:nvSpPr>
              <p:spPr>
                <a:xfrm>
                  <a:off x="8507715" y="4838251"/>
                  <a:ext cx="116222" cy="30372"/>
                </a:xfrm>
                <a:custGeom>
                  <a:avLst/>
                  <a:gdLst/>
                  <a:ahLst/>
                  <a:cxnLst/>
                  <a:rect l="l" t="t" r="r" b="b"/>
                  <a:pathLst>
                    <a:path w="116222" h="30372" extrusionOk="0">
                      <a:moveTo>
                        <a:pt x="116222" y="0"/>
                      </a:moveTo>
                      <a:cubicBezTo>
                        <a:pt x="116222" y="0"/>
                        <a:pt x="31028" y="27923"/>
                        <a:pt x="0" y="28413"/>
                      </a:cubicBezTo>
                      <a:cubicBezTo>
                        <a:pt x="33302" y="39488"/>
                        <a:pt x="116222" y="0"/>
                        <a:pt x="116222" y="0"/>
                      </a:cubicBezTo>
                      <a:close/>
                    </a:path>
                  </a:pathLst>
                </a:custGeom>
                <a:solidFill>
                  <a:srgbClr val="D4CB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85" name="Google Shape;1585;p2"/>
                <p:cNvSpPr/>
                <p:nvPr/>
              </p:nvSpPr>
              <p:spPr>
                <a:xfrm>
                  <a:off x="8514733" y="4865748"/>
                  <a:ext cx="114853" cy="56307"/>
                </a:xfrm>
                <a:custGeom>
                  <a:avLst/>
                  <a:gdLst/>
                  <a:ahLst/>
                  <a:cxnLst/>
                  <a:rect l="l" t="t" r="r" b="b"/>
                  <a:pathLst>
                    <a:path w="114853" h="56307" extrusionOk="0">
                      <a:moveTo>
                        <a:pt x="114853" y="0"/>
                      </a:moveTo>
                      <a:cubicBezTo>
                        <a:pt x="114853" y="0"/>
                        <a:pt x="63208" y="67812"/>
                        <a:pt x="0" y="47254"/>
                      </a:cubicBezTo>
                      <a:cubicBezTo>
                        <a:pt x="21943" y="65250"/>
                        <a:pt x="71415" y="59763"/>
                        <a:pt x="114853" y="0"/>
                      </a:cubicBezTo>
                      <a:close/>
                    </a:path>
                  </a:pathLst>
                </a:custGeom>
                <a:solidFill>
                  <a:srgbClr val="D4CB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86" name="Google Shape;1586;p2"/>
                <p:cNvSpPr/>
                <p:nvPr/>
              </p:nvSpPr>
              <p:spPr>
                <a:xfrm>
                  <a:off x="8622547" y="4765366"/>
                  <a:ext cx="59109" cy="112974"/>
                </a:xfrm>
                <a:custGeom>
                  <a:avLst/>
                  <a:gdLst/>
                  <a:ahLst/>
                  <a:cxnLst/>
                  <a:rect l="l" t="t" r="r" b="b"/>
                  <a:pathLst>
                    <a:path w="59109" h="112974" extrusionOk="0">
                      <a:moveTo>
                        <a:pt x="59110" y="40122"/>
                      </a:moveTo>
                      <a:cubicBezTo>
                        <a:pt x="52529" y="31208"/>
                        <a:pt x="38506" y="17484"/>
                        <a:pt x="20118" y="3461"/>
                      </a:cubicBezTo>
                      <a:lnTo>
                        <a:pt x="20118" y="3461"/>
                      </a:lnTo>
                      <a:cubicBezTo>
                        <a:pt x="-10010" y="-10973"/>
                        <a:pt x="43204" y="23795"/>
                        <a:pt x="43823" y="33417"/>
                      </a:cubicBezTo>
                      <a:cubicBezTo>
                        <a:pt x="44441" y="43039"/>
                        <a:pt x="-7929" y="19402"/>
                        <a:pt x="1032" y="30139"/>
                      </a:cubicBezTo>
                      <a:cubicBezTo>
                        <a:pt x="9993" y="40876"/>
                        <a:pt x="29191" y="37751"/>
                        <a:pt x="33539" y="45391"/>
                      </a:cubicBezTo>
                      <a:cubicBezTo>
                        <a:pt x="37887" y="53031"/>
                        <a:pt x="124" y="61910"/>
                        <a:pt x="8523" y="72850"/>
                      </a:cubicBezTo>
                      <a:cubicBezTo>
                        <a:pt x="16922" y="83791"/>
                        <a:pt x="37434" y="50018"/>
                        <a:pt x="38794" y="59055"/>
                      </a:cubicBezTo>
                      <a:cubicBezTo>
                        <a:pt x="40155" y="68091"/>
                        <a:pt x="18380" y="112965"/>
                        <a:pt x="18378" y="112974"/>
                      </a:cubicBezTo>
                      <a:cubicBezTo>
                        <a:pt x="40205" y="81903"/>
                        <a:pt x="54561" y="50436"/>
                        <a:pt x="59110" y="40122"/>
                      </a:cubicBezTo>
                      <a:close/>
                    </a:path>
                  </a:pathLst>
                </a:custGeom>
                <a:solidFill>
                  <a:srgbClr val="CF8A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87" name="Google Shape;1587;p2"/>
                <p:cNvSpPr/>
                <p:nvPr/>
              </p:nvSpPr>
              <p:spPr>
                <a:xfrm>
                  <a:off x="8433456" y="4736393"/>
                  <a:ext cx="69264" cy="200299"/>
                </a:xfrm>
                <a:custGeom>
                  <a:avLst/>
                  <a:gdLst/>
                  <a:ahLst/>
                  <a:cxnLst/>
                  <a:rect l="l" t="t" r="r" b="b"/>
                  <a:pathLst>
                    <a:path w="69264" h="200299" extrusionOk="0">
                      <a:moveTo>
                        <a:pt x="43860" y="71243"/>
                      </a:moveTo>
                      <a:cubicBezTo>
                        <a:pt x="34604" y="52932"/>
                        <a:pt x="40490" y="49334"/>
                        <a:pt x="42530" y="34542"/>
                      </a:cubicBezTo>
                      <a:cubicBezTo>
                        <a:pt x="44571" y="19751"/>
                        <a:pt x="38154" y="12539"/>
                        <a:pt x="27753" y="0"/>
                      </a:cubicBezTo>
                      <a:cubicBezTo>
                        <a:pt x="-13304" y="41160"/>
                        <a:pt x="-12563" y="157263"/>
                        <a:pt x="55477" y="200300"/>
                      </a:cubicBezTo>
                      <a:cubicBezTo>
                        <a:pt x="82530" y="188572"/>
                        <a:pt x="61762" y="164018"/>
                        <a:pt x="59867" y="138568"/>
                      </a:cubicBezTo>
                      <a:cubicBezTo>
                        <a:pt x="57951" y="112821"/>
                        <a:pt x="53116" y="89554"/>
                        <a:pt x="43860" y="71243"/>
                      </a:cubicBezTo>
                      <a:close/>
                    </a:path>
                  </a:pathLst>
                </a:custGeom>
                <a:solidFill>
                  <a:srgbClr val="8C53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88" name="Google Shape;1588;p2"/>
                <p:cNvSpPr/>
                <p:nvPr/>
              </p:nvSpPr>
              <p:spPr>
                <a:xfrm>
                  <a:off x="8433459" y="4738087"/>
                  <a:ext cx="61070" cy="197194"/>
                </a:xfrm>
                <a:custGeom>
                  <a:avLst/>
                  <a:gdLst/>
                  <a:ahLst/>
                  <a:cxnLst/>
                  <a:rect l="l" t="t" r="r" b="b"/>
                  <a:pathLst>
                    <a:path w="61070" h="197194" extrusionOk="0">
                      <a:moveTo>
                        <a:pt x="53316" y="197195"/>
                      </a:moveTo>
                      <a:cubicBezTo>
                        <a:pt x="69506" y="178923"/>
                        <a:pt x="56002" y="137771"/>
                        <a:pt x="51654" y="108873"/>
                      </a:cubicBezTo>
                      <a:cubicBezTo>
                        <a:pt x="47236" y="79503"/>
                        <a:pt x="36194" y="68722"/>
                        <a:pt x="37726" y="50541"/>
                      </a:cubicBezTo>
                      <a:cubicBezTo>
                        <a:pt x="39255" y="32361"/>
                        <a:pt x="41594" y="12459"/>
                        <a:pt x="26124" y="0"/>
                      </a:cubicBezTo>
                      <a:lnTo>
                        <a:pt x="26124" y="0"/>
                      </a:lnTo>
                      <a:cubicBezTo>
                        <a:pt x="-12845" y="42101"/>
                        <a:pt x="-11681" y="153688"/>
                        <a:pt x="53316" y="197195"/>
                      </a:cubicBezTo>
                      <a:close/>
                    </a:path>
                  </a:pathLst>
                </a:custGeom>
                <a:solidFill>
                  <a:srgbClr val="CF8A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89" name="Google Shape;1589;p2"/>
                <p:cNvSpPr/>
                <p:nvPr/>
              </p:nvSpPr>
              <p:spPr>
                <a:xfrm>
                  <a:off x="8434188" y="4805488"/>
                  <a:ext cx="247468" cy="145773"/>
                </a:xfrm>
                <a:custGeom>
                  <a:avLst/>
                  <a:gdLst/>
                  <a:ahLst/>
                  <a:cxnLst/>
                  <a:rect l="l" t="t" r="r" b="b"/>
                  <a:pathLst>
                    <a:path w="247468" h="145773" extrusionOk="0">
                      <a:moveTo>
                        <a:pt x="0" y="30651"/>
                      </a:moveTo>
                      <a:cubicBezTo>
                        <a:pt x="4293" y="77470"/>
                        <a:pt x="27704" y="124552"/>
                        <a:pt x="75525" y="141209"/>
                      </a:cubicBezTo>
                      <a:cubicBezTo>
                        <a:pt x="168174" y="173480"/>
                        <a:pt x="236468" y="24936"/>
                        <a:pt x="247469" y="0"/>
                      </a:cubicBezTo>
                      <a:cubicBezTo>
                        <a:pt x="247469" y="0"/>
                        <a:pt x="116440" y="58453"/>
                        <a:pt x="0" y="30651"/>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90" name="Google Shape;1590;p2"/>
                <p:cNvSpPr/>
                <p:nvPr/>
              </p:nvSpPr>
              <p:spPr>
                <a:xfrm>
                  <a:off x="8435841" y="4805488"/>
                  <a:ext cx="245815" cy="145773"/>
                </a:xfrm>
                <a:custGeom>
                  <a:avLst/>
                  <a:gdLst/>
                  <a:ahLst/>
                  <a:cxnLst/>
                  <a:rect l="l" t="t" r="r" b="b"/>
                  <a:pathLst>
                    <a:path w="245815" h="145773" extrusionOk="0">
                      <a:moveTo>
                        <a:pt x="0" y="43411"/>
                      </a:moveTo>
                      <a:lnTo>
                        <a:pt x="0" y="43411"/>
                      </a:lnTo>
                      <a:cubicBezTo>
                        <a:pt x="7105" y="85782"/>
                        <a:pt x="30404" y="126066"/>
                        <a:pt x="73872" y="141209"/>
                      </a:cubicBezTo>
                      <a:cubicBezTo>
                        <a:pt x="166521" y="173480"/>
                        <a:pt x="234816" y="24936"/>
                        <a:pt x="245816" y="0"/>
                      </a:cubicBezTo>
                      <a:cubicBezTo>
                        <a:pt x="245816" y="0"/>
                        <a:pt x="142825" y="155077"/>
                        <a:pt x="0" y="43411"/>
                      </a:cubicBezTo>
                      <a:close/>
                    </a:path>
                  </a:pathLst>
                </a:custGeom>
                <a:solidFill>
                  <a:srgbClr val="DED5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91" name="Google Shape;1591;p2"/>
                <p:cNvSpPr/>
                <p:nvPr/>
              </p:nvSpPr>
              <p:spPr>
                <a:xfrm>
                  <a:off x="8474221" y="4724064"/>
                  <a:ext cx="154831" cy="77633"/>
                </a:xfrm>
                <a:custGeom>
                  <a:avLst/>
                  <a:gdLst/>
                  <a:ahLst/>
                  <a:cxnLst/>
                  <a:rect l="l" t="t" r="r" b="b"/>
                  <a:pathLst>
                    <a:path w="154831" h="77633" extrusionOk="0">
                      <a:moveTo>
                        <a:pt x="135329" y="31726"/>
                      </a:moveTo>
                      <a:cubicBezTo>
                        <a:pt x="77468" y="-8005"/>
                        <a:pt x="15590" y="-3744"/>
                        <a:pt x="2846" y="8765"/>
                      </a:cubicBezTo>
                      <a:cubicBezTo>
                        <a:pt x="-9899" y="21272"/>
                        <a:pt x="24540" y="26409"/>
                        <a:pt x="20347" y="57108"/>
                      </a:cubicBezTo>
                      <a:cubicBezTo>
                        <a:pt x="16157" y="87804"/>
                        <a:pt x="216854" y="87708"/>
                        <a:pt x="135329" y="31726"/>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592" name="Google Shape;1592;p2"/>
              <p:cNvGrpSpPr/>
              <p:nvPr/>
            </p:nvGrpSpPr>
            <p:grpSpPr>
              <a:xfrm>
                <a:off x="8297025" y="5056497"/>
                <a:ext cx="214218" cy="230994"/>
                <a:chOff x="8297025" y="5056497"/>
                <a:chExt cx="214218" cy="230994"/>
              </a:xfrm>
            </p:grpSpPr>
            <p:sp>
              <p:nvSpPr>
                <p:cNvPr id="1593" name="Google Shape;1593;p2"/>
                <p:cNvSpPr/>
                <p:nvPr/>
              </p:nvSpPr>
              <p:spPr>
                <a:xfrm>
                  <a:off x="8297295" y="5059679"/>
                  <a:ext cx="213948" cy="227812"/>
                </a:xfrm>
                <a:custGeom>
                  <a:avLst/>
                  <a:gdLst/>
                  <a:ahLst/>
                  <a:cxnLst/>
                  <a:rect l="l" t="t" r="r" b="b"/>
                  <a:pathLst>
                    <a:path w="213948" h="227812" extrusionOk="0">
                      <a:moveTo>
                        <a:pt x="0" y="193380"/>
                      </a:moveTo>
                      <a:cubicBezTo>
                        <a:pt x="5678" y="199259"/>
                        <a:pt x="54837" y="251805"/>
                        <a:pt x="135869" y="214589"/>
                      </a:cubicBezTo>
                      <a:cubicBezTo>
                        <a:pt x="216900" y="177373"/>
                        <a:pt x="257909" y="60465"/>
                        <a:pt x="142734" y="0"/>
                      </a:cubicBezTo>
                      <a:cubicBezTo>
                        <a:pt x="37900" y="125193"/>
                        <a:pt x="0" y="193380"/>
                        <a:pt x="0" y="193380"/>
                      </a:cubicBezTo>
                      <a:close/>
                    </a:path>
                  </a:pathLst>
                </a:custGeom>
                <a:solidFill>
                  <a:srgbClr val="BD6D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94" name="Google Shape;1594;p2"/>
                <p:cNvSpPr/>
                <p:nvPr/>
              </p:nvSpPr>
              <p:spPr>
                <a:xfrm>
                  <a:off x="8459505" y="5086949"/>
                  <a:ext cx="50998" cy="138556"/>
                </a:xfrm>
                <a:custGeom>
                  <a:avLst/>
                  <a:gdLst/>
                  <a:ahLst/>
                  <a:cxnLst/>
                  <a:rect l="l" t="t" r="r" b="b"/>
                  <a:pathLst>
                    <a:path w="50998" h="138556" extrusionOk="0">
                      <a:moveTo>
                        <a:pt x="50999" y="86232"/>
                      </a:moveTo>
                      <a:cubicBezTo>
                        <a:pt x="49282" y="78643"/>
                        <a:pt x="47323" y="71444"/>
                        <a:pt x="46342" y="66575"/>
                      </a:cubicBezTo>
                      <a:cubicBezTo>
                        <a:pt x="44179" y="55838"/>
                        <a:pt x="40261" y="32943"/>
                        <a:pt x="29035" y="22238"/>
                      </a:cubicBezTo>
                      <a:cubicBezTo>
                        <a:pt x="17808" y="11533"/>
                        <a:pt x="0" y="0"/>
                        <a:pt x="0" y="0"/>
                      </a:cubicBezTo>
                      <a:lnTo>
                        <a:pt x="6696" y="20212"/>
                      </a:lnTo>
                      <a:cubicBezTo>
                        <a:pt x="22362" y="34841"/>
                        <a:pt x="22597" y="84378"/>
                        <a:pt x="29508" y="98227"/>
                      </a:cubicBezTo>
                      <a:cubicBezTo>
                        <a:pt x="34222" y="107675"/>
                        <a:pt x="32519" y="127138"/>
                        <a:pt x="30960" y="138556"/>
                      </a:cubicBezTo>
                      <a:cubicBezTo>
                        <a:pt x="41681" y="122612"/>
                        <a:pt x="48783" y="104676"/>
                        <a:pt x="50999" y="86232"/>
                      </a:cubicBezTo>
                      <a:close/>
                    </a:path>
                  </a:pathLst>
                </a:custGeom>
                <a:solidFill>
                  <a:srgbClr val="DED5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95" name="Google Shape;1595;p2"/>
                <p:cNvSpPr/>
                <p:nvPr/>
              </p:nvSpPr>
              <p:spPr>
                <a:xfrm>
                  <a:off x="8304275" y="5171648"/>
                  <a:ext cx="174491" cy="115843"/>
                </a:xfrm>
                <a:custGeom>
                  <a:avLst/>
                  <a:gdLst/>
                  <a:ahLst/>
                  <a:cxnLst/>
                  <a:rect l="l" t="t" r="r" b="b"/>
                  <a:pathLst>
                    <a:path w="174491" h="115843" extrusionOk="0">
                      <a:moveTo>
                        <a:pt x="148800" y="72349"/>
                      </a:moveTo>
                      <a:cubicBezTo>
                        <a:pt x="145753" y="85041"/>
                        <a:pt x="118646" y="97879"/>
                        <a:pt x="110498" y="101130"/>
                      </a:cubicBezTo>
                      <a:cubicBezTo>
                        <a:pt x="102351" y="104381"/>
                        <a:pt x="82735" y="108704"/>
                        <a:pt x="72162" y="111989"/>
                      </a:cubicBezTo>
                      <a:cubicBezTo>
                        <a:pt x="61589" y="115273"/>
                        <a:pt x="13849" y="90836"/>
                        <a:pt x="13849" y="90836"/>
                      </a:cubicBezTo>
                      <a:cubicBezTo>
                        <a:pt x="13849" y="90836"/>
                        <a:pt x="1047" y="87759"/>
                        <a:pt x="0" y="88111"/>
                      </a:cubicBezTo>
                      <a:cubicBezTo>
                        <a:pt x="183" y="88272"/>
                        <a:pt x="370" y="88433"/>
                        <a:pt x="560" y="88598"/>
                      </a:cubicBezTo>
                      <a:cubicBezTo>
                        <a:pt x="2914" y="89712"/>
                        <a:pt x="10605" y="95310"/>
                        <a:pt x="18295" y="101192"/>
                      </a:cubicBezTo>
                      <a:cubicBezTo>
                        <a:pt x="41322" y="114460"/>
                        <a:pt x="79084" y="125494"/>
                        <a:pt x="128889" y="102621"/>
                      </a:cubicBezTo>
                      <a:cubicBezTo>
                        <a:pt x="137878" y="98492"/>
                        <a:pt x="146375" y="93381"/>
                        <a:pt x="154220" y="87476"/>
                      </a:cubicBezTo>
                      <a:cubicBezTo>
                        <a:pt x="159908" y="77731"/>
                        <a:pt x="163609" y="65187"/>
                        <a:pt x="168103" y="57186"/>
                      </a:cubicBezTo>
                      <a:cubicBezTo>
                        <a:pt x="174895" y="45093"/>
                        <a:pt x="175487" y="36146"/>
                        <a:pt x="173485" y="26106"/>
                      </a:cubicBezTo>
                      <a:cubicBezTo>
                        <a:pt x="171482" y="16066"/>
                        <a:pt x="163150" y="0"/>
                        <a:pt x="163150" y="0"/>
                      </a:cubicBezTo>
                      <a:lnTo>
                        <a:pt x="161769" y="19289"/>
                      </a:lnTo>
                      <a:cubicBezTo>
                        <a:pt x="163559" y="36546"/>
                        <a:pt x="151847" y="59658"/>
                        <a:pt x="148800" y="72349"/>
                      </a:cubicBezTo>
                      <a:close/>
                    </a:path>
                  </a:pathLst>
                </a:custGeom>
                <a:solidFill>
                  <a:srgbClr val="DED5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96" name="Google Shape;1596;p2"/>
                <p:cNvSpPr/>
                <p:nvPr/>
              </p:nvSpPr>
              <p:spPr>
                <a:xfrm>
                  <a:off x="8361880" y="5228011"/>
                  <a:ext cx="80000" cy="42659"/>
                </a:xfrm>
                <a:custGeom>
                  <a:avLst/>
                  <a:gdLst/>
                  <a:ahLst/>
                  <a:cxnLst/>
                  <a:rect l="l" t="t" r="r" b="b"/>
                  <a:pathLst>
                    <a:path w="80000" h="42659" extrusionOk="0">
                      <a:moveTo>
                        <a:pt x="80001" y="4393"/>
                      </a:moveTo>
                      <a:cubicBezTo>
                        <a:pt x="76839" y="18562"/>
                        <a:pt x="74917" y="24010"/>
                        <a:pt x="60986" y="29770"/>
                      </a:cubicBezTo>
                      <a:cubicBezTo>
                        <a:pt x="47053" y="35531"/>
                        <a:pt x="30749" y="42556"/>
                        <a:pt x="21614" y="42657"/>
                      </a:cubicBezTo>
                      <a:cubicBezTo>
                        <a:pt x="12477" y="42757"/>
                        <a:pt x="0" y="40549"/>
                        <a:pt x="0" y="40549"/>
                      </a:cubicBezTo>
                      <a:lnTo>
                        <a:pt x="41985" y="0"/>
                      </a:lnTo>
                      <a:lnTo>
                        <a:pt x="80001" y="4393"/>
                      </a:lnTo>
                      <a:close/>
                    </a:path>
                  </a:pathLst>
                </a:custGeom>
                <a:solidFill>
                  <a:srgbClr val="DED5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97" name="Google Shape;1597;p2"/>
                <p:cNvSpPr/>
                <p:nvPr/>
              </p:nvSpPr>
              <p:spPr>
                <a:xfrm>
                  <a:off x="8297025" y="5056497"/>
                  <a:ext cx="184586" cy="212613"/>
                </a:xfrm>
                <a:custGeom>
                  <a:avLst/>
                  <a:gdLst/>
                  <a:ahLst/>
                  <a:cxnLst/>
                  <a:rect l="l" t="t" r="r" b="b"/>
                  <a:pathLst>
                    <a:path w="184586" h="212613" extrusionOk="0">
                      <a:moveTo>
                        <a:pt x="271" y="196561"/>
                      </a:moveTo>
                      <a:cubicBezTo>
                        <a:pt x="-1670" y="188666"/>
                        <a:pt x="7188" y="126045"/>
                        <a:pt x="15093" y="93148"/>
                      </a:cubicBezTo>
                      <a:cubicBezTo>
                        <a:pt x="22998" y="60252"/>
                        <a:pt x="58920" y="13800"/>
                        <a:pt x="77222" y="12950"/>
                      </a:cubicBezTo>
                      <a:cubicBezTo>
                        <a:pt x="95522" y="12100"/>
                        <a:pt x="128575" y="-7510"/>
                        <a:pt x="143004" y="3182"/>
                      </a:cubicBezTo>
                      <a:cubicBezTo>
                        <a:pt x="157433" y="13873"/>
                        <a:pt x="198216" y="69270"/>
                        <a:pt x="179974" y="119341"/>
                      </a:cubicBezTo>
                      <a:cubicBezTo>
                        <a:pt x="135376" y="241770"/>
                        <a:pt x="4809" y="215019"/>
                        <a:pt x="271" y="196561"/>
                      </a:cubicBezTo>
                      <a:close/>
                    </a:path>
                  </a:pathLst>
                </a:custGeom>
                <a:solidFill>
                  <a:srgbClr val="F2D6B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98" name="Google Shape;1598;p2"/>
                <p:cNvSpPr/>
                <p:nvPr/>
              </p:nvSpPr>
              <p:spPr>
                <a:xfrm>
                  <a:off x="8344312" y="5109169"/>
                  <a:ext cx="71291" cy="113495"/>
                </a:xfrm>
                <a:custGeom>
                  <a:avLst/>
                  <a:gdLst/>
                  <a:ahLst/>
                  <a:cxnLst/>
                  <a:rect l="l" t="t" r="r" b="b"/>
                  <a:pathLst>
                    <a:path w="71291" h="113495" extrusionOk="0">
                      <a:moveTo>
                        <a:pt x="0" y="113495"/>
                      </a:moveTo>
                      <a:cubicBezTo>
                        <a:pt x="7704" y="105536"/>
                        <a:pt x="-10136" y="44565"/>
                        <a:pt x="14541" y="24433"/>
                      </a:cubicBezTo>
                      <a:cubicBezTo>
                        <a:pt x="39219" y="4297"/>
                        <a:pt x="71291" y="0"/>
                        <a:pt x="71291" y="0"/>
                      </a:cubicBezTo>
                      <a:cubicBezTo>
                        <a:pt x="71291" y="0"/>
                        <a:pt x="69586" y="29364"/>
                        <a:pt x="63176" y="52478"/>
                      </a:cubicBezTo>
                      <a:cubicBezTo>
                        <a:pt x="56768" y="75591"/>
                        <a:pt x="47636" y="60821"/>
                        <a:pt x="36631" y="78115"/>
                      </a:cubicBezTo>
                      <a:cubicBezTo>
                        <a:pt x="25626" y="95406"/>
                        <a:pt x="0" y="113495"/>
                        <a:pt x="0" y="113495"/>
                      </a:cubicBezTo>
                      <a:close/>
                    </a:path>
                  </a:pathLst>
                </a:custGeom>
                <a:solidFill>
                  <a:srgbClr val="CF9F5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599" name="Google Shape;1599;p2"/>
                <p:cNvSpPr/>
                <p:nvPr/>
              </p:nvSpPr>
              <p:spPr>
                <a:xfrm>
                  <a:off x="8344309" y="5111174"/>
                  <a:ext cx="71156" cy="111490"/>
                </a:xfrm>
                <a:custGeom>
                  <a:avLst/>
                  <a:gdLst/>
                  <a:ahLst/>
                  <a:cxnLst/>
                  <a:rect l="l" t="t" r="r" b="b"/>
                  <a:pathLst>
                    <a:path w="71156" h="111490" extrusionOk="0">
                      <a:moveTo>
                        <a:pt x="36633" y="76110"/>
                      </a:moveTo>
                      <a:cubicBezTo>
                        <a:pt x="47638" y="58819"/>
                        <a:pt x="56770" y="73586"/>
                        <a:pt x="63178" y="50473"/>
                      </a:cubicBezTo>
                      <a:cubicBezTo>
                        <a:pt x="68587" y="30961"/>
                        <a:pt x="70647" y="6995"/>
                        <a:pt x="71156" y="0"/>
                      </a:cubicBezTo>
                      <a:cubicBezTo>
                        <a:pt x="67252" y="2695"/>
                        <a:pt x="55145" y="11194"/>
                        <a:pt x="48964" y="17166"/>
                      </a:cubicBezTo>
                      <a:cubicBezTo>
                        <a:pt x="41532" y="24343"/>
                        <a:pt x="39555" y="32923"/>
                        <a:pt x="26394" y="41013"/>
                      </a:cubicBezTo>
                      <a:cubicBezTo>
                        <a:pt x="13234" y="49105"/>
                        <a:pt x="10575" y="63476"/>
                        <a:pt x="12747" y="74718"/>
                      </a:cubicBezTo>
                      <a:cubicBezTo>
                        <a:pt x="14864" y="85679"/>
                        <a:pt x="12546" y="91657"/>
                        <a:pt x="912" y="110053"/>
                      </a:cubicBezTo>
                      <a:cubicBezTo>
                        <a:pt x="658" y="110640"/>
                        <a:pt x="357" y="111123"/>
                        <a:pt x="0" y="111491"/>
                      </a:cubicBezTo>
                      <a:cubicBezTo>
                        <a:pt x="2" y="111491"/>
                        <a:pt x="25628" y="93401"/>
                        <a:pt x="36633" y="76110"/>
                      </a:cubicBezTo>
                      <a:close/>
                    </a:path>
                  </a:pathLst>
                </a:custGeom>
                <a:solidFill>
                  <a:srgbClr val="C2925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grpSp>
          <p:nvGrpSpPr>
            <p:cNvPr id="1600" name="Google Shape;1600;p2"/>
            <p:cNvGrpSpPr/>
            <p:nvPr/>
          </p:nvGrpSpPr>
          <p:grpSpPr>
            <a:xfrm>
              <a:off x="10171086" y="1796254"/>
              <a:ext cx="997485" cy="1283194"/>
              <a:chOff x="10171086" y="1796254"/>
              <a:chExt cx="997485" cy="1283194"/>
            </a:xfrm>
          </p:grpSpPr>
          <p:sp>
            <p:nvSpPr>
              <p:cNvPr id="1601" name="Google Shape;1601;p2"/>
              <p:cNvSpPr/>
              <p:nvPr/>
            </p:nvSpPr>
            <p:spPr>
              <a:xfrm>
                <a:off x="10289796" y="2020042"/>
                <a:ext cx="154440" cy="149100"/>
              </a:xfrm>
              <a:custGeom>
                <a:avLst/>
                <a:gdLst/>
                <a:ahLst/>
                <a:cxnLst/>
                <a:rect l="l" t="t" r="r" b="b"/>
                <a:pathLst>
                  <a:path w="154440" h="149100" extrusionOk="0">
                    <a:moveTo>
                      <a:pt x="151610" y="79475"/>
                    </a:moveTo>
                    <a:cubicBezTo>
                      <a:pt x="151610" y="79475"/>
                      <a:pt x="159238" y="58021"/>
                      <a:pt x="149447" y="49943"/>
                    </a:cubicBezTo>
                    <a:cubicBezTo>
                      <a:pt x="133358" y="79921"/>
                      <a:pt x="119368" y="82303"/>
                      <a:pt x="117512" y="82248"/>
                    </a:cubicBezTo>
                    <a:cubicBezTo>
                      <a:pt x="115658" y="82196"/>
                      <a:pt x="62719" y="6225"/>
                      <a:pt x="52482" y="732"/>
                    </a:cubicBezTo>
                    <a:cubicBezTo>
                      <a:pt x="42245" y="-4761"/>
                      <a:pt x="1760" y="21544"/>
                      <a:pt x="0" y="50265"/>
                    </a:cubicBezTo>
                    <a:cubicBezTo>
                      <a:pt x="18395" y="62490"/>
                      <a:pt x="87494" y="118879"/>
                      <a:pt x="84292" y="120457"/>
                    </a:cubicBezTo>
                    <a:cubicBezTo>
                      <a:pt x="81091" y="122034"/>
                      <a:pt x="55479" y="134662"/>
                      <a:pt x="55479" y="134662"/>
                    </a:cubicBezTo>
                    <a:cubicBezTo>
                      <a:pt x="55479" y="134662"/>
                      <a:pt x="59562" y="160398"/>
                      <a:pt x="92361" y="143152"/>
                    </a:cubicBezTo>
                    <a:cubicBezTo>
                      <a:pt x="125161" y="125909"/>
                      <a:pt x="151610" y="79475"/>
                      <a:pt x="151610" y="79475"/>
                    </a:cubicBezTo>
                    <a:close/>
                  </a:path>
                </a:pathLst>
              </a:custGeom>
              <a:solidFill>
                <a:srgbClr val="5E39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602" name="Google Shape;1602;p2"/>
              <p:cNvGrpSpPr/>
              <p:nvPr/>
            </p:nvGrpSpPr>
            <p:grpSpPr>
              <a:xfrm>
                <a:off x="10171086" y="1796254"/>
                <a:ext cx="997485" cy="1283194"/>
                <a:chOff x="10171086" y="1796254"/>
                <a:chExt cx="997485" cy="1283194"/>
              </a:xfrm>
            </p:grpSpPr>
            <p:sp>
              <p:nvSpPr>
                <p:cNvPr id="1603" name="Google Shape;1603;p2"/>
                <p:cNvSpPr/>
                <p:nvPr/>
              </p:nvSpPr>
              <p:spPr>
                <a:xfrm>
                  <a:off x="10171086" y="1796254"/>
                  <a:ext cx="806157" cy="597368"/>
                </a:xfrm>
                <a:custGeom>
                  <a:avLst/>
                  <a:gdLst/>
                  <a:ahLst/>
                  <a:cxnLst/>
                  <a:rect l="l" t="t" r="r" b="b"/>
                  <a:pathLst>
                    <a:path w="806157" h="597368" extrusionOk="0">
                      <a:moveTo>
                        <a:pt x="746306" y="0"/>
                      </a:moveTo>
                      <a:lnTo>
                        <a:pt x="806158" y="96293"/>
                      </a:lnTo>
                      <a:lnTo>
                        <a:pt x="0" y="597368"/>
                      </a:lnTo>
                      <a:lnTo>
                        <a:pt x="0" y="0"/>
                      </a:lnTo>
                      <a:close/>
                    </a:path>
                  </a:pathLst>
                </a:custGeom>
                <a:solidFill>
                  <a:srgbClr val="FF76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04" name="Google Shape;1604;p2"/>
                <p:cNvSpPr/>
                <p:nvPr/>
              </p:nvSpPr>
              <p:spPr>
                <a:xfrm>
                  <a:off x="10171086" y="1892547"/>
                  <a:ext cx="809467" cy="508458"/>
                </a:xfrm>
                <a:custGeom>
                  <a:avLst/>
                  <a:gdLst/>
                  <a:ahLst/>
                  <a:cxnLst/>
                  <a:rect l="l" t="t" r="r" b="b"/>
                  <a:pathLst>
                    <a:path w="809467" h="508458" extrusionOk="0">
                      <a:moveTo>
                        <a:pt x="806158" y="0"/>
                      </a:moveTo>
                      <a:lnTo>
                        <a:pt x="809468" y="5324"/>
                      </a:lnTo>
                      <a:lnTo>
                        <a:pt x="0" y="508459"/>
                      </a:lnTo>
                      <a:lnTo>
                        <a:pt x="0" y="501075"/>
                      </a:lnTo>
                      <a:close/>
                    </a:path>
                  </a:pathLst>
                </a:custGeom>
                <a:solidFill>
                  <a:srgbClr val="FF76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05" name="Google Shape;1605;p2"/>
                <p:cNvSpPr/>
                <p:nvPr/>
              </p:nvSpPr>
              <p:spPr>
                <a:xfrm>
                  <a:off x="10171086" y="1897871"/>
                  <a:ext cx="812777" cy="510518"/>
                </a:xfrm>
                <a:custGeom>
                  <a:avLst/>
                  <a:gdLst/>
                  <a:ahLst/>
                  <a:cxnLst/>
                  <a:rect l="l" t="t" r="r" b="b"/>
                  <a:pathLst>
                    <a:path w="812777" h="510518" extrusionOk="0">
                      <a:moveTo>
                        <a:pt x="809468" y="0"/>
                      </a:moveTo>
                      <a:lnTo>
                        <a:pt x="812778" y="5326"/>
                      </a:lnTo>
                      <a:lnTo>
                        <a:pt x="0" y="510519"/>
                      </a:lnTo>
                      <a:lnTo>
                        <a:pt x="0" y="503135"/>
                      </a:lnTo>
                      <a:close/>
                    </a:path>
                  </a:pathLst>
                </a:custGeom>
                <a:solidFill>
                  <a:srgbClr val="FF78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06" name="Google Shape;1606;p2"/>
                <p:cNvSpPr/>
                <p:nvPr/>
              </p:nvSpPr>
              <p:spPr>
                <a:xfrm>
                  <a:off x="10171086" y="1903198"/>
                  <a:ext cx="816088" cy="512576"/>
                </a:xfrm>
                <a:custGeom>
                  <a:avLst/>
                  <a:gdLst/>
                  <a:ahLst/>
                  <a:cxnLst/>
                  <a:rect l="l" t="t" r="r" b="b"/>
                  <a:pathLst>
                    <a:path w="816088" h="512576" extrusionOk="0">
                      <a:moveTo>
                        <a:pt x="812778" y="0"/>
                      </a:moveTo>
                      <a:lnTo>
                        <a:pt x="816088" y="5326"/>
                      </a:lnTo>
                      <a:lnTo>
                        <a:pt x="0" y="512576"/>
                      </a:lnTo>
                      <a:lnTo>
                        <a:pt x="0" y="505192"/>
                      </a:lnTo>
                      <a:close/>
                    </a:path>
                  </a:pathLst>
                </a:custGeom>
                <a:solidFill>
                  <a:srgbClr val="FF7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07" name="Google Shape;1607;p2"/>
                <p:cNvSpPr/>
                <p:nvPr/>
              </p:nvSpPr>
              <p:spPr>
                <a:xfrm>
                  <a:off x="10171086" y="1908524"/>
                  <a:ext cx="819398" cy="514633"/>
                </a:xfrm>
                <a:custGeom>
                  <a:avLst/>
                  <a:gdLst/>
                  <a:ahLst/>
                  <a:cxnLst/>
                  <a:rect l="l" t="t" r="r" b="b"/>
                  <a:pathLst>
                    <a:path w="819398" h="514633" extrusionOk="0">
                      <a:moveTo>
                        <a:pt x="816088" y="0"/>
                      </a:moveTo>
                      <a:lnTo>
                        <a:pt x="819398" y="5326"/>
                      </a:lnTo>
                      <a:lnTo>
                        <a:pt x="0" y="514634"/>
                      </a:lnTo>
                      <a:lnTo>
                        <a:pt x="0" y="507250"/>
                      </a:lnTo>
                      <a:close/>
                    </a:path>
                  </a:pathLst>
                </a:custGeom>
                <a:solidFill>
                  <a:srgbClr val="FF7B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08" name="Google Shape;1608;p2"/>
                <p:cNvSpPr/>
                <p:nvPr/>
              </p:nvSpPr>
              <p:spPr>
                <a:xfrm>
                  <a:off x="10171086" y="1913851"/>
                  <a:ext cx="822708" cy="516688"/>
                </a:xfrm>
                <a:custGeom>
                  <a:avLst/>
                  <a:gdLst/>
                  <a:ahLst/>
                  <a:cxnLst/>
                  <a:rect l="l" t="t" r="r" b="b"/>
                  <a:pathLst>
                    <a:path w="822708" h="516688" extrusionOk="0">
                      <a:moveTo>
                        <a:pt x="819398" y="0"/>
                      </a:moveTo>
                      <a:lnTo>
                        <a:pt x="822708" y="5324"/>
                      </a:lnTo>
                      <a:lnTo>
                        <a:pt x="0" y="516689"/>
                      </a:lnTo>
                      <a:lnTo>
                        <a:pt x="0" y="509307"/>
                      </a:lnTo>
                      <a:close/>
                    </a:path>
                  </a:pathLst>
                </a:custGeom>
                <a:solidFill>
                  <a:srgbClr val="FF7D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09" name="Google Shape;1609;p2"/>
                <p:cNvSpPr/>
                <p:nvPr/>
              </p:nvSpPr>
              <p:spPr>
                <a:xfrm>
                  <a:off x="10171086" y="1919175"/>
                  <a:ext cx="826018" cy="518748"/>
                </a:xfrm>
                <a:custGeom>
                  <a:avLst/>
                  <a:gdLst/>
                  <a:ahLst/>
                  <a:cxnLst/>
                  <a:rect l="l" t="t" r="r" b="b"/>
                  <a:pathLst>
                    <a:path w="826018" h="518748" extrusionOk="0">
                      <a:moveTo>
                        <a:pt x="822708" y="0"/>
                      </a:moveTo>
                      <a:lnTo>
                        <a:pt x="826018" y="5326"/>
                      </a:lnTo>
                      <a:lnTo>
                        <a:pt x="0" y="518748"/>
                      </a:lnTo>
                      <a:lnTo>
                        <a:pt x="0" y="511365"/>
                      </a:lnTo>
                      <a:close/>
                    </a:path>
                  </a:pathLst>
                </a:custGeom>
                <a:solidFill>
                  <a:srgbClr val="FF7F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10" name="Google Shape;1610;p2"/>
                <p:cNvSpPr/>
                <p:nvPr/>
              </p:nvSpPr>
              <p:spPr>
                <a:xfrm>
                  <a:off x="10171086" y="1924501"/>
                  <a:ext cx="829328" cy="520805"/>
                </a:xfrm>
                <a:custGeom>
                  <a:avLst/>
                  <a:gdLst/>
                  <a:ahLst/>
                  <a:cxnLst/>
                  <a:rect l="l" t="t" r="r" b="b"/>
                  <a:pathLst>
                    <a:path w="829328" h="520805" extrusionOk="0">
                      <a:moveTo>
                        <a:pt x="826018" y="0"/>
                      </a:moveTo>
                      <a:lnTo>
                        <a:pt x="829329" y="5326"/>
                      </a:lnTo>
                      <a:lnTo>
                        <a:pt x="0" y="520806"/>
                      </a:lnTo>
                      <a:lnTo>
                        <a:pt x="0" y="513422"/>
                      </a:lnTo>
                      <a:close/>
                    </a:path>
                  </a:pathLst>
                </a:custGeom>
                <a:solidFill>
                  <a:srgbClr val="FF80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11" name="Google Shape;1611;p2"/>
                <p:cNvSpPr/>
                <p:nvPr/>
              </p:nvSpPr>
              <p:spPr>
                <a:xfrm>
                  <a:off x="10171086" y="1929827"/>
                  <a:ext cx="832638" cy="522862"/>
                </a:xfrm>
                <a:custGeom>
                  <a:avLst/>
                  <a:gdLst/>
                  <a:ahLst/>
                  <a:cxnLst/>
                  <a:rect l="l" t="t" r="r" b="b"/>
                  <a:pathLst>
                    <a:path w="832638" h="522862" extrusionOk="0">
                      <a:moveTo>
                        <a:pt x="829329" y="0"/>
                      </a:moveTo>
                      <a:lnTo>
                        <a:pt x="832639" y="5324"/>
                      </a:lnTo>
                      <a:lnTo>
                        <a:pt x="0" y="522863"/>
                      </a:lnTo>
                      <a:lnTo>
                        <a:pt x="0" y="515479"/>
                      </a:lnTo>
                      <a:close/>
                    </a:path>
                  </a:pathLst>
                </a:custGeom>
                <a:solidFill>
                  <a:srgbClr val="FF82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12" name="Google Shape;1612;p2"/>
                <p:cNvSpPr/>
                <p:nvPr/>
              </p:nvSpPr>
              <p:spPr>
                <a:xfrm>
                  <a:off x="10171086" y="1935152"/>
                  <a:ext cx="835948" cy="524920"/>
                </a:xfrm>
                <a:custGeom>
                  <a:avLst/>
                  <a:gdLst/>
                  <a:ahLst/>
                  <a:cxnLst/>
                  <a:rect l="l" t="t" r="r" b="b"/>
                  <a:pathLst>
                    <a:path w="835948" h="524920" extrusionOk="0">
                      <a:moveTo>
                        <a:pt x="832639" y="0"/>
                      </a:moveTo>
                      <a:lnTo>
                        <a:pt x="835949" y="5326"/>
                      </a:lnTo>
                      <a:lnTo>
                        <a:pt x="0" y="524920"/>
                      </a:lnTo>
                      <a:lnTo>
                        <a:pt x="0" y="517539"/>
                      </a:lnTo>
                      <a:close/>
                    </a:path>
                  </a:pathLst>
                </a:custGeom>
                <a:solidFill>
                  <a:srgbClr val="FF83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13" name="Google Shape;1613;p2"/>
                <p:cNvSpPr/>
                <p:nvPr/>
              </p:nvSpPr>
              <p:spPr>
                <a:xfrm>
                  <a:off x="10171086" y="1940478"/>
                  <a:ext cx="839258" cy="526977"/>
                </a:xfrm>
                <a:custGeom>
                  <a:avLst/>
                  <a:gdLst/>
                  <a:ahLst/>
                  <a:cxnLst/>
                  <a:rect l="l" t="t" r="r" b="b"/>
                  <a:pathLst>
                    <a:path w="839258" h="526977" extrusionOk="0">
                      <a:moveTo>
                        <a:pt x="835949" y="0"/>
                      </a:moveTo>
                      <a:lnTo>
                        <a:pt x="839259" y="5326"/>
                      </a:lnTo>
                      <a:lnTo>
                        <a:pt x="0" y="526978"/>
                      </a:lnTo>
                      <a:lnTo>
                        <a:pt x="0" y="519594"/>
                      </a:lnTo>
                      <a:close/>
                    </a:path>
                  </a:pathLst>
                </a:custGeom>
                <a:solidFill>
                  <a:srgbClr val="FF85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14" name="Google Shape;1614;p2"/>
                <p:cNvSpPr/>
                <p:nvPr/>
              </p:nvSpPr>
              <p:spPr>
                <a:xfrm>
                  <a:off x="10171086" y="1945804"/>
                  <a:ext cx="842569" cy="529035"/>
                </a:xfrm>
                <a:custGeom>
                  <a:avLst/>
                  <a:gdLst/>
                  <a:ahLst/>
                  <a:cxnLst/>
                  <a:rect l="l" t="t" r="r" b="b"/>
                  <a:pathLst>
                    <a:path w="842569" h="529035" extrusionOk="0">
                      <a:moveTo>
                        <a:pt x="839259" y="0"/>
                      </a:moveTo>
                      <a:lnTo>
                        <a:pt x="842569" y="5326"/>
                      </a:lnTo>
                      <a:lnTo>
                        <a:pt x="0" y="529035"/>
                      </a:lnTo>
                      <a:lnTo>
                        <a:pt x="0" y="521651"/>
                      </a:lnTo>
                      <a:close/>
                    </a:path>
                  </a:pathLst>
                </a:custGeom>
                <a:solidFill>
                  <a:srgbClr val="FF87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15" name="Google Shape;1615;p2"/>
                <p:cNvSpPr/>
                <p:nvPr/>
              </p:nvSpPr>
              <p:spPr>
                <a:xfrm>
                  <a:off x="10171086" y="1951131"/>
                  <a:ext cx="845879" cy="531092"/>
                </a:xfrm>
                <a:custGeom>
                  <a:avLst/>
                  <a:gdLst/>
                  <a:ahLst/>
                  <a:cxnLst/>
                  <a:rect l="l" t="t" r="r" b="b"/>
                  <a:pathLst>
                    <a:path w="845879" h="531092" extrusionOk="0">
                      <a:moveTo>
                        <a:pt x="842569" y="0"/>
                      </a:moveTo>
                      <a:lnTo>
                        <a:pt x="845879" y="5324"/>
                      </a:lnTo>
                      <a:lnTo>
                        <a:pt x="0" y="531093"/>
                      </a:lnTo>
                      <a:lnTo>
                        <a:pt x="0" y="523709"/>
                      </a:lnTo>
                      <a:close/>
                    </a:path>
                  </a:pathLst>
                </a:custGeom>
                <a:solidFill>
                  <a:srgbClr val="FF88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16" name="Google Shape;1616;p2"/>
                <p:cNvSpPr/>
                <p:nvPr/>
              </p:nvSpPr>
              <p:spPr>
                <a:xfrm>
                  <a:off x="10171086" y="1956455"/>
                  <a:ext cx="849191" cy="533152"/>
                </a:xfrm>
                <a:custGeom>
                  <a:avLst/>
                  <a:gdLst/>
                  <a:ahLst/>
                  <a:cxnLst/>
                  <a:rect l="l" t="t" r="r" b="b"/>
                  <a:pathLst>
                    <a:path w="849191" h="533152" extrusionOk="0">
                      <a:moveTo>
                        <a:pt x="845879" y="0"/>
                      </a:moveTo>
                      <a:lnTo>
                        <a:pt x="849192" y="5326"/>
                      </a:lnTo>
                      <a:lnTo>
                        <a:pt x="0" y="533152"/>
                      </a:lnTo>
                      <a:lnTo>
                        <a:pt x="0" y="525769"/>
                      </a:lnTo>
                      <a:close/>
                    </a:path>
                  </a:pathLst>
                </a:custGeom>
                <a:solidFill>
                  <a:srgbClr val="FF8A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17" name="Google Shape;1617;p2"/>
                <p:cNvSpPr/>
                <p:nvPr/>
              </p:nvSpPr>
              <p:spPr>
                <a:xfrm>
                  <a:off x="10171086" y="1961781"/>
                  <a:ext cx="852501" cy="535207"/>
                </a:xfrm>
                <a:custGeom>
                  <a:avLst/>
                  <a:gdLst/>
                  <a:ahLst/>
                  <a:cxnLst/>
                  <a:rect l="l" t="t" r="r" b="b"/>
                  <a:pathLst>
                    <a:path w="852501" h="535207" extrusionOk="0">
                      <a:moveTo>
                        <a:pt x="849192" y="0"/>
                      </a:moveTo>
                      <a:lnTo>
                        <a:pt x="852502" y="5326"/>
                      </a:lnTo>
                      <a:lnTo>
                        <a:pt x="0" y="535208"/>
                      </a:lnTo>
                      <a:lnTo>
                        <a:pt x="0" y="527826"/>
                      </a:lnTo>
                      <a:close/>
                    </a:path>
                  </a:pathLst>
                </a:custGeom>
                <a:solidFill>
                  <a:srgbClr val="FF8B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18" name="Google Shape;1618;p2"/>
                <p:cNvSpPr/>
                <p:nvPr/>
              </p:nvSpPr>
              <p:spPr>
                <a:xfrm>
                  <a:off x="10171086" y="1967108"/>
                  <a:ext cx="855811" cy="537264"/>
                </a:xfrm>
                <a:custGeom>
                  <a:avLst/>
                  <a:gdLst/>
                  <a:ahLst/>
                  <a:cxnLst/>
                  <a:rect l="l" t="t" r="r" b="b"/>
                  <a:pathLst>
                    <a:path w="855811" h="537264" extrusionOk="0">
                      <a:moveTo>
                        <a:pt x="852502" y="0"/>
                      </a:moveTo>
                      <a:lnTo>
                        <a:pt x="855812" y="5324"/>
                      </a:lnTo>
                      <a:lnTo>
                        <a:pt x="0" y="537265"/>
                      </a:lnTo>
                      <a:lnTo>
                        <a:pt x="0" y="529881"/>
                      </a:lnTo>
                      <a:close/>
                    </a:path>
                  </a:pathLst>
                </a:custGeom>
                <a:solidFill>
                  <a:srgbClr val="FF8D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19" name="Google Shape;1619;p2"/>
                <p:cNvSpPr/>
                <p:nvPr/>
              </p:nvSpPr>
              <p:spPr>
                <a:xfrm>
                  <a:off x="10171086" y="1972432"/>
                  <a:ext cx="859121" cy="539324"/>
                </a:xfrm>
                <a:custGeom>
                  <a:avLst/>
                  <a:gdLst/>
                  <a:ahLst/>
                  <a:cxnLst/>
                  <a:rect l="l" t="t" r="r" b="b"/>
                  <a:pathLst>
                    <a:path w="859121" h="539324" extrusionOk="0">
                      <a:moveTo>
                        <a:pt x="855812" y="0"/>
                      </a:moveTo>
                      <a:lnTo>
                        <a:pt x="859122" y="5326"/>
                      </a:lnTo>
                      <a:lnTo>
                        <a:pt x="0" y="539325"/>
                      </a:lnTo>
                      <a:lnTo>
                        <a:pt x="0" y="531941"/>
                      </a:lnTo>
                      <a:close/>
                    </a:path>
                  </a:pathLst>
                </a:custGeom>
                <a:solidFill>
                  <a:srgbClr val="FF8E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20" name="Google Shape;1620;p2"/>
                <p:cNvSpPr/>
                <p:nvPr/>
              </p:nvSpPr>
              <p:spPr>
                <a:xfrm>
                  <a:off x="10171086" y="1977758"/>
                  <a:ext cx="862432" cy="541381"/>
                </a:xfrm>
                <a:custGeom>
                  <a:avLst/>
                  <a:gdLst/>
                  <a:ahLst/>
                  <a:cxnLst/>
                  <a:rect l="l" t="t" r="r" b="b"/>
                  <a:pathLst>
                    <a:path w="862432" h="541381" extrusionOk="0">
                      <a:moveTo>
                        <a:pt x="859122" y="0"/>
                      </a:moveTo>
                      <a:lnTo>
                        <a:pt x="862432" y="5326"/>
                      </a:lnTo>
                      <a:lnTo>
                        <a:pt x="0" y="541382"/>
                      </a:lnTo>
                      <a:lnTo>
                        <a:pt x="0" y="533998"/>
                      </a:lnTo>
                      <a:close/>
                    </a:path>
                  </a:pathLst>
                </a:custGeom>
                <a:solidFill>
                  <a:srgbClr val="FF8F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21" name="Google Shape;1621;p2"/>
                <p:cNvSpPr/>
                <p:nvPr/>
              </p:nvSpPr>
              <p:spPr>
                <a:xfrm>
                  <a:off x="10171086" y="1983084"/>
                  <a:ext cx="865742" cy="543436"/>
                </a:xfrm>
                <a:custGeom>
                  <a:avLst/>
                  <a:gdLst/>
                  <a:ahLst/>
                  <a:cxnLst/>
                  <a:rect l="l" t="t" r="r" b="b"/>
                  <a:pathLst>
                    <a:path w="865742" h="543436" extrusionOk="0">
                      <a:moveTo>
                        <a:pt x="862432" y="0"/>
                      </a:moveTo>
                      <a:lnTo>
                        <a:pt x="865742" y="5324"/>
                      </a:lnTo>
                      <a:lnTo>
                        <a:pt x="0" y="543437"/>
                      </a:lnTo>
                      <a:lnTo>
                        <a:pt x="0" y="536055"/>
                      </a:lnTo>
                      <a:close/>
                    </a:path>
                  </a:pathLst>
                </a:custGeom>
                <a:solidFill>
                  <a:srgbClr val="FF9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22" name="Google Shape;1622;p2"/>
                <p:cNvSpPr/>
                <p:nvPr/>
              </p:nvSpPr>
              <p:spPr>
                <a:xfrm>
                  <a:off x="10171086" y="1988408"/>
                  <a:ext cx="869052" cy="545496"/>
                </a:xfrm>
                <a:custGeom>
                  <a:avLst/>
                  <a:gdLst/>
                  <a:ahLst/>
                  <a:cxnLst/>
                  <a:rect l="l" t="t" r="r" b="b"/>
                  <a:pathLst>
                    <a:path w="869052" h="545496" extrusionOk="0">
                      <a:moveTo>
                        <a:pt x="865742" y="0"/>
                      </a:moveTo>
                      <a:lnTo>
                        <a:pt x="869052" y="5326"/>
                      </a:lnTo>
                      <a:lnTo>
                        <a:pt x="0" y="545497"/>
                      </a:lnTo>
                      <a:lnTo>
                        <a:pt x="0" y="538113"/>
                      </a:lnTo>
                      <a:close/>
                    </a:path>
                  </a:pathLst>
                </a:custGeom>
                <a:solidFill>
                  <a:srgbClr val="FF92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23" name="Google Shape;1623;p2"/>
                <p:cNvSpPr/>
                <p:nvPr/>
              </p:nvSpPr>
              <p:spPr>
                <a:xfrm>
                  <a:off x="10171086" y="1993735"/>
                  <a:ext cx="872362" cy="547554"/>
                </a:xfrm>
                <a:custGeom>
                  <a:avLst/>
                  <a:gdLst/>
                  <a:ahLst/>
                  <a:cxnLst/>
                  <a:rect l="l" t="t" r="r" b="b"/>
                  <a:pathLst>
                    <a:path w="872362" h="547554" extrusionOk="0">
                      <a:moveTo>
                        <a:pt x="869052" y="0"/>
                      </a:moveTo>
                      <a:lnTo>
                        <a:pt x="872362" y="5326"/>
                      </a:lnTo>
                      <a:lnTo>
                        <a:pt x="0" y="547554"/>
                      </a:lnTo>
                      <a:lnTo>
                        <a:pt x="0" y="540170"/>
                      </a:lnTo>
                      <a:close/>
                    </a:path>
                  </a:pathLst>
                </a:custGeom>
                <a:solidFill>
                  <a:srgbClr val="FF94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24" name="Google Shape;1624;p2"/>
                <p:cNvSpPr/>
                <p:nvPr/>
              </p:nvSpPr>
              <p:spPr>
                <a:xfrm>
                  <a:off x="10171086" y="1999061"/>
                  <a:ext cx="875672" cy="549611"/>
                </a:xfrm>
                <a:custGeom>
                  <a:avLst/>
                  <a:gdLst/>
                  <a:ahLst/>
                  <a:cxnLst/>
                  <a:rect l="l" t="t" r="r" b="b"/>
                  <a:pathLst>
                    <a:path w="875672" h="549611" extrusionOk="0">
                      <a:moveTo>
                        <a:pt x="872362" y="0"/>
                      </a:moveTo>
                      <a:lnTo>
                        <a:pt x="875673" y="5326"/>
                      </a:lnTo>
                      <a:lnTo>
                        <a:pt x="0" y="549612"/>
                      </a:lnTo>
                      <a:lnTo>
                        <a:pt x="0" y="542228"/>
                      </a:lnTo>
                      <a:close/>
                    </a:path>
                  </a:pathLst>
                </a:custGeom>
                <a:solidFill>
                  <a:srgbClr val="FF95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25" name="Google Shape;1625;p2"/>
                <p:cNvSpPr/>
                <p:nvPr/>
              </p:nvSpPr>
              <p:spPr>
                <a:xfrm>
                  <a:off x="10171086" y="2004388"/>
                  <a:ext cx="878982" cy="551668"/>
                </a:xfrm>
                <a:custGeom>
                  <a:avLst/>
                  <a:gdLst/>
                  <a:ahLst/>
                  <a:cxnLst/>
                  <a:rect l="l" t="t" r="r" b="b"/>
                  <a:pathLst>
                    <a:path w="878982" h="551668" extrusionOk="0">
                      <a:moveTo>
                        <a:pt x="875673" y="0"/>
                      </a:moveTo>
                      <a:lnTo>
                        <a:pt x="878983" y="5324"/>
                      </a:lnTo>
                      <a:lnTo>
                        <a:pt x="0" y="551669"/>
                      </a:lnTo>
                      <a:lnTo>
                        <a:pt x="0" y="544285"/>
                      </a:lnTo>
                      <a:close/>
                    </a:path>
                  </a:pathLst>
                </a:custGeom>
                <a:solidFill>
                  <a:srgbClr val="FF96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26" name="Google Shape;1626;p2"/>
                <p:cNvSpPr/>
                <p:nvPr/>
              </p:nvSpPr>
              <p:spPr>
                <a:xfrm>
                  <a:off x="10171086" y="2009712"/>
                  <a:ext cx="882292" cy="553726"/>
                </a:xfrm>
                <a:custGeom>
                  <a:avLst/>
                  <a:gdLst/>
                  <a:ahLst/>
                  <a:cxnLst/>
                  <a:rect l="l" t="t" r="r" b="b"/>
                  <a:pathLst>
                    <a:path w="882292" h="553726" extrusionOk="0">
                      <a:moveTo>
                        <a:pt x="878983" y="0"/>
                      </a:moveTo>
                      <a:lnTo>
                        <a:pt x="882293" y="5326"/>
                      </a:lnTo>
                      <a:lnTo>
                        <a:pt x="0" y="553726"/>
                      </a:lnTo>
                      <a:lnTo>
                        <a:pt x="0" y="546345"/>
                      </a:lnTo>
                      <a:close/>
                    </a:path>
                  </a:pathLst>
                </a:custGeom>
                <a:solidFill>
                  <a:srgbClr val="FF98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27" name="Google Shape;1627;p2"/>
                <p:cNvSpPr/>
                <p:nvPr/>
              </p:nvSpPr>
              <p:spPr>
                <a:xfrm>
                  <a:off x="10171086" y="2015038"/>
                  <a:ext cx="885602" cy="555783"/>
                </a:xfrm>
                <a:custGeom>
                  <a:avLst/>
                  <a:gdLst/>
                  <a:ahLst/>
                  <a:cxnLst/>
                  <a:rect l="l" t="t" r="r" b="b"/>
                  <a:pathLst>
                    <a:path w="885602" h="555783" extrusionOk="0">
                      <a:moveTo>
                        <a:pt x="882293" y="0"/>
                      </a:moveTo>
                      <a:lnTo>
                        <a:pt x="885603" y="5326"/>
                      </a:lnTo>
                      <a:lnTo>
                        <a:pt x="0" y="555784"/>
                      </a:lnTo>
                      <a:lnTo>
                        <a:pt x="0" y="548400"/>
                      </a:lnTo>
                      <a:close/>
                    </a:path>
                  </a:pathLst>
                </a:custGeom>
                <a:solidFill>
                  <a:srgbClr val="FF9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28" name="Google Shape;1628;p2"/>
                <p:cNvSpPr/>
                <p:nvPr/>
              </p:nvSpPr>
              <p:spPr>
                <a:xfrm>
                  <a:off x="10171086" y="2020364"/>
                  <a:ext cx="888912" cy="557841"/>
                </a:xfrm>
                <a:custGeom>
                  <a:avLst/>
                  <a:gdLst/>
                  <a:ahLst/>
                  <a:cxnLst/>
                  <a:rect l="l" t="t" r="r" b="b"/>
                  <a:pathLst>
                    <a:path w="888912" h="557841" extrusionOk="0">
                      <a:moveTo>
                        <a:pt x="885603" y="0"/>
                      </a:moveTo>
                      <a:lnTo>
                        <a:pt x="888913" y="5324"/>
                      </a:lnTo>
                      <a:lnTo>
                        <a:pt x="0" y="557841"/>
                      </a:lnTo>
                      <a:lnTo>
                        <a:pt x="0" y="550457"/>
                      </a:lnTo>
                      <a:close/>
                    </a:path>
                  </a:pathLst>
                </a:custGeom>
                <a:solidFill>
                  <a:srgbClr val="FF9A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29" name="Google Shape;1629;p2"/>
                <p:cNvSpPr/>
                <p:nvPr/>
              </p:nvSpPr>
              <p:spPr>
                <a:xfrm>
                  <a:off x="10171086" y="2025689"/>
                  <a:ext cx="892223" cy="558682"/>
                </a:xfrm>
                <a:custGeom>
                  <a:avLst/>
                  <a:gdLst/>
                  <a:ahLst/>
                  <a:cxnLst/>
                  <a:rect l="l" t="t" r="r" b="b"/>
                  <a:pathLst>
                    <a:path w="892223" h="558682" extrusionOk="0">
                      <a:moveTo>
                        <a:pt x="888913" y="0"/>
                      </a:moveTo>
                      <a:lnTo>
                        <a:pt x="892223" y="5326"/>
                      </a:lnTo>
                      <a:lnTo>
                        <a:pt x="1957" y="558682"/>
                      </a:lnTo>
                      <a:lnTo>
                        <a:pt x="0" y="555535"/>
                      </a:lnTo>
                      <a:lnTo>
                        <a:pt x="0" y="552517"/>
                      </a:lnTo>
                      <a:close/>
                    </a:path>
                  </a:pathLst>
                </a:custGeom>
                <a:solidFill>
                  <a:srgbClr val="FF9B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30" name="Google Shape;1630;p2"/>
                <p:cNvSpPr/>
                <p:nvPr/>
              </p:nvSpPr>
              <p:spPr>
                <a:xfrm rot="-1909395">
                  <a:off x="10095860" y="2307493"/>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9D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31" name="Google Shape;1631;p2"/>
                <p:cNvSpPr/>
                <p:nvPr/>
              </p:nvSpPr>
              <p:spPr>
                <a:xfrm rot="-1909395">
                  <a:off x="10099172" y="2312818"/>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9E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32" name="Google Shape;1632;p2"/>
                <p:cNvSpPr/>
                <p:nvPr/>
              </p:nvSpPr>
              <p:spPr>
                <a:xfrm rot="-1909395">
                  <a:off x="10102445" y="2317949"/>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9F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33" name="Google Shape;1633;p2"/>
                <p:cNvSpPr/>
                <p:nvPr/>
              </p:nvSpPr>
              <p:spPr>
                <a:xfrm rot="-1909395">
                  <a:off x="10105768" y="2323347"/>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A0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34" name="Google Shape;1634;p2"/>
                <p:cNvSpPr/>
                <p:nvPr/>
              </p:nvSpPr>
              <p:spPr>
                <a:xfrm rot="-1909395">
                  <a:off x="10109064" y="2328599"/>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A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35" name="Google Shape;1635;p2"/>
                <p:cNvSpPr/>
                <p:nvPr/>
              </p:nvSpPr>
              <p:spPr>
                <a:xfrm rot="-1909395">
                  <a:off x="10112413" y="2334122"/>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A3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36" name="Google Shape;1636;p2"/>
                <p:cNvSpPr/>
                <p:nvPr/>
              </p:nvSpPr>
              <p:spPr>
                <a:xfrm rot="-1909395">
                  <a:off x="10115722" y="2339446"/>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A4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37" name="Google Shape;1637;p2"/>
                <p:cNvSpPr/>
                <p:nvPr/>
              </p:nvSpPr>
              <p:spPr>
                <a:xfrm rot="-1909395">
                  <a:off x="10118995" y="2344576"/>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A5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38" name="Google Shape;1638;p2"/>
                <p:cNvSpPr/>
                <p:nvPr/>
              </p:nvSpPr>
              <p:spPr>
                <a:xfrm rot="-1909395">
                  <a:off x="10122343" y="2350099"/>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A6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39" name="Google Shape;1639;p2"/>
                <p:cNvSpPr/>
                <p:nvPr/>
              </p:nvSpPr>
              <p:spPr>
                <a:xfrm rot="-1909395">
                  <a:off x="10125616" y="2355228"/>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A7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40" name="Google Shape;1640;p2"/>
                <p:cNvSpPr/>
                <p:nvPr/>
              </p:nvSpPr>
              <p:spPr>
                <a:xfrm rot="-1909395">
                  <a:off x="10128939" y="2360627"/>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A8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41" name="Google Shape;1641;p2"/>
                <p:cNvSpPr/>
                <p:nvPr/>
              </p:nvSpPr>
              <p:spPr>
                <a:xfrm rot="-1909395">
                  <a:off x="10132273" y="2366076"/>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A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42" name="Google Shape;1642;p2"/>
                <p:cNvSpPr/>
                <p:nvPr/>
              </p:nvSpPr>
              <p:spPr>
                <a:xfrm rot="-1909395">
                  <a:off x="10135546" y="2371205"/>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AA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43" name="Google Shape;1643;p2"/>
                <p:cNvSpPr/>
                <p:nvPr/>
              </p:nvSpPr>
              <p:spPr>
                <a:xfrm rot="-1909395">
                  <a:off x="10138893" y="2376727"/>
                  <a:ext cx="1048617" cy="6272"/>
                </a:xfrm>
                <a:custGeom>
                  <a:avLst/>
                  <a:gdLst/>
                  <a:ahLst/>
                  <a:cxnLst/>
                  <a:rect l="l" t="t" r="r" b="b"/>
                  <a:pathLst>
                    <a:path w="1048221" h="6270" extrusionOk="0">
                      <a:moveTo>
                        <a:pt x="0" y="0"/>
                      </a:moveTo>
                      <a:lnTo>
                        <a:pt x="1048221" y="0"/>
                      </a:lnTo>
                      <a:lnTo>
                        <a:pt x="1048221" y="6271"/>
                      </a:lnTo>
                      <a:lnTo>
                        <a:pt x="0" y="6271"/>
                      </a:lnTo>
                      <a:close/>
                    </a:path>
                  </a:pathLst>
                </a:custGeom>
                <a:solidFill>
                  <a:srgbClr val="FFAB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44" name="Google Shape;1644;p2"/>
                <p:cNvSpPr/>
                <p:nvPr/>
              </p:nvSpPr>
              <p:spPr>
                <a:xfrm rot="-1909395">
                  <a:off x="10142166" y="2381855"/>
                  <a:ext cx="1048617" cy="6272"/>
                </a:xfrm>
                <a:custGeom>
                  <a:avLst/>
                  <a:gdLst/>
                  <a:ahLst/>
                  <a:cxnLst/>
                  <a:rect l="l" t="t" r="r" b="b"/>
                  <a:pathLst>
                    <a:path w="1048221" h="6270" extrusionOk="0">
                      <a:moveTo>
                        <a:pt x="0" y="0"/>
                      </a:moveTo>
                      <a:lnTo>
                        <a:pt x="1048221" y="0"/>
                      </a:lnTo>
                      <a:lnTo>
                        <a:pt x="1048221" y="6271"/>
                      </a:lnTo>
                      <a:lnTo>
                        <a:pt x="0" y="6271"/>
                      </a:lnTo>
                      <a:close/>
                    </a:path>
                  </a:pathLst>
                </a:custGeom>
                <a:solidFill>
                  <a:srgbClr val="FFAC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45" name="Google Shape;1645;p2"/>
                <p:cNvSpPr/>
                <p:nvPr/>
              </p:nvSpPr>
              <p:spPr>
                <a:xfrm rot="-1909395">
                  <a:off x="10145514" y="2387380"/>
                  <a:ext cx="1048617" cy="6272"/>
                </a:xfrm>
                <a:custGeom>
                  <a:avLst/>
                  <a:gdLst/>
                  <a:ahLst/>
                  <a:cxnLst/>
                  <a:rect l="l" t="t" r="r" b="b"/>
                  <a:pathLst>
                    <a:path w="1048221" h="6270" extrusionOk="0">
                      <a:moveTo>
                        <a:pt x="0" y="0"/>
                      </a:moveTo>
                      <a:lnTo>
                        <a:pt x="1048221" y="0"/>
                      </a:lnTo>
                      <a:lnTo>
                        <a:pt x="1048221" y="6271"/>
                      </a:lnTo>
                      <a:lnTo>
                        <a:pt x="0" y="6271"/>
                      </a:lnTo>
                      <a:close/>
                    </a:path>
                  </a:pathLst>
                </a:custGeom>
                <a:solidFill>
                  <a:srgbClr val="FFAC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46" name="Google Shape;1646;p2"/>
                <p:cNvSpPr/>
                <p:nvPr/>
              </p:nvSpPr>
              <p:spPr>
                <a:xfrm rot="-1909395">
                  <a:off x="10148826" y="2392705"/>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AD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47" name="Google Shape;1647;p2"/>
                <p:cNvSpPr/>
                <p:nvPr/>
              </p:nvSpPr>
              <p:spPr>
                <a:xfrm rot="-1909395">
                  <a:off x="10152075" y="2397707"/>
                  <a:ext cx="1048617" cy="6272"/>
                </a:xfrm>
                <a:custGeom>
                  <a:avLst/>
                  <a:gdLst/>
                  <a:ahLst/>
                  <a:cxnLst/>
                  <a:rect l="l" t="t" r="r" b="b"/>
                  <a:pathLst>
                    <a:path w="1048221" h="6270" extrusionOk="0">
                      <a:moveTo>
                        <a:pt x="0" y="0"/>
                      </a:moveTo>
                      <a:lnTo>
                        <a:pt x="1048221" y="0"/>
                      </a:lnTo>
                      <a:lnTo>
                        <a:pt x="1048221" y="6271"/>
                      </a:lnTo>
                      <a:lnTo>
                        <a:pt x="0" y="6271"/>
                      </a:lnTo>
                      <a:close/>
                    </a:path>
                  </a:pathLst>
                </a:custGeom>
                <a:solidFill>
                  <a:srgbClr val="FFAE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48" name="Google Shape;1648;p2"/>
                <p:cNvSpPr/>
                <p:nvPr/>
              </p:nvSpPr>
              <p:spPr>
                <a:xfrm rot="-1909395">
                  <a:off x="10155446" y="2403356"/>
                  <a:ext cx="1048617" cy="6272"/>
                </a:xfrm>
                <a:custGeom>
                  <a:avLst/>
                  <a:gdLst/>
                  <a:ahLst/>
                  <a:cxnLst/>
                  <a:rect l="l" t="t" r="r" b="b"/>
                  <a:pathLst>
                    <a:path w="1048221" h="6270" extrusionOk="0">
                      <a:moveTo>
                        <a:pt x="0" y="0"/>
                      </a:moveTo>
                      <a:lnTo>
                        <a:pt x="1048221" y="0"/>
                      </a:lnTo>
                      <a:lnTo>
                        <a:pt x="1048221" y="6271"/>
                      </a:lnTo>
                      <a:lnTo>
                        <a:pt x="0" y="6271"/>
                      </a:lnTo>
                      <a:close/>
                    </a:path>
                  </a:pathLst>
                </a:custGeom>
                <a:solidFill>
                  <a:srgbClr val="FFAF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49" name="Google Shape;1649;p2"/>
                <p:cNvSpPr/>
                <p:nvPr/>
              </p:nvSpPr>
              <p:spPr>
                <a:xfrm rot="-1909395">
                  <a:off x="10158756" y="2408682"/>
                  <a:ext cx="1048617" cy="6272"/>
                </a:xfrm>
                <a:custGeom>
                  <a:avLst/>
                  <a:gdLst/>
                  <a:ahLst/>
                  <a:cxnLst/>
                  <a:rect l="l" t="t" r="r" b="b"/>
                  <a:pathLst>
                    <a:path w="1048221" h="6270" extrusionOk="0">
                      <a:moveTo>
                        <a:pt x="0" y="0"/>
                      </a:moveTo>
                      <a:lnTo>
                        <a:pt x="1048221" y="0"/>
                      </a:lnTo>
                      <a:lnTo>
                        <a:pt x="1048221" y="6271"/>
                      </a:lnTo>
                      <a:lnTo>
                        <a:pt x="0" y="6271"/>
                      </a:lnTo>
                      <a:close/>
                    </a:path>
                  </a:pathLst>
                </a:custGeom>
                <a:solidFill>
                  <a:srgbClr val="FFB0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50" name="Google Shape;1650;p2"/>
                <p:cNvSpPr/>
                <p:nvPr/>
              </p:nvSpPr>
              <p:spPr>
                <a:xfrm rot="-1909395">
                  <a:off x="10162029" y="2413807"/>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B0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51" name="Google Shape;1651;p2"/>
                <p:cNvSpPr/>
                <p:nvPr/>
              </p:nvSpPr>
              <p:spPr>
                <a:xfrm rot="-1909395">
                  <a:off x="10165376" y="2419333"/>
                  <a:ext cx="1048617" cy="6272"/>
                </a:xfrm>
                <a:custGeom>
                  <a:avLst/>
                  <a:gdLst/>
                  <a:ahLst/>
                  <a:cxnLst/>
                  <a:rect l="l" t="t" r="r" b="b"/>
                  <a:pathLst>
                    <a:path w="1048221" h="6270" extrusionOk="0">
                      <a:moveTo>
                        <a:pt x="0" y="0"/>
                      </a:moveTo>
                      <a:lnTo>
                        <a:pt x="1048221" y="0"/>
                      </a:lnTo>
                      <a:lnTo>
                        <a:pt x="1048221" y="6271"/>
                      </a:lnTo>
                      <a:lnTo>
                        <a:pt x="0" y="6271"/>
                      </a:lnTo>
                      <a:close/>
                    </a:path>
                  </a:pathLst>
                </a:custGeom>
                <a:solidFill>
                  <a:srgbClr val="FFB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52" name="Google Shape;1652;p2"/>
                <p:cNvSpPr/>
                <p:nvPr/>
              </p:nvSpPr>
              <p:spPr>
                <a:xfrm rot="-1909395">
                  <a:off x="10168650" y="2424460"/>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B2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53" name="Google Shape;1653;p2"/>
                <p:cNvSpPr/>
                <p:nvPr/>
              </p:nvSpPr>
              <p:spPr>
                <a:xfrm rot="-1909395">
                  <a:off x="10171997" y="2429986"/>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B3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54" name="Google Shape;1654;p2"/>
                <p:cNvSpPr/>
                <p:nvPr/>
              </p:nvSpPr>
              <p:spPr>
                <a:xfrm rot="-1909395">
                  <a:off x="10175306" y="2435310"/>
                  <a:ext cx="1048617" cy="6272"/>
                </a:xfrm>
                <a:custGeom>
                  <a:avLst/>
                  <a:gdLst/>
                  <a:ahLst/>
                  <a:cxnLst/>
                  <a:rect l="l" t="t" r="r" b="b"/>
                  <a:pathLst>
                    <a:path w="1048221" h="6270" extrusionOk="0">
                      <a:moveTo>
                        <a:pt x="0" y="0"/>
                      </a:moveTo>
                      <a:lnTo>
                        <a:pt x="1048221" y="0"/>
                      </a:lnTo>
                      <a:lnTo>
                        <a:pt x="1048221" y="6271"/>
                      </a:lnTo>
                      <a:lnTo>
                        <a:pt x="0" y="6271"/>
                      </a:lnTo>
                      <a:close/>
                    </a:path>
                  </a:pathLst>
                </a:custGeom>
                <a:solidFill>
                  <a:srgbClr val="FFB3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55" name="Google Shape;1655;p2"/>
                <p:cNvSpPr/>
                <p:nvPr/>
              </p:nvSpPr>
              <p:spPr>
                <a:xfrm rot="-1909395">
                  <a:off x="10178557" y="2440312"/>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B4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56" name="Google Shape;1656;p2"/>
                <p:cNvSpPr/>
                <p:nvPr/>
              </p:nvSpPr>
              <p:spPr>
                <a:xfrm rot="-1909395">
                  <a:off x="10181927" y="2445963"/>
                  <a:ext cx="1048617" cy="6272"/>
                </a:xfrm>
                <a:custGeom>
                  <a:avLst/>
                  <a:gdLst/>
                  <a:ahLst/>
                  <a:cxnLst/>
                  <a:rect l="l" t="t" r="r" b="b"/>
                  <a:pathLst>
                    <a:path w="1048221" h="6270" extrusionOk="0">
                      <a:moveTo>
                        <a:pt x="0" y="0"/>
                      </a:moveTo>
                      <a:lnTo>
                        <a:pt x="1048221" y="0"/>
                      </a:lnTo>
                      <a:lnTo>
                        <a:pt x="1048221" y="6270"/>
                      </a:lnTo>
                      <a:lnTo>
                        <a:pt x="0" y="6270"/>
                      </a:lnTo>
                      <a:close/>
                    </a:path>
                  </a:pathLst>
                </a:custGeom>
                <a:solidFill>
                  <a:srgbClr val="FFB4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57" name="Google Shape;1657;p2"/>
                <p:cNvSpPr/>
                <p:nvPr/>
              </p:nvSpPr>
              <p:spPr>
                <a:xfrm rot="-1909395">
                  <a:off x="10185200" y="2451087"/>
                  <a:ext cx="1048617" cy="6272"/>
                </a:xfrm>
                <a:custGeom>
                  <a:avLst/>
                  <a:gdLst/>
                  <a:ahLst/>
                  <a:cxnLst/>
                  <a:rect l="l" t="t" r="r" b="b"/>
                  <a:pathLst>
                    <a:path w="1048221" h="6270" extrusionOk="0">
                      <a:moveTo>
                        <a:pt x="0" y="0"/>
                      </a:moveTo>
                      <a:lnTo>
                        <a:pt x="1048221" y="0"/>
                      </a:lnTo>
                      <a:lnTo>
                        <a:pt x="1048221" y="6271"/>
                      </a:lnTo>
                      <a:lnTo>
                        <a:pt x="0" y="6271"/>
                      </a:lnTo>
                      <a:close/>
                    </a:path>
                  </a:pathLst>
                </a:custGeom>
                <a:solidFill>
                  <a:srgbClr val="FFB5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58" name="Google Shape;1658;p2"/>
                <p:cNvSpPr/>
                <p:nvPr/>
              </p:nvSpPr>
              <p:spPr>
                <a:xfrm rot="-1909395">
                  <a:off x="10188546" y="2456614"/>
                  <a:ext cx="1048617" cy="6272"/>
                </a:xfrm>
                <a:custGeom>
                  <a:avLst/>
                  <a:gdLst/>
                  <a:ahLst/>
                  <a:cxnLst/>
                  <a:rect l="l" t="t" r="r" b="b"/>
                  <a:pathLst>
                    <a:path w="1048221" h="6270" extrusionOk="0">
                      <a:moveTo>
                        <a:pt x="0" y="0"/>
                      </a:moveTo>
                      <a:lnTo>
                        <a:pt x="1048221" y="0"/>
                      </a:lnTo>
                      <a:lnTo>
                        <a:pt x="1048221" y="6271"/>
                      </a:lnTo>
                      <a:lnTo>
                        <a:pt x="0" y="6271"/>
                      </a:lnTo>
                      <a:close/>
                    </a:path>
                  </a:pathLst>
                </a:custGeom>
                <a:solidFill>
                  <a:srgbClr val="FFB5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59" name="Google Shape;1659;p2"/>
                <p:cNvSpPr/>
                <p:nvPr/>
              </p:nvSpPr>
              <p:spPr>
                <a:xfrm rot="-1909395">
                  <a:off x="10191857" y="2461940"/>
                  <a:ext cx="1048617" cy="6272"/>
                </a:xfrm>
                <a:custGeom>
                  <a:avLst/>
                  <a:gdLst/>
                  <a:ahLst/>
                  <a:cxnLst/>
                  <a:rect l="l" t="t" r="r" b="b"/>
                  <a:pathLst>
                    <a:path w="1048221" h="6270" extrusionOk="0">
                      <a:moveTo>
                        <a:pt x="0" y="0"/>
                      </a:moveTo>
                      <a:lnTo>
                        <a:pt x="1048221" y="0"/>
                      </a:lnTo>
                      <a:lnTo>
                        <a:pt x="1048221" y="6271"/>
                      </a:lnTo>
                      <a:lnTo>
                        <a:pt x="0" y="6271"/>
                      </a:lnTo>
                      <a:close/>
                    </a:path>
                  </a:pathLst>
                </a:custGeom>
                <a:solidFill>
                  <a:srgbClr val="FFB6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60" name="Google Shape;1660;p2"/>
                <p:cNvSpPr/>
                <p:nvPr/>
              </p:nvSpPr>
              <p:spPr>
                <a:xfrm rot="-1909395">
                  <a:off x="10195132" y="2467066"/>
                  <a:ext cx="1048617" cy="6272"/>
                </a:xfrm>
                <a:custGeom>
                  <a:avLst/>
                  <a:gdLst/>
                  <a:ahLst/>
                  <a:cxnLst/>
                  <a:rect l="l" t="t" r="r" b="b"/>
                  <a:pathLst>
                    <a:path w="1048221" h="6270" extrusionOk="0">
                      <a:moveTo>
                        <a:pt x="0" y="0"/>
                      </a:moveTo>
                      <a:lnTo>
                        <a:pt x="1048221" y="0"/>
                      </a:lnTo>
                      <a:lnTo>
                        <a:pt x="1048221" y="6271"/>
                      </a:lnTo>
                      <a:lnTo>
                        <a:pt x="0" y="6271"/>
                      </a:lnTo>
                      <a:close/>
                    </a:path>
                  </a:pathLst>
                </a:custGeom>
                <a:solidFill>
                  <a:srgbClr val="FFB6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61" name="Google Shape;1661;p2"/>
                <p:cNvSpPr/>
                <p:nvPr/>
              </p:nvSpPr>
              <p:spPr>
                <a:xfrm>
                  <a:off x="10275661" y="2196112"/>
                  <a:ext cx="892909" cy="558682"/>
                </a:xfrm>
                <a:custGeom>
                  <a:avLst/>
                  <a:gdLst/>
                  <a:ahLst/>
                  <a:cxnLst/>
                  <a:rect l="l" t="t" r="r" b="b"/>
                  <a:pathLst>
                    <a:path w="892909" h="558682" extrusionOk="0">
                      <a:moveTo>
                        <a:pt x="890267" y="0"/>
                      </a:moveTo>
                      <a:lnTo>
                        <a:pt x="892910" y="4252"/>
                      </a:lnTo>
                      <a:lnTo>
                        <a:pt x="892910" y="5742"/>
                      </a:lnTo>
                      <a:lnTo>
                        <a:pt x="3310" y="558682"/>
                      </a:lnTo>
                      <a:lnTo>
                        <a:pt x="0" y="553358"/>
                      </a:lnTo>
                      <a:close/>
                    </a:path>
                  </a:pathLst>
                </a:custGeom>
                <a:solidFill>
                  <a:srgbClr val="FFB7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62" name="Google Shape;1662;p2"/>
                <p:cNvSpPr/>
                <p:nvPr/>
              </p:nvSpPr>
              <p:spPr>
                <a:xfrm>
                  <a:off x="10278972" y="2201855"/>
                  <a:ext cx="889599" cy="558266"/>
                </a:xfrm>
                <a:custGeom>
                  <a:avLst/>
                  <a:gdLst/>
                  <a:ahLst/>
                  <a:cxnLst/>
                  <a:rect l="l" t="t" r="r" b="b"/>
                  <a:pathLst>
                    <a:path w="889599" h="558266" extrusionOk="0">
                      <a:moveTo>
                        <a:pt x="889599" y="7384"/>
                      </a:moveTo>
                      <a:lnTo>
                        <a:pt x="3310" y="558266"/>
                      </a:lnTo>
                      <a:lnTo>
                        <a:pt x="0" y="552940"/>
                      </a:lnTo>
                      <a:lnTo>
                        <a:pt x="889599" y="0"/>
                      </a:lnTo>
                      <a:close/>
                    </a:path>
                  </a:pathLst>
                </a:custGeom>
                <a:solidFill>
                  <a:srgbClr val="FFB7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63" name="Google Shape;1663;p2"/>
                <p:cNvSpPr/>
                <p:nvPr/>
              </p:nvSpPr>
              <p:spPr>
                <a:xfrm>
                  <a:off x="10282282" y="2209238"/>
                  <a:ext cx="886289" cy="556209"/>
                </a:xfrm>
                <a:custGeom>
                  <a:avLst/>
                  <a:gdLst/>
                  <a:ahLst/>
                  <a:cxnLst/>
                  <a:rect l="l" t="t" r="r" b="b"/>
                  <a:pathLst>
                    <a:path w="886289" h="556209" extrusionOk="0">
                      <a:moveTo>
                        <a:pt x="886289" y="7382"/>
                      </a:moveTo>
                      <a:lnTo>
                        <a:pt x="3310" y="556209"/>
                      </a:lnTo>
                      <a:lnTo>
                        <a:pt x="0" y="550882"/>
                      </a:lnTo>
                      <a:lnTo>
                        <a:pt x="886289" y="0"/>
                      </a:lnTo>
                      <a:close/>
                    </a:path>
                  </a:pathLst>
                </a:custGeom>
                <a:solidFill>
                  <a:srgbClr val="FFB8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64" name="Google Shape;1664;p2"/>
                <p:cNvSpPr/>
                <p:nvPr/>
              </p:nvSpPr>
              <p:spPr>
                <a:xfrm>
                  <a:off x="10285592" y="2216620"/>
                  <a:ext cx="882979" cy="554153"/>
                </a:xfrm>
                <a:custGeom>
                  <a:avLst/>
                  <a:gdLst/>
                  <a:ahLst/>
                  <a:cxnLst/>
                  <a:rect l="l" t="t" r="r" b="b"/>
                  <a:pathLst>
                    <a:path w="882979" h="554153" extrusionOk="0">
                      <a:moveTo>
                        <a:pt x="882979" y="7384"/>
                      </a:moveTo>
                      <a:lnTo>
                        <a:pt x="3310" y="554154"/>
                      </a:lnTo>
                      <a:lnTo>
                        <a:pt x="0" y="548828"/>
                      </a:lnTo>
                      <a:lnTo>
                        <a:pt x="882979" y="0"/>
                      </a:lnTo>
                      <a:close/>
                    </a:path>
                  </a:pathLst>
                </a:custGeom>
                <a:solidFill>
                  <a:srgbClr val="FFB8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65" name="Google Shape;1665;p2"/>
                <p:cNvSpPr/>
                <p:nvPr/>
              </p:nvSpPr>
              <p:spPr>
                <a:xfrm>
                  <a:off x="10288902" y="2224004"/>
                  <a:ext cx="879669" cy="552094"/>
                </a:xfrm>
                <a:custGeom>
                  <a:avLst/>
                  <a:gdLst/>
                  <a:ahLst/>
                  <a:cxnLst/>
                  <a:rect l="l" t="t" r="r" b="b"/>
                  <a:pathLst>
                    <a:path w="879669" h="552094" extrusionOk="0">
                      <a:moveTo>
                        <a:pt x="879669" y="7384"/>
                      </a:moveTo>
                      <a:lnTo>
                        <a:pt x="3310" y="552094"/>
                      </a:lnTo>
                      <a:lnTo>
                        <a:pt x="0" y="546770"/>
                      </a:lnTo>
                      <a:lnTo>
                        <a:pt x="879669" y="0"/>
                      </a:lnTo>
                      <a:close/>
                    </a:path>
                  </a:pathLst>
                </a:custGeom>
                <a:solidFill>
                  <a:srgbClr val="FFB8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66" name="Google Shape;1666;p2"/>
                <p:cNvSpPr/>
                <p:nvPr/>
              </p:nvSpPr>
              <p:spPr>
                <a:xfrm>
                  <a:off x="10292212" y="2231387"/>
                  <a:ext cx="876358" cy="550036"/>
                </a:xfrm>
                <a:custGeom>
                  <a:avLst/>
                  <a:gdLst/>
                  <a:ahLst/>
                  <a:cxnLst/>
                  <a:rect l="l" t="t" r="r" b="b"/>
                  <a:pathLst>
                    <a:path w="876358" h="550036" extrusionOk="0">
                      <a:moveTo>
                        <a:pt x="876359" y="7384"/>
                      </a:moveTo>
                      <a:lnTo>
                        <a:pt x="3310" y="550037"/>
                      </a:lnTo>
                      <a:lnTo>
                        <a:pt x="0" y="544710"/>
                      </a:lnTo>
                      <a:lnTo>
                        <a:pt x="876359" y="0"/>
                      </a:lnTo>
                      <a:close/>
                    </a:path>
                  </a:pathLst>
                </a:custGeom>
                <a:solidFill>
                  <a:srgbClr val="FFB8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67" name="Google Shape;1667;p2"/>
                <p:cNvSpPr/>
                <p:nvPr/>
              </p:nvSpPr>
              <p:spPr>
                <a:xfrm>
                  <a:off x="10295522" y="2238771"/>
                  <a:ext cx="873048" cy="547979"/>
                </a:xfrm>
                <a:custGeom>
                  <a:avLst/>
                  <a:gdLst/>
                  <a:ahLst/>
                  <a:cxnLst/>
                  <a:rect l="l" t="t" r="r" b="b"/>
                  <a:pathLst>
                    <a:path w="873048" h="547979" extrusionOk="0">
                      <a:moveTo>
                        <a:pt x="873049" y="7382"/>
                      </a:moveTo>
                      <a:lnTo>
                        <a:pt x="3310" y="547979"/>
                      </a:lnTo>
                      <a:lnTo>
                        <a:pt x="0" y="542653"/>
                      </a:lnTo>
                      <a:lnTo>
                        <a:pt x="873049"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68" name="Google Shape;1668;p2"/>
                <p:cNvSpPr/>
                <p:nvPr/>
              </p:nvSpPr>
              <p:spPr>
                <a:xfrm>
                  <a:off x="10298832" y="2246153"/>
                  <a:ext cx="869738" cy="545921"/>
                </a:xfrm>
                <a:custGeom>
                  <a:avLst/>
                  <a:gdLst/>
                  <a:ahLst/>
                  <a:cxnLst/>
                  <a:rect l="l" t="t" r="r" b="b"/>
                  <a:pathLst>
                    <a:path w="869738" h="545921" extrusionOk="0">
                      <a:moveTo>
                        <a:pt x="869739" y="7384"/>
                      </a:moveTo>
                      <a:lnTo>
                        <a:pt x="3310" y="545922"/>
                      </a:lnTo>
                      <a:lnTo>
                        <a:pt x="0" y="540598"/>
                      </a:lnTo>
                      <a:lnTo>
                        <a:pt x="869739"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69" name="Google Shape;1669;p2"/>
                <p:cNvSpPr/>
                <p:nvPr/>
              </p:nvSpPr>
              <p:spPr>
                <a:xfrm>
                  <a:off x="10302142" y="2253536"/>
                  <a:ext cx="866428" cy="543864"/>
                </a:xfrm>
                <a:custGeom>
                  <a:avLst/>
                  <a:gdLst/>
                  <a:ahLst/>
                  <a:cxnLst/>
                  <a:rect l="l" t="t" r="r" b="b"/>
                  <a:pathLst>
                    <a:path w="866428" h="543864" extrusionOk="0">
                      <a:moveTo>
                        <a:pt x="866429" y="7384"/>
                      </a:moveTo>
                      <a:lnTo>
                        <a:pt x="3310" y="543864"/>
                      </a:lnTo>
                      <a:lnTo>
                        <a:pt x="0" y="538538"/>
                      </a:lnTo>
                      <a:lnTo>
                        <a:pt x="866429"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70" name="Google Shape;1670;p2"/>
                <p:cNvSpPr/>
                <p:nvPr/>
              </p:nvSpPr>
              <p:spPr>
                <a:xfrm>
                  <a:off x="10305453" y="2260920"/>
                  <a:ext cx="863118" cy="541807"/>
                </a:xfrm>
                <a:custGeom>
                  <a:avLst/>
                  <a:gdLst/>
                  <a:ahLst/>
                  <a:cxnLst/>
                  <a:rect l="l" t="t" r="r" b="b"/>
                  <a:pathLst>
                    <a:path w="863118" h="541807" extrusionOk="0">
                      <a:moveTo>
                        <a:pt x="863119" y="7384"/>
                      </a:moveTo>
                      <a:lnTo>
                        <a:pt x="3310" y="541807"/>
                      </a:lnTo>
                      <a:lnTo>
                        <a:pt x="0" y="536481"/>
                      </a:lnTo>
                      <a:lnTo>
                        <a:pt x="863119"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71" name="Google Shape;1671;p2"/>
                <p:cNvSpPr/>
                <p:nvPr/>
              </p:nvSpPr>
              <p:spPr>
                <a:xfrm>
                  <a:off x="10308763" y="2268304"/>
                  <a:ext cx="859808" cy="538048"/>
                </a:xfrm>
                <a:custGeom>
                  <a:avLst/>
                  <a:gdLst/>
                  <a:ahLst/>
                  <a:cxnLst/>
                  <a:rect l="l" t="t" r="r" b="b"/>
                  <a:pathLst>
                    <a:path w="859808" h="538048" extrusionOk="0">
                      <a:moveTo>
                        <a:pt x="859808" y="5027"/>
                      </a:moveTo>
                      <a:lnTo>
                        <a:pt x="2254" y="538049"/>
                      </a:lnTo>
                      <a:lnTo>
                        <a:pt x="0" y="534423"/>
                      </a:lnTo>
                      <a:lnTo>
                        <a:pt x="859808"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72" name="Google Shape;1672;p2"/>
                <p:cNvSpPr/>
                <p:nvPr/>
              </p:nvSpPr>
              <p:spPr>
                <a:xfrm>
                  <a:off x="10311017" y="2273331"/>
                  <a:ext cx="857554" cy="536649"/>
                </a:xfrm>
                <a:custGeom>
                  <a:avLst/>
                  <a:gdLst/>
                  <a:ahLst/>
                  <a:cxnLst/>
                  <a:rect l="l" t="t" r="r" b="b"/>
                  <a:pathLst>
                    <a:path w="857554" h="536649" extrusionOk="0">
                      <a:moveTo>
                        <a:pt x="857554" y="5027"/>
                      </a:moveTo>
                      <a:lnTo>
                        <a:pt x="2254" y="536650"/>
                      </a:lnTo>
                      <a:lnTo>
                        <a:pt x="0" y="533022"/>
                      </a:lnTo>
                      <a:lnTo>
                        <a:pt x="857554"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73" name="Google Shape;1673;p2"/>
                <p:cNvSpPr/>
                <p:nvPr/>
              </p:nvSpPr>
              <p:spPr>
                <a:xfrm>
                  <a:off x="10313271" y="2278358"/>
                  <a:ext cx="855299" cy="535248"/>
                </a:xfrm>
                <a:custGeom>
                  <a:avLst/>
                  <a:gdLst/>
                  <a:ahLst/>
                  <a:cxnLst/>
                  <a:rect l="l" t="t" r="r" b="b"/>
                  <a:pathLst>
                    <a:path w="855299" h="535248" extrusionOk="0">
                      <a:moveTo>
                        <a:pt x="855300" y="5029"/>
                      </a:moveTo>
                      <a:lnTo>
                        <a:pt x="2254" y="535249"/>
                      </a:lnTo>
                      <a:lnTo>
                        <a:pt x="0" y="531623"/>
                      </a:lnTo>
                      <a:lnTo>
                        <a:pt x="855300"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74" name="Google Shape;1674;p2"/>
                <p:cNvSpPr/>
                <p:nvPr/>
              </p:nvSpPr>
              <p:spPr>
                <a:xfrm>
                  <a:off x="10315525" y="2283387"/>
                  <a:ext cx="853046" cy="533845"/>
                </a:xfrm>
                <a:custGeom>
                  <a:avLst/>
                  <a:gdLst/>
                  <a:ahLst/>
                  <a:cxnLst/>
                  <a:rect l="l" t="t" r="r" b="b"/>
                  <a:pathLst>
                    <a:path w="853046" h="533845" extrusionOk="0">
                      <a:moveTo>
                        <a:pt x="853046" y="5027"/>
                      </a:moveTo>
                      <a:lnTo>
                        <a:pt x="2256" y="533845"/>
                      </a:lnTo>
                      <a:lnTo>
                        <a:pt x="0" y="530219"/>
                      </a:lnTo>
                      <a:lnTo>
                        <a:pt x="853046"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75" name="Google Shape;1675;p2"/>
                <p:cNvSpPr/>
                <p:nvPr/>
              </p:nvSpPr>
              <p:spPr>
                <a:xfrm>
                  <a:off x="10317781" y="2288414"/>
                  <a:ext cx="850789" cy="532446"/>
                </a:xfrm>
                <a:custGeom>
                  <a:avLst/>
                  <a:gdLst/>
                  <a:ahLst/>
                  <a:cxnLst/>
                  <a:rect l="l" t="t" r="r" b="b"/>
                  <a:pathLst>
                    <a:path w="850789" h="532446" extrusionOk="0">
                      <a:moveTo>
                        <a:pt x="850790" y="5027"/>
                      </a:moveTo>
                      <a:lnTo>
                        <a:pt x="2252" y="532446"/>
                      </a:lnTo>
                      <a:lnTo>
                        <a:pt x="0" y="528818"/>
                      </a:lnTo>
                      <a:lnTo>
                        <a:pt x="850790"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76" name="Google Shape;1676;p2"/>
                <p:cNvSpPr/>
                <p:nvPr/>
              </p:nvSpPr>
              <p:spPr>
                <a:xfrm>
                  <a:off x="10320033" y="2293441"/>
                  <a:ext cx="848537" cy="531044"/>
                </a:xfrm>
                <a:custGeom>
                  <a:avLst/>
                  <a:gdLst/>
                  <a:ahLst/>
                  <a:cxnLst/>
                  <a:rect l="l" t="t" r="r" b="b"/>
                  <a:pathLst>
                    <a:path w="848537" h="531044" extrusionOk="0">
                      <a:moveTo>
                        <a:pt x="848538" y="5027"/>
                      </a:moveTo>
                      <a:lnTo>
                        <a:pt x="2254" y="531045"/>
                      </a:lnTo>
                      <a:lnTo>
                        <a:pt x="0" y="527419"/>
                      </a:lnTo>
                      <a:lnTo>
                        <a:pt x="848538"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77" name="Google Shape;1677;p2"/>
                <p:cNvSpPr/>
                <p:nvPr/>
              </p:nvSpPr>
              <p:spPr>
                <a:xfrm>
                  <a:off x="10322287" y="2298468"/>
                  <a:ext cx="846284" cy="529645"/>
                </a:xfrm>
                <a:custGeom>
                  <a:avLst/>
                  <a:gdLst/>
                  <a:ahLst/>
                  <a:cxnLst/>
                  <a:rect l="l" t="t" r="r" b="b"/>
                  <a:pathLst>
                    <a:path w="846284" h="529645" extrusionOk="0">
                      <a:moveTo>
                        <a:pt x="846284" y="5029"/>
                      </a:moveTo>
                      <a:lnTo>
                        <a:pt x="2256" y="529646"/>
                      </a:lnTo>
                      <a:lnTo>
                        <a:pt x="0" y="526018"/>
                      </a:lnTo>
                      <a:lnTo>
                        <a:pt x="846284"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78" name="Google Shape;1678;p2"/>
                <p:cNvSpPr/>
                <p:nvPr/>
              </p:nvSpPr>
              <p:spPr>
                <a:xfrm>
                  <a:off x="10324543" y="2303497"/>
                  <a:ext cx="844027" cy="528241"/>
                </a:xfrm>
                <a:custGeom>
                  <a:avLst/>
                  <a:gdLst/>
                  <a:ahLst/>
                  <a:cxnLst/>
                  <a:rect l="l" t="t" r="r" b="b"/>
                  <a:pathLst>
                    <a:path w="844027" h="528241" extrusionOk="0">
                      <a:moveTo>
                        <a:pt x="844028" y="5027"/>
                      </a:moveTo>
                      <a:lnTo>
                        <a:pt x="2254" y="528242"/>
                      </a:lnTo>
                      <a:lnTo>
                        <a:pt x="0" y="524617"/>
                      </a:lnTo>
                      <a:lnTo>
                        <a:pt x="844028"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79" name="Google Shape;1679;p2"/>
                <p:cNvSpPr/>
                <p:nvPr/>
              </p:nvSpPr>
              <p:spPr>
                <a:xfrm>
                  <a:off x="10326797" y="2308524"/>
                  <a:ext cx="841773" cy="526840"/>
                </a:xfrm>
                <a:custGeom>
                  <a:avLst/>
                  <a:gdLst/>
                  <a:ahLst/>
                  <a:cxnLst/>
                  <a:rect l="l" t="t" r="r" b="b"/>
                  <a:pathLst>
                    <a:path w="841773" h="526840" extrusionOk="0">
                      <a:moveTo>
                        <a:pt x="841774" y="5027"/>
                      </a:moveTo>
                      <a:lnTo>
                        <a:pt x="2254" y="526841"/>
                      </a:lnTo>
                      <a:lnTo>
                        <a:pt x="0" y="523215"/>
                      </a:lnTo>
                      <a:lnTo>
                        <a:pt x="841774"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80" name="Google Shape;1680;p2"/>
                <p:cNvSpPr/>
                <p:nvPr/>
              </p:nvSpPr>
              <p:spPr>
                <a:xfrm>
                  <a:off x="10329051" y="2313551"/>
                  <a:ext cx="839520" cy="525441"/>
                </a:xfrm>
                <a:custGeom>
                  <a:avLst/>
                  <a:gdLst/>
                  <a:ahLst/>
                  <a:cxnLst/>
                  <a:rect l="l" t="t" r="r" b="b"/>
                  <a:pathLst>
                    <a:path w="839520" h="525441" extrusionOk="0">
                      <a:moveTo>
                        <a:pt x="839520" y="5029"/>
                      </a:moveTo>
                      <a:lnTo>
                        <a:pt x="2254" y="525442"/>
                      </a:lnTo>
                      <a:lnTo>
                        <a:pt x="0" y="521814"/>
                      </a:lnTo>
                      <a:lnTo>
                        <a:pt x="839520"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81" name="Google Shape;1681;p2"/>
                <p:cNvSpPr/>
                <p:nvPr/>
              </p:nvSpPr>
              <p:spPr>
                <a:xfrm>
                  <a:off x="10331305" y="2318580"/>
                  <a:ext cx="837265" cy="524038"/>
                </a:xfrm>
                <a:custGeom>
                  <a:avLst/>
                  <a:gdLst/>
                  <a:ahLst/>
                  <a:cxnLst/>
                  <a:rect l="l" t="t" r="r" b="b"/>
                  <a:pathLst>
                    <a:path w="837265" h="524038" extrusionOk="0">
                      <a:moveTo>
                        <a:pt x="837266" y="5027"/>
                      </a:moveTo>
                      <a:lnTo>
                        <a:pt x="2254" y="524038"/>
                      </a:lnTo>
                      <a:lnTo>
                        <a:pt x="0" y="520413"/>
                      </a:lnTo>
                      <a:lnTo>
                        <a:pt x="837266"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82" name="Google Shape;1682;p2"/>
                <p:cNvSpPr/>
                <p:nvPr/>
              </p:nvSpPr>
              <p:spPr>
                <a:xfrm>
                  <a:off x="10333559" y="2323607"/>
                  <a:ext cx="835011" cy="522639"/>
                </a:xfrm>
                <a:custGeom>
                  <a:avLst/>
                  <a:gdLst/>
                  <a:ahLst/>
                  <a:cxnLst/>
                  <a:rect l="l" t="t" r="r" b="b"/>
                  <a:pathLst>
                    <a:path w="835011" h="522639" extrusionOk="0">
                      <a:moveTo>
                        <a:pt x="835012" y="5027"/>
                      </a:moveTo>
                      <a:lnTo>
                        <a:pt x="2254" y="522639"/>
                      </a:lnTo>
                      <a:lnTo>
                        <a:pt x="0" y="519011"/>
                      </a:lnTo>
                      <a:lnTo>
                        <a:pt x="835012"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83" name="Google Shape;1683;p2"/>
                <p:cNvSpPr/>
                <p:nvPr/>
              </p:nvSpPr>
              <p:spPr>
                <a:xfrm>
                  <a:off x="10335813" y="2328634"/>
                  <a:ext cx="832758" cy="521237"/>
                </a:xfrm>
                <a:custGeom>
                  <a:avLst/>
                  <a:gdLst/>
                  <a:ahLst/>
                  <a:cxnLst/>
                  <a:rect l="l" t="t" r="r" b="b"/>
                  <a:pathLst>
                    <a:path w="832758" h="521237" extrusionOk="0">
                      <a:moveTo>
                        <a:pt x="832758" y="5027"/>
                      </a:moveTo>
                      <a:lnTo>
                        <a:pt x="2254" y="521238"/>
                      </a:lnTo>
                      <a:lnTo>
                        <a:pt x="0" y="517612"/>
                      </a:lnTo>
                      <a:lnTo>
                        <a:pt x="832758"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84" name="Google Shape;1684;p2"/>
                <p:cNvSpPr/>
                <p:nvPr/>
              </p:nvSpPr>
              <p:spPr>
                <a:xfrm>
                  <a:off x="10338067" y="2333661"/>
                  <a:ext cx="830503" cy="519836"/>
                </a:xfrm>
                <a:custGeom>
                  <a:avLst/>
                  <a:gdLst/>
                  <a:ahLst/>
                  <a:cxnLst/>
                  <a:rect l="l" t="t" r="r" b="b"/>
                  <a:pathLst>
                    <a:path w="830503" h="519836" extrusionOk="0">
                      <a:moveTo>
                        <a:pt x="830504" y="5029"/>
                      </a:moveTo>
                      <a:lnTo>
                        <a:pt x="2254" y="519836"/>
                      </a:lnTo>
                      <a:lnTo>
                        <a:pt x="0" y="516211"/>
                      </a:lnTo>
                      <a:lnTo>
                        <a:pt x="830504"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85" name="Google Shape;1685;p2"/>
                <p:cNvSpPr/>
                <p:nvPr/>
              </p:nvSpPr>
              <p:spPr>
                <a:xfrm>
                  <a:off x="10340321" y="2338690"/>
                  <a:ext cx="828249" cy="518435"/>
                </a:xfrm>
                <a:custGeom>
                  <a:avLst/>
                  <a:gdLst/>
                  <a:ahLst/>
                  <a:cxnLst/>
                  <a:rect l="l" t="t" r="r" b="b"/>
                  <a:pathLst>
                    <a:path w="828249" h="518435" extrusionOk="0">
                      <a:moveTo>
                        <a:pt x="828250" y="5027"/>
                      </a:moveTo>
                      <a:lnTo>
                        <a:pt x="2254" y="518435"/>
                      </a:lnTo>
                      <a:lnTo>
                        <a:pt x="0" y="514807"/>
                      </a:lnTo>
                      <a:lnTo>
                        <a:pt x="828250"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86" name="Google Shape;1686;p2"/>
                <p:cNvSpPr/>
                <p:nvPr/>
              </p:nvSpPr>
              <p:spPr>
                <a:xfrm>
                  <a:off x="10342575" y="2343717"/>
                  <a:ext cx="825996" cy="517033"/>
                </a:xfrm>
                <a:custGeom>
                  <a:avLst/>
                  <a:gdLst/>
                  <a:ahLst/>
                  <a:cxnLst/>
                  <a:rect l="l" t="t" r="r" b="b"/>
                  <a:pathLst>
                    <a:path w="825996" h="517033" extrusionOk="0">
                      <a:moveTo>
                        <a:pt x="825996" y="5027"/>
                      </a:moveTo>
                      <a:lnTo>
                        <a:pt x="2254" y="517034"/>
                      </a:lnTo>
                      <a:lnTo>
                        <a:pt x="0" y="513408"/>
                      </a:lnTo>
                      <a:lnTo>
                        <a:pt x="825996"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87" name="Google Shape;1687;p2"/>
                <p:cNvSpPr/>
                <p:nvPr/>
              </p:nvSpPr>
              <p:spPr>
                <a:xfrm>
                  <a:off x="10344829" y="2348744"/>
                  <a:ext cx="823741" cy="515634"/>
                </a:xfrm>
                <a:custGeom>
                  <a:avLst/>
                  <a:gdLst/>
                  <a:ahLst/>
                  <a:cxnLst/>
                  <a:rect l="l" t="t" r="r" b="b"/>
                  <a:pathLst>
                    <a:path w="823741" h="515634" extrusionOk="0">
                      <a:moveTo>
                        <a:pt x="823742" y="5027"/>
                      </a:moveTo>
                      <a:lnTo>
                        <a:pt x="2254" y="515635"/>
                      </a:lnTo>
                      <a:lnTo>
                        <a:pt x="0" y="512007"/>
                      </a:lnTo>
                      <a:lnTo>
                        <a:pt x="823742"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88" name="Google Shape;1688;p2"/>
                <p:cNvSpPr/>
                <p:nvPr/>
              </p:nvSpPr>
              <p:spPr>
                <a:xfrm>
                  <a:off x="10347083" y="2353771"/>
                  <a:ext cx="821487" cy="514233"/>
                </a:xfrm>
                <a:custGeom>
                  <a:avLst/>
                  <a:gdLst/>
                  <a:ahLst/>
                  <a:cxnLst/>
                  <a:rect l="l" t="t" r="r" b="b"/>
                  <a:pathLst>
                    <a:path w="821487" h="514233" extrusionOk="0">
                      <a:moveTo>
                        <a:pt x="821488" y="5029"/>
                      </a:moveTo>
                      <a:lnTo>
                        <a:pt x="2254" y="514233"/>
                      </a:lnTo>
                      <a:lnTo>
                        <a:pt x="0" y="510608"/>
                      </a:lnTo>
                      <a:lnTo>
                        <a:pt x="821488"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89" name="Google Shape;1689;p2"/>
                <p:cNvSpPr/>
                <p:nvPr/>
              </p:nvSpPr>
              <p:spPr>
                <a:xfrm>
                  <a:off x="10349337" y="2358800"/>
                  <a:ext cx="819234" cy="512829"/>
                </a:xfrm>
                <a:custGeom>
                  <a:avLst/>
                  <a:gdLst/>
                  <a:ahLst/>
                  <a:cxnLst/>
                  <a:rect l="l" t="t" r="r" b="b"/>
                  <a:pathLst>
                    <a:path w="819234" h="512829" extrusionOk="0">
                      <a:moveTo>
                        <a:pt x="819234" y="5027"/>
                      </a:moveTo>
                      <a:lnTo>
                        <a:pt x="2254" y="512830"/>
                      </a:lnTo>
                      <a:lnTo>
                        <a:pt x="0" y="509204"/>
                      </a:lnTo>
                      <a:lnTo>
                        <a:pt x="819234"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90" name="Google Shape;1690;p2"/>
                <p:cNvSpPr/>
                <p:nvPr/>
              </p:nvSpPr>
              <p:spPr>
                <a:xfrm>
                  <a:off x="10351591" y="2363827"/>
                  <a:ext cx="816979" cy="511430"/>
                </a:xfrm>
                <a:custGeom>
                  <a:avLst/>
                  <a:gdLst/>
                  <a:ahLst/>
                  <a:cxnLst/>
                  <a:rect l="l" t="t" r="r" b="b"/>
                  <a:pathLst>
                    <a:path w="816979" h="511430" extrusionOk="0">
                      <a:moveTo>
                        <a:pt x="816980" y="5027"/>
                      </a:moveTo>
                      <a:lnTo>
                        <a:pt x="2254" y="511431"/>
                      </a:lnTo>
                      <a:lnTo>
                        <a:pt x="0" y="507803"/>
                      </a:lnTo>
                      <a:lnTo>
                        <a:pt x="816980"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91" name="Google Shape;1691;p2"/>
                <p:cNvSpPr/>
                <p:nvPr/>
              </p:nvSpPr>
              <p:spPr>
                <a:xfrm>
                  <a:off x="10353845" y="2368854"/>
                  <a:ext cx="814725" cy="510029"/>
                </a:xfrm>
                <a:custGeom>
                  <a:avLst/>
                  <a:gdLst/>
                  <a:ahLst/>
                  <a:cxnLst/>
                  <a:rect l="l" t="t" r="r" b="b"/>
                  <a:pathLst>
                    <a:path w="814725" h="510029" extrusionOk="0">
                      <a:moveTo>
                        <a:pt x="814726" y="5027"/>
                      </a:moveTo>
                      <a:lnTo>
                        <a:pt x="2254" y="510029"/>
                      </a:lnTo>
                      <a:lnTo>
                        <a:pt x="0" y="506404"/>
                      </a:lnTo>
                      <a:lnTo>
                        <a:pt x="814726"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92" name="Google Shape;1692;p2"/>
                <p:cNvSpPr/>
                <p:nvPr/>
              </p:nvSpPr>
              <p:spPr>
                <a:xfrm>
                  <a:off x="10356099" y="2373881"/>
                  <a:ext cx="812472" cy="508628"/>
                </a:xfrm>
                <a:custGeom>
                  <a:avLst/>
                  <a:gdLst/>
                  <a:ahLst/>
                  <a:cxnLst/>
                  <a:rect l="l" t="t" r="r" b="b"/>
                  <a:pathLst>
                    <a:path w="812472" h="508628" extrusionOk="0">
                      <a:moveTo>
                        <a:pt x="812472" y="5029"/>
                      </a:moveTo>
                      <a:lnTo>
                        <a:pt x="2254" y="508628"/>
                      </a:lnTo>
                      <a:lnTo>
                        <a:pt x="0" y="505003"/>
                      </a:lnTo>
                      <a:lnTo>
                        <a:pt x="812472"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93" name="Google Shape;1693;p2"/>
                <p:cNvSpPr/>
                <p:nvPr/>
              </p:nvSpPr>
              <p:spPr>
                <a:xfrm>
                  <a:off x="10358353" y="2378910"/>
                  <a:ext cx="810217" cy="507226"/>
                </a:xfrm>
                <a:custGeom>
                  <a:avLst/>
                  <a:gdLst/>
                  <a:ahLst/>
                  <a:cxnLst/>
                  <a:rect l="l" t="t" r="r" b="b"/>
                  <a:pathLst>
                    <a:path w="810217" h="507226" extrusionOk="0">
                      <a:moveTo>
                        <a:pt x="810218" y="5027"/>
                      </a:moveTo>
                      <a:lnTo>
                        <a:pt x="2254" y="507227"/>
                      </a:lnTo>
                      <a:lnTo>
                        <a:pt x="0" y="503599"/>
                      </a:lnTo>
                      <a:lnTo>
                        <a:pt x="810218"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94" name="Google Shape;1694;p2"/>
                <p:cNvSpPr/>
                <p:nvPr/>
              </p:nvSpPr>
              <p:spPr>
                <a:xfrm>
                  <a:off x="10360607" y="2383937"/>
                  <a:ext cx="807963" cy="505825"/>
                </a:xfrm>
                <a:custGeom>
                  <a:avLst/>
                  <a:gdLst/>
                  <a:ahLst/>
                  <a:cxnLst/>
                  <a:rect l="l" t="t" r="r" b="b"/>
                  <a:pathLst>
                    <a:path w="807963" h="505825" extrusionOk="0">
                      <a:moveTo>
                        <a:pt x="807964" y="5027"/>
                      </a:moveTo>
                      <a:lnTo>
                        <a:pt x="2254" y="505826"/>
                      </a:lnTo>
                      <a:lnTo>
                        <a:pt x="0" y="502200"/>
                      </a:lnTo>
                      <a:lnTo>
                        <a:pt x="807964" y="0"/>
                      </a:lnTo>
                      <a:close/>
                    </a:path>
                  </a:pathLst>
                </a:custGeom>
                <a:solidFill>
                  <a:srgbClr val="FF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95" name="Google Shape;1695;p2"/>
                <p:cNvSpPr/>
                <p:nvPr/>
              </p:nvSpPr>
              <p:spPr>
                <a:xfrm>
                  <a:off x="10362861" y="2388964"/>
                  <a:ext cx="805710" cy="504426"/>
                </a:xfrm>
                <a:custGeom>
                  <a:avLst/>
                  <a:gdLst/>
                  <a:ahLst/>
                  <a:cxnLst/>
                  <a:rect l="l" t="t" r="r" b="b"/>
                  <a:pathLst>
                    <a:path w="805710" h="504426" extrusionOk="0">
                      <a:moveTo>
                        <a:pt x="805710" y="5029"/>
                      </a:moveTo>
                      <a:lnTo>
                        <a:pt x="2254" y="504426"/>
                      </a:lnTo>
                      <a:lnTo>
                        <a:pt x="0" y="500799"/>
                      </a:lnTo>
                      <a:lnTo>
                        <a:pt x="805710" y="0"/>
                      </a:lnTo>
                      <a:close/>
                    </a:path>
                  </a:pathLst>
                </a:custGeom>
                <a:solidFill>
                  <a:srgbClr val="FE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96" name="Google Shape;1696;p2"/>
                <p:cNvSpPr/>
                <p:nvPr/>
              </p:nvSpPr>
              <p:spPr>
                <a:xfrm>
                  <a:off x="10365115" y="2393993"/>
                  <a:ext cx="803455" cy="503022"/>
                </a:xfrm>
                <a:custGeom>
                  <a:avLst/>
                  <a:gdLst/>
                  <a:ahLst/>
                  <a:cxnLst/>
                  <a:rect l="l" t="t" r="r" b="b"/>
                  <a:pathLst>
                    <a:path w="803455" h="503022" extrusionOk="0">
                      <a:moveTo>
                        <a:pt x="803456" y="5027"/>
                      </a:moveTo>
                      <a:lnTo>
                        <a:pt x="2254" y="503023"/>
                      </a:lnTo>
                      <a:lnTo>
                        <a:pt x="0" y="499397"/>
                      </a:lnTo>
                      <a:lnTo>
                        <a:pt x="803456" y="0"/>
                      </a:lnTo>
                      <a:close/>
                    </a:path>
                  </a:pathLst>
                </a:custGeom>
                <a:solidFill>
                  <a:srgbClr val="FE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97" name="Google Shape;1697;p2"/>
                <p:cNvSpPr/>
                <p:nvPr/>
              </p:nvSpPr>
              <p:spPr>
                <a:xfrm>
                  <a:off x="10367369" y="2399020"/>
                  <a:ext cx="801202" cy="501621"/>
                </a:xfrm>
                <a:custGeom>
                  <a:avLst/>
                  <a:gdLst/>
                  <a:ahLst/>
                  <a:cxnLst/>
                  <a:rect l="l" t="t" r="r" b="b"/>
                  <a:pathLst>
                    <a:path w="801202" h="501621" extrusionOk="0">
                      <a:moveTo>
                        <a:pt x="801202" y="5027"/>
                      </a:moveTo>
                      <a:lnTo>
                        <a:pt x="2254" y="501621"/>
                      </a:lnTo>
                      <a:lnTo>
                        <a:pt x="0" y="497996"/>
                      </a:lnTo>
                      <a:lnTo>
                        <a:pt x="801202" y="0"/>
                      </a:lnTo>
                      <a:close/>
                    </a:path>
                  </a:pathLst>
                </a:custGeom>
                <a:solidFill>
                  <a:srgbClr val="FE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98" name="Google Shape;1698;p2"/>
                <p:cNvSpPr/>
                <p:nvPr/>
              </p:nvSpPr>
              <p:spPr>
                <a:xfrm>
                  <a:off x="10369623" y="2404047"/>
                  <a:ext cx="798948" cy="500222"/>
                </a:xfrm>
                <a:custGeom>
                  <a:avLst/>
                  <a:gdLst/>
                  <a:ahLst/>
                  <a:cxnLst/>
                  <a:rect l="l" t="t" r="r" b="b"/>
                  <a:pathLst>
                    <a:path w="798948" h="500222" extrusionOk="0">
                      <a:moveTo>
                        <a:pt x="798948" y="5027"/>
                      </a:moveTo>
                      <a:lnTo>
                        <a:pt x="2254" y="500222"/>
                      </a:lnTo>
                      <a:lnTo>
                        <a:pt x="0" y="496594"/>
                      </a:lnTo>
                      <a:lnTo>
                        <a:pt x="798948" y="0"/>
                      </a:lnTo>
                      <a:close/>
                    </a:path>
                  </a:pathLst>
                </a:custGeom>
                <a:solidFill>
                  <a:srgbClr val="FE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699" name="Google Shape;1699;p2"/>
                <p:cNvSpPr/>
                <p:nvPr/>
              </p:nvSpPr>
              <p:spPr>
                <a:xfrm>
                  <a:off x="10371877" y="2409074"/>
                  <a:ext cx="796693" cy="498821"/>
                </a:xfrm>
                <a:custGeom>
                  <a:avLst/>
                  <a:gdLst/>
                  <a:ahLst/>
                  <a:cxnLst/>
                  <a:rect l="l" t="t" r="r" b="b"/>
                  <a:pathLst>
                    <a:path w="796693" h="498821" extrusionOk="0">
                      <a:moveTo>
                        <a:pt x="796694" y="5029"/>
                      </a:moveTo>
                      <a:lnTo>
                        <a:pt x="2254" y="498821"/>
                      </a:lnTo>
                      <a:lnTo>
                        <a:pt x="0" y="495196"/>
                      </a:lnTo>
                      <a:lnTo>
                        <a:pt x="796694" y="0"/>
                      </a:lnTo>
                      <a:close/>
                    </a:path>
                  </a:pathLst>
                </a:custGeom>
                <a:solidFill>
                  <a:srgbClr val="FE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00" name="Google Shape;1700;p2"/>
                <p:cNvSpPr/>
                <p:nvPr/>
              </p:nvSpPr>
              <p:spPr>
                <a:xfrm>
                  <a:off x="10374131" y="2414103"/>
                  <a:ext cx="794440" cy="497419"/>
                </a:xfrm>
                <a:custGeom>
                  <a:avLst/>
                  <a:gdLst/>
                  <a:ahLst/>
                  <a:cxnLst/>
                  <a:rect l="l" t="t" r="r" b="b"/>
                  <a:pathLst>
                    <a:path w="794440" h="497419" extrusionOk="0">
                      <a:moveTo>
                        <a:pt x="794440" y="5027"/>
                      </a:moveTo>
                      <a:lnTo>
                        <a:pt x="2254" y="497420"/>
                      </a:lnTo>
                      <a:lnTo>
                        <a:pt x="0" y="493792"/>
                      </a:lnTo>
                      <a:lnTo>
                        <a:pt x="794440" y="0"/>
                      </a:lnTo>
                      <a:close/>
                    </a:path>
                  </a:pathLst>
                </a:custGeom>
                <a:solidFill>
                  <a:srgbClr val="FE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01" name="Google Shape;1701;p2"/>
                <p:cNvSpPr/>
                <p:nvPr/>
              </p:nvSpPr>
              <p:spPr>
                <a:xfrm>
                  <a:off x="10376385" y="2419130"/>
                  <a:ext cx="792186" cy="496018"/>
                </a:xfrm>
                <a:custGeom>
                  <a:avLst/>
                  <a:gdLst/>
                  <a:ahLst/>
                  <a:cxnLst/>
                  <a:rect l="l" t="t" r="r" b="b"/>
                  <a:pathLst>
                    <a:path w="792186" h="496018" extrusionOk="0">
                      <a:moveTo>
                        <a:pt x="792186" y="5027"/>
                      </a:moveTo>
                      <a:lnTo>
                        <a:pt x="2256" y="496018"/>
                      </a:lnTo>
                      <a:lnTo>
                        <a:pt x="0" y="492393"/>
                      </a:lnTo>
                      <a:lnTo>
                        <a:pt x="792186" y="0"/>
                      </a:lnTo>
                      <a:close/>
                    </a:path>
                  </a:pathLst>
                </a:custGeom>
                <a:solidFill>
                  <a:srgbClr val="FE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02" name="Google Shape;1702;p2"/>
                <p:cNvSpPr/>
                <p:nvPr/>
              </p:nvSpPr>
              <p:spPr>
                <a:xfrm>
                  <a:off x="10378641" y="2424157"/>
                  <a:ext cx="789929" cy="494617"/>
                </a:xfrm>
                <a:custGeom>
                  <a:avLst/>
                  <a:gdLst/>
                  <a:ahLst/>
                  <a:cxnLst/>
                  <a:rect l="l" t="t" r="r" b="b"/>
                  <a:pathLst>
                    <a:path w="789929" h="494617" extrusionOk="0">
                      <a:moveTo>
                        <a:pt x="789930" y="5029"/>
                      </a:moveTo>
                      <a:lnTo>
                        <a:pt x="2254" y="494617"/>
                      </a:lnTo>
                      <a:lnTo>
                        <a:pt x="0" y="490992"/>
                      </a:lnTo>
                      <a:lnTo>
                        <a:pt x="789930" y="0"/>
                      </a:lnTo>
                      <a:close/>
                    </a:path>
                  </a:pathLst>
                </a:custGeom>
                <a:solidFill>
                  <a:srgbClr val="FE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03" name="Google Shape;1703;p2"/>
                <p:cNvSpPr/>
                <p:nvPr/>
              </p:nvSpPr>
              <p:spPr>
                <a:xfrm>
                  <a:off x="10380896" y="2429186"/>
                  <a:ext cx="787675" cy="493215"/>
                </a:xfrm>
                <a:custGeom>
                  <a:avLst/>
                  <a:gdLst/>
                  <a:ahLst/>
                  <a:cxnLst/>
                  <a:rect l="l" t="t" r="r" b="b"/>
                  <a:pathLst>
                    <a:path w="787675" h="493215" extrusionOk="0">
                      <a:moveTo>
                        <a:pt x="787675" y="5027"/>
                      </a:moveTo>
                      <a:lnTo>
                        <a:pt x="2254" y="493216"/>
                      </a:lnTo>
                      <a:lnTo>
                        <a:pt x="0" y="489588"/>
                      </a:lnTo>
                      <a:lnTo>
                        <a:pt x="787675" y="0"/>
                      </a:lnTo>
                      <a:close/>
                    </a:path>
                  </a:pathLst>
                </a:custGeom>
                <a:solidFill>
                  <a:srgbClr val="FE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04" name="Google Shape;1704;p2"/>
                <p:cNvSpPr/>
                <p:nvPr/>
              </p:nvSpPr>
              <p:spPr>
                <a:xfrm>
                  <a:off x="10383149" y="2434213"/>
                  <a:ext cx="785421" cy="491814"/>
                </a:xfrm>
                <a:custGeom>
                  <a:avLst/>
                  <a:gdLst/>
                  <a:ahLst/>
                  <a:cxnLst/>
                  <a:rect l="l" t="t" r="r" b="b"/>
                  <a:pathLst>
                    <a:path w="785421" h="491814" extrusionOk="0">
                      <a:moveTo>
                        <a:pt x="785422" y="5027"/>
                      </a:moveTo>
                      <a:lnTo>
                        <a:pt x="2254" y="491815"/>
                      </a:lnTo>
                      <a:lnTo>
                        <a:pt x="0" y="488189"/>
                      </a:lnTo>
                      <a:lnTo>
                        <a:pt x="785422" y="0"/>
                      </a:lnTo>
                      <a:close/>
                    </a:path>
                  </a:pathLst>
                </a:custGeom>
                <a:solidFill>
                  <a:srgbClr val="FDB9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05" name="Google Shape;1705;p2"/>
                <p:cNvSpPr/>
                <p:nvPr/>
              </p:nvSpPr>
              <p:spPr>
                <a:xfrm>
                  <a:off x="10385403" y="2439240"/>
                  <a:ext cx="783167" cy="490413"/>
                </a:xfrm>
                <a:custGeom>
                  <a:avLst/>
                  <a:gdLst/>
                  <a:ahLst/>
                  <a:cxnLst/>
                  <a:rect l="l" t="t" r="r" b="b"/>
                  <a:pathLst>
                    <a:path w="783167" h="490413" extrusionOk="0">
                      <a:moveTo>
                        <a:pt x="783168" y="5029"/>
                      </a:moveTo>
                      <a:lnTo>
                        <a:pt x="2254" y="490413"/>
                      </a:lnTo>
                      <a:lnTo>
                        <a:pt x="0" y="486788"/>
                      </a:lnTo>
                      <a:lnTo>
                        <a:pt x="783168" y="0"/>
                      </a:lnTo>
                      <a:close/>
                    </a:path>
                  </a:pathLst>
                </a:custGeom>
                <a:solidFill>
                  <a:srgbClr val="FDB9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06" name="Google Shape;1706;p2"/>
                <p:cNvSpPr/>
                <p:nvPr/>
              </p:nvSpPr>
              <p:spPr>
                <a:xfrm>
                  <a:off x="10387657" y="2444269"/>
                  <a:ext cx="780914" cy="489012"/>
                </a:xfrm>
                <a:custGeom>
                  <a:avLst/>
                  <a:gdLst/>
                  <a:ahLst/>
                  <a:cxnLst/>
                  <a:rect l="l" t="t" r="r" b="b"/>
                  <a:pathLst>
                    <a:path w="780914" h="489012" extrusionOk="0">
                      <a:moveTo>
                        <a:pt x="780914" y="5027"/>
                      </a:moveTo>
                      <a:lnTo>
                        <a:pt x="2254" y="489012"/>
                      </a:lnTo>
                      <a:lnTo>
                        <a:pt x="0" y="485384"/>
                      </a:lnTo>
                      <a:lnTo>
                        <a:pt x="780914" y="0"/>
                      </a:lnTo>
                      <a:close/>
                    </a:path>
                  </a:pathLst>
                </a:custGeom>
                <a:solidFill>
                  <a:srgbClr val="FDB9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07" name="Google Shape;1707;p2"/>
                <p:cNvSpPr/>
                <p:nvPr/>
              </p:nvSpPr>
              <p:spPr>
                <a:xfrm>
                  <a:off x="10389911" y="2449296"/>
                  <a:ext cx="778659" cy="487610"/>
                </a:xfrm>
                <a:custGeom>
                  <a:avLst/>
                  <a:gdLst/>
                  <a:ahLst/>
                  <a:cxnLst/>
                  <a:rect l="l" t="t" r="r" b="b"/>
                  <a:pathLst>
                    <a:path w="778659" h="487610" extrusionOk="0">
                      <a:moveTo>
                        <a:pt x="778660" y="5027"/>
                      </a:moveTo>
                      <a:lnTo>
                        <a:pt x="2254" y="487611"/>
                      </a:lnTo>
                      <a:lnTo>
                        <a:pt x="0" y="483985"/>
                      </a:lnTo>
                      <a:lnTo>
                        <a:pt x="778660" y="0"/>
                      </a:lnTo>
                      <a:close/>
                    </a:path>
                  </a:pathLst>
                </a:custGeom>
                <a:solidFill>
                  <a:srgbClr val="FDB9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08" name="Google Shape;1708;p2"/>
                <p:cNvSpPr/>
                <p:nvPr/>
              </p:nvSpPr>
              <p:spPr>
                <a:xfrm>
                  <a:off x="10392165" y="2454323"/>
                  <a:ext cx="776405" cy="486211"/>
                </a:xfrm>
                <a:custGeom>
                  <a:avLst/>
                  <a:gdLst/>
                  <a:ahLst/>
                  <a:cxnLst/>
                  <a:rect l="l" t="t" r="r" b="b"/>
                  <a:pathLst>
                    <a:path w="776405" h="486211" extrusionOk="0">
                      <a:moveTo>
                        <a:pt x="776406" y="5027"/>
                      </a:moveTo>
                      <a:lnTo>
                        <a:pt x="2254" y="486212"/>
                      </a:lnTo>
                      <a:lnTo>
                        <a:pt x="0" y="482584"/>
                      </a:lnTo>
                      <a:lnTo>
                        <a:pt x="776406" y="0"/>
                      </a:lnTo>
                      <a:close/>
                    </a:path>
                  </a:pathLst>
                </a:custGeom>
                <a:solidFill>
                  <a:srgbClr val="FDB9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09" name="Google Shape;1709;p2"/>
                <p:cNvSpPr/>
                <p:nvPr/>
              </p:nvSpPr>
              <p:spPr>
                <a:xfrm>
                  <a:off x="10394419" y="2459350"/>
                  <a:ext cx="774152" cy="484810"/>
                </a:xfrm>
                <a:custGeom>
                  <a:avLst/>
                  <a:gdLst/>
                  <a:ahLst/>
                  <a:cxnLst/>
                  <a:rect l="l" t="t" r="r" b="b"/>
                  <a:pathLst>
                    <a:path w="774152" h="484810" extrusionOk="0">
                      <a:moveTo>
                        <a:pt x="774152" y="5029"/>
                      </a:moveTo>
                      <a:lnTo>
                        <a:pt x="2254" y="484810"/>
                      </a:lnTo>
                      <a:lnTo>
                        <a:pt x="0" y="481185"/>
                      </a:lnTo>
                      <a:lnTo>
                        <a:pt x="774152" y="0"/>
                      </a:lnTo>
                      <a:close/>
                    </a:path>
                  </a:pathLst>
                </a:custGeom>
                <a:solidFill>
                  <a:srgbClr val="FCB8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10" name="Google Shape;1710;p2"/>
                <p:cNvSpPr/>
                <p:nvPr/>
              </p:nvSpPr>
              <p:spPr>
                <a:xfrm>
                  <a:off x="10396673" y="2464379"/>
                  <a:ext cx="771897" cy="483406"/>
                </a:xfrm>
                <a:custGeom>
                  <a:avLst/>
                  <a:gdLst/>
                  <a:ahLst/>
                  <a:cxnLst/>
                  <a:rect l="l" t="t" r="r" b="b"/>
                  <a:pathLst>
                    <a:path w="771897" h="483406" extrusionOk="0">
                      <a:moveTo>
                        <a:pt x="771898" y="5027"/>
                      </a:moveTo>
                      <a:lnTo>
                        <a:pt x="2254" y="483407"/>
                      </a:lnTo>
                      <a:lnTo>
                        <a:pt x="0" y="479781"/>
                      </a:lnTo>
                      <a:lnTo>
                        <a:pt x="771898" y="0"/>
                      </a:lnTo>
                      <a:close/>
                    </a:path>
                  </a:pathLst>
                </a:custGeom>
                <a:solidFill>
                  <a:srgbClr val="FCB8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11" name="Google Shape;1711;p2"/>
                <p:cNvSpPr/>
                <p:nvPr/>
              </p:nvSpPr>
              <p:spPr>
                <a:xfrm>
                  <a:off x="10398927" y="2469406"/>
                  <a:ext cx="769643" cy="482007"/>
                </a:xfrm>
                <a:custGeom>
                  <a:avLst/>
                  <a:gdLst/>
                  <a:ahLst/>
                  <a:cxnLst/>
                  <a:rect l="l" t="t" r="r" b="b"/>
                  <a:pathLst>
                    <a:path w="769643" h="482007" extrusionOk="0">
                      <a:moveTo>
                        <a:pt x="769644" y="5027"/>
                      </a:moveTo>
                      <a:lnTo>
                        <a:pt x="2254" y="482008"/>
                      </a:lnTo>
                      <a:lnTo>
                        <a:pt x="0" y="478380"/>
                      </a:lnTo>
                      <a:lnTo>
                        <a:pt x="769644" y="0"/>
                      </a:lnTo>
                      <a:close/>
                    </a:path>
                  </a:pathLst>
                </a:custGeom>
                <a:solidFill>
                  <a:srgbClr val="FCB8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12" name="Google Shape;1712;p2"/>
                <p:cNvSpPr/>
                <p:nvPr/>
              </p:nvSpPr>
              <p:spPr>
                <a:xfrm>
                  <a:off x="10401181" y="2474433"/>
                  <a:ext cx="767389" cy="480606"/>
                </a:xfrm>
                <a:custGeom>
                  <a:avLst/>
                  <a:gdLst/>
                  <a:ahLst/>
                  <a:cxnLst/>
                  <a:rect l="l" t="t" r="r" b="b"/>
                  <a:pathLst>
                    <a:path w="767389" h="480606" extrusionOk="0">
                      <a:moveTo>
                        <a:pt x="767390" y="5027"/>
                      </a:moveTo>
                      <a:lnTo>
                        <a:pt x="2254" y="480606"/>
                      </a:lnTo>
                      <a:lnTo>
                        <a:pt x="0" y="476981"/>
                      </a:lnTo>
                      <a:lnTo>
                        <a:pt x="767390" y="0"/>
                      </a:lnTo>
                      <a:close/>
                    </a:path>
                  </a:pathLst>
                </a:custGeom>
                <a:solidFill>
                  <a:srgbClr val="FCB8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13" name="Google Shape;1713;p2"/>
                <p:cNvSpPr/>
                <p:nvPr/>
              </p:nvSpPr>
              <p:spPr>
                <a:xfrm>
                  <a:off x="10403435" y="2479460"/>
                  <a:ext cx="765135" cy="479207"/>
                </a:xfrm>
                <a:custGeom>
                  <a:avLst/>
                  <a:gdLst/>
                  <a:ahLst/>
                  <a:cxnLst/>
                  <a:rect l="l" t="t" r="r" b="b"/>
                  <a:pathLst>
                    <a:path w="765135" h="479207" extrusionOk="0">
                      <a:moveTo>
                        <a:pt x="765136" y="5029"/>
                      </a:moveTo>
                      <a:lnTo>
                        <a:pt x="2254" y="479207"/>
                      </a:lnTo>
                      <a:lnTo>
                        <a:pt x="0" y="475579"/>
                      </a:lnTo>
                      <a:lnTo>
                        <a:pt x="765136" y="0"/>
                      </a:lnTo>
                      <a:close/>
                    </a:path>
                  </a:pathLst>
                </a:custGeom>
                <a:solidFill>
                  <a:srgbClr val="FBB8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14" name="Google Shape;1714;p2"/>
                <p:cNvSpPr/>
                <p:nvPr/>
              </p:nvSpPr>
              <p:spPr>
                <a:xfrm>
                  <a:off x="10405689" y="2484489"/>
                  <a:ext cx="762881" cy="477803"/>
                </a:xfrm>
                <a:custGeom>
                  <a:avLst/>
                  <a:gdLst/>
                  <a:ahLst/>
                  <a:cxnLst/>
                  <a:rect l="l" t="t" r="r" b="b"/>
                  <a:pathLst>
                    <a:path w="762881" h="477803" extrusionOk="0">
                      <a:moveTo>
                        <a:pt x="762882" y="5027"/>
                      </a:moveTo>
                      <a:lnTo>
                        <a:pt x="2254" y="477804"/>
                      </a:lnTo>
                      <a:lnTo>
                        <a:pt x="0" y="474178"/>
                      </a:lnTo>
                      <a:lnTo>
                        <a:pt x="762882" y="0"/>
                      </a:lnTo>
                      <a:close/>
                    </a:path>
                  </a:pathLst>
                </a:custGeom>
                <a:solidFill>
                  <a:srgbClr val="FBB8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15" name="Google Shape;1715;p2"/>
                <p:cNvSpPr/>
                <p:nvPr/>
              </p:nvSpPr>
              <p:spPr>
                <a:xfrm>
                  <a:off x="10407943" y="2489516"/>
                  <a:ext cx="760627" cy="476402"/>
                </a:xfrm>
                <a:custGeom>
                  <a:avLst/>
                  <a:gdLst/>
                  <a:ahLst/>
                  <a:cxnLst/>
                  <a:rect l="l" t="t" r="r" b="b"/>
                  <a:pathLst>
                    <a:path w="760627" h="476402" extrusionOk="0">
                      <a:moveTo>
                        <a:pt x="760628" y="5027"/>
                      </a:moveTo>
                      <a:lnTo>
                        <a:pt x="2254" y="476402"/>
                      </a:lnTo>
                      <a:lnTo>
                        <a:pt x="0" y="472777"/>
                      </a:lnTo>
                      <a:lnTo>
                        <a:pt x="760628" y="0"/>
                      </a:lnTo>
                      <a:close/>
                    </a:path>
                  </a:pathLst>
                </a:custGeom>
                <a:solidFill>
                  <a:srgbClr val="FBB8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16" name="Google Shape;1716;p2"/>
                <p:cNvSpPr/>
                <p:nvPr/>
              </p:nvSpPr>
              <p:spPr>
                <a:xfrm>
                  <a:off x="10410197" y="2494542"/>
                  <a:ext cx="758373" cy="475003"/>
                </a:xfrm>
                <a:custGeom>
                  <a:avLst/>
                  <a:gdLst/>
                  <a:ahLst/>
                  <a:cxnLst/>
                  <a:rect l="l" t="t" r="r" b="b"/>
                  <a:pathLst>
                    <a:path w="758373" h="475003" extrusionOk="0">
                      <a:moveTo>
                        <a:pt x="758374" y="5029"/>
                      </a:moveTo>
                      <a:lnTo>
                        <a:pt x="2254" y="475004"/>
                      </a:lnTo>
                      <a:lnTo>
                        <a:pt x="0" y="471376"/>
                      </a:lnTo>
                      <a:lnTo>
                        <a:pt x="758374" y="0"/>
                      </a:lnTo>
                      <a:close/>
                    </a:path>
                  </a:pathLst>
                </a:custGeom>
                <a:solidFill>
                  <a:srgbClr val="FAB8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17" name="Google Shape;1717;p2"/>
                <p:cNvSpPr/>
                <p:nvPr/>
              </p:nvSpPr>
              <p:spPr>
                <a:xfrm>
                  <a:off x="10412451" y="2499572"/>
                  <a:ext cx="756119" cy="473599"/>
                </a:xfrm>
                <a:custGeom>
                  <a:avLst/>
                  <a:gdLst/>
                  <a:ahLst/>
                  <a:cxnLst/>
                  <a:rect l="l" t="t" r="r" b="b"/>
                  <a:pathLst>
                    <a:path w="756119" h="473599" extrusionOk="0">
                      <a:moveTo>
                        <a:pt x="756120" y="5027"/>
                      </a:moveTo>
                      <a:lnTo>
                        <a:pt x="2254" y="473600"/>
                      </a:lnTo>
                      <a:lnTo>
                        <a:pt x="0" y="469974"/>
                      </a:lnTo>
                      <a:lnTo>
                        <a:pt x="756120" y="0"/>
                      </a:lnTo>
                      <a:close/>
                    </a:path>
                  </a:pathLst>
                </a:custGeom>
                <a:solidFill>
                  <a:srgbClr val="FAB82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18" name="Google Shape;1718;p2"/>
                <p:cNvSpPr/>
                <p:nvPr/>
              </p:nvSpPr>
              <p:spPr>
                <a:xfrm>
                  <a:off x="10414705" y="2504599"/>
                  <a:ext cx="753865" cy="472200"/>
                </a:xfrm>
                <a:custGeom>
                  <a:avLst/>
                  <a:gdLst/>
                  <a:ahLst/>
                  <a:cxnLst/>
                  <a:rect l="l" t="t" r="r" b="b"/>
                  <a:pathLst>
                    <a:path w="753865" h="472200" extrusionOk="0">
                      <a:moveTo>
                        <a:pt x="753866" y="5027"/>
                      </a:moveTo>
                      <a:lnTo>
                        <a:pt x="2254" y="472201"/>
                      </a:lnTo>
                      <a:lnTo>
                        <a:pt x="0" y="468573"/>
                      </a:lnTo>
                      <a:lnTo>
                        <a:pt x="753866" y="0"/>
                      </a:lnTo>
                      <a:close/>
                    </a:path>
                  </a:pathLst>
                </a:custGeom>
                <a:solidFill>
                  <a:srgbClr val="FAB81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19" name="Google Shape;1719;p2"/>
                <p:cNvSpPr/>
                <p:nvPr/>
              </p:nvSpPr>
              <p:spPr>
                <a:xfrm>
                  <a:off x="10416959" y="2509626"/>
                  <a:ext cx="751611" cy="470799"/>
                </a:xfrm>
                <a:custGeom>
                  <a:avLst/>
                  <a:gdLst/>
                  <a:ahLst/>
                  <a:cxnLst/>
                  <a:rect l="l" t="t" r="r" b="b"/>
                  <a:pathLst>
                    <a:path w="751611" h="470799" extrusionOk="0">
                      <a:moveTo>
                        <a:pt x="751612" y="5027"/>
                      </a:moveTo>
                      <a:lnTo>
                        <a:pt x="2254" y="470799"/>
                      </a:lnTo>
                      <a:lnTo>
                        <a:pt x="0" y="467174"/>
                      </a:lnTo>
                      <a:lnTo>
                        <a:pt x="751612" y="0"/>
                      </a:lnTo>
                      <a:close/>
                    </a:path>
                  </a:pathLst>
                </a:custGeom>
                <a:solidFill>
                  <a:srgbClr val="F9B81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20" name="Google Shape;1720;p2"/>
                <p:cNvSpPr/>
                <p:nvPr/>
              </p:nvSpPr>
              <p:spPr>
                <a:xfrm>
                  <a:off x="10419213" y="2514652"/>
                  <a:ext cx="749357" cy="469398"/>
                </a:xfrm>
                <a:custGeom>
                  <a:avLst/>
                  <a:gdLst/>
                  <a:ahLst/>
                  <a:cxnLst/>
                  <a:rect l="l" t="t" r="r" b="b"/>
                  <a:pathLst>
                    <a:path w="749357" h="469398" extrusionOk="0">
                      <a:moveTo>
                        <a:pt x="749358" y="5029"/>
                      </a:moveTo>
                      <a:lnTo>
                        <a:pt x="2254" y="469398"/>
                      </a:lnTo>
                      <a:lnTo>
                        <a:pt x="0" y="465773"/>
                      </a:lnTo>
                      <a:lnTo>
                        <a:pt x="749358" y="0"/>
                      </a:lnTo>
                      <a:close/>
                    </a:path>
                  </a:pathLst>
                </a:custGeom>
                <a:solidFill>
                  <a:srgbClr val="F9B81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21" name="Google Shape;1721;p2"/>
                <p:cNvSpPr/>
                <p:nvPr/>
              </p:nvSpPr>
              <p:spPr>
                <a:xfrm>
                  <a:off x="10421467" y="2519682"/>
                  <a:ext cx="747103" cy="467996"/>
                </a:xfrm>
                <a:custGeom>
                  <a:avLst/>
                  <a:gdLst/>
                  <a:ahLst/>
                  <a:cxnLst/>
                  <a:rect l="l" t="t" r="r" b="b"/>
                  <a:pathLst>
                    <a:path w="747103" h="467996" extrusionOk="0">
                      <a:moveTo>
                        <a:pt x="747104" y="5027"/>
                      </a:moveTo>
                      <a:lnTo>
                        <a:pt x="2254" y="467997"/>
                      </a:lnTo>
                      <a:lnTo>
                        <a:pt x="0" y="464369"/>
                      </a:lnTo>
                      <a:lnTo>
                        <a:pt x="747104" y="0"/>
                      </a:lnTo>
                      <a:close/>
                    </a:path>
                  </a:pathLst>
                </a:custGeom>
                <a:solidFill>
                  <a:srgbClr val="F8B81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22" name="Google Shape;1722;p2"/>
                <p:cNvSpPr/>
                <p:nvPr/>
              </p:nvSpPr>
              <p:spPr>
                <a:xfrm>
                  <a:off x="10423721" y="2524709"/>
                  <a:ext cx="744849" cy="466595"/>
                </a:xfrm>
                <a:custGeom>
                  <a:avLst/>
                  <a:gdLst/>
                  <a:ahLst/>
                  <a:cxnLst/>
                  <a:rect l="l" t="t" r="r" b="b"/>
                  <a:pathLst>
                    <a:path w="744849" h="466595" extrusionOk="0">
                      <a:moveTo>
                        <a:pt x="744850" y="5027"/>
                      </a:moveTo>
                      <a:lnTo>
                        <a:pt x="2254" y="466595"/>
                      </a:lnTo>
                      <a:lnTo>
                        <a:pt x="0" y="462970"/>
                      </a:lnTo>
                      <a:lnTo>
                        <a:pt x="744850" y="0"/>
                      </a:lnTo>
                      <a:close/>
                    </a:path>
                  </a:pathLst>
                </a:custGeom>
                <a:solidFill>
                  <a:srgbClr val="F8B71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23" name="Google Shape;1723;p2"/>
                <p:cNvSpPr/>
                <p:nvPr/>
              </p:nvSpPr>
              <p:spPr>
                <a:xfrm>
                  <a:off x="10425975" y="2529735"/>
                  <a:ext cx="742595" cy="465196"/>
                </a:xfrm>
                <a:custGeom>
                  <a:avLst/>
                  <a:gdLst/>
                  <a:ahLst/>
                  <a:cxnLst/>
                  <a:rect l="l" t="t" r="r" b="b"/>
                  <a:pathLst>
                    <a:path w="742595" h="465196" extrusionOk="0">
                      <a:moveTo>
                        <a:pt x="742596" y="5029"/>
                      </a:moveTo>
                      <a:lnTo>
                        <a:pt x="2254" y="465197"/>
                      </a:lnTo>
                      <a:lnTo>
                        <a:pt x="0" y="461569"/>
                      </a:lnTo>
                      <a:lnTo>
                        <a:pt x="742596" y="0"/>
                      </a:lnTo>
                      <a:close/>
                    </a:path>
                  </a:pathLst>
                </a:custGeom>
                <a:solidFill>
                  <a:srgbClr val="F7B71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24" name="Google Shape;1724;p2"/>
                <p:cNvSpPr/>
                <p:nvPr/>
              </p:nvSpPr>
              <p:spPr>
                <a:xfrm>
                  <a:off x="10428229" y="2534765"/>
                  <a:ext cx="740341" cy="463792"/>
                </a:xfrm>
                <a:custGeom>
                  <a:avLst/>
                  <a:gdLst/>
                  <a:ahLst/>
                  <a:cxnLst/>
                  <a:rect l="l" t="t" r="r" b="b"/>
                  <a:pathLst>
                    <a:path w="740341" h="463792" extrusionOk="0">
                      <a:moveTo>
                        <a:pt x="740342" y="5027"/>
                      </a:moveTo>
                      <a:lnTo>
                        <a:pt x="2256" y="463793"/>
                      </a:lnTo>
                      <a:lnTo>
                        <a:pt x="0" y="460167"/>
                      </a:lnTo>
                      <a:lnTo>
                        <a:pt x="740342" y="0"/>
                      </a:lnTo>
                      <a:close/>
                    </a:path>
                  </a:pathLst>
                </a:custGeom>
                <a:solidFill>
                  <a:srgbClr val="F7B71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25" name="Google Shape;1725;p2"/>
                <p:cNvSpPr/>
                <p:nvPr/>
              </p:nvSpPr>
              <p:spPr>
                <a:xfrm>
                  <a:off x="10430485" y="2539792"/>
                  <a:ext cx="738085" cy="462391"/>
                </a:xfrm>
                <a:custGeom>
                  <a:avLst/>
                  <a:gdLst/>
                  <a:ahLst/>
                  <a:cxnLst/>
                  <a:rect l="l" t="t" r="r" b="b"/>
                  <a:pathLst>
                    <a:path w="738085" h="462391" extrusionOk="0">
                      <a:moveTo>
                        <a:pt x="738086" y="5027"/>
                      </a:moveTo>
                      <a:lnTo>
                        <a:pt x="2254" y="462392"/>
                      </a:lnTo>
                      <a:lnTo>
                        <a:pt x="0" y="458766"/>
                      </a:lnTo>
                      <a:lnTo>
                        <a:pt x="738086" y="0"/>
                      </a:lnTo>
                      <a:close/>
                    </a:path>
                  </a:pathLst>
                </a:custGeom>
                <a:solidFill>
                  <a:srgbClr val="F6B71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26" name="Google Shape;1726;p2"/>
                <p:cNvSpPr/>
                <p:nvPr/>
              </p:nvSpPr>
              <p:spPr>
                <a:xfrm>
                  <a:off x="10432740" y="2544819"/>
                  <a:ext cx="735831" cy="460992"/>
                </a:xfrm>
                <a:custGeom>
                  <a:avLst/>
                  <a:gdLst/>
                  <a:ahLst/>
                  <a:cxnLst/>
                  <a:rect l="l" t="t" r="r" b="b"/>
                  <a:pathLst>
                    <a:path w="735831" h="460992" extrusionOk="0">
                      <a:moveTo>
                        <a:pt x="735831" y="5027"/>
                      </a:moveTo>
                      <a:lnTo>
                        <a:pt x="2254" y="460993"/>
                      </a:lnTo>
                      <a:lnTo>
                        <a:pt x="0" y="457365"/>
                      </a:lnTo>
                      <a:lnTo>
                        <a:pt x="735831" y="0"/>
                      </a:lnTo>
                      <a:close/>
                    </a:path>
                  </a:pathLst>
                </a:custGeom>
                <a:solidFill>
                  <a:srgbClr val="F6B71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27" name="Google Shape;1727;p2"/>
                <p:cNvSpPr/>
                <p:nvPr/>
              </p:nvSpPr>
              <p:spPr>
                <a:xfrm>
                  <a:off x="10434993" y="2549845"/>
                  <a:ext cx="733577" cy="459591"/>
                </a:xfrm>
                <a:custGeom>
                  <a:avLst/>
                  <a:gdLst/>
                  <a:ahLst/>
                  <a:cxnLst/>
                  <a:rect l="l" t="t" r="r" b="b"/>
                  <a:pathLst>
                    <a:path w="733577" h="459591" extrusionOk="0">
                      <a:moveTo>
                        <a:pt x="733578" y="5029"/>
                      </a:moveTo>
                      <a:lnTo>
                        <a:pt x="2254" y="459591"/>
                      </a:lnTo>
                      <a:lnTo>
                        <a:pt x="0" y="455966"/>
                      </a:lnTo>
                      <a:lnTo>
                        <a:pt x="733578" y="0"/>
                      </a:lnTo>
                      <a:close/>
                    </a:path>
                  </a:pathLst>
                </a:custGeom>
                <a:solidFill>
                  <a:srgbClr val="F5B71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28" name="Google Shape;1728;p2"/>
                <p:cNvSpPr/>
                <p:nvPr/>
              </p:nvSpPr>
              <p:spPr>
                <a:xfrm>
                  <a:off x="10437248" y="2554875"/>
                  <a:ext cx="731323" cy="458189"/>
                </a:xfrm>
                <a:custGeom>
                  <a:avLst/>
                  <a:gdLst/>
                  <a:ahLst/>
                  <a:cxnLst/>
                  <a:rect l="l" t="t" r="r" b="b"/>
                  <a:pathLst>
                    <a:path w="731323" h="458189" extrusionOk="0">
                      <a:moveTo>
                        <a:pt x="731324" y="5027"/>
                      </a:moveTo>
                      <a:lnTo>
                        <a:pt x="2254" y="458190"/>
                      </a:lnTo>
                      <a:lnTo>
                        <a:pt x="0" y="454562"/>
                      </a:lnTo>
                      <a:lnTo>
                        <a:pt x="731324" y="0"/>
                      </a:lnTo>
                      <a:close/>
                    </a:path>
                  </a:pathLst>
                </a:custGeom>
                <a:solidFill>
                  <a:srgbClr val="F4B71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29" name="Google Shape;1729;p2"/>
                <p:cNvSpPr/>
                <p:nvPr/>
              </p:nvSpPr>
              <p:spPr>
                <a:xfrm>
                  <a:off x="10439502" y="2559902"/>
                  <a:ext cx="729069" cy="456788"/>
                </a:xfrm>
                <a:custGeom>
                  <a:avLst/>
                  <a:gdLst/>
                  <a:ahLst/>
                  <a:cxnLst/>
                  <a:rect l="l" t="t" r="r" b="b"/>
                  <a:pathLst>
                    <a:path w="729069" h="456788" extrusionOk="0">
                      <a:moveTo>
                        <a:pt x="729069" y="5027"/>
                      </a:moveTo>
                      <a:lnTo>
                        <a:pt x="2254" y="456788"/>
                      </a:lnTo>
                      <a:lnTo>
                        <a:pt x="0" y="453163"/>
                      </a:lnTo>
                      <a:lnTo>
                        <a:pt x="729069" y="0"/>
                      </a:lnTo>
                      <a:close/>
                    </a:path>
                  </a:pathLst>
                </a:custGeom>
                <a:solidFill>
                  <a:srgbClr val="F4B71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30" name="Google Shape;1730;p2"/>
                <p:cNvSpPr/>
                <p:nvPr/>
              </p:nvSpPr>
              <p:spPr>
                <a:xfrm>
                  <a:off x="10441755" y="2564928"/>
                  <a:ext cx="726815" cy="455387"/>
                </a:xfrm>
                <a:custGeom>
                  <a:avLst/>
                  <a:gdLst/>
                  <a:ahLst/>
                  <a:cxnLst/>
                  <a:rect l="l" t="t" r="r" b="b"/>
                  <a:pathLst>
                    <a:path w="726815" h="455387" extrusionOk="0">
                      <a:moveTo>
                        <a:pt x="726816" y="5027"/>
                      </a:moveTo>
                      <a:lnTo>
                        <a:pt x="2254" y="455387"/>
                      </a:lnTo>
                      <a:lnTo>
                        <a:pt x="0" y="451762"/>
                      </a:lnTo>
                      <a:lnTo>
                        <a:pt x="726816" y="0"/>
                      </a:lnTo>
                      <a:close/>
                    </a:path>
                  </a:pathLst>
                </a:custGeom>
                <a:solidFill>
                  <a:srgbClr val="F3B71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31" name="Google Shape;1731;p2"/>
                <p:cNvSpPr/>
                <p:nvPr/>
              </p:nvSpPr>
              <p:spPr>
                <a:xfrm>
                  <a:off x="10444010" y="2569955"/>
                  <a:ext cx="724561" cy="453988"/>
                </a:xfrm>
                <a:custGeom>
                  <a:avLst/>
                  <a:gdLst/>
                  <a:ahLst/>
                  <a:cxnLst/>
                  <a:rect l="l" t="t" r="r" b="b"/>
                  <a:pathLst>
                    <a:path w="724561" h="453988" extrusionOk="0">
                      <a:moveTo>
                        <a:pt x="724562" y="5029"/>
                      </a:moveTo>
                      <a:lnTo>
                        <a:pt x="2254" y="453988"/>
                      </a:lnTo>
                      <a:lnTo>
                        <a:pt x="0" y="450360"/>
                      </a:lnTo>
                      <a:lnTo>
                        <a:pt x="724562" y="0"/>
                      </a:lnTo>
                      <a:close/>
                    </a:path>
                  </a:pathLst>
                </a:custGeom>
                <a:solidFill>
                  <a:srgbClr val="F2B61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32" name="Google Shape;1732;p2"/>
                <p:cNvSpPr/>
                <p:nvPr/>
              </p:nvSpPr>
              <p:spPr>
                <a:xfrm>
                  <a:off x="10446264" y="2574985"/>
                  <a:ext cx="722307" cy="452584"/>
                </a:xfrm>
                <a:custGeom>
                  <a:avLst/>
                  <a:gdLst/>
                  <a:ahLst/>
                  <a:cxnLst/>
                  <a:rect l="l" t="t" r="r" b="b"/>
                  <a:pathLst>
                    <a:path w="722307" h="452584" extrusionOk="0">
                      <a:moveTo>
                        <a:pt x="722307" y="5027"/>
                      </a:moveTo>
                      <a:lnTo>
                        <a:pt x="2254" y="452584"/>
                      </a:lnTo>
                      <a:lnTo>
                        <a:pt x="0" y="448959"/>
                      </a:lnTo>
                      <a:lnTo>
                        <a:pt x="722307" y="0"/>
                      </a:lnTo>
                      <a:close/>
                    </a:path>
                  </a:pathLst>
                </a:custGeom>
                <a:solidFill>
                  <a:srgbClr val="F2B61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33" name="Google Shape;1733;p2"/>
                <p:cNvSpPr/>
                <p:nvPr/>
              </p:nvSpPr>
              <p:spPr>
                <a:xfrm>
                  <a:off x="10448517" y="2580012"/>
                  <a:ext cx="720053" cy="451185"/>
                </a:xfrm>
                <a:custGeom>
                  <a:avLst/>
                  <a:gdLst/>
                  <a:ahLst/>
                  <a:cxnLst/>
                  <a:rect l="l" t="t" r="r" b="b"/>
                  <a:pathLst>
                    <a:path w="720053" h="451185" extrusionOk="0">
                      <a:moveTo>
                        <a:pt x="720054" y="5027"/>
                      </a:moveTo>
                      <a:lnTo>
                        <a:pt x="2254" y="451186"/>
                      </a:lnTo>
                      <a:lnTo>
                        <a:pt x="0" y="447558"/>
                      </a:lnTo>
                      <a:lnTo>
                        <a:pt x="720054" y="0"/>
                      </a:lnTo>
                      <a:close/>
                    </a:path>
                  </a:pathLst>
                </a:custGeom>
                <a:solidFill>
                  <a:srgbClr val="F1B61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34" name="Google Shape;1734;p2"/>
                <p:cNvSpPr/>
                <p:nvPr/>
              </p:nvSpPr>
              <p:spPr>
                <a:xfrm>
                  <a:off x="10450772" y="2585038"/>
                  <a:ext cx="717799" cy="449784"/>
                </a:xfrm>
                <a:custGeom>
                  <a:avLst/>
                  <a:gdLst/>
                  <a:ahLst/>
                  <a:cxnLst/>
                  <a:rect l="l" t="t" r="r" b="b"/>
                  <a:pathLst>
                    <a:path w="717799" h="449784" extrusionOk="0">
                      <a:moveTo>
                        <a:pt x="717800" y="5029"/>
                      </a:moveTo>
                      <a:lnTo>
                        <a:pt x="2254" y="449784"/>
                      </a:lnTo>
                      <a:lnTo>
                        <a:pt x="0" y="446159"/>
                      </a:lnTo>
                      <a:lnTo>
                        <a:pt x="717800" y="0"/>
                      </a:lnTo>
                      <a:close/>
                    </a:path>
                  </a:pathLst>
                </a:custGeom>
                <a:solidFill>
                  <a:srgbClr val="F0B61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35" name="Google Shape;1735;p2"/>
                <p:cNvSpPr/>
                <p:nvPr/>
              </p:nvSpPr>
              <p:spPr>
                <a:xfrm>
                  <a:off x="10453026" y="2590068"/>
                  <a:ext cx="715545" cy="448380"/>
                </a:xfrm>
                <a:custGeom>
                  <a:avLst/>
                  <a:gdLst/>
                  <a:ahLst/>
                  <a:cxnLst/>
                  <a:rect l="l" t="t" r="r" b="b"/>
                  <a:pathLst>
                    <a:path w="715545" h="448380" extrusionOk="0">
                      <a:moveTo>
                        <a:pt x="715545" y="5027"/>
                      </a:moveTo>
                      <a:lnTo>
                        <a:pt x="2254" y="448381"/>
                      </a:lnTo>
                      <a:lnTo>
                        <a:pt x="0" y="444755"/>
                      </a:lnTo>
                      <a:lnTo>
                        <a:pt x="715545" y="0"/>
                      </a:lnTo>
                      <a:close/>
                    </a:path>
                  </a:pathLst>
                </a:custGeom>
                <a:solidFill>
                  <a:srgbClr val="EFB6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36" name="Google Shape;1736;p2"/>
                <p:cNvSpPr/>
                <p:nvPr/>
              </p:nvSpPr>
              <p:spPr>
                <a:xfrm>
                  <a:off x="10455279" y="2595095"/>
                  <a:ext cx="713291" cy="446981"/>
                </a:xfrm>
                <a:custGeom>
                  <a:avLst/>
                  <a:gdLst/>
                  <a:ahLst/>
                  <a:cxnLst/>
                  <a:rect l="l" t="t" r="r" b="b"/>
                  <a:pathLst>
                    <a:path w="713291" h="446981" extrusionOk="0">
                      <a:moveTo>
                        <a:pt x="713292" y="5027"/>
                      </a:moveTo>
                      <a:lnTo>
                        <a:pt x="2254" y="446981"/>
                      </a:lnTo>
                      <a:lnTo>
                        <a:pt x="0" y="443354"/>
                      </a:lnTo>
                      <a:lnTo>
                        <a:pt x="713292" y="0"/>
                      </a:lnTo>
                      <a:close/>
                    </a:path>
                  </a:pathLst>
                </a:custGeom>
                <a:solidFill>
                  <a:srgbClr val="EEB6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37" name="Google Shape;1737;p2"/>
                <p:cNvSpPr/>
                <p:nvPr/>
              </p:nvSpPr>
              <p:spPr>
                <a:xfrm>
                  <a:off x="10457534" y="2600122"/>
                  <a:ext cx="711037" cy="445580"/>
                </a:xfrm>
                <a:custGeom>
                  <a:avLst/>
                  <a:gdLst/>
                  <a:ahLst/>
                  <a:cxnLst/>
                  <a:rect l="l" t="t" r="r" b="b"/>
                  <a:pathLst>
                    <a:path w="711037" h="445580" extrusionOk="0">
                      <a:moveTo>
                        <a:pt x="711038" y="5027"/>
                      </a:moveTo>
                      <a:lnTo>
                        <a:pt x="2254" y="445580"/>
                      </a:lnTo>
                      <a:lnTo>
                        <a:pt x="0" y="441955"/>
                      </a:lnTo>
                      <a:lnTo>
                        <a:pt x="711038" y="0"/>
                      </a:lnTo>
                      <a:close/>
                    </a:path>
                  </a:pathLst>
                </a:custGeom>
                <a:solidFill>
                  <a:srgbClr val="EDB5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38" name="Google Shape;1738;p2"/>
                <p:cNvSpPr/>
                <p:nvPr/>
              </p:nvSpPr>
              <p:spPr>
                <a:xfrm>
                  <a:off x="10459788" y="2605148"/>
                  <a:ext cx="708783" cy="444181"/>
                </a:xfrm>
                <a:custGeom>
                  <a:avLst/>
                  <a:gdLst/>
                  <a:ahLst/>
                  <a:cxnLst/>
                  <a:rect l="l" t="t" r="r" b="b"/>
                  <a:pathLst>
                    <a:path w="708783" h="444181" extrusionOk="0">
                      <a:moveTo>
                        <a:pt x="708783" y="5029"/>
                      </a:moveTo>
                      <a:lnTo>
                        <a:pt x="2254" y="444181"/>
                      </a:lnTo>
                      <a:lnTo>
                        <a:pt x="0" y="440553"/>
                      </a:lnTo>
                      <a:lnTo>
                        <a:pt x="708783" y="0"/>
                      </a:lnTo>
                      <a:close/>
                    </a:path>
                  </a:pathLst>
                </a:custGeom>
                <a:solidFill>
                  <a:srgbClr val="EDB5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39" name="Google Shape;1739;p2"/>
                <p:cNvSpPr/>
                <p:nvPr/>
              </p:nvSpPr>
              <p:spPr>
                <a:xfrm>
                  <a:off x="10462041" y="2610178"/>
                  <a:ext cx="706529" cy="442777"/>
                </a:xfrm>
                <a:custGeom>
                  <a:avLst/>
                  <a:gdLst/>
                  <a:ahLst/>
                  <a:cxnLst/>
                  <a:rect l="l" t="t" r="r" b="b"/>
                  <a:pathLst>
                    <a:path w="706529" h="442777" extrusionOk="0">
                      <a:moveTo>
                        <a:pt x="706530" y="5027"/>
                      </a:moveTo>
                      <a:lnTo>
                        <a:pt x="2254" y="442777"/>
                      </a:lnTo>
                      <a:lnTo>
                        <a:pt x="0" y="439152"/>
                      </a:lnTo>
                      <a:lnTo>
                        <a:pt x="706530" y="0"/>
                      </a:lnTo>
                      <a:close/>
                    </a:path>
                  </a:pathLst>
                </a:custGeom>
                <a:solidFill>
                  <a:srgbClr val="ECB51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40" name="Google Shape;1740;p2"/>
                <p:cNvSpPr/>
                <p:nvPr/>
              </p:nvSpPr>
              <p:spPr>
                <a:xfrm>
                  <a:off x="10464296" y="2615205"/>
                  <a:ext cx="704275" cy="441376"/>
                </a:xfrm>
                <a:custGeom>
                  <a:avLst/>
                  <a:gdLst/>
                  <a:ahLst/>
                  <a:cxnLst/>
                  <a:rect l="l" t="t" r="r" b="b"/>
                  <a:pathLst>
                    <a:path w="704275" h="441376" extrusionOk="0">
                      <a:moveTo>
                        <a:pt x="704276" y="5027"/>
                      </a:moveTo>
                      <a:lnTo>
                        <a:pt x="2254" y="441376"/>
                      </a:lnTo>
                      <a:lnTo>
                        <a:pt x="0" y="437751"/>
                      </a:lnTo>
                      <a:lnTo>
                        <a:pt x="704276" y="0"/>
                      </a:lnTo>
                      <a:close/>
                    </a:path>
                  </a:pathLst>
                </a:custGeom>
                <a:solidFill>
                  <a:srgbClr val="EBB51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41" name="Google Shape;1741;p2"/>
                <p:cNvSpPr/>
                <p:nvPr/>
              </p:nvSpPr>
              <p:spPr>
                <a:xfrm>
                  <a:off x="10466550" y="2620231"/>
                  <a:ext cx="702021" cy="439977"/>
                </a:xfrm>
                <a:custGeom>
                  <a:avLst/>
                  <a:gdLst/>
                  <a:ahLst/>
                  <a:cxnLst/>
                  <a:rect l="l" t="t" r="r" b="b"/>
                  <a:pathLst>
                    <a:path w="702021" h="439977" extrusionOk="0">
                      <a:moveTo>
                        <a:pt x="702021" y="5027"/>
                      </a:moveTo>
                      <a:lnTo>
                        <a:pt x="2254" y="439977"/>
                      </a:lnTo>
                      <a:lnTo>
                        <a:pt x="0" y="436349"/>
                      </a:lnTo>
                      <a:lnTo>
                        <a:pt x="702021" y="0"/>
                      </a:lnTo>
                      <a:close/>
                    </a:path>
                  </a:pathLst>
                </a:custGeom>
                <a:solidFill>
                  <a:srgbClr val="EAB51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42" name="Google Shape;1742;p2"/>
                <p:cNvSpPr/>
                <p:nvPr/>
              </p:nvSpPr>
              <p:spPr>
                <a:xfrm>
                  <a:off x="10468803" y="2625258"/>
                  <a:ext cx="699767" cy="438576"/>
                </a:xfrm>
                <a:custGeom>
                  <a:avLst/>
                  <a:gdLst/>
                  <a:ahLst/>
                  <a:cxnLst/>
                  <a:rect l="l" t="t" r="r" b="b"/>
                  <a:pathLst>
                    <a:path w="699767" h="438576" extrusionOk="0">
                      <a:moveTo>
                        <a:pt x="699768" y="5029"/>
                      </a:moveTo>
                      <a:lnTo>
                        <a:pt x="2254" y="438576"/>
                      </a:lnTo>
                      <a:lnTo>
                        <a:pt x="0" y="434950"/>
                      </a:lnTo>
                      <a:lnTo>
                        <a:pt x="699768" y="0"/>
                      </a:lnTo>
                      <a:close/>
                    </a:path>
                  </a:pathLst>
                </a:custGeom>
                <a:solidFill>
                  <a:srgbClr val="E8B41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43" name="Google Shape;1743;p2"/>
                <p:cNvSpPr/>
                <p:nvPr/>
              </p:nvSpPr>
              <p:spPr>
                <a:xfrm>
                  <a:off x="10471058" y="2630288"/>
                  <a:ext cx="697513" cy="437174"/>
                </a:xfrm>
                <a:custGeom>
                  <a:avLst/>
                  <a:gdLst/>
                  <a:ahLst/>
                  <a:cxnLst/>
                  <a:rect l="l" t="t" r="r" b="b"/>
                  <a:pathLst>
                    <a:path w="697513" h="437174" extrusionOk="0">
                      <a:moveTo>
                        <a:pt x="697514" y="5027"/>
                      </a:moveTo>
                      <a:lnTo>
                        <a:pt x="2254" y="437175"/>
                      </a:lnTo>
                      <a:lnTo>
                        <a:pt x="0" y="433547"/>
                      </a:lnTo>
                      <a:lnTo>
                        <a:pt x="697514" y="0"/>
                      </a:lnTo>
                      <a:close/>
                    </a:path>
                  </a:pathLst>
                </a:custGeom>
                <a:solidFill>
                  <a:srgbClr val="E7B41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44" name="Google Shape;1744;p2"/>
                <p:cNvSpPr/>
                <p:nvPr/>
              </p:nvSpPr>
              <p:spPr>
                <a:xfrm>
                  <a:off x="10473311" y="2635315"/>
                  <a:ext cx="695259" cy="435773"/>
                </a:xfrm>
                <a:custGeom>
                  <a:avLst/>
                  <a:gdLst/>
                  <a:ahLst/>
                  <a:cxnLst/>
                  <a:rect l="l" t="t" r="r" b="b"/>
                  <a:pathLst>
                    <a:path w="695259" h="435773" extrusionOk="0">
                      <a:moveTo>
                        <a:pt x="695260" y="5027"/>
                      </a:moveTo>
                      <a:lnTo>
                        <a:pt x="2254" y="435773"/>
                      </a:lnTo>
                      <a:lnTo>
                        <a:pt x="0" y="432148"/>
                      </a:lnTo>
                      <a:lnTo>
                        <a:pt x="695260" y="0"/>
                      </a:lnTo>
                      <a:close/>
                    </a:path>
                  </a:pathLst>
                </a:custGeom>
                <a:solidFill>
                  <a:srgbClr val="E6B41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45" name="Google Shape;1745;p2"/>
                <p:cNvSpPr/>
                <p:nvPr/>
              </p:nvSpPr>
              <p:spPr>
                <a:xfrm>
                  <a:off x="10475565" y="2640341"/>
                  <a:ext cx="693005" cy="434372"/>
                </a:xfrm>
                <a:custGeom>
                  <a:avLst/>
                  <a:gdLst/>
                  <a:ahLst/>
                  <a:cxnLst/>
                  <a:rect l="l" t="t" r="r" b="b"/>
                  <a:pathLst>
                    <a:path w="693005" h="434372" extrusionOk="0">
                      <a:moveTo>
                        <a:pt x="693006" y="5029"/>
                      </a:moveTo>
                      <a:lnTo>
                        <a:pt x="2254" y="434372"/>
                      </a:lnTo>
                      <a:lnTo>
                        <a:pt x="0" y="430746"/>
                      </a:lnTo>
                      <a:lnTo>
                        <a:pt x="693006" y="0"/>
                      </a:lnTo>
                      <a:close/>
                    </a:path>
                  </a:pathLst>
                </a:custGeom>
                <a:solidFill>
                  <a:srgbClr val="E5B41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46" name="Google Shape;1746;p2"/>
                <p:cNvSpPr/>
                <p:nvPr/>
              </p:nvSpPr>
              <p:spPr>
                <a:xfrm>
                  <a:off x="10477820" y="2645370"/>
                  <a:ext cx="690751" cy="432970"/>
                </a:xfrm>
                <a:custGeom>
                  <a:avLst/>
                  <a:gdLst/>
                  <a:ahLst/>
                  <a:cxnLst/>
                  <a:rect l="l" t="t" r="r" b="b"/>
                  <a:pathLst>
                    <a:path w="690751" h="432970" extrusionOk="0">
                      <a:moveTo>
                        <a:pt x="690752" y="5027"/>
                      </a:moveTo>
                      <a:lnTo>
                        <a:pt x="2254" y="432971"/>
                      </a:lnTo>
                      <a:lnTo>
                        <a:pt x="0" y="429343"/>
                      </a:lnTo>
                      <a:lnTo>
                        <a:pt x="690752" y="0"/>
                      </a:lnTo>
                      <a:close/>
                    </a:path>
                  </a:pathLst>
                </a:custGeom>
                <a:solidFill>
                  <a:srgbClr val="E4B31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47" name="Google Shape;1747;p2"/>
                <p:cNvSpPr/>
                <p:nvPr/>
              </p:nvSpPr>
              <p:spPr>
                <a:xfrm>
                  <a:off x="10480073" y="2650398"/>
                  <a:ext cx="688497" cy="429049"/>
                </a:xfrm>
                <a:custGeom>
                  <a:avLst/>
                  <a:gdLst/>
                  <a:ahLst/>
                  <a:cxnLst/>
                  <a:rect l="l" t="t" r="r" b="b"/>
                  <a:pathLst>
                    <a:path w="688497" h="429049" extrusionOk="0">
                      <a:moveTo>
                        <a:pt x="688498" y="5027"/>
                      </a:moveTo>
                      <a:lnTo>
                        <a:pt x="6307" y="429050"/>
                      </a:lnTo>
                      <a:lnTo>
                        <a:pt x="690" y="429050"/>
                      </a:lnTo>
                      <a:lnTo>
                        <a:pt x="0" y="427944"/>
                      </a:lnTo>
                      <a:lnTo>
                        <a:pt x="688498" y="0"/>
                      </a:lnTo>
                      <a:close/>
                    </a:path>
                  </a:pathLst>
                </a:custGeom>
                <a:solidFill>
                  <a:srgbClr val="E3B31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48" name="Google Shape;1748;p2"/>
                <p:cNvSpPr/>
                <p:nvPr/>
              </p:nvSpPr>
              <p:spPr>
                <a:xfrm>
                  <a:off x="10486380" y="2655424"/>
                  <a:ext cx="682190" cy="424023"/>
                </a:xfrm>
                <a:custGeom>
                  <a:avLst/>
                  <a:gdLst/>
                  <a:ahLst/>
                  <a:cxnLst/>
                  <a:rect l="l" t="t" r="r" b="b"/>
                  <a:pathLst>
                    <a:path w="682190" h="424023" extrusionOk="0">
                      <a:moveTo>
                        <a:pt x="682191" y="5027"/>
                      </a:moveTo>
                      <a:lnTo>
                        <a:pt x="8088" y="424023"/>
                      </a:lnTo>
                      <a:lnTo>
                        <a:pt x="0" y="424023"/>
                      </a:lnTo>
                      <a:lnTo>
                        <a:pt x="682191" y="0"/>
                      </a:lnTo>
                      <a:close/>
                    </a:path>
                  </a:pathLst>
                </a:custGeom>
                <a:solidFill>
                  <a:srgbClr val="E1B31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49" name="Google Shape;1749;p2"/>
                <p:cNvSpPr/>
                <p:nvPr/>
              </p:nvSpPr>
              <p:spPr>
                <a:xfrm>
                  <a:off x="10494468" y="2660451"/>
                  <a:ext cx="674102" cy="418996"/>
                </a:xfrm>
                <a:custGeom>
                  <a:avLst/>
                  <a:gdLst/>
                  <a:ahLst/>
                  <a:cxnLst/>
                  <a:rect l="l" t="t" r="r" b="b"/>
                  <a:pathLst>
                    <a:path w="674102" h="418996" extrusionOk="0">
                      <a:moveTo>
                        <a:pt x="674103" y="5029"/>
                      </a:moveTo>
                      <a:lnTo>
                        <a:pt x="8088" y="418996"/>
                      </a:lnTo>
                      <a:lnTo>
                        <a:pt x="0" y="418996"/>
                      </a:lnTo>
                      <a:lnTo>
                        <a:pt x="674103" y="0"/>
                      </a:lnTo>
                      <a:close/>
                    </a:path>
                  </a:pathLst>
                </a:custGeom>
                <a:solidFill>
                  <a:srgbClr val="E0B31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50" name="Google Shape;1750;p2"/>
                <p:cNvSpPr/>
                <p:nvPr/>
              </p:nvSpPr>
              <p:spPr>
                <a:xfrm>
                  <a:off x="10502556" y="2665480"/>
                  <a:ext cx="666014" cy="413967"/>
                </a:xfrm>
                <a:custGeom>
                  <a:avLst/>
                  <a:gdLst/>
                  <a:ahLst/>
                  <a:cxnLst/>
                  <a:rect l="l" t="t" r="r" b="b"/>
                  <a:pathLst>
                    <a:path w="666014" h="413967" extrusionOk="0">
                      <a:moveTo>
                        <a:pt x="666015" y="5027"/>
                      </a:moveTo>
                      <a:lnTo>
                        <a:pt x="8090" y="413967"/>
                      </a:lnTo>
                      <a:lnTo>
                        <a:pt x="0" y="413967"/>
                      </a:lnTo>
                      <a:lnTo>
                        <a:pt x="666015" y="0"/>
                      </a:lnTo>
                      <a:close/>
                    </a:path>
                  </a:pathLst>
                </a:custGeom>
                <a:solidFill>
                  <a:srgbClr val="DEB21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51" name="Google Shape;1751;p2"/>
                <p:cNvSpPr/>
                <p:nvPr/>
              </p:nvSpPr>
              <p:spPr>
                <a:xfrm>
                  <a:off x="10510646" y="2670508"/>
                  <a:ext cx="657924" cy="408940"/>
                </a:xfrm>
                <a:custGeom>
                  <a:avLst/>
                  <a:gdLst/>
                  <a:ahLst/>
                  <a:cxnLst/>
                  <a:rect l="l" t="t" r="r" b="b"/>
                  <a:pathLst>
                    <a:path w="657924" h="408940" extrusionOk="0">
                      <a:moveTo>
                        <a:pt x="657925" y="5027"/>
                      </a:moveTo>
                      <a:lnTo>
                        <a:pt x="8088" y="408940"/>
                      </a:lnTo>
                      <a:lnTo>
                        <a:pt x="0" y="408940"/>
                      </a:lnTo>
                      <a:lnTo>
                        <a:pt x="657925" y="0"/>
                      </a:lnTo>
                      <a:close/>
                    </a:path>
                  </a:pathLst>
                </a:custGeom>
                <a:solidFill>
                  <a:srgbClr val="DDB21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52" name="Google Shape;1752;p2"/>
                <p:cNvSpPr/>
                <p:nvPr/>
              </p:nvSpPr>
              <p:spPr>
                <a:xfrm>
                  <a:off x="10518734" y="2675534"/>
                  <a:ext cx="649836" cy="403913"/>
                </a:xfrm>
                <a:custGeom>
                  <a:avLst/>
                  <a:gdLst/>
                  <a:ahLst/>
                  <a:cxnLst/>
                  <a:rect l="l" t="t" r="r" b="b"/>
                  <a:pathLst>
                    <a:path w="649836" h="403913" extrusionOk="0">
                      <a:moveTo>
                        <a:pt x="649837" y="5029"/>
                      </a:moveTo>
                      <a:lnTo>
                        <a:pt x="8088" y="403913"/>
                      </a:lnTo>
                      <a:lnTo>
                        <a:pt x="0" y="403913"/>
                      </a:lnTo>
                      <a:lnTo>
                        <a:pt x="649837" y="0"/>
                      </a:lnTo>
                      <a:close/>
                    </a:path>
                  </a:pathLst>
                </a:custGeom>
                <a:solidFill>
                  <a:srgbClr val="DCB21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53" name="Google Shape;1753;p2"/>
                <p:cNvSpPr/>
                <p:nvPr/>
              </p:nvSpPr>
              <p:spPr>
                <a:xfrm>
                  <a:off x="10526822" y="2680563"/>
                  <a:ext cx="641748" cy="398884"/>
                </a:xfrm>
                <a:custGeom>
                  <a:avLst/>
                  <a:gdLst/>
                  <a:ahLst/>
                  <a:cxnLst/>
                  <a:rect l="l" t="t" r="r" b="b"/>
                  <a:pathLst>
                    <a:path w="641748" h="398884" extrusionOk="0">
                      <a:moveTo>
                        <a:pt x="641749" y="5027"/>
                      </a:moveTo>
                      <a:lnTo>
                        <a:pt x="8090" y="398884"/>
                      </a:lnTo>
                      <a:lnTo>
                        <a:pt x="0" y="398884"/>
                      </a:lnTo>
                      <a:lnTo>
                        <a:pt x="641749" y="0"/>
                      </a:lnTo>
                      <a:close/>
                    </a:path>
                  </a:pathLst>
                </a:custGeom>
                <a:solidFill>
                  <a:srgbClr val="DAB11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54" name="Google Shape;1754;p2"/>
                <p:cNvSpPr/>
                <p:nvPr/>
              </p:nvSpPr>
              <p:spPr>
                <a:xfrm>
                  <a:off x="10534912" y="2685590"/>
                  <a:ext cx="633658" cy="393857"/>
                </a:xfrm>
                <a:custGeom>
                  <a:avLst/>
                  <a:gdLst/>
                  <a:ahLst/>
                  <a:cxnLst/>
                  <a:rect l="l" t="t" r="r" b="b"/>
                  <a:pathLst>
                    <a:path w="633658" h="393857" extrusionOk="0">
                      <a:moveTo>
                        <a:pt x="633659" y="5027"/>
                      </a:moveTo>
                      <a:lnTo>
                        <a:pt x="8088" y="393857"/>
                      </a:lnTo>
                      <a:lnTo>
                        <a:pt x="0" y="393857"/>
                      </a:lnTo>
                      <a:lnTo>
                        <a:pt x="633659" y="0"/>
                      </a:lnTo>
                      <a:close/>
                    </a:path>
                  </a:pathLst>
                </a:custGeom>
                <a:solidFill>
                  <a:srgbClr val="D8B11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55" name="Google Shape;1755;p2"/>
                <p:cNvSpPr/>
                <p:nvPr/>
              </p:nvSpPr>
              <p:spPr>
                <a:xfrm>
                  <a:off x="10543000" y="2690617"/>
                  <a:ext cx="625570" cy="388830"/>
                </a:xfrm>
                <a:custGeom>
                  <a:avLst/>
                  <a:gdLst/>
                  <a:ahLst/>
                  <a:cxnLst/>
                  <a:rect l="l" t="t" r="r" b="b"/>
                  <a:pathLst>
                    <a:path w="625570" h="388830" extrusionOk="0">
                      <a:moveTo>
                        <a:pt x="625571" y="5027"/>
                      </a:moveTo>
                      <a:lnTo>
                        <a:pt x="8088" y="388830"/>
                      </a:lnTo>
                      <a:lnTo>
                        <a:pt x="0" y="388830"/>
                      </a:lnTo>
                      <a:lnTo>
                        <a:pt x="625571" y="0"/>
                      </a:lnTo>
                      <a:close/>
                    </a:path>
                  </a:pathLst>
                </a:custGeom>
                <a:solidFill>
                  <a:srgbClr val="D7B11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56" name="Google Shape;1756;p2"/>
                <p:cNvSpPr/>
                <p:nvPr/>
              </p:nvSpPr>
              <p:spPr>
                <a:xfrm>
                  <a:off x="10551088" y="2695644"/>
                  <a:ext cx="617482" cy="383803"/>
                </a:xfrm>
                <a:custGeom>
                  <a:avLst/>
                  <a:gdLst/>
                  <a:ahLst/>
                  <a:cxnLst/>
                  <a:rect l="l" t="t" r="r" b="b"/>
                  <a:pathLst>
                    <a:path w="617482" h="383803" extrusionOk="0">
                      <a:moveTo>
                        <a:pt x="617483" y="5029"/>
                      </a:moveTo>
                      <a:lnTo>
                        <a:pt x="8088" y="383803"/>
                      </a:lnTo>
                      <a:lnTo>
                        <a:pt x="0" y="383803"/>
                      </a:lnTo>
                      <a:lnTo>
                        <a:pt x="617483" y="0"/>
                      </a:lnTo>
                      <a:close/>
                    </a:path>
                  </a:pathLst>
                </a:custGeom>
                <a:solidFill>
                  <a:srgbClr val="D5B01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57" name="Google Shape;1757;p2"/>
                <p:cNvSpPr/>
                <p:nvPr/>
              </p:nvSpPr>
              <p:spPr>
                <a:xfrm>
                  <a:off x="10559176" y="2700673"/>
                  <a:ext cx="609395" cy="378774"/>
                </a:xfrm>
                <a:custGeom>
                  <a:avLst/>
                  <a:gdLst/>
                  <a:ahLst/>
                  <a:cxnLst/>
                  <a:rect l="l" t="t" r="r" b="b"/>
                  <a:pathLst>
                    <a:path w="609395" h="378774" extrusionOk="0">
                      <a:moveTo>
                        <a:pt x="609395" y="5027"/>
                      </a:moveTo>
                      <a:lnTo>
                        <a:pt x="8090" y="378774"/>
                      </a:lnTo>
                      <a:lnTo>
                        <a:pt x="0" y="378774"/>
                      </a:lnTo>
                      <a:lnTo>
                        <a:pt x="609395" y="0"/>
                      </a:lnTo>
                      <a:close/>
                    </a:path>
                  </a:pathLst>
                </a:custGeom>
                <a:solidFill>
                  <a:srgbClr val="D3B01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58" name="Google Shape;1758;p2"/>
                <p:cNvSpPr/>
                <p:nvPr/>
              </p:nvSpPr>
              <p:spPr>
                <a:xfrm>
                  <a:off x="10567266" y="2705700"/>
                  <a:ext cx="601305" cy="373747"/>
                </a:xfrm>
                <a:custGeom>
                  <a:avLst/>
                  <a:gdLst/>
                  <a:ahLst/>
                  <a:cxnLst/>
                  <a:rect l="l" t="t" r="r" b="b"/>
                  <a:pathLst>
                    <a:path w="601305" h="373747" extrusionOk="0">
                      <a:moveTo>
                        <a:pt x="601305" y="5027"/>
                      </a:moveTo>
                      <a:lnTo>
                        <a:pt x="8088" y="373747"/>
                      </a:lnTo>
                      <a:lnTo>
                        <a:pt x="0" y="373747"/>
                      </a:lnTo>
                      <a:lnTo>
                        <a:pt x="601305" y="0"/>
                      </a:lnTo>
                      <a:close/>
                    </a:path>
                  </a:pathLst>
                </a:custGeom>
                <a:solidFill>
                  <a:srgbClr val="D2B01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59" name="Google Shape;1759;p2"/>
                <p:cNvSpPr/>
                <p:nvPr/>
              </p:nvSpPr>
              <p:spPr>
                <a:xfrm>
                  <a:off x="10575354" y="2710727"/>
                  <a:ext cx="593217" cy="368720"/>
                </a:xfrm>
                <a:custGeom>
                  <a:avLst/>
                  <a:gdLst/>
                  <a:ahLst/>
                  <a:cxnLst/>
                  <a:rect l="l" t="t" r="r" b="b"/>
                  <a:pathLst>
                    <a:path w="593217" h="368720" extrusionOk="0">
                      <a:moveTo>
                        <a:pt x="593217" y="5029"/>
                      </a:moveTo>
                      <a:lnTo>
                        <a:pt x="8088" y="368720"/>
                      </a:lnTo>
                      <a:lnTo>
                        <a:pt x="0" y="368720"/>
                      </a:lnTo>
                      <a:lnTo>
                        <a:pt x="593217" y="0"/>
                      </a:lnTo>
                      <a:close/>
                    </a:path>
                  </a:pathLst>
                </a:custGeom>
                <a:solidFill>
                  <a:srgbClr val="D0AF13"/>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60" name="Google Shape;1760;p2"/>
                <p:cNvSpPr/>
                <p:nvPr/>
              </p:nvSpPr>
              <p:spPr>
                <a:xfrm>
                  <a:off x="10583442" y="2715756"/>
                  <a:ext cx="585129" cy="363691"/>
                </a:xfrm>
                <a:custGeom>
                  <a:avLst/>
                  <a:gdLst/>
                  <a:ahLst/>
                  <a:cxnLst/>
                  <a:rect l="l" t="t" r="r" b="b"/>
                  <a:pathLst>
                    <a:path w="585129" h="363691" extrusionOk="0">
                      <a:moveTo>
                        <a:pt x="585130" y="5027"/>
                      </a:moveTo>
                      <a:lnTo>
                        <a:pt x="8090" y="363691"/>
                      </a:lnTo>
                      <a:lnTo>
                        <a:pt x="0" y="363691"/>
                      </a:lnTo>
                      <a:lnTo>
                        <a:pt x="585130" y="0"/>
                      </a:lnTo>
                      <a:close/>
                    </a:path>
                  </a:pathLst>
                </a:custGeom>
                <a:solidFill>
                  <a:srgbClr val="CEAF13"/>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61" name="Google Shape;1761;p2"/>
                <p:cNvSpPr/>
                <p:nvPr/>
              </p:nvSpPr>
              <p:spPr>
                <a:xfrm>
                  <a:off x="10591532" y="2720783"/>
                  <a:ext cx="577039" cy="358664"/>
                </a:xfrm>
                <a:custGeom>
                  <a:avLst/>
                  <a:gdLst/>
                  <a:ahLst/>
                  <a:cxnLst/>
                  <a:rect l="l" t="t" r="r" b="b"/>
                  <a:pathLst>
                    <a:path w="577039" h="358664" extrusionOk="0">
                      <a:moveTo>
                        <a:pt x="577039" y="5027"/>
                      </a:moveTo>
                      <a:lnTo>
                        <a:pt x="8088" y="358664"/>
                      </a:lnTo>
                      <a:lnTo>
                        <a:pt x="0" y="358664"/>
                      </a:lnTo>
                      <a:lnTo>
                        <a:pt x="577039" y="0"/>
                      </a:lnTo>
                      <a:close/>
                    </a:path>
                  </a:pathLst>
                </a:custGeom>
                <a:solidFill>
                  <a:srgbClr val="CCAE1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62" name="Google Shape;1762;p2"/>
                <p:cNvSpPr/>
                <p:nvPr/>
              </p:nvSpPr>
              <p:spPr>
                <a:xfrm>
                  <a:off x="10599620" y="2725810"/>
                  <a:ext cx="568951" cy="353637"/>
                </a:xfrm>
                <a:custGeom>
                  <a:avLst/>
                  <a:gdLst/>
                  <a:ahLst/>
                  <a:cxnLst/>
                  <a:rect l="l" t="t" r="r" b="b"/>
                  <a:pathLst>
                    <a:path w="568951" h="353637" extrusionOk="0">
                      <a:moveTo>
                        <a:pt x="568951" y="5027"/>
                      </a:moveTo>
                      <a:lnTo>
                        <a:pt x="8088" y="353637"/>
                      </a:lnTo>
                      <a:lnTo>
                        <a:pt x="0" y="353637"/>
                      </a:lnTo>
                      <a:lnTo>
                        <a:pt x="568951" y="0"/>
                      </a:lnTo>
                      <a:close/>
                    </a:path>
                  </a:pathLst>
                </a:custGeom>
                <a:solidFill>
                  <a:srgbClr val="CAAE1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63" name="Google Shape;1763;p2"/>
                <p:cNvSpPr/>
                <p:nvPr/>
              </p:nvSpPr>
              <p:spPr>
                <a:xfrm>
                  <a:off x="10607707" y="2730837"/>
                  <a:ext cx="560863" cy="348610"/>
                </a:xfrm>
                <a:custGeom>
                  <a:avLst/>
                  <a:gdLst/>
                  <a:ahLst/>
                  <a:cxnLst/>
                  <a:rect l="l" t="t" r="r" b="b"/>
                  <a:pathLst>
                    <a:path w="560863" h="348610" extrusionOk="0">
                      <a:moveTo>
                        <a:pt x="560864" y="5029"/>
                      </a:moveTo>
                      <a:lnTo>
                        <a:pt x="8090" y="348610"/>
                      </a:lnTo>
                      <a:lnTo>
                        <a:pt x="0" y="348610"/>
                      </a:lnTo>
                      <a:lnTo>
                        <a:pt x="560864" y="0"/>
                      </a:lnTo>
                      <a:close/>
                    </a:path>
                  </a:pathLst>
                </a:custGeom>
                <a:solidFill>
                  <a:srgbClr val="C8AE1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64" name="Google Shape;1764;p2"/>
                <p:cNvSpPr/>
                <p:nvPr/>
              </p:nvSpPr>
              <p:spPr>
                <a:xfrm>
                  <a:off x="10615798" y="2735866"/>
                  <a:ext cx="552773" cy="343581"/>
                </a:xfrm>
                <a:custGeom>
                  <a:avLst/>
                  <a:gdLst/>
                  <a:ahLst/>
                  <a:cxnLst/>
                  <a:rect l="l" t="t" r="r" b="b"/>
                  <a:pathLst>
                    <a:path w="552773" h="343581" extrusionOk="0">
                      <a:moveTo>
                        <a:pt x="552773" y="5027"/>
                      </a:moveTo>
                      <a:lnTo>
                        <a:pt x="8088" y="343581"/>
                      </a:lnTo>
                      <a:lnTo>
                        <a:pt x="0" y="343581"/>
                      </a:lnTo>
                      <a:lnTo>
                        <a:pt x="552773" y="0"/>
                      </a:lnTo>
                      <a:close/>
                    </a:path>
                  </a:pathLst>
                </a:custGeom>
                <a:solidFill>
                  <a:srgbClr val="C6AD1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65" name="Google Shape;1765;p2"/>
                <p:cNvSpPr/>
                <p:nvPr/>
              </p:nvSpPr>
              <p:spPr>
                <a:xfrm>
                  <a:off x="10623886" y="2740893"/>
                  <a:ext cx="544685" cy="338554"/>
                </a:xfrm>
                <a:custGeom>
                  <a:avLst/>
                  <a:gdLst/>
                  <a:ahLst/>
                  <a:cxnLst/>
                  <a:rect l="l" t="t" r="r" b="b"/>
                  <a:pathLst>
                    <a:path w="544685" h="338554" extrusionOk="0">
                      <a:moveTo>
                        <a:pt x="544685" y="5027"/>
                      </a:moveTo>
                      <a:lnTo>
                        <a:pt x="8088" y="338554"/>
                      </a:lnTo>
                      <a:lnTo>
                        <a:pt x="0" y="338554"/>
                      </a:lnTo>
                      <a:lnTo>
                        <a:pt x="544685" y="0"/>
                      </a:lnTo>
                      <a:close/>
                    </a:path>
                  </a:pathLst>
                </a:custGeom>
                <a:solidFill>
                  <a:srgbClr val="C4AD1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66" name="Google Shape;1766;p2"/>
                <p:cNvSpPr/>
                <p:nvPr/>
              </p:nvSpPr>
              <p:spPr>
                <a:xfrm>
                  <a:off x="10631973" y="2745920"/>
                  <a:ext cx="536597" cy="333527"/>
                </a:xfrm>
                <a:custGeom>
                  <a:avLst/>
                  <a:gdLst/>
                  <a:ahLst/>
                  <a:cxnLst/>
                  <a:rect l="l" t="t" r="r" b="b"/>
                  <a:pathLst>
                    <a:path w="536597" h="333527" extrusionOk="0">
                      <a:moveTo>
                        <a:pt x="536598" y="5029"/>
                      </a:moveTo>
                      <a:lnTo>
                        <a:pt x="8090" y="333527"/>
                      </a:lnTo>
                      <a:lnTo>
                        <a:pt x="0" y="333527"/>
                      </a:lnTo>
                      <a:lnTo>
                        <a:pt x="536598" y="0"/>
                      </a:lnTo>
                      <a:close/>
                    </a:path>
                  </a:pathLst>
                </a:custGeom>
                <a:solidFill>
                  <a:srgbClr val="C2AC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67" name="Google Shape;1767;p2"/>
                <p:cNvSpPr/>
                <p:nvPr/>
              </p:nvSpPr>
              <p:spPr>
                <a:xfrm>
                  <a:off x="10640064" y="2750950"/>
                  <a:ext cx="528507" cy="328498"/>
                </a:xfrm>
                <a:custGeom>
                  <a:avLst/>
                  <a:gdLst/>
                  <a:ahLst/>
                  <a:cxnLst/>
                  <a:rect l="l" t="t" r="r" b="b"/>
                  <a:pathLst>
                    <a:path w="528507" h="328498" extrusionOk="0">
                      <a:moveTo>
                        <a:pt x="528507" y="5027"/>
                      </a:moveTo>
                      <a:lnTo>
                        <a:pt x="8088" y="328498"/>
                      </a:lnTo>
                      <a:lnTo>
                        <a:pt x="0" y="328498"/>
                      </a:lnTo>
                      <a:lnTo>
                        <a:pt x="528507" y="0"/>
                      </a:lnTo>
                      <a:close/>
                    </a:path>
                  </a:pathLst>
                </a:custGeom>
                <a:solidFill>
                  <a:srgbClr val="BFAC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68" name="Google Shape;1768;p2"/>
                <p:cNvSpPr/>
                <p:nvPr/>
              </p:nvSpPr>
              <p:spPr>
                <a:xfrm>
                  <a:off x="10648152" y="2755976"/>
                  <a:ext cx="520419" cy="323471"/>
                </a:xfrm>
                <a:custGeom>
                  <a:avLst/>
                  <a:gdLst/>
                  <a:ahLst/>
                  <a:cxnLst/>
                  <a:rect l="l" t="t" r="r" b="b"/>
                  <a:pathLst>
                    <a:path w="520419" h="323471" extrusionOk="0">
                      <a:moveTo>
                        <a:pt x="520419" y="5027"/>
                      </a:moveTo>
                      <a:lnTo>
                        <a:pt x="8088" y="323471"/>
                      </a:lnTo>
                      <a:lnTo>
                        <a:pt x="0" y="323471"/>
                      </a:lnTo>
                      <a:lnTo>
                        <a:pt x="520419" y="0"/>
                      </a:lnTo>
                      <a:close/>
                    </a:path>
                  </a:pathLst>
                </a:custGeom>
                <a:solidFill>
                  <a:srgbClr val="BDAB0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69" name="Google Shape;1769;p2"/>
                <p:cNvSpPr/>
                <p:nvPr/>
              </p:nvSpPr>
              <p:spPr>
                <a:xfrm>
                  <a:off x="10656240" y="2761003"/>
                  <a:ext cx="512331" cy="318444"/>
                </a:xfrm>
                <a:custGeom>
                  <a:avLst/>
                  <a:gdLst/>
                  <a:ahLst/>
                  <a:cxnLst/>
                  <a:rect l="l" t="t" r="r" b="b"/>
                  <a:pathLst>
                    <a:path w="512331" h="318444" extrusionOk="0">
                      <a:moveTo>
                        <a:pt x="512331" y="5027"/>
                      </a:moveTo>
                      <a:lnTo>
                        <a:pt x="8088" y="318444"/>
                      </a:lnTo>
                      <a:lnTo>
                        <a:pt x="0" y="318444"/>
                      </a:lnTo>
                      <a:lnTo>
                        <a:pt x="512331" y="0"/>
                      </a:lnTo>
                      <a:close/>
                    </a:path>
                  </a:pathLst>
                </a:custGeom>
                <a:solidFill>
                  <a:srgbClr val="BBAB0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70" name="Google Shape;1770;p2"/>
                <p:cNvSpPr/>
                <p:nvPr/>
              </p:nvSpPr>
              <p:spPr>
                <a:xfrm>
                  <a:off x="10664327" y="2766030"/>
                  <a:ext cx="504243" cy="313417"/>
                </a:xfrm>
                <a:custGeom>
                  <a:avLst/>
                  <a:gdLst/>
                  <a:ahLst/>
                  <a:cxnLst/>
                  <a:rect l="l" t="t" r="r" b="b"/>
                  <a:pathLst>
                    <a:path w="504243" h="313417" extrusionOk="0">
                      <a:moveTo>
                        <a:pt x="504244" y="5029"/>
                      </a:moveTo>
                      <a:lnTo>
                        <a:pt x="8090" y="313417"/>
                      </a:lnTo>
                      <a:lnTo>
                        <a:pt x="0" y="313417"/>
                      </a:lnTo>
                      <a:lnTo>
                        <a:pt x="504244" y="0"/>
                      </a:lnTo>
                      <a:close/>
                    </a:path>
                  </a:pathLst>
                </a:custGeom>
                <a:solidFill>
                  <a:srgbClr val="B8AA0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71" name="Google Shape;1771;p2"/>
                <p:cNvSpPr/>
                <p:nvPr/>
              </p:nvSpPr>
              <p:spPr>
                <a:xfrm>
                  <a:off x="10672418" y="2771059"/>
                  <a:ext cx="496153" cy="308388"/>
                </a:xfrm>
                <a:custGeom>
                  <a:avLst/>
                  <a:gdLst/>
                  <a:ahLst/>
                  <a:cxnLst/>
                  <a:rect l="l" t="t" r="r" b="b"/>
                  <a:pathLst>
                    <a:path w="496153" h="308388" extrusionOk="0">
                      <a:moveTo>
                        <a:pt x="496154" y="5027"/>
                      </a:moveTo>
                      <a:lnTo>
                        <a:pt x="8088" y="308388"/>
                      </a:lnTo>
                      <a:lnTo>
                        <a:pt x="0" y="308388"/>
                      </a:lnTo>
                      <a:lnTo>
                        <a:pt x="496154" y="0"/>
                      </a:lnTo>
                      <a:close/>
                    </a:path>
                  </a:pathLst>
                </a:custGeom>
                <a:solidFill>
                  <a:srgbClr val="B6AA0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72" name="Google Shape;1772;p2"/>
                <p:cNvSpPr/>
                <p:nvPr/>
              </p:nvSpPr>
              <p:spPr>
                <a:xfrm>
                  <a:off x="10680506" y="2776086"/>
                  <a:ext cx="488065" cy="303361"/>
                </a:xfrm>
                <a:custGeom>
                  <a:avLst/>
                  <a:gdLst/>
                  <a:ahLst/>
                  <a:cxnLst/>
                  <a:rect l="l" t="t" r="r" b="b"/>
                  <a:pathLst>
                    <a:path w="488065" h="303361" extrusionOk="0">
                      <a:moveTo>
                        <a:pt x="488065" y="5027"/>
                      </a:moveTo>
                      <a:lnTo>
                        <a:pt x="8088" y="303361"/>
                      </a:lnTo>
                      <a:lnTo>
                        <a:pt x="0" y="303361"/>
                      </a:lnTo>
                      <a:lnTo>
                        <a:pt x="488065" y="0"/>
                      </a:lnTo>
                      <a:close/>
                    </a:path>
                  </a:pathLst>
                </a:custGeom>
                <a:solidFill>
                  <a:srgbClr val="B3A90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73" name="Google Shape;1773;p2"/>
                <p:cNvSpPr/>
                <p:nvPr/>
              </p:nvSpPr>
              <p:spPr>
                <a:xfrm>
                  <a:off x="10688593" y="2781113"/>
                  <a:ext cx="479977" cy="298334"/>
                </a:xfrm>
                <a:custGeom>
                  <a:avLst/>
                  <a:gdLst/>
                  <a:ahLst/>
                  <a:cxnLst/>
                  <a:rect l="l" t="t" r="r" b="b"/>
                  <a:pathLst>
                    <a:path w="479977" h="298334" extrusionOk="0">
                      <a:moveTo>
                        <a:pt x="479978" y="5029"/>
                      </a:moveTo>
                      <a:lnTo>
                        <a:pt x="8090" y="298334"/>
                      </a:lnTo>
                      <a:lnTo>
                        <a:pt x="0" y="298334"/>
                      </a:lnTo>
                      <a:lnTo>
                        <a:pt x="479978" y="0"/>
                      </a:lnTo>
                      <a:close/>
                    </a:path>
                  </a:pathLst>
                </a:custGeom>
                <a:solidFill>
                  <a:srgbClr val="B1A90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74" name="Google Shape;1774;p2"/>
                <p:cNvSpPr/>
                <p:nvPr/>
              </p:nvSpPr>
              <p:spPr>
                <a:xfrm>
                  <a:off x="10696683" y="2786143"/>
                  <a:ext cx="471887" cy="293305"/>
                </a:xfrm>
                <a:custGeom>
                  <a:avLst/>
                  <a:gdLst/>
                  <a:ahLst/>
                  <a:cxnLst/>
                  <a:rect l="l" t="t" r="r" b="b"/>
                  <a:pathLst>
                    <a:path w="471887" h="293305" extrusionOk="0">
                      <a:moveTo>
                        <a:pt x="471888" y="5027"/>
                      </a:moveTo>
                      <a:lnTo>
                        <a:pt x="8088" y="293305"/>
                      </a:lnTo>
                      <a:lnTo>
                        <a:pt x="0" y="293305"/>
                      </a:lnTo>
                      <a:lnTo>
                        <a:pt x="471888" y="0"/>
                      </a:lnTo>
                      <a:close/>
                    </a:path>
                  </a:pathLst>
                </a:custGeom>
                <a:solidFill>
                  <a:srgbClr val="AEA80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75" name="Google Shape;1775;p2"/>
                <p:cNvSpPr/>
                <p:nvPr/>
              </p:nvSpPr>
              <p:spPr>
                <a:xfrm>
                  <a:off x="10704771" y="2791169"/>
                  <a:ext cx="463799" cy="288278"/>
                </a:xfrm>
                <a:custGeom>
                  <a:avLst/>
                  <a:gdLst/>
                  <a:ahLst/>
                  <a:cxnLst/>
                  <a:rect l="l" t="t" r="r" b="b"/>
                  <a:pathLst>
                    <a:path w="463799" h="288278" extrusionOk="0">
                      <a:moveTo>
                        <a:pt x="463800" y="5027"/>
                      </a:moveTo>
                      <a:lnTo>
                        <a:pt x="8088" y="288278"/>
                      </a:lnTo>
                      <a:lnTo>
                        <a:pt x="0" y="288278"/>
                      </a:lnTo>
                      <a:lnTo>
                        <a:pt x="463800" y="0"/>
                      </a:lnTo>
                      <a:close/>
                    </a:path>
                  </a:pathLst>
                </a:custGeom>
                <a:solidFill>
                  <a:srgbClr val="ABA80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76" name="Google Shape;1776;p2"/>
                <p:cNvSpPr/>
                <p:nvPr/>
              </p:nvSpPr>
              <p:spPr>
                <a:xfrm>
                  <a:off x="10712859" y="2796196"/>
                  <a:ext cx="455712" cy="283251"/>
                </a:xfrm>
                <a:custGeom>
                  <a:avLst/>
                  <a:gdLst/>
                  <a:ahLst/>
                  <a:cxnLst/>
                  <a:rect l="l" t="t" r="r" b="b"/>
                  <a:pathLst>
                    <a:path w="455712" h="283251" extrusionOk="0">
                      <a:moveTo>
                        <a:pt x="455712" y="5027"/>
                      </a:moveTo>
                      <a:lnTo>
                        <a:pt x="8090" y="283251"/>
                      </a:lnTo>
                      <a:lnTo>
                        <a:pt x="0" y="283251"/>
                      </a:lnTo>
                      <a:lnTo>
                        <a:pt x="455712" y="0"/>
                      </a:lnTo>
                      <a:close/>
                    </a:path>
                  </a:pathLst>
                </a:custGeom>
                <a:solidFill>
                  <a:srgbClr val="A8A70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77" name="Google Shape;1777;p2"/>
                <p:cNvSpPr/>
                <p:nvPr/>
              </p:nvSpPr>
              <p:spPr>
                <a:xfrm>
                  <a:off x="10720949" y="2801223"/>
                  <a:ext cx="447621" cy="278224"/>
                </a:xfrm>
                <a:custGeom>
                  <a:avLst/>
                  <a:gdLst/>
                  <a:ahLst/>
                  <a:cxnLst/>
                  <a:rect l="l" t="t" r="r" b="b"/>
                  <a:pathLst>
                    <a:path w="447621" h="278224" extrusionOk="0">
                      <a:moveTo>
                        <a:pt x="447622" y="5029"/>
                      </a:moveTo>
                      <a:lnTo>
                        <a:pt x="8088" y="278225"/>
                      </a:lnTo>
                      <a:lnTo>
                        <a:pt x="0" y="278225"/>
                      </a:lnTo>
                      <a:lnTo>
                        <a:pt x="447622" y="0"/>
                      </a:lnTo>
                      <a:close/>
                    </a:path>
                  </a:pathLst>
                </a:custGeom>
                <a:solidFill>
                  <a:srgbClr val="A5A60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78" name="Google Shape;1778;p2"/>
                <p:cNvSpPr/>
                <p:nvPr/>
              </p:nvSpPr>
              <p:spPr>
                <a:xfrm>
                  <a:off x="10729037" y="2806252"/>
                  <a:ext cx="439533" cy="273195"/>
                </a:xfrm>
                <a:custGeom>
                  <a:avLst/>
                  <a:gdLst/>
                  <a:ahLst/>
                  <a:cxnLst/>
                  <a:rect l="l" t="t" r="r" b="b"/>
                  <a:pathLst>
                    <a:path w="439533" h="273195" extrusionOk="0">
                      <a:moveTo>
                        <a:pt x="439534" y="5027"/>
                      </a:moveTo>
                      <a:lnTo>
                        <a:pt x="8088" y="273195"/>
                      </a:lnTo>
                      <a:lnTo>
                        <a:pt x="0" y="273195"/>
                      </a:lnTo>
                      <a:lnTo>
                        <a:pt x="439534" y="0"/>
                      </a:lnTo>
                      <a:close/>
                    </a:path>
                  </a:pathLst>
                </a:custGeom>
                <a:solidFill>
                  <a:srgbClr val="A3A60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79" name="Google Shape;1779;p2"/>
                <p:cNvSpPr/>
                <p:nvPr/>
              </p:nvSpPr>
              <p:spPr>
                <a:xfrm>
                  <a:off x="10737125" y="2811279"/>
                  <a:ext cx="431446" cy="268168"/>
                </a:xfrm>
                <a:custGeom>
                  <a:avLst/>
                  <a:gdLst/>
                  <a:ahLst/>
                  <a:cxnLst/>
                  <a:rect l="l" t="t" r="r" b="b"/>
                  <a:pathLst>
                    <a:path w="431446" h="268168" extrusionOk="0">
                      <a:moveTo>
                        <a:pt x="431446" y="5027"/>
                      </a:moveTo>
                      <a:lnTo>
                        <a:pt x="8090" y="268168"/>
                      </a:lnTo>
                      <a:lnTo>
                        <a:pt x="0" y="268168"/>
                      </a:lnTo>
                      <a:lnTo>
                        <a:pt x="431446" y="0"/>
                      </a:lnTo>
                      <a:close/>
                    </a:path>
                  </a:pathLst>
                </a:custGeom>
                <a:solidFill>
                  <a:srgbClr val="A0A50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80" name="Google Shape;1780;p2"/>
                <p:cNvSpPr/>
                <p:nvPr/>
              </p:nvSpPr>
              <p:spPr>
                <a:xfrm>
                  <a:off x="10745215" y="2816306"/>
                  <a:ext cx="423355" cy="263141"/>
                </a:xfrm>
                <a:custGeom>
                  <a:avLst/>
                  <a:gdLst/>
                  <a:ahLst/>
                  <a:cxnLst/>
                  <a:rect l="l" t="t" r="r" b="b"/>
                  <a:pathLst>
                    <a:path w="423355" h="263141" extrusionOk="0">
                      <a:moveTo>
                        <a:pt x="423356" y="5027"/>
                      </a:moveTo>
                      <a:lnTo>
                        <a:pt x="8088" y="263141"/>
                      </a:lnTo>
                      <a:lnTo>
                        <a:pt x="0" y="263141"/>
                      </a:lnTo>
                      <a:lnTo>
                        <a:pt x="423356" y="0"/>
                      </a:lnTo>
                      <a:close/>
                    </a:path>
                  </a:pathLst>
                </a:custGeom>
                <a:solidFill>
                  <a:srgbClr val="9CA40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81" name="Google Shape;1781;p2"/>
                <p:cNvSpPr/>
                <p:nvPr/>
              </p:nvSpPr>
              <p:spPr>
                <a:xfrm>
                  <a:off x="10753303" y="2821333"/>
                  <a:ext cx="415267" cy="258114"/>
                </a:xfrm>
                <a:custGeom>
                  <a:avLst/>
                  <a:gdLst/>
                  <a:ahLst/>
                  <a:cxnLst/>
                  <a:rect l="l" t="t" r="r" b="b"/>
                  <a:pathLst>
                    <a:path w="415267" h="258114" extrusionOk="0">
                      <a:moveTo>
                        <a:pt x="415268" y="5029"/>
                      </a:moveTo>
                      <a:lnTo>
                        <a:pt x="8088" y="258115"/>
                      </a:lnTo>
                      <a:lnTo>
                        <a:pt x="0" y="258115"/>
                      </a:lnTo>
                      <a:lnTo>
                        <a:pt x="415268" y="0"/>
                      </a:lnTo>
                      <a:close/>
                    </a:path>
                  </a:pathLst>
                </a:custGeom>
                <a:solidFill>
                  <a:srgbClr val="99A40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82" name="Google Shape;1782;p2"/>
                <p:cNvSpPr/>
                <p:nvPr/>
              </p:nvSpPr>
              <p:spPr>
                <a:xfrm>
                  <a:off x="10761391" y="2826362"/>
                  <a:ext cx="407180" cy="253085"/>
                </a:xfrm>
                <a:custGeom>
                  <a:avLst/>
                  <a:gdLst/>
                  <a:ahLst/>
                  <a:cxnLst/>
                  <a:rect l="l" t="t" r="r" b="b"/>
                  <a:pathLst>
                    <a:path w="407180" h="253085" extrusionOk="0">
                      <a:moveTo>
                        <a:pt x="407180" y="5027"/>
                      </a:moveTo>
                      <a:lnTo>
                        <a:pt x="8088" y="253085"/>
                      </a:lnTo>
                      <a:lnTo>
                        <a:pt x="0" y="253085"/>
                      </a:lnTo>
                      <a:lnTo>
                        <a:pt x="407180" y="0"/>
                      </a:lnTo>
                      <a:close/>
                    </a:path>
                  </a:pathLst>
                </a:custGeom>
                <a:solidFill>
                  <a:srgbClr val="96A303"/>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83" name="Google Shape;1783;p2"/>
                <p:cNvSpPr/>
                <p:nvPr/>
              </p:nvSpPr>
              <p:spPr>
                <a:xfrm>
                  <a:off x="10769479" y="2831389"/>
                  <a:ext cx="399092" cy="248058"/>
                </a:xfrm>
                <a:custGeom>
                  <a:avLst/>
                  <a:gdLst/>
                  <a:ahLst/>
                  <a:cxnLst/>
                  <a:rect l="l" t="t" r="r" b="b"/>
                  <a:pathLst>
                    <a:path w="399092" h="248058" extrusionOk="0">
                      <a:moveTo>
                        <a:pt x="399092" y="5027"/>
                      </a:moveTo>
                      <a:lnTo>
                        <a:pt x="8090" y="248058"/>
                      </a:lnTo>
                      <a:lnTo>
                        <a:pt x="0" y="248058"/>
                      </a:lnTo>
                      <a:lnTo>
                        <a:pt x="399092" y="0"/>
                      </a:lnTo>
                      <a:close/>
                    </a:path>
                  </a:pathLst>
                </a:custGeom>
                <a:solidFill>
                  <a:srgbClr val="93A20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84" name="Google Shape;1784;p2"/>
                <p:cNvSpPr/>
                <p:nvPr/>
              </p:nvSpPr>
              <p:spPr>
                <a:xfrm>
                  <a:off x="10777569" y="2836416"/>
                  <a:ext cx="391001" cy="243031"/>
                </a:xfrm>
                <a:custGeom>
                  <a:avLst/>
                  <a:gdLst/>
                  <a:ahLst/>
                  <a:cxnLst/>
                  <a:rect l="l" t="t" r="r" b="b"/>
                  <a:pathLst>
                    <a:path w="391001" h="243031" extrusionOk="0">
                      <a:moveTo>
                        <a:pt x="391002" y="5029"/>
                      </a:moveTo>
                      <a:lnTo>
                        <a:pt x="8088" y="243031"/>
                      </a:lnTo>
                      <a:lnTo>
                        <a:pt x="0" y="243031"/>
                      </a:lnTo>
                      <a:lnTo>
                        <a:pt x="391002" y="0"/>
                      </a:lnTo>
                      <a:close/>
                    </a:path>
                  </a:pathLst>
                </a:custGeom>
                <a:solidFill>
                  <a:srgbClr val="8FA20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85" name="Google Shape;1785;p2"/>
                <p:cNvSpPr/>
                <p:nvPr/>
              </p:nvSpPr>
              <p:spPr>
                <a:xfrm>
                  <a:off x="10785657" y="2841445"/>
                  <a:ext cx="382914" cy="238002"/>
                </a:xfrm>
                <a:custGeom>
                  <a:avLst/>
                  <a:gdLst/>
                  <a:ahLst/>
                  <a:cxnLst/>
                  <a:rect l="l" t="t" r="r" b="b"/>
                  <a:pathLst>
                    <a:path w="382914" h="238002" extrusionOk="0">
                      <a:moveTo>
                        <a:pt x="382915" y="5027"/>
                      </a:moveTo>
                      <a:lnTo>
                        <a:pt x="8088" y="238002"/>
                      </a:lnTo>
                      <a:lnTo>
                        <a:pt x="0" y="238002"/>
                      </a:lnTo>
                      <a:lnTo>
                        <a:pt x="382915" y="0"/>
                      </a:lnTo>
                      <a:close/>
                    </a:path>
                  </a:pathLst>
                </a:custGeom>
                <a:solidFill>
                  <a:srgbClr val="8CA1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86" name="Google Shape;1786;p2"/>
                <p:cNvSpPr/>
                <p:nvPr/>
              </p:nvSpPr>
              <p:spPr>
                <a:xfrm>
                  <a:off x="10793745" y="2846472"/>
                  <a:ext cx="374826" cy="232975"/>
                </a:xfrm>
                <a:custGeom>
                  <a:avLst/>
                  <a:gdLst/>
                  <a:ahLst/>
                  <a:cxnLst/>
                  <a:rect l="l" t="t" r="r" b="b"/>
                  <a:pathLst>
                    <a:path w="374826" h="232975" extrusionOk="0">
                      <a:moveTo>
                        <a:pt x="0" y="232975"/>
                      </a:moveTo>
                      <a:lnTo>
                        <a:pt x="374826" y="0"/>
                      </a:lnTo>
                      <a:lnTo>
                        <a:pt x="374826" y="232975"/>
                      </a:lnTo>
                      <a:close/>
                    </a:path>
                  </a:pathLst>
                </a:custGeom>
                <a:solidFill>
                  <a:srgbClr val="8CA1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787" name="Google Shape;1787;p2"/>
              <p:cNvSpPr/>
              <p:nvPr/>
            </p:nvSpPr>
            <p:spPr>
              <a:xfrm>
                <a:off x="10235899" y="2389620"/>
                <a:ext cx="925431" cy="678512"/>
              </a:xfrm>
              <a:custGeom>
                <a:avLst/>
                <a:gdLst/>
                <a:ahLst/>
                <a:cxnLst/>
                <a:rect l="l" t="t" r="r" b="b"/>
                <a:pathLst>
                  <a:path w="925431" h="678512" extrusionOk="0">
                    <a:moveTo>
                      <a:pt x="904915" y="0"/>
                    </a:moveTo>
                    <a:lnTo>
                      <a:pt x="904915" y="0"/>
                    </a:lnTo>
                    <a:cubicBezTo>
                      <a:pt x="915287" y="39536"/>
                      <a:pt x="921749" y="79736"/>
                      <a:pt x="923687" y="119537"/>
                    </a:cubicBezTo>
                    <a:cubicBezTo>
                      <a:pt x="932672" y="303951"/>
                      <a:pt x="913298" y="657936"/>
                      <a:pt x="712228" y="677847"/>
                    </a:cubicBezTo>
                    <a:cubicBezTo>
                      <a:pt x="591216" y="689830"/>
                      <a:pt x="461120" y="537601"/>
                      <a:pt x="276082" y="416317"/>
                    </a:cubicBezTo>
                    <a:cubicBezTo>
                      <a:pt x="78261" y="286655"/>
                      <a:pt x="-4840" y="154824"/>
                      <a:pt x="217" y="25670"/>
                    </a:cubicBezTo>
                    <a:lnTo>
                      <a:pt x="217" y="25670"/>
                    </a:lnTo>
                    <a:cubicBezTo>
                      <a:pt x="217" y="25670"/>
                      <a:pt x="365389" y="558808"/>
                      <a:pt x="831845" y="539373"/>
                    </a:cubicBezTo>
                    <a:cubicBezTo>
                      <a:pt x="915209" y="535900"/>
                      <a:pt x="917479" y="216018"/>
                      <a:pt x="904915" y="0"/>
                    </a:cubicBezTo>
                    <a:close/>
                  </a:path>
                </a:pathLst>
              </a:custGeom>
              <a:solidFill>
                <a:srgbClr val="E0E0E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88" name="Google Shape;1788;p2"/>
              <p:cNvSpPr/>
              <p:nvPr/>
            </p:nvSpPr>
            <p:spPr>
              <a:xfrm>
                <a:off x="10504582" y="2033150"/>
                <a:ext cx="502453" cy="306663"/>
              </a:xfrm>
              <a:custGeom>
                <a:avLst/>
                <a:gdLst/>
                <a:ahLst/>
                <a:cxnLst/>
                <a:rect l="l" t="t" r="r" b="b"/>
                <a:pathLst>
                  <a:path w="502453" h="306663" extrusionOk="0">
                    <a:moveTo>
                      <a:pt x="61626" y="37161"/>
                    </a:moveTo>
                    <a:cubicBezTo>
                      <a:pt x="226565" y="-62717"/>
                      <a:pt x="455234" y="49814"/>
                      <a:pt x="496229" y="242677"/>
                    </a:cubicBezTo>
                    <a:cubicBezTo>
                      <a:pt x="537224" y="435538"/>
                      <a:pt x="368282" y="127307"/>
                      <a:pt x="208102" y="165200"/>
                    </a:cubicBezTo>
                    <a:cubicBezTo>
                      <a:pt x="47919" y="203093"/>
                      <a:pt x="-81194" y="123645"/>
                      <a:pt x="61626" y="37161"/>
                    </a:cubicBezTo>
                    <a:close/>
                  </a:path>
                </a:pathLst>
              </a:custGeom>
              <a:solidFill>
                <a:srgbClr val="33301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789" name="Google Shape;1789;p2"/>
            <p:cNvGrpSpPr/>
            <p:nvPr/>
          </p:nvGrpSpPr>
          <p:grpSpPr>
            <a:xfrm>
              <a:off x="10307194" y="3824119"/>
              <a:ext cx="414736" cy="235818"/>
              <a:chOff x="10307194" y="3824119"/>
              <a:chExt cx="414736" cy="235818"/>
            </a:xfrm>
          </p:grpSpPr>
          <p:sp>
            <p:nvSpPr>
              <p:cNvPr id="1790" name="Google Shape;1790;p2"/>
              <p:cNvSpPr/>
              <p:nvPr/>
            </p:nvSpPr>
            <p:spPr>
              <a:xfrm>
                <a:off x="10307194" y="3824119"/>
                <a:ext cx="414736" cy="235817"/>
              </a:xfrm>
              <a:custGeom>
                <a:avLst/>
                <a:gdLst/>
                <a:ahLst/>
                <a:cxnLst/>
                <a:rect l="l" t="t" r="r" b="b"/>
                <a:pathLst>
                  <a:path w="414736" h="235817" extrusionOk="0">
                    <a:moveTo>
                      <a:pt x="0" y="138401"/>
                    </a:moveTo>
                    <a:cubicBezTo>
                      <a:pt x="21491" y="60439"/>
                      <a:pt x="258869" y="-30982"/>
                      <a:pt x="347905" y="10243"/>
                    </a:cubicBezTo>
                    <a:cubicBezTo>
                      <a:pt x="389352" y="35508"/>
                      <a:pt x="403166" y="90486"/>
                      <a:pt x="410843" y="101125"/>
                    </a:cubicBezTo>
                    <a:cubicBezTo>
                      <a:pt x="418519" y="111767"/>
                      <a:pt x="420053" y="198093"/>
                      <a:pt x="364791" y="216399"/>
                    </a:cubicBezTo>
                    <a:cubicBezTo>
                      <a:pt x="309527" y="234710"/>
                      <a:pt x="94616" y="273154"/>
                      <a:pt x="0" y="138401"/>
                    </a:cubicBezTo>
                    <a:close/>
                  </a:path>
                </a:pathLst>
              </a:custGeom>
              <a:solidFill>
                <a:srgbClr val="B355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91" name="Google Shape;1791;p2"/>
              <p:cNvSpPr/>
              <p:nvPr/>
            </p:nvSpPr>
            <p:spPr>
              <a:xfrm>
                <a:off x="10321473" y="3846582"/>
                <a:ext cx="381979" cy="107632"/>
              </a:xfrm>
              <a:custGeom>
                <a:avLst/>
                <a:gdLst/>
                <a:ahLst/>
                <a:cxnLst/>
                <a:rect l="l" t="t" r="r" b="b"/>
                <a:pathLst>
                  <a:path w="381979" h="107632" extrusionOk="0">
                    <a:moveTo>
                      <a:pt x="381979" y="75119"/>
                    </a:moveTo>
                    <a:cubicBezTo>
                      <a:pt x="365095" y="60045"/>
                      <a:pt x="339350" y="10389"/>
                      <a:pt x="321519" y="5954"/>
                    </a:cubicBezTo>
                    <a:cubicBezTo>
                      <a:pt x="303690" y="1521"/>
                      <a:pt x="111550" y="7728"/>
                      <a:pt x="0" y="107633"/>
                    </a:cubicBezTo>
                    <a:cubicBezTo>
                      <a:pt x="13305" y="90490"/>
                      <a:pt x="106783" y="-2321"/>
                      <a:pt x="321519" y="44"/>
                    </a:cubicBezTo>
                    <a:cubicBezTo>
                      <a:pt x="342322" y="13050"/>
                      <a:pt x="355263" y="24976"/>
                      <a:pt x="361766" y="42015"/>
                    </a:cubicBezTo>
                    <a:cubicBezTo>
                      <a:pt x="368273" y="59055"/>
                      <a:pt x="381979" y="75119"/>
                      <a:pt x="381979" y="75119"/>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92" name="Google Shape;1792;p2"/>
              <p:cNvSpPr/>
              <p:nvPr/>
            </p:nvSpPr>
            <p:spPr>
              <a:xfrm>
                <a:off x="10321473" y="3887998"/>
                <a:ext cx="368418" cy="73310"/>
              </a:xfrm>
              <a:custGeom>
                <a:avLst/>
                <a:gdLst/>
                <a:ahLst/>
                <a:cxnLst/>
                <a:rect l="l" t="t" r="r" b="b"/>
                <a:pathLst>
                  <a:path w="368418" h="73310" extrusionOk="0">
                    <a:moveTo>
                      <a:pt x="368419" y="35871"/>
                    </a:moveTo>
                    <a:cubicBezTo>
                      <a:pt x="348633" y="24048"/>
                      <a:pt x="357844" y="6708"/>
                      <a:pt x="332259" y="797"/>
                    </a:cubicBezTo>
                    <a:cubicBezTo>
                      <a:pt x="306674" y="-5115"/>
                      <a:pt x="212863" y="23655"/>
                      <a:pt x="187278" y="28384"/>
                    </a:cubicBezTo>
                    <a:cubicBezTo>
                      <a:pt x="161693" y="33114"/>
                      <a:pt x="65837" y="47696"/>
                      <a:pt x="48781" y="55972"/>
                    </a:cubicBezTo>
                    <a:cubicBezTo>
                      <a:pt x="31725" y="64247"/>
                      <a:pt x="0" y="73311"/>
                      <a:pt x="0" y="73311"/>
                    </a:cubicBezTo>
                    <a:cubicBezTo>
                      <a:pt x="0" y="73311"/>
                      <a:pt x="43592" y="63879"/>
                      <a:pt x="52194" y="57940"/>
                    </a:cubicBezTo>
                    <a:cubicBezTo>
                      <a:pt x="60796" y="52001"/>
                      <a:pt x="172271" y="37841"/>
                      <a:pt x="188645" y="32323"/>
                    </a:cubicBezTo>
                    <a:cubicBezTo>
                      <a:pt x="205020" y="26804"/>
                      <a:pt x="282115" y="8677"/>
                      <a:pt x="296442" y="7495"/>
                    </a:cubicBezTo>
                    <a:cubicBezTo>
                      <a:pt x="310770" y="6313"/>
                      <a:pt x="321174" y="-1569"/>
                      <a:pt x="334648" y="6116"/>
                    </a:cubicBezTo>
                    <a:cubicBezTo>
                      <a:pt x="348121" y="13802"/>
                      <a:pt x="356310" y="22274"/>
                      <a:pt x="358015" y="29367"/>
                    </a:cubicBezTo>
                    <a:cubicBezTo>
                      <a:pt x="359720" y="36463"/>
                      <a:pt x="368419" y="35871"/>
                      <a:pt x="368419" y="35871"/>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93" name="Google Shape;1793;p2"/>
              <p:cNvSpPr/>
              <p:nvPr/>
            </p:nvSpPr>
            <p:spPr>
              <a:xfrm>
                <a:off x="10324029" y="3929976"/>
                <a:ext cx="369211" cy="40029"/>
              </a:xfrm>
              <a:custGeom>
                <a:avLst/>
                <a:gdLst/>
                <a:ahLst/>
                <a:cxnLst/>
                <a:rect l="l" t="t" r="r" b="b"/>
                <a:pathLst>
                  <a:path w="369211" h="40029" extrusionOk="0">
                    <a:moveTo>
                      <a:pt x="369212" y="3745"/>
                    </a:moveTo>
                    <a:cubicBezTo>
                      <a:pt x="358701" y="7686"/>
                      <a:pt x="361428" y="2957"/>
                      <a:pt x="338573" y="2563"/>
                    </a:cubicBezTo>
                    <a:cubicBezTo>
                      <a:pt x="315717" y="2170"/>
                      <a:pt x="312647" y="-5319"/>
                      <a:pt x="275804" y="7293"/>
                    </a:cubicBezTo>
                    <a:cubicBezTo>
                      <a:pt x="238963" y="19905"/>
                      <a:pt x="138415" y="37244"/>
                      <a:pt x="121016" y="33994"/>
                    </a:cubicBezTo>
                    <a:cubicBezTo>
                      <a:pt x="103618" y="30743"/>
                      <a:pt x="14496" y="41037"/>
                      <a:pt x="0" y="38426"/>
                    </a:cubicBezTo>
                    <a:cubicBezTo>
                      <a:pt x="49890" y="44338"/>
                      <a:pt x="108734" y="31628"/>
                      <a:pt x="120248" y="36652"/>
                    </a:cubicBezTo>
                    <a:cubicBezTo>
                      <a:pt x="131761" y="41677"/>
                      <a:pt x="231968" y="22269"/>
                      <a:pt x="248512" y="17932"/>
                    </a:cubicBezTo>
                    <a:cubicBezTo>
                      <a:pt x="265057" y="13598"/>
                      <a:pt x="291836" y="5124"/>
                      <a:pt x="302923" y="3153"/>
                    </a:cubicBezTo>
                    <a:cubicBezTo>
                      <a:pt x="314010" y="1183"/>
                      <a:pt x="337034" y="3942"/>
                      <a:pt x="342153" y="4532"/>
                    </a:cubicBezTo>
                    <a:cubicBezTo>
                      <a:pt x="347269" y="5124"/>
                      <a:pt x="361840" y="6859"/>
                      <a:pt x="361840" y="6859"/>
                    </a:cubicBezTo>
                    <a:lnTo>
                      <a:pt x="369212" y="3745"/>
                    </a:ln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94" name="Google Shape;1794;p2"/>
              <p:cNvSpPr/>
              <p:nvPr/>
            </p:nvSpPr>
            <p:spPr>
              <a:xfrm>
                <a:off x="10327872" y="3944363"/>
                <a:ext cx="376586" cy="64535"/>
              </a:xfrm>
              <a:custGeom>
                <a:avLst/>
                <a:gdLst/>
                <a:ahLst/>
                <a:cxnLst/>
                <a:rect l="l" t="t" r="r" b="b"/>
                <a:pathLst>
                  <a:path w="376586" h="64535" extrusionOk="0">
                    <a:moveTo>
                      <a:pt x="375580" y="0"/>
                    </a:moveTo>
                    <a:cubicBezTo>
                      <a:pt x="371573" y="22465"/>
                      <a:pt x="328249" y="55175"/>
                      <a:pt x="297207" y="57539"/>
                    </a:cubicBezTo>
                    <a:cubicBezTo>
                      <a:pt x="266166" y="59902"/>
                      <a:pt x="172012" y="59116"/>
                      <a:pt x="158367" y="57146"/>
                    </a:cubicBezTo>
                    <a:cubicBezTo>
                      <a:pt x="144722" y="55175"/>
                      <a:pt x="90569" y="60693"/>
                      <a:pt x="59612" y="60988"/>
                    </a:cubicBezTo>
                    <a:cubicBezTo>
                      <a:pt x="28655" y="61283"/>
                      <a:pt x="0" y="38821"/>
                      <a:pt x="0" y="38821"/>
                    </a:cubicBezTo>
                    <a:cubicBezTo>
                      <a:pt x="0" y="38821"/>
                      <a:pt x="19444" y="64536"/>
                      <a:pt x="53472" y="64536"/>
                    </a:cubicBezTo>
                    <a:cubicBezTo>
                      <a:pt x="87499" y="64536"/>
                      <a:pt x="111038" y="59511"/>
                      <a:pt x="124343" y="60101"/>
                    </a:cubicBezTo>
                    <a:cubicBezTo>
                      <a:pt x="137647" y="60693"/>
                      <a:pt x="123574" y="59214"/>
                      <a:pt x="167324" y="60101"/>
                    </a:cubicBezTo>
                    <a:cubicBezTo>
                      <a:pt x="211073" y="60988"/>
                      <a:pt x="244079" y="63352"/>
                      <a:pt x="260453" y="63352"/>
                    </a:cubicBezTo>
                    <a:cubicBezTo>
                      <a:pt x="276828" y="63352"/>
                      <a:pt x="305227" y="60101"/>
                      <a:pt x="313413" y="58032"/>
                    </a:cubicBezTo>
                    <a:cubicBezTo>
                      <a:pt x="321597" y="55961"/>
                      <a:pt x="385303" y="23251"/>
                      <a:pt x="375580" y="0"/>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95" name="Google Shape;1795;p2"/>
              <p:cNvSpPr/>
              <p:nvPr/>
            </p:nvSpPr>
            <p:spPr>
              <a:xfrm>
                <a:off x="10307194" y="3935349"/>
                <a:ext cx="414733" cy="124588"/>
              </a:xfrm>
              <a:custGeom>
                <a:avLst/>
                <a:gdLst/>
                <a:ahLst/>
                <a:cxnLst/>
                <a:rect l="l" t="t" r="r" b="b"/>
                <a:pathLst>
                  <a:path w="414733" h="124588" extrusionOk="0">
                    <a:moveTo>
                      <a:pt x="364789" y="105172"/>
                    </a:moveTo>
                    <a:cubicBezTo>
                      <a:pt x="411348" y="89748"/>
                      <a:pt x="417591" y="26047"/>
                      <a:pt x="413812" y="0"/>
                    </a:cubicBezTo>
                    <a:lnTo>
                      <a:pt x="413812" y="0"/>
                    </a:lnTo>
                    <a:cubicBezTo>
                      <a:pt x="389349" y="37781"/>
                      <a:pt x="389349" y="79201"/>
                      <a:pt x="318737" y="83320"/>
                    </a:cubicBezTo>
                    <a:cubicBezTo>
                      <a:pt x="248125" y="87440"/>
                      <a:pt x="141787" y="130064"/>
                      <a:pt x="0" y="27174"/>
                    </a:cubicBezTo>
                    <a:cubicBezTo>
                      <a:pt x="94616" y="161924"/>
                      <a:pt x="309527" y="123481"/>
                      <a:pt x="364789" y="105172"/>
                    </a:cubicBezTo>
                    <a:close/>
                  </a:path>
                </a:pathLst>
              </a:custGeom>
              <a:solidFill>
                <a:srgbClr val="DED5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96" name="Google Shape;1796;p2"/>
              <p:cNvSpPr/>
              <p:nvPr/>
            </p:nvSpPr>
            <p:spPr>
              <a:xfrm>
                <a:off x="10592746" y="3836785"/>
                <a:ext cx="100493" cy="152689"/>
              </a:xfrm>
              <a:custGeom>
                <a:avLst/>
                <a:gdLst/>
                <a:ahLst/>
                <a:cxnLst/>
                <a:rect l="l" t="t" r="r" b="b"/>
                <a:pathLst>
                  <a:path w="100493" h="152689" extrusionOk="0">
                    <a:moveTo>
                      <a:pt x="65421" y="5997"/>
                    </a:moveTo>
                    <a:cubicBezTo>
                      <a:pt x="42636" y="-10709"/>
                      <a:pt x="10157" y="11316"/>
                      <a:pt x="949" y="25506"/>
                    </a:cubicBezTo>
                    <a:cubicBezTo>
                      <a:pt x="-8262" y="39692"/>
                      <a:pt x="52375" y="142553"/>
                      <a:pt x="62351" y="150534"/>
                    </a:cubicBezTo>
                    <a:cubicBezTo>
                      <a:pt x="72329" y="158514"/>
                      <a:pt x="119149" y="145022"/>
                      <a:pt x="92284" y="98564"/>
                    </a:cubicBezTo>
                    <a:cubicBezTo>
                      <a:pt x="65418" y="52105"/>
                      <a:pt x="105335" y="35260"/>
                      <a:pt x="65421" y="5997"/>
                    </a:cubicBezTo>
                    <a:close/>
                  </a:path>
                </a:pathLst>
              </a:custGeom>
              <a:solidFill>
                <a:srgbClr val="0F0F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797" name="Google Shape;1797;p2"/>
              <p:cNvSpPr/>
              <p:nvPr/>
            </p:nvSpPr>
            <p:spPr>
              <a:xfrm>
                <a:off x="10697839" y="3923672"/>
                <a:ext cx="22113" cy="30540"/>
              </a:xfrm>
              <a:custGeom>
                <a:avLst/>
                <a:gdLst/>
                <a:ahLst/>
                <a:cxnLst/>
                <a:rect l="l" t="t" r="r" b="b"/>
                <a:pathLst>
                  <a:path w="22113" h="30540" extrusionOk="0">
                    <a:moveTo>
                      <a:pt x="8087" y="0"/>
                    </a:moveTo>
                    <a:cubicBezTo>
                      <a:pt x="15251" y="3548"/>
                      <a:pt x="22114" y="6303"/>
                      <a:pt x="22114" y="6303"/>
                    </a:cubicBezTo>
                    <a:cubicBezTo>
                      <a:pt x="22114" y="6303"/>
                      <a:pt x="13720" y="19621"/>
                      <a:pt x="10473" y="30541"/>
                    </a:cubicBezTo>
                    <a:cubicBezTo>
                      <a:pt x="7232" y="19703"/>
                      <a:pt x="2968" y="17838"/>
                      <a:pt x="411" y="11677"/>
                    </a:cubicBezTo>
                    <a:cubicBezTo>
                      <a:pt x="-2148" y="5516"/>
                      <a:pt x="8087" y="0"/>
                      <a:pt x="8087" y="0"/>
                    </a:cubicBezTo>
                    <a:close/>
                  </a:path>
                </a:pathLst>
              </a:custGeom>
              <a:solidFill>
                <a:srgbClr val="BD5A3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798" name="Google Shape;1798;p2"/>
            <p:cNvGrpSpPr/>
            <p:nvPr/>
          </p:nvGrpSpPr>
          <p:grpSpPr>
            <a:xfrm>
              <a:off x="10186480" y="3521569"/>
              <a:ext cx="327297" cy="343060"/>
              <a:chOff x="10186480" y="3521569"/>
              <a:chExt cx="327297" cy="343060"/>
            </a:xfrm>
          </p:grpSpPr>
          <p:sp>
            <p:nvSpPr>
              <p:cNvPr id="1799" name="Google Shape;1799;p2"/>
              <p:cNvSpPr/>
              <p:nvPr/>
            </p:nvSpPr>
            <p:spPr>
              <a:xfrm>
                <a:off x="10186480" y="3521569"/>
                <a:ext cx="327297" cy="343058"/>
              </a:xfrm>
              <a:custGeom>
                <a:avLst/>
                <a:gdLst/>
                <a:ahLst/>
                <a:cxnLst/>
                <a:rect l="l" t="t" r="r" b="b"/>
                <a:pathLst>
                  <a:path w="327297" h="343058" extrusionOk="0">
                    <a:moveTo>
                      <a:pt x="9050" y="340210"/>
                    </a:moveTo>
                    <a:cubicBezTo>
                      <a:pt x="-31247" y="270096"/>
                      <a:pt x="70745" y="37063"/>
                      <a:pt x="162674" y="2778"/>
                    </a:cubicBezTo>
                    <a:cubicBezTo>
                      <a:pt x="209786" y="-8911"/>
                      <a:pt x="258581" y="19941"/>
                      <a:pt x="271545" y="21969"/>
                    </a:cubicBezTo>
                    <a:cubicBezTo>
                      <a:pt x="284507" y="23999"/>
                      <a:pt x="346946" y="83629"/>
                      <a:pt x="321087" y="135786"/>
                    </a:cubicBezTo>
                    <a:cubicBezTo>
                      <a:pt x="295228" y="187946"/>
                      <a:pt x="171384" y="367742"/>
                      <a:pt x="9050" y="340210"/>
                    </a:cubicBezTo>
                    <a:close/>
                  </a:path>
                </a:pathLst>
              </a:custGeom>
              <a:solidFill>
                <a:srgbClr val="B355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00" name="Google Shape;1800;p2"/>
              <p:cNvSpPr/>
              <p:nvPr/>
            </p:nvSpPr>
            <p:spPr>
              <a:xfrm>
                <a:off x="10199025" y="3537156"/>
                <a:ext cx="246221" cy="308629"/>
              </a:xfrm>
              <a:custGeom>
                <a:avLst/>
                <a:gdLst/>
                <a:ahLst/>
                <a:cxnLst/>
                <a:rect l="l" t="t" r="r" b="b"/>
                <a:pathLst>
                  <a:path w="246221" h="308629" extrusionOk="0">
                    <a:moveTo>
                      <a:pt x="246221" y="14252"/>
                    </a:moveTo>
                    <a:cubicBezTo>
                      <a:pt x="223629" y="15652"/>
                      <a:pt x="170225" y="-979"/>
                      <a:pt x="154532" y="8576"/>
                    </a:cubicBezTo>
                    <a:cubicBezTo>
                      <a:pt x="138839" y="18130"/>
                      <a:pt x="8098" y="159068"/>
                      <a:pt x="645" y="308630"/>
                    </a:cubicBezTo>
                    <a:cubicBezTo>
                      <a:pt x="-2182" y="287114"/>
                      <a:pt x="-2397" y="155386"/>
                      <a:pt x="150330" y="4418"/>
                    </a:cubicBezTo>
                    <a:cubicBezTo>
                      <a:pt x="174208" y="-1222"/>
                      <a:pt x="191787" y="-2028"/>
                      <a:pt x="208473" y="5333"/>
                    </a:cubicBezTo>
                    <a:cubicBezTo>
                      <a:pt x="225160" y="12696"/>
                      <a:pt x="246221" y="14252"/>
                      <a:pt x="246221" y="14252"/>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01" name="Google Shape;1801;p2"/>
              <p:cNvSpPr/>
              <p:nvPr/>
            </p:nvSpPr>
            <p:spPr>
              <a:xfrm>
                <a:off x="10204711" y="3558271"/>
                <a:ext cx="232536" cy="292505"/>
              </a:xfrm>
              <a:custGeom>
                <a:avLst/>
                <a:gdLst/>
                <a:ahLst/>
                <a:cxnLst/>
                <a:rect l="l" t="t" r="r" b="b"/>
                <a:pathLst>
                  <a:path w="232536" h="292505" extrusionOk="0">
                    <a:moveTo>
                      <a:pt x="232536" y="4302"/>
                    </a:moveTo>
                    <a:cubicBezTo>
                      <a:pt x="210216" y="10049"/>
                      <a:pt x="204368" y="-8694"/>
                      <a:pt x="182171" y="5333"/>
                    </a:cubicBezTo>
                    <a:cubicBezTo>
                      <a:pt x="159974" y="19360"/>
                      <a:pt x="114435" y="106276"/>
                      <a:pt x="99800" y="127788"/>
                    </a:cubicBezTo>
                    <a:cubicBezTo>
                      <a:pt x="85165" y="149299"/>
                      <a:pt x="28104" y="227690"/>
                      <a:pt x="21989" y="245635"/>
                    </a:cubicBezTo>
                    <a:cubicBezTo>
                      <a:pt x="15874" y="263580"/>
                      <a:pt x="0" y="292505"/>
                      <a:pt x="0" y="292505"/>
                    </a:cubicBezTo>
                    <a:cubicBezTo>
                      <a:pt x="0" y="292505"/>
                      <a:pt x="23957" y="254887"/>
                      <a:pt x="25788" y="244595"/>
                    </a:cubicBezTo>
                    <a:cubicBezTo>
                      <a:pt x="27620" y="234304"/>
                      <a:pt x="95964" y="145109"/>
                      <a:pt x="103560" y="129589"/>
                    </a:cubicBezTo>
                    <a:cubicBezTo>
                      <a:pt x="111157" y="114069"/>
                      <a:pt x="152499" y="46520"/>
                      <a:pt x="161737" y="35504"/>
                    </a:cubicBezTo>
                    <a:cubicBezTo>
                      <a:pt x="170975" y="24488"/>
                      <a:pt x="172691" y="11549"/>
                      <a:pt x="187630" y="7377"/>
                    </a:cubicBezTo>
                    <a:cubicBezTo>
                      <a:pt x="202572" y="3205"/>
                      <a:pt x="214351" y="3347"/>
                      <a:pt x="220594" y="7123"/>
                    </a:cubicBezTo>
                    <a:cubicBezTo>
                      <a:pt x="226840" y="10900"/>
                      <a:pt x="232536" y="4302"/>
                      <a:pt x="232536" y="4302"/>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02" name="Google Shape;1802;p2"/>
              <p:cNvSpPr/>
              <p:nvPr/>
            </p:nvSpPr>
            <p:spPr>
              <a:xfrm>
                <a:off x="10211555" y="3567122"/>
                <a:ext cx="235051" cy="286824"/>
              </a:xfrm>
              <a:custGeom>
                <a:avLst/>
                <a:gdLst/>
                <a:ahLst/>
                <a:cxnLst/>
                <a:rect l="l" t="t" r="r" b="b"/>
                <a:pathLst>
                  <a:path w="235051" h="286824" extrusionOk="0">
                    <a:moveTo>
                      <a:pt x="235051" y="0"/>
                    </a:moveTo>
                    <a:cubicBezTo>
                      <a:pt x="230458" y="10243"/>
                      <a:pt x="229016" y="4977"/>
                      <a:pt x="212660" y="20944"/>
                    </a:cubicBezTo>
                    <a:cubicBezTo>
                      <a:pt x="196304" y="36912"/>
                      <a:pt x="188822" y="33828"/>
                      <a:pt x="171871" y="68886"/>
                    </a:cubicBezTo>
                    <a:cubicBezTo>
                      <a:pt x="154920" y="103944"/>
                      <a:pt x="96519" y="187610"/>
                      <a:pt x="81971" y="197689"/>
                    </a:cubicBezTo>
                    <a:cubicBezTo>
                      <a:pt x="67424" y="207768"/>
                      <a:pt x="12049" y="278357"/>
                      <a:pt x="0" y="286824"/>
                    </a:cubicBezTo>
                    <a:cubicBezTo>
                      <a:pt x="39294" y="255522"/>
                      <a:pt x="71652" y="204755"/>
                      <a:pt x="83322" y="200107"/>
                    </a:cubicBezTo>
                    <a:cubicBezTo>
                      <a:pt x="94992" y="195457"/>
                      <a:pt x="151683" y="110581"/>
                      <a:pt x="160239" y="95772"/>
                    </a:cubicBezTo>
                    <a:cubicBezTo>
                      <a:pt x="168796" y="80963"/>
                      <a:pt x="181609" y="55968"/>
                      <a:pt x="188007" y="46703"/>
                    </a:cubicBezTo>
                    <a:cubicBezTo>
                      <a:pt x="194406" y="37435"/>
                      <a:pt x="212564" y="23011"/>
                      <a:pt x="216582" y="19790"/>
                    </a:cubicBezTo>
                    <a:cubicBezTo>
                      <a:pt x="220601" y="16569"/>
                      <a:pt x="232084" y="7432"/>
                      <a:pt x="232084" y="7432"/>
                    </a:cubicBezTo>
                    <a:lnTo>
                      <a:pt x="235051" y="0"/>
                    </a:ln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03" name="Google Shape;1803;p2"/>
              <p:cNvSpPr/>
              <p:nvPr/>
            </p:nvSpPr>
            <p:spPr>
              <a:xfrm>
                <a:off x="10224757" y="3567349"/>
                <a:ext cx="247292" cy="294555"/>
              </a:xfrm>
              <a:custGeom>
                <a:avLst/>
                <a:gdLst/>
                <a:ahLst/>
                <a:cxnLst/>
                <a:rect l="l" t="t" r="r" b="b"/>
                <a:pathLst>
                  <a:path w="247292" h="294555" extrusionOk="0">
                    <a:moveTo>
                      <a:pt x="236596" y="0"/>
                    </a:moveTo>
                    <a:cubicBezTo>
                      <a:pt x="249743" y="18649"/>
                      <a:pt x="242519" y="72452"/>
                      <a:pt x="222366" y="96181"/>
                    </a:cubicBezTo>
                    <a:cubicBezTo>
                      <a:pt x="202210" y="119910"/>
                      <a:pt x="135425" y="186277"/>
                      <a:pt x="124425" y="194589"/>
                    </a:cubicBezTo>
                    <a:cubicBezTo>
                      <a:pt x="113427" y="202901"/>
                      <a:pt x="79255" y="245274"/>
                      <a:pt x="57689" y="267487"/>
                    </a:cubicBezTo>
                    <a:cubicBezTo>
                      <a:pt x="36123" y="289700"/>
                      <a:pt x="0" y="294265"/>
                      <a:pt x="0" y="294265"/>
                    </a:cubicBezTo>
                    <a:cubicBezTo>
                      <a:pt x="0" y="294265"/>
                      <a:pt x="31955" y="298533"/>
                      <a:pt x="55890" y="274345"/>
                    </a:cubicBezTo>
                    <a:cubicBezTo>
                      <a:pt x="79825" y="250157"/>
                      <a:pt x="92811" y="229894"/>
                      <a:pt x="102589" y="220853"/>
                    </a:cubicBezTo>
                    <a:cubicBezTo>
                      <a:pt x="112368" y="211812"/>
                      <a:pt x="101418" y="220775"/>
                      <a:pt x="132823" y="190300"/>
                    </a:cubicBezTo>
                    <a:cubicBezTo>
                      <a:pt x="164228" y="159828"/>
                      <a:pt x="189123" y="138031"/>
                      <a:pt x="200642" y="126393"/>
                    </a:cubicBezTo>
                    <a:cubicBezTo>
                      <a:pt x="212159" y="114755"/>
                      <a:pt x="229825" y="92281"/>
                      <a:pt x="234114" y="85007"/>
                    </a:cubicBezTo>
                    <a:cubicBezTo>
                      <a:pt x="238400" y="77735"/>
                      <a:pt x="259962" y="9446"/>
                      <a:pt x="236596" y="0"/>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04" name="Google Shape;1804;p2"/>
              <p:cNvSpPr/>
              <p:nvPr/>
            </p:nvSpPr>
            <p:spPr>
              <a:xfrm>
                <a:off x="10195530" y="3548535"/>
                <a:ext cx="318247" cy="316094"/>
              </a:xfrm>
              <a:custGeom>
                <a:avLst/>
                <a:gdLst/>
                <a:ahLst/>
                <a:cxnLst/>
                <a:rect l="l" t="t" r="r" b="b"/>
                <a:pathLst>
                  <a:path w="318247" h="316094" extrusionOk="0">
                    <a:moveTo>
                      <a:pt x="312037" y="108823"/>
                    </a:moveTo>
                    <a:cubicBezTo>
                      <a:pt x="333825" y="64881"/>
                      <a:pt x="292937" y="15636"/>
                      <a:pt x="271764" y="0"/>
                    </a:cubicBezTo>
                    <a:lnTo>
                      <a:pt x="271764" y="0"/>
                    </a:lnTo>
                    <a:cubicBezTo>
                      <a:pt x="281411" y="43962"/>
                      <a:pt x="310852" y="73097"/>
                      <a:pt x="264111" y="126185"/>
                    </a:cubicBezTo>
                    <a:cubicBezTo>
                      <a:pt x="217369" y="179275"/>
                      <a:pt x="172868" y="284840"/>
                      <a:pt x="0" y="313246"/>
                    </a:cubicBezTo>
                    <a:cubicBezTo>
                      <a:pt x="162333" y="340776"/>
                      <a:pt x="286178" y="160980"/>
                      <a:pt x="312037" y="108823"/>
                    </a:cubicBezTo>
                    <a:close/>
                  </a:path>
                </a:pathLst>
              </a:custGeom>
              <a:solidFill>
                <a:srgbClr val="DED5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05" name="Google Shape;1805;p2"/>
              <p:cNvSpPr/>
              <p:nvPr/>
            </p:nvSpPr>
            <p:spPr>
              <a:xfrm>
                <a:off x="10324950" y="3527095"/>
                <a:ext cx="149286" cy="104893"/>
              </a:xfrm>
              <a:custGeom>
                <a:avLst/>
                <a:gdLst/>
                <a:ahLst/>
                <a:cxnLst/>
                <a:rect l="l" t="t" r="r" b="b"/>
                <a:pathLst>
                  <a:path w="149286" h="104893" extrusionOk="0">
                    <a:moveTo>
                      <a:pt x="32346" y="991"/>
                    </a:moveTo>
                    <a:cubicBezTo>
                      <a:pt x="4446" y="5435"/>
                      <a:pt x="-2743" y="44014"/>
                      <a:pt x="861" y="60539"/>
                    </a:cubicBezTo>
                    <a:cubicBezTo>
                      <a:pt x="4467" y="77065"/>
                      <a:pt x="120229" y="106319"/>
                      <a:pt x="132921" y="104840"/>
                    </a:cubicBezTo>
                    <a:cubicBezTo>
                      <a:pt x="145613" y="103361"/>
                      <a:pt x="168955" y="60592"/>
                      <a:pt x="117038" y="47008"/>
                    </a:cubicBezTo>
                    <a:cubicBezTo>
                      <a:pt x="65121" y="33425"/>
                      <a:pt x="81221" y="-6795"/>
                      <a:pt x="32346" y="991"/>
                    </a:cubicBezTo>
                    <a:close/>
                  </a:path>
                </a:pathLst>
              </a:custGeom>
              <a:solidFill>
                <a:srgbClr val="0F0F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06" name="Google Shape;1806;p2"/>
              <p:cNvSpPr/>
              <p:nvPr/>
            </p:nvSpPr>
            <p:spPr>
              <a:xfrm>
                <a:off x="10447518" y="3545501"/>
                <a:ext cx="24256" cy="25322"/>
              </a:xfrm>
              <a:custGeom>
                <a:avLst/>
                <a:gdLst/>
                <a:ahLst/>
                <a:cxnLst/>
                <a:rect l="l" t="t" r="r" b="b"/>
                <a:pathLst>
                  <a:path w="24256" h="25322" extrusionOk="0">
                    <a:moveTo>
                      <a:pt x="869" y="5537"/>
                    </a:moveTo>
                    <a:cubicBezTo>
                      <a:pt x="8428" y="2940"/>
                      <a:pt x="15216" y="0"/>
                      <a:pt x="15216" y="0"/>
                    </a:cubicBezTo>
                    <a:cubicBezTo>
                      <a:pt x="15216" y="0"/>
                      <a:pt x="18777" y="15335"/>
                      <a:pt x="24257" y="25322"/>
                    </a:cubicBezTo>
                    <a:cubicBezTo>
                      <a:pt x="14274" y="20003"/>
                      <a:pt x="9949" y="21719"/>
                      <a:pt x="3770" y="19205"/>
                    </a:cubicBezTo>
                    <a:cubicBezTo>
                      <a:pt x="-2409" y="16692"/>
                      <a:pt x="869" y="5537"/>
                      <a:pt x="869" y="5537"/>
                    </a:cubicBezTo>
                    <a:close/>
                  </a:path>
                </a:pathLst>
              </a:custGeom>
              <a:solidFill>
                <a:srgbClr val="BD5A3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807" name="Google Shape;1807;p2"/>
            <p:cNvGrpSpPr/>
            <p:nvPr/>
          </p:nvGrpSpPr>
          <p:grpSpPr>
            <a:xfrm>
              <a:off x="5132232" y="2458125"/>
              <a:ext cx="414736" cy="235818"/>
              <a:chOff x="5132232" y="2458125"/>
              <a:chExt cx="414736" cy="235818"/>
            </a:xfrm>
          </p:grpSpPr>
          <p:sp>
            <p:nvSpPr>
              <p:cNvPr id="1808" name="Google Shape;1808;p2"/>
              <p:cNvSpPr/>
              <p:nvPr/>
            </p:nvSpPr>
            <p:spPr>
              <a:xfrm>
                <a:off x="5132232" y="2458125"/>
                <a:ext cx="414736" cy="235817"/>
              </a:xfrm>
              <a:custGeom>
                <a:avLst/>
                <a:gdLst/>
                <a:ahLst/>
                <a:cxnLst/>
                <a:rect l="l" t="t" r="r" b="b"/>
                <a:pathLst>
                  <a:path w="414736" h="235817" extrusionOk="0">
                    <a:moveTo>
                      <a:pt x="0" y="138401"/>
                    </a:moveTo>
                    <a:cubicBezTo>
                      <a:pt x="21491" y="60439"/>
                      <a:pt x="258869" y="-30983"/>
                      <a:pt x="347904" y="10243"/>
                    </a:cubicBezTo>
                    <a:cubicBezTo>
                      <a:pt x="389352" y="35508"/>
                      <a:pt x="403166" y="90487"/>
                      <a:pt x="410842" y="101125"/>
                    </a:cubicBezTo>
                    <a:cubicBezTo>
                      <a:pt x="418519" y="111765"/>
                      <a:pt x="420053" y="198093"/>
                      <a:pt x="364791" y="216399"/>
                    </a:cubicBezTo>
                    <a:cubicBezTo>
                      <a:pt x="309527" y="234710"/>
                      <a:pt x="94618" y="273154"/>
                      <a:pt x="0" y="138401"/>
                    </a:cubicBezTo>
                    <a:close/>
                  </a:path>
                </a:pathLst>
              </a:custGeom>
              <a:solidFill>
                <a:srgbClr val="B355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09" name="Google Shape;1809;p2"/>
              <p:cNvSpPr/>
              <p:nvPr/>
            </p:nvSpPr>
            <p:spPr>
              <a:xfrm>
                <a:off x="5146513" y="2480586"/>
                <a:ext cx="381979" cy="107632"/>
              </a:xfrm>
              <a:custGeom>
                <a:avLst/>
                <a:gdLst/>
                <a:ahLst/>
                <a:cxnLst/>
                <a:rect l="l" t="t" r="r" b="b"/>
                <a:pathLst>
                  <a:path w="381979" h="107632" extrusionOk="0">
                    <a:moveTo>
                      <a:pt x="381979" y="75121"/>
                    </a:moveTo>
                    <a:cubicBezTo>
                      <a:pt x="365092" y="60047"/>
                      <a:pt x="339350" y="10391"/>
                      <a:pt x="321519" y="5956"/>
                    </a:cubicBezTo>
                    <a:cubicBezTo>
                      <a:pt x="303688" y="1521"/>
                      <a:pt x="111550" y="7730"/>
                      <a:pt x="0" y="107633"/>
                    </a:cubicBezTo>
                    <a:cubicBezTo>
                      <a:pt x="13305" y="90490"/>
                      <a:pt x="106784" y="-2322"/>
                      <a:pt x="321519" y="44"/>
                    </a:cubicBezTo>
                    <a:cubicBezTo>
                      <a:pt x="342322" y="13049"/>
                      <a:pt x="355263" y="24976"/>
                      <a:pt x="361766" y="42015"/>
                    </a:cubicBezTo>
                    <a:cubicBezTo>
                      <a:pt x="368272" y="59055"/>
                      <a:pt x="381979" y="75121"/>
                      <a:pt x="381979" y="75121"/>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10" name="Google Shape;1810;p2"/>
              <p:cNvSpPr/>
              <p:nvPr/>
            </p:nvSpPr>
            <p:spPr>
              <a:xfrm>
                <a:off x="5146513" y="2522003"/>
                <a:ext cx="368418" cy="73313"/>
              </a:xfrm>
              <a:custGeom>
                <a:avLst/>
                <a:gdLst/>
                <a:ahLst/>
                <a:cxnLst/>
                <a:rect l="l" t="t" r="r" b="b"/>
                <a:pathLst>
                  <a:path w="368418" h="73313" extrusionOk="0">
                    <a:moveTo>
                      <a:pt x="368419" y="35871"/>
                    </a:moveTo>
                    <a:cubicBezTo>
                      <a:pt x="348633" y="24048"/>
                      <a:pt x="357844" y="6708"/>
                      <a:pt x="332259" y="797"/>
                    </a:cubicBezTo>
                    <a:cubicBezTo>
                      <a:pt x="306674" y="-5115"/>
                      <a:pt x="212863" y="23655"/>
                      <a:pt x="187278" y="28384"/>
                    </a:cubicBezTo>
                    <a:cubicBezTo>
                      <a:pt x="161693" y="33114"/>
                      <a:pt x="65837" y="47696"/>
                      <a:pt x="48781" y="55972"/>
                    </a:cubicBezTo>
                    <a:cubicBezTo>
                      <a:pt x="31725" y="64247"/>
                      <a:pt x="0" y="73313"/>
                      <a:pt x="0" y="73313"/>
                    </a:cubicBezTo>
                    <a:cubicBezTo>
                      <a:pt x="0" y="73313"/>
                      <a:pt x="43592" y="63881"/>
                      <a:pt x="52194" y="57942"/>
                    </a:cubicBezTo>
                    <a:cubicBezTo>
                      <a:pt x="60794" y="52005"/>
                      <a:pt x="172271" y="37844"/>
                      <a:pt x="188645" y="32325"/>
                    </a:cubicBezTo>
                    <a:cubicBezTo>
                      <a:pt x="205020" y="26807"/>
                      <a:pt x="282115" y="8679"/>
                      <a:pt x="296442" y="7497"/>
                    </a:cubicBezTo>
                    <a:cubicBezTo>
                      <a:pt x="310768" y="6315"/>
                      <a:pt x="321174" y="-1567"/>
                      <a:pt x="334648" y="6119"/>
                    </a:cubicBezTo>
                    <a:cubicBezTo>
                      <a:pt x="348121" y="13804"/>
                      <a:pt x="356310" y="22276"/>
                      <a:pt x="358015" y="29370"/>
                    </a:cubicBezTo>
                    <a:cubicBezTo>
                      <a:pt x="359720" y="36463"/>
                      <a:pt x="368419" y="35871"/>
                      <a:pt x="368419" y="35871"/>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11" name="Google Shape;1811;p2"/>
              <p:cNvSpPr/>
              <p:nvPr/>
            </p:nvSpPr>
            <p:spPr>
              <a:xfrm>
                <a:off x="5149073" y="2563981"/>
                <a:ext cx="369207" cy="40029"/>
              </a:xfrm>
              <a:custGeom>
                <a:avLst/>
                <a:gdLst/>
                <a:ahLst/>
                <a:cxnLst/>
                <a:rect l="l" t="t" r="r" b="b"/>
                <a:pathLst>
                  <a:path w="369207" h="40029" extrusionOk="0">
                    <a:moveTo>
                      <a:pt x="369207" y="3745"/>
                    </a:moveTo>
                    <a:cubicBezTo>
                      <a:pt x="358696" y="7686"/>
                      <a:pt x="361426" y="2957"/>
                      <a:pt x="338570" y="2563"/>
                    </a:cubicBezTo>
                    <a:cubicBezTo>
                      <a:pt x="315715" y="2170"/>
                      <a:pt x="312645" y="-5319"/>
                      <a:pt x="275804" y="7293"/>
                    </a:cubicBezTo>
                    <a:cubicBezTo>
                      <a:pt x="238962" y="19905"/>
                      <a:pt x="138415" y="37244"/>
                      <a:pt x="121016" y="33994"/>
                    </a:cubicBezTo>
                    <a:cubicBezTo>
                      <a:pt x="103618" y="30743"/>
                      <a:pt x="14493" y="41037"/>
                      <a:pt x="0" y="38426"/>
                    </a:cubicBezTo>
                    <a:cubicBezTo>
                      <a:pt x="49890" y="44338"/>
                      <a:pt x="108734" y="31628"/>
                      <a:pt x="120248" y="36652"/>
                    </a:cubicBezTo>
                    <a:cubicBezTo>
                      <a:pt x="131761" y="41677"/>
                      <a:pt x="231967" y="22269"/>
                      <a:pt x="248513" y="17932"/>
                    </a:cubicBezTo>
                    <a:cubicBezTo>
                      <a:pt x="265059" y="13595"/>
                      <a:pt x="291838" y="5124"/>
                      <a:pt x="302922" y="3153"/>
                    </a:cubicBezTo>
                    <a:cubicBezTo>
                      <a:pt x="314010" y="1183"/>
                      <a:pt x="337036" y="3942"/>
                      <a:pt x="342152" y="4532"/>
                    </a:cubicBezTo>
                    <a:cubicBezTo>
                      <a:pt x="347269" y="5124"/>
                      <a:pt x="361839" y="6859"/>
                      <a:pt x="361839" y="6859"/>
                    </a:cubicBezTo>
                    <a:lnTo>
                      <a:pt x="369207" y="3745"/>
                    </a:ln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12" name="Google Shape;1812;p2"/>
              <p:cNvSpPr/>
              <p:nvPr/>
            </p:nvSpPr>
            <p:spPr>
              <a:xfrm>
                <a:off x="5152909" y="2578368"/>
                <a:ext cx="376589" cy="64535"/>
              </a:xfrm>
              <a:custGeom>
                <a:avLst/>
                <a:gdLst/>
                <a:ahLst/>
                <a:cxnLst/>
                <a:rect l="l" t="t" r="r" b="b"/>
                <a:pathLst>
                  <a:path w="376589" h="64535" extrusionOk="0">
                    <a:moveTo>
                      <a:pt x="375583" y="0"/>
                    </a:moveTo>
                    <a:cubicBezTo>
                      <a:pt x="371576" y="22465"/>
                      <a:pt x="328251" y="55175"/>
                      <a:pt x="297210" y="57539"/>
                    </a:cubicBezTo>
                    <a:cubicBezTo>
                      <a:pt x="266168" y="59902"/>
                      <a:pt x="172015" y="59116"/>
                      <a:pt x="158370" y="57145"/>
                    </a:cubicBezTo>
                    <a:cubicBezTo>
                      <a:pt x="144724" y="55175"/>
                      <a:pt x="90571" y="60693"/>
                      <a:pt x="59612" y="60988"/>
                    </a:cubicBezTo>
                    <a:cubicBezTo>
                      <a:pt x="28655" y="61283"/>
                      <a:pt x="0" y="38821"/>
                      <a:pt x="0" y="38821"/>
                    </a:cubicBezTo>
                    <a:cubicBezTo>
                      <a:pt x="0" y="38821"/>
                      <a:pt x="19445" y="64536"/>
                      <a:pt x="53472" y="64536"/>
                    </a:cubicBezTo>
                    <a:cubicBezTo>
                      <a:pt x="87499" y="64536"/>
                      <a:pt x="111038" y="59511"/>
                      <a:pt x="124340" y="60103"/>
                    </a:cubicBezTo>
                    <a:cubicBezTo>
                      <a:pt x="137642" y="60696"/>
                      <a:pt x="123572" y="59216"/>
                      <a:pt x="167321" y="60103"/>
                    </a:cubicBezTo>
                    <a:cubicBezTo>
                      <a:pt x="211071" y="60990"/>
                      <a:pt x="244076" y="63354"/>
                      <a:pt x="260449" y="63354"/>
                    </a:cubicBezTo>
                    <a:cubicBezTo>
                      <a:pt x="276823" y="63354"/>
                      <a:pt x="305222" y="60103"/>
                      <a:pt x="313408" y="58035"/>
                    </a:cubicBezTo>
                    <a:cubicBezTo>
                      <a:pt x="321599" y="55961"/>
                      <a:pt x="385305" y="23251"/>
                      <a:pt x="375583" y="0"/>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13" name="Google Shape;1813;p2"/>
              <p:cNvSpPr/>
              <p:nvPr/>
            </p:nvSpPr>
            <p:spPr>
              <a:xfrm>
                <a:off x="5132232" y="2569357"/>
                <a:ext cx="414736" cy="124586"/>
              </a:xfrm>
              <a:custGeom>
                <a:avLst/>
                <a:gdLst/>
                <a:ahLst/>
                <a:cxnLst/>
                <a:rect l="l" t="t" r="r" b="b"/>
                <a:pathLst>
                  <a:path w="414736" h="124586" extrusionOk="0">
                    <a:moveTo>
                      <a:pt x="364791" y="105172"/>
                    </a:moveTo>
                    <a:cubicBezTo>
                      <a:pt x="411350" y="89748"/>
                      <a:pt x="417593" y="26047"/>
                      <a:pt x="413814" y="0"/>
                    </a:cubicBezTo>
                    <a:lnTo>
                      <a:pt x="413814" y="0"/>
                    </a:lnTo>
                    <a:cubicBezTo>
                      <a:pt x="389352" y="37781"/>
                      <a:pt x="389352" y="79199"/>
                      <a:pt x="318737" y="83318"/>
                    </a:cubicBezTo>
                    <a:cubicBezTo>
                      <a:pt x="248125" y="87437"/>
                      <a:pt x="141787" y="130062"/>
                      <a:pt x="0" y="27171"/>
                    </a:cubicBezTo>
                    <a:cubicBezTo>
                      <a:pt x="94618" y="161922"/>
                      <a:pt x="309527" y="123478"/>
                      <a:pt x="364791" y="105172"/>
                    </a:cubicBezTo>
                    <a:close/>
                  </a:path>
                </a:pathLst>
              </a:custGeom>
              <a:solidFill>
                <a:srgbClr val="DED5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14" name="Google Shape;1814;p2"/>
              <p:cNvSpPr/>
              <p:nvPr/>
            </p:nvSpPr>
            <p:spPr>
              <a:xfrm>
                <a:off x="5417784" y="2470791"/>
                <a:ext cx="100496" cy="152688"/>
              </a:xfrm>
              <a:custGeom>
                <a:avLst/>
                <a:gdLst/>
                <a:ahLst/>
                <a:cxnLst/>
                <a:rect l="l" t="t" r="r" b="b"/>
                <a:pathLst>
                  <a:path w="100496" h="152688" extrusionOk="0">
                    <a:moveTo>
                      <a:pt x="65423" y="5996"/>
                    </a:moveTo>
                    <a:cubicBezTo>
                      <a:pt x="42639" y="-10708"/>
                      <a:pt x="10161" y="11315"/>
                      <a:pt x="949" y="25505"/>
                    </a:cubicBezTo>
                    <a:cubicBezTo>
                      <a:pt x="-8262" y="39691"/>
                      <a:pt x="52375" y="142552"/>
                      <a:pt x="62353" y="150533"/>
                    </a:cubicBezTo>
                    <a:cubicBezTo>
                      <a:pt x="72331" y="158513"/>
                      <a:pt x="119151" y="145021"/>
                      <a:pt x="92288" y="98563"/>
                    </a:cubicBezTo>
                    <a:cubicBezTo>
                      <a:pt x="65423" y="52107"/>
                      <a:pt x="105334" y="35259"/>
                      <a:pt x="65423" y="5996"/>
                    </a:cubicBezTo>
                    <a:close/>
                  </a:path>
                </a:pathLst>
              </a:custGeom>
              <a:solidFill>
                <a:srgbClr val="0F0F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15" name="Google Shape;1815;p2"/>
              <p:cNvSpPr/>
              <p:nvPr/>
            </p:nvSpPr>
            <p:spPr>
              <a:xfrm>
                <a:off x="5522880" y="2557677"/>
                <a:ext cx="22112" cy="30543"/>
              </a:xfrm>
              <a:custGeom>
                <a:avLst/>
                <a:gdLst/>
                <a:ahLst/>
                <a:cxnLst/>
                <a:rect l="l" t="t" r="r" b="b"/>
                <a:pathLst>
                  <a:path w="22112" h="30543" extrusionOk="0">
                    <a:moveTo>
                      <a:pt x="8085" y="0"/>
                    </a:moveTo>
                    <a:cubicBezTo>
                      <a:pt x="15250" y="3548"/>
                      <a:pt x="22112" y="6305"/>
                      <a:pt x="22112" y="6305"/>
                    </a:cubicBezTo>
                    <a:cubicBezTo>
                      <a:pt x="22112" y="6305"/>
                      <a:pt x="13718" y="19623"/>
                      <a:pt x="10474" y="30543"/>
                    </a:cubicBezTo>
                    <a:cubicBezTo>
                      <a:pt x="7233" y="19705"/>
                      <a:pt x="2969" y="17840"/>
                      <a:pt x="411" y="11679"/>
                    </a:cubicBezTo>
                    <a:cubicBezTo>
                      <a:pt x="-2149" y="5516"/>
                      <a:pt x="8085" y="0"/>
                      <a:pt x="8085" y="0"/>
                    </a:cubicBezTo>
                    <a:close/>
                  </a:path>
                </a:pathLst>
              </a:custGeom>
              <a:solidFill>
                <a:srgbClr val="BD5A3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816" name="Google Shape;1816;p2"/>
            <p:cNvGrpSpPr/>
            <p:nvPr/>
          </p:nvGrpSpPr>
          <p:grpSpPr>
            <a:xfrm>
              <a:off x="5231815" y="2106327"/>
              <a:ext cx="327297" cy="343059"/>
              <a:chOff x="5231815" y="2106327"/>
              <a:chExt cx="327297" cy="343059"/>
            </a:xfrm>
          </p:grpSpPr>
          <p:sp>
            <p:nvSpPr>
              <p:cNvPr id="1817" name="Google Shape;1817;p2"/>
              <p:cNvSpPr/>
              <p:nvPr/>
            </p:nvSpPr>
            <p:spPr>
              <a:xfrm>
                <a:off x="5231815" y="2106327"/>
                <a:ext cx="327297" cy="343059"/>
              </a:xfrm>
              <a:custGeom>
                <a:avLst/>
                <a:gdLst/>
                <a:ahLst/>
                <a:cxnLst/>
                <a:rect l="l" t="t" r="r" b="b"/>
                <a:pathLst>
                  <a:path w="327297" h="343059" extrusionOk="0">
                    <a:moveTo>
                      <a:pt x="9050" y="340210"/>
                    </a:moveTo>
                    <a:cubicBezTo>
                      <a:pt x="-31247" y="270096"/>
                      <a:pt x="70745" y="37063"/>
                      <a:pt x="162674" y="2778"/>
                    </a:cubicBezTo>
                    <a:cubicBezTo>
                      <a:pt x="209786" y="-8911"/>
                      <a:pt x="258581" y="19941"/>
                      <a:pt x="271545" y="21969"/>
                    </a:cubicBezTo>
                    <a:cubicBezTo>
                      <a:pt x="284507" y="23999"/>
                      <a:pt x="346946" y="83629"/>
                      <a:pt x="321087" y="135786"/>
                    </a:cubicBezTo>
                    <a:cubicBezTo>
                      <a:pt x="295228" y="187946"/>
                      <a:pt x="171384" y="367745"/>
                      <a:pt x="9050" y="340210"/>
                    </a:cubicBezTo>
                    <a:close/>
                  </a:path>
                </a:pathLst>
              </a:custGeom>
              <a:solidFill>
                <a:srgbClr val="B355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18" name="Google Shape;1818;p2"/>
              <p:cNvSpPr/>
              <p:nvPr/>
            </p:nvSpPr>
            <p:spPr>
              <a:xfrm>
                <a:off x="5244360" y="2121917"/>
                <a:ext cx="246221" cy="308629"/>
              </a:xfrm>
              <a:custGeom>
                <a:avLst/>
                <a:gdLst/>
                <a:ahLst/>
                <a:cxnLst/>
                <a:rect l="l" t="t" r="r" b="b"/>
                <a:pathLst>
                  <a:path w="246221" h="308629" extrusionOk="0">
                    <a:moveTo>
                      <a:pt x="246221" y="14252"/>
                    </a:moveTo>
                    <a:cubicBezTo>
                      <a:pt x="223629" y="15651"/>
                      <a:pt x="170225" y="-979"/>
                      <a:pt x="154532" y="8576"/>
                    </a:cubicBezTo>
                    <a:cubicBezTo>
                      <a:pt x="138839" y="18129"/>
                      <a:pt x="8098" y="159068"/>
                      <a:pt x="645" y="308629"/>
                    </a:cubicBezTo>
                    <a:cubicBezTo>
                      <a:pt x="-2182" y="287114"/>
                      <a:pt x="-2395" y="155385"/>
                      <a:pt x="150330" y="4418"/>
                    </a:cubicBezTo>
                    <a:cubicBezTo>
                      <a:pt x="174208" y="-1222"/>
                      <a:pt x="191787" y="-2029"/>
                      <a:pt x="208475" y="5335"/>
                    </a:cubicBezTo>
                    <a:cubicBezTo>
                      <a:pt x="225160" y="12695"/>
                      <a:pt x="246221" y="14252"/>
                      <a:pt x="246221" y="14252"/>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19" name="Google Shape;1819;p2"/>
              <p:cNvSpPr/>
              <p:nvPr/>
            </p:nvSpPr>
            <p:spPr>
              <a:xfrm>
                <a:off x="5250051" y="2143028"/>
                <a:ext cx="232534" cy="292506"/>
              </a:xfrm>
              <a:custGeom>
                <a:avLst/>
                <a:gdLst/>
                <a:ahLst/>
                <a:cxnLst/>
                <a:rect l="l" t="t" r="r" b="b"/>
                <a:pathLst>
                  <a:path w="232534" h="292506" extrusionOk="0">
                    <a:moveTo>
                      <a:pt x="232534" y="4303"/>
                    </a:moveTo>
                    <a:cubicBezTo>
                      <a:pt x="210214" y="10050"/>
                      <a:pt x="204366" y="-8695"/>
                      <a:pt x="182169" y="5334"/>
                    </a:cubicBezTo>
                    <a:cubicBezTo>
                      <a:pt x="159972" y="19361"/>
                      <a:pt x="114433" y="106277"/>
                      <a:pt x="99798" y="127789"/>
                    </a:cubicBezTo>
                    <a:cubicBezTo>
                      <a:pt x="85163" y="149300"/>
                      <a:pt x="28102" y="227691"/>
                      <a:pt x="21987" y="245636"/>
                    </a:cubicBezTo>
                    <a:cubicBezTo>
                      <a:pt x="15872" y="263581"/>
                      <a:pt x="0" y="292506"/>
                      <a:pt x="0" y="292506"/>
                    </a:cubicBezTo>
                    <a:cubicBezTo>
                      <a:pt x="0" y="292506"/>
                      <a:pt x="23957" y="254888"/>
                      <a:pt x="25788" y="244596"/>
                    </a:cubicBezTo>
                    <a:cubicBezTo>
                      <a:pt x="27617" y="234307"/>
                      <a:pt x="95964" y="145110"/>
                      <a:pt x="103560" y="129590"/>
                    </a:cubicBezTo>
                    <a:cubicBezTo>
                      <a:pt x="111157" y="114070"/>
                      <a:pt x="152499" y="46521"/>
                      <a:pt x="161737" y="35505"/>
                    </a:cubicBezTo>
                    <a:cubicBezTo>
                      <a:pt x="170975" y="24489"/>
                      <a:pt x="172691" y="11550"/>
                      <a:pt x="187630" y="7378"/>
                    </a:cubicBezTo>
                    <a:cubicBezTo>
                      <a:pt x="202572" y="3206"/>
                      <a:pt x="214351" y="3348"/>
                      <a:pt x="220594" y="7124"/>
                    </a:cubicBezTo>
                    <a:cubicBezTo>
                      <a:pt x="226838" y="10901"/>
                      <a:pt x="232534" y="4303"/>
                      <a:pt x="232534" y="4303"/>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20" name="Google Shape;1820;p2"/>
              <p:cNvSpPr/>
              <p:nvPr/>
            </p:nvSpPr>
            <p:spPr>
              <a:xfrm>
                <a:off x="5256890" y="2151883"/>
                <a:ext cx="235051" cy="286826"/>
              </a:xfrm>
              <a:custGeom>
                <a:avLst/>
                <a:gdLst/>
                <a:ahLst/>
                <a:cxnLst/>
                <a:rect l="l" t="t" r="r" b="b"/>
                <a:pathLst>
                  <a:path w="235051" h="286826" extrusionOk="0">
                    <a:moveTo>
                      <a:pt x="235051" y="0"/>
                    </a:moveTo>
                    <a:cubicBezTo>
                      <a:pt x="230458" y="10244"/>
                      <a:pt x="229016" y="4977"/>
                      <a:pt x="212660" y="20947"/>
                    </a:cubicBezTo>
                    <a:cubicBezTo>
                      <a:pt x="196303" y="36914"/>
                      <a:pt x="188821" y="33831"/>
                      <a:pt x="171871" y="68889"/>
                    </a:cubicBezTo>
                    <a:cubicBezTo>
                      <a:pt x="154920" y="103947"/>
                      <a:pt x="96519" y="187612"/>
                      <a:pt x="81971" y="197691"/>
                    </a:cubicBezTo>
                    <a:cubicBezTo>
                      <a:pt x="67423" y="207770"/>
                      <a:pt x="12049" y="278359"/>
                      <a:pt x="0" y="286827"/>
                    </a:cubicBezTo>
                    <a:cubicBezTo>
                      <a:pt x="39294" y="255525"/>
                      <a:pt x="71652" y="204757"/>
                      <a:pt x="83322" y="200110"/>
                    </a:cubicBezTo>
                    <a:cubicBezTo>
                      <a:pt x="94992" y="195460"/>
                      <a:pt x="151683" y="110583"/>
                      <a:pt x="160237" y="95774"/>
                    </a:cubicBezTo>
                    <a:cubicBezTo>
                      <a:pt x="168794" y="80966"/>
                      <a:pt x="181607" y="55970"/>
                      <a:pt x="188005" y="46705"/>
                    </a:cubicBezTo>
                    <a:cubicBezTo>
                      <a:pt x="194404" y="37438"/>
                      <a:pt x="212561" y="23013"/>
                      <a:pt x="216580" y="19792"/>
                    </a:cubicBezTo>
                    <a:cubicBezTo>
                      <a:pt x="220599" y="16571"/>
                      <a:pt x="232082" y="7434"/>
                      <a:pt x="232082" y="7434"/>
                    </a:cubicBezTo>
                    <a:lnTo>
                      <a:pt x="235051" y="0"/>
                    </a:ln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21" name="Google Shape;1821;p2"/>
              <p:cNvSpPr/>
              <p:nvPr/>
            </p:nvSpPr>
            <p:spPr>
              <a:xfrm>
                <a:off x="5270092" y="2152109"/>
                <a:ext cx="247293" cy="294555"/>
              </a:xfrm>
              <a:custGeom>
                <a:avLst/>
                <a:gdLst/>
                <a:ahLst/>
                <a:cxnLst/>
                <a:rect l="l" t="t" r="r" b="b"/>
                <a:pathLst>
                  <a:path w="247293" h="294555" extrusionOk="0">
                    <a:moveTo>
                      <a:pt x="236596" y="0"/>
                    </a:moveTo>
                    <a:cubicBezTo>
                      <a:pt x="249743" y="18649"/>
                      <a:pt x="242519" y="72453"/>
                      <a:pt x="222366" y="96181"/>
                    </a:cubicBezTo>
                    <a:cubicBezTo>
                      <a:pt x="202210" y="119910"/>
                      <a:pt x="135425" y="186277"/>
                      <a:pt x="124425" y="194589"/>
                    </a:cubicBezTo>
                    <a:cubicBezTo>
                      <a:pt x="113427" y="202901"/>
                      <a:pt x="79256" y="245274"/>
                      <a:pt x="57689" y="267487"/>
                    </a:cubicBezTo>
                    <a:cubicBezTo>
                      <a:pt x="36123" y="289700"/>
                      <a:pt x="0" y="294265"/>
                      <a:pt x="0" y="294265"/>
                    </a:cubicBezTo>
                    <a:cubicBezTo>
                      <a:pt x="0" y="294265"/>
                      <a:pt x="31956" y="298533"/>
                      <a:pt x="55890" y="274345"/>
                    </a:cubicBezTo>
                    <a:cubicBezTo>
                      <a:pt x="79825" y="250159"/>
                      <a:pt x="92812" y="229894"/>
                      <a:pt x="102589" y="220853"/>
                    </a:cubicBezTo>
                    <a:cubicBezTo>
                      <a:pt x="112366" y="211812"/>
                      <a:pt x="101418" y="220775"/>
                      <a:pt x="132823" y="190300"/>
                    </a:cubicBezTo>
                    <a:cubicBezTo>
                      <a:pt x="164229" y="159828"/>
                      <a:pt x="189123" y="138031"/>
                      <a:pt x="200642" y="126393"/>
                    </a:cubicBezTo>
                    <a:cubicBezTo>
                      <a:pt x="212159" y="114755"/>
                      <a:pt x="229825" y="92281"/>
                      <a:pt x="234114" y="85007"/>
                    </a:cubicBezTo>
                    <a:cubicBezTo>
                      <a:pt x="238402" y="77733"/>
                      <a:pt x="259962" y="9443"/>
                      <a:pt x="236596" y="0"/>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22" name="Google Shape;1822;p2"/>
              <p:cNvSpPr/>
              <p:nvPr/>
            </p:nvSpPr>
            <p:spPr>
              <a:xfrm>
                <a:off x="5240863" y="2133291"/>
                <a:ext cx="318248" cy="316095"/>
              </a:xfrm>
              <a:custGeom>
                <a:avLst/>
                <a:gdLst/>
                <a:ahLst/>
                <a:cxnLst/>
                <a:rect l="l" t="t" r="r" b="b"/>
                <a:pathLst>
                  <a:path w="318248" h="316095" extrusionOk="0">
                    <a:moveTo>
                      <a:pt x="312039" y="108825"/>
                    </a:moveTo>
                    <a:cubicBezTo>
                      <a:pt x="333825" y="64884"/>
                      <a:pt x="292939" y="15636"/>
                      <a:pt x="271767" y="0"/>
                    </a:cubicBezTo>
                    <a:lnTo>
                      <a:pt x="271767" y="0"/>
                    </a:lnTo>
                    <a:cubicBezTo>
                      <a:pt x="281413" y="43962"/>
                      <a:pt x="310855" y="73097"/>
                      <a:pt x="264111" y="126185"/>
                    </a:cubicBezTo>
                    <a:cubicBezTo>
                      <a:pt x="217369" y="179275"/>
                      <a:pt x="172867" y="284840"/>
                      <a:pt x="0" y="313246"/>
                    </a:cubicBezTo>
                    <a:cubicBezTo>
                      <a:pt x="162336" y="340781"/>
                      <a:pt x="286180" y="160982"/>
                      <a:pt x="312039" y="108825"/>
                    </a:cubicBezTo>
                    <a:close/>
                  </a:path>
                </a:pathLst>
              </a:custGeom>
              <a:solidFill>
                <a:srgbClr val="DED5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23" name="Google Shape;1823;p2"/>
              <p:cNvSpPr/>
              <p:nvPr/>
            </p:nvSpPr>
            <p:spPr>
              <a:xfrm>
                <a:off x="5370288" y="2111853"/>
                <a:ext cx="149286" cy="104893"/>
              </a:xfrm>
              <a:custGeom>
                <a:avLst/>
                <a:gdLst/>
                <a:ahLst/>
                <a:cxnLst/>
                <a:rect l="l" t="t" r="r" b="b"/>
                <a:pathLst>
                  <a:path w="149286" h="104893" extrusionOk="0">
                    <a:moveTo>
                      <a:pt x="32346" y="991"/>
                    </a:moveTo>
                    <a:cubicBezTo>
                      <a:pt x="4446" y="5435"/>
                      <a:pt x="-2744" y="44014"/>
                      <a:pt x="861" y="60539"/>
                    </a:cubicBezTo>
                    <a:cubicBezTo>
                      <a:pt x="4466" y="77065"/>
                      <a:pt x="120229" y="106319"/>
                      <a:pt x="132921" y="104840"/>
                    </a:cubicBezTo>
                    <a:cubicBezTo>
                      <a:pt x="145613" y="103361"/>
                      <a:pt x="168956" y="60592"/>
                      <a:pt x="117038" y="47008"/>
                    </a:cubicBezTo>
                    <a:cubicBezTo>
                      <a:pt x="65121" y="33425"/>
                      <a:pt x="81219" y="-6795"/>
                      <a:pt x="32346" y="991"/>
                    </a:cubicBezTo>
                    <a:close/>
                  </a:path>
                </a:pathLst>
              </a:custGeom>
              <a:solidFill>
                <a:srgbClr val="0F0F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24" name="Google Shape;1824;p2"/>
              <p:cNvSpPr/>
              <p:nvPr/>
            </p:nvSpPr>
            <p:spPr>
              <a:xfrm>
                <a:off x="5492853" y="2130259"/>
                <a:ext cx="24256" cy="25321"/>
              </a:xfrm>
              <a:custGeom>
                <a:avLst/>
                <a:gdLst/>
                <a:ahLst/>
                <a:cxnLst/>
                <a:rect l="l" t="t" r="r" b="b"/>
                <a:pathLst>
                  <a:path w="24256" h="25321" extrusionOk="0">
                    <a:moveTo>
                      <a:pt x="869" y="5537"/>
                    </a:moveTo>
                    <a:cubicBezTo>
                      <a:pt x="8429" y="2940"/>
                      <a:pt x="15216" y="0"/>
                      <a:pt x="15216" y="0"/>
                    </a:cubicBezTo>
                    <a:cubicBezTo>
                      <a:pt x="15216" y="0"/>
                      <a:pt x="18777" y="15337"/>
                      <a:pt x="24257" y="25322"/>
                    </a:cubicBezTo>
                    <a:cubicBezTo>
                      <a:pt x="14274" y="20003"/>
                      <a:pt x="9949" y="21719"/>
                      <a:pt x="3770" y="19205"/>
                    </a:cubicBezTo>
                    <a:cubicBezTo>
                      <a:pt x="-2409" y="16692"/>
                      <a:pt x="869" y="5537"/>
                      <a:pt x="869" y="5537"/>
                    </a:cubicBezTo>
                    <a:close/>
                  </a:path>
                </a:pathLst>
              </a:custGeom>
              <a:solidFill>
                <a:srgbClr val="BD5A3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825" name="Google Shape;1825;p2"/>
            <p:cNvGrpSpPr/>
            <p:nvPr/>
          </p:nvGrpSpPr>
          <p:grpSpPr>
            <a:xfrm>
              <a:off x="10114780" y="3967992"/>
              <a:ext cx="296347" cy="207069"/>
              <a:chOff x="10114780" y="3967992"/>
              <a:chExt cx="296347" cy="207069"/>
            </a:xfrm>
          </p:grpSpPr>
          <p:sp>
            <p:nvSpPr>
              <p:cNvPr id="1826" name="Google Shape;1826;p2"/>
              <p:cNvSpPr/>
              <p:nvPr/>
            </p:nvSpPr>
            <p:spPr>
              <a:xfrm>
                <a:off x="10114780" y="3967994"/>
                <a:ext cx="296345" cy="207067"/>
              </a:xfrm>
              <a:custGeom>
                <a:avLst/>
                <a:gdLst/>
                <a:ahLst/>
                <a:cxnLst/>
                <a:rect l="l" t="t" r="r" b="b"/>
                <a:pathLst>
                  <a:path w="296345" h="207067" extrusionOk="0">
                    <a:moveTo>
                      <a:pt x="296346" y="181845"/>
                    </a:moveTo>
                    <a:cubicBezTo>
                      <a:pt x="254286" y="227872"/>
                      <a:pt x="59219" y="207549"/>
                      <a:pt x="12498" y="148054"/>
                    </a:cubicBezTo>
                    <a:cubicBezTo>
                      <a:pt x="-7125" y="116187"/>
                      <a:pt x="2636" y="73585"/>
                      <a:pt x="1088" y="63588"/>
                    </a:cubicBezTo>
                    <a:cubicBezTo>
                      <a:pt x="-457" y="53592"/>
                      <a:pt x="28714" y="-6244"/>
                      <a:pt x="73085" y="534"/>
                    </a:cubicBezTo>
                    <a:cubicBezTo>
                      <a:pt x="117457" y="7307"/>
                      <a:pt x="278540" y="56154"/>
                      <a:pt x="296346" y="181845"/>
                    </a:cubicBezTo>
                    <a:close/>
                  </a:path>
                </a:pathLst>
              </a:custGeom>
              <a:solidFill>
                <a:srgbClr val="B355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27" name="Google Shape;1827;p2"/>
              <p:cNvSpPr/>
              <p:nvPr/>
            </p:nvSpPr>
            <p:spPr>
              <a:xfrm>
                <a:off x="10124644" y="4039124"/>
                <a:ext cx="273766" cy="123621"/>
              </a:xfrm>
              <a:custGeom>
                <a:avLst/>
                <a:gdLst/>
                <a:ahLst/>
                <a:cxnLst/>
                <a:rect l="l" t="t" r="r" b="b"/>
                <a:pathLst>
                  <a:path w="273766" h="123621" extrusionOk="0">
                    <a:moveTo>
                      <a:pt x="0" y="0"/>
                    </a:moveTo>
                    <a:cubicBezTo>
                      <a:pt x="6321" y="16267"/>
                      <a:pt x="6618" y="59390"/>
                      <a:pt x="17312" y="68678"/>
                    </a:cubicBezTo>
                    <a:cubicBezTo>
                      <a:pt x="28006" y="77966"/>
                      <a:pt x="162162" y="140982"/>
                      <a:pt x="273767" y="111420"/>
                    </a:cubicBezTo>
                    <a:cubicBezTo>
                      <a:pt x="258624" y="118536"/>
                      <a:pt x="161915" y="149555"/>
                      <a:pt x="15243" y="72740"/>
                    </a:cubicBezTo>
                    <a:cubicBezTo>
                      <a:pt x="5507" y="56524"/>
                      <a:pt x="796" y="43800"/>
                      <a:pt x="2293" y="29816"/>
                    </a:cubicBezTo>
                    <a:cubicBezTo>
                      <a:pt x="3790" y="15835"/>
                      <a:pt x="0" y="0"/>
                      <a:pt x="0" y="0"/>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28" name="Google Shape;1828;p2"/>
              <p:cNvSpPr/>
              <p:nvPr/>
            </p:nvSpPr>
            <p:spPr>
              <a:xfrm>
                <a:off x="10134716" y="4042384"/>
                <a:ext cx="266175" cy="103288"/>
              </a:xfrm>
              <a:custGeom>
                <a:avLst/>
                <a:gdLst/>
                <a:ahLst/>
                <a:cxnLst/>
                <a:rect l="l" t="t" r="r" b="b"/>
                <a:pathLst>
                  <a:path w="266175" h="103288" extrusionOk="0">
                    <a:moveTo>
                      <a:pt x="0" y="0"/>
                    </a:moveTo>
                    <a:cubicBezTo>
                      <a:pt x="9450" y="15049"/>
                      <a:pt x="-2946" y="23735"/>
                      <a:pt x="12557" y="36754"/>
                    </a:cubicBezTo>
                    <a:cubicBezTo>
                      <a:pt x="28061" y="49773"/>
                      <a:pt x="102573" y="62860"/>
                      <a:pt x="121803" y="68571"/>
                    </a:cubicBezTo>
                    <a:cubicBezTo>
                      <a:pt x="141033" y="74281"/>
                      <a:pt x="211981" y="97829"/>
                      <a:pt x="226595" y="98117"/>
                    </a:cubicBezTo>
                    <a:cubicBezTo>
                      <a:pt x="241210" y="98405"/>
                      <a:pt x="266175" y="103288"/>
                      <a:pt x="266175" y="103288"/>
                    </a:cubicBezTo>
                    <a:cubicBezTo>
                      <a:pt x="266175" y="103288"/>
                      <a:pt x="232930" y="94503"/>
                      <a:pt x="224943" y="95571"/>
                    </a:cubicBezTo>
                    <a:cubicBezTo>
                      <a:pt x="216955" y="96638"/>
                      <a:pt x="135425" y="67330"/>
                      <a:pt x="122244" y="65387"/>
                    </a:cubicBezTo>
                    <a:cubicBezTo>
                      <a:pt x="109065" y="63443"/>
                      <a:pt x="49760" y="48900"/>
                      <a:pt x="39504" y="44696"/>
                    </a:cubicBezTo>
                    <a:cubicBezTo>
                      <a:pt x="29250" y="40492"/>
                      <a:pt x="19342" y="42261"/>
                      <a:pt x="12777" y="32265"/>
                    </a:cubicBezTo>
                    <a:cubicBezTo>
                      <a:pt x="6211" y="22268"/>
                      <a:pt x="3555" y="13581"/>
                      <a:pt x="4867" y="8111"/>
                    </a:cubicBezTo>
                    <a:cubicBezTo>
                      <a:pt x="6184" y="2640"/>
                      <a:pt x="0" y="0"/>
                      <a:pt x="0" y="0"/>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29" name="Google Shape;1829;p2"/>
              <p:cNvSpPr/>
              <p:nvPr/>
            </p:nvSpPr>
            <p:spPr>
              <a:xfrm>
                <a:off x="10135868" y="4034445"/>
                <a:ext cx="265751" cy="105457"/>
              </a:xfrm>
              <a:custGeom>
                <a:avLst/>
                <a:gdLst/>
                <a:ahLst/>
                <a:cxnLst/>
                <a:rect l="l" t="t" r="r" b="b"/>
                <a:pathLst>
                  <a:path w="265751" h="105457" extrusionOk="0">
                    <a:moveTo>
                      <a:pt x="0" y="0"/>
                    </a:moveTo>
                    <a:cubicBezTo>
                      <a:pt x="8600" y="974"/>
                      <a:pt x="5070" y="3267"/>
                      <a:pt x="20631" y="11540"/>
                    </a:cubicBezTo>
                    <a:cubicBezTo>
                      <a:pt x="36192" y="19813"/>
                      <a:pt x="35680" y="26031"/>
                      <a:pt x="65402" y="30269"/>
                    </a:cubicBezTo>
                    <a:cubicBezTo>
                      <a:pt x="95125" y="34507"/>
                      <a:pt x="170263" y="57804"/>
                      <a:pt x="181074" y="66129"/>
                    </a:cubicBezTo>
                    <a:cubicBezTo>
                      <a:pt x="191884" y="74455"/>
                      <a:pt x="256711" y="98591"/>
                      <a:pt x="265752" y="105458"/>
                    </a:cubicBezTo>
                    <a:cubicBezTo>
                      <a:pt x="233554" y="83928"/>
                      <a:pt x="188682" y="72053"/>
                      <a:pt x="182532" y="64570"/>
                    </a:cubicBezTo>
                    <a:cubicBezTo>
                      <a:pt x="176383" y="57088"/>
                      <a:pt x="100755" y="35333"/>
                      <a:pt x="87874" y="32516"/>
                    </a:cubicBezTo>
                    <a:cubicBezTo>
                      <a:pt x="74992" y="29700"/>
                      <a:pt x="53632" y="26145"/>
                      <a:pt x="45324" y="23617"/>
                    </a:cubicBezTo>
                    <a:cubicBezTo>
                      <a:pt x="37019" y="21088"/>
                      <a:pt x="22170" y="11131"/>
                      <a:pt x="18862" y="8931"/>
                    </a:cubicBezTo>
                    <a:cubicBezTo>
                      <a:pt x="15554" y="6735"/>
                      <a:pt x="6154" y="439"/>
                      <a:pt x="6154" y="439"/>
                    </a:cubicBezTo>
                    <a:lnTo>
                      <a:pt x="0" y="0"/>
                    </a:ln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30" name="Google Shape;1830;p2"/>
              <p:cNvSpPr/>
              <p:nvPr/>
            </p:nvSpPr>
            <p:spPr>
              <a:xfrm>
                <a:off x="10132579" y="4004931"/>
                <a:ext cx="271578" cy="123474"/>
              </a:xfrm>
              <a:custGeom>
                <a:avLst/>
                <a:gdLst/>
                <a:ahLst/>
                <a:cxnLst/>
                <a:rect l="l" t="t" r="r" b="b"/>
                <a:pathLst>
                  <a:path w="271578" h="123474" extrusionOk="0">
                    <a:moveTo>
                      <a:pt x="0" y="18627"/>
                    </a:moveTo>
                    <a:cubicBezTo>
                      <a:pt x="10618" y="4601"/>
                      <a:pt x="51832" y="-2699"/>
                      <a:pt x="73981" y="6548"/>
                    </a:cubicBezTo>
                    <a:cubicBezTo>
                      <a:pt x="96133" y="15795"/>
                      <a:pt x="160530" y="49303"/>
                      <a:pt x="169212" y="55434"/>
                    </a:cubicBezTo>
                    <a:cubicBezTo>
                      <a:pt x="177894" y="61565"/>
                      <a:pt x="217025" y="76737"/>
                      <a:pt x="238393" y="87374"/>
                    </a:cubicBezTo>
                    <a:cubicBezTo>
                      <a:pt x="259760" y="98011"/>
                      <a:pt x="271579" y="123475"/>
                      <a:pt x="271579" y="123475"/>
                    </a:cubicBezTo>
                    <a:cubicBezTo>
                      <a:pt x="271579" y="123475"/>
                      <a:pt x="267226" y="99003"/>
                      <a:pt x="243854" y="87089"/>
                    </a:cubicBezTo>
                    <a:cubicBezTo>
                      <a:pt x="220480" y="75174"/>
                      <a:pt x="202553" y="70382"/>
                      <a:pt x="193622" y="65319"/>
                    </a:cubicBezTo>
                    <a:cubicBezTo>
                      <a:pt x="184691" y="60253"/>
                      <a:pt x="193839" y="66197"/>
                      <a:pt x="164098" y="50268"/>
                    </a:cubicBezTo>
                    <a:cubicBezTo>
                      <a:pt x="134357" y="34339"/>
                      <a:pt x="112515" y="21158"/>
                      <a:pt x="101267" y="15425"/>
                    </a:cubicBezTo>
                    <a:cubicBezTo>
                      <a:pt x="90020" y="9691"/>
                      <a:pt x="69375" y="1981"/>
                      <a:pt x="63027" y="534"/>
                    </a:cubicBezTo>
                    <a:cubicBezTo>
                      <a:pt x="56677" y="-909"/>
                      <a:pt x="1465" y="-749"/>
                      <a:pt x="0" y="18627"/>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31" name="Google Shape;1831;p2"/>
              <p:cNvSpPr/>
              <p:nvPr/>
            </p:nvSpPr>
            <p:spPr>
              <a:xfrm>
                <a:off x="10117365" y="3967992"/>
                <a:ext cx="293762" cy="181845"/>
              </a:xfrm>
              <a:custGeom>
                <a:avLst/>
                <a:gdLst/>
                <a:ahLst/>
                <a:cxnLst/>
                <a:rect l="l" t="t" r="r" b="b"/>
                <a:pathLst>
                  <a:path w="293762" h="181845" extrusionOk="0">
                    <a:moveTo>
                      <a:pt x="70500" y="533"/>
                    </a:moveTo>
                    <a:cubicBezTo>
                      <a:pt x="33119" y="-5175"/>
                      <a:pt x="6524" y="36396"/>
                      <a:pt x="0" y="55610"/>
                    </a:cubicBezTo>
                    <a:lnTo>
                      <a:pt x="0" y="55610"/>
                    </a:lnTo>
                    <a:cubicBezTo>
                      <a:pt x="30031" y="38222"/>
                      <a:pt x="44536" y="9773"/>
                      <a:pt x="94482" y="31671"/>
                    </a:cubicBezTo>
                    <a:cubicBezTo>
                      <a:pt x="144429" y="53566"/>
                      <a:pt x="232397" y="61524"/>
                      <a:pt x="293762" y="181845"/>
                    </a:cubicBezTo>
                    <a:cubicBezTo>
                      <a:pt x="275954" y="56156"/>
                      <a:pt x="114872" y="7309"/>
                      <a:pt x="70500" y="533"/>
                    </a:cubicBezTo>
                    <a:close/>
                  </a:path>
                </a:pathLst>
              </a:custGeom>
              <a:solidFill>
                <a:srgbClr val="DED5D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32" name="Google Shape;1832;p2"/>
              <p:cNvSpPr/>
              <p:nvPr/>
            </p:nvSpPr>
            <p:spPr>
              <a:xfrm>
                <a:off x="10123181" y="4004083"/>
                <a:ext cx="62706" cy="119544"/>
              </a:xfrm>
              <a:custGeom>
                <a:avLst/>
                <a:gdLst/>
                <a:ahLst/>
                <a:cxnLst/>
                <a:rect l="l" t="t" r="r" b="b"/>
                <a:pathLst>
                  <a:path w="62706" h="119544" extrusionOk="0">
                    <a:moveTo>
                      <a:pt x="4936" y="105107"/>
                    </a:moveTo>
                    <a:cubicBezTo>
                      <a:pt x="14738" y="124561"/>
                      <a:pt x="44757" y="120803"/>
                      <a:pt x="56053" y="114284"/>
                    </a:cubicBezTo>
                    <a:cubicBezTo>
                      <a:pt x="67348" y="107764"/>
                      <a:pt x="61716" y="15878"/>
                      <a:pt x="57655" y="6901"/>
                    </a:cubicBezTo>
                    <a:cubicBezTo>
                      <a:pt x="53596" y="-2074"/>
                      <a:pt x="16711" y="-9202"/>
                      <a:pt x="18896" y="32118"/>
                    </a:cubicBezTo>
                    <a:cubicBezTo>
                      <a:pt x="21082" y="73435"/>
                      <a:pt x="-12235" y="71032"/>
                      <a:pt x="4936" y="105107"/>
                    </a:cubicBezTo>
                    <a:close/>
                  </a:path>
                </a:pathLst>
              </a:custGeom>
              <a:solidFill>
                <a:srgbClr val="0F0F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33" name="Google Shape;1833;p2"/>
              <p:cNvSpPr/>
              <p:nvPr/>
            </p:nvSpPr>
            <p:spPr>
              <a:xfrm>
                <a:off x="10116208" y="4015089"/>
                <a:ext cx="16836" cy="21817"/>
              </a:xfrm>
              <a:custGeom>
                <a:avLst/>
                <a:gdLst/>
                <a:ahLst/>
                <a:cxnLst/>
                <a:rect l="l" t="t" r="r" b="b"/>
                <a:pathLst>
                  <a:path w="16836" h="21817" extrusionOk="0">
                    <a:moveTo>
                      <a:pt x="7427" y="21818"/>
                    </a:moveTo>
                    <a:cubicBezTo>
                      <a:pt x="3749" y="16873"/>
                      <a:pt x="0" y="12576"/>
                      <a:pt x="0" y="12576"/>
                    </a:cubicBezTo>
                    <a:cubicBezTo>
                      <a:pt x="0" y="12576"/>
                      <a:pt x="10431" y="6367"/>
                      <a:pt x="16482" y="0"/>
                    </a:cubicBezTo>
                    <a:cubicBezTo>
                      <a:pt x="14911" y="8579"/>
                      <a:pt x="17189" y="11355"/>
                      <a:pt x="16788" y="16482"/>
                    </a:cubicBezTo>
                    <a:cubicBezTo>
                      <a:pt x="16388" y="21610"/>
                      <a:pt x="7427" y="21818"/>
                      <a:pt x="7427" y="21818"/>
                    </a:cubicBezTo>
                    <a:close/>
                  </a:path>
                </a:pathLst>
              </a:custGeom>
              <a:solidFill>
                <a:srgbClr val="BD5A3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834" name="Google Shape;1834;p2"/>
            <p:cNvGrpSpPr/>
            <p:nvPr/>
          </p:nvGrpSpPr>
          <p:grpSpPr>
            <a:xfrm>
              <a:off x="8461575" y="896480"/>
              <a:ext cx="831999" cy="999560"/>
              <a:chOff x="8461575" y="896480"/>
              <a:chExt cx="831999" cy="999560"/>
            </a:xfrm>
          </p:grpSpPr>
          <p:grpSp>
            <p:nvGrpSpPr>
              <p:cNvPr id="1835" name="Google Shape;1835;p2"/>
              <p:cNvGrpSpPr/>
              <p:nvPr/>
            </p:nvGrpSpPr>
            <p:grpSpPr>
              <a:xfrm>
                <a:off x="8746235" y="977265"/>
                <a:ext cx="547339" cy="448188"/>
                <a:chOff x="8746235" y="977265"/>
                <a:chExt cx="547339" cy="448188"/>
              </a:xfrm>
            </p:grpSpPr>
            <p:sp>
              <p:nvSpPr>
                <p:cNvPr id="1836" name="Google Shape;1836;p2"/>
                <p:cNvSpPr/>
                <p:nvPr/>
              </p:nvSpPr>
              <p:spPr>
                <a:xfrm>
                  <a:off x="8746235" y="977265"/>
                  <a:ext cx="533322" cy="448188"/>
                </a:xfrm>
                <a:custGeom>
                  <a:avLst/>
                  <a:gdLst/>
                  <a:ahLst/>
                  <a:cxnLst/>
                  <a:rect l="l" t="t" r="r" b="b"/>
                  <a:pathLst>
                    <a:path w="533322" h="448188" extrusionOk="0">
                      <a:moveTo>
                        <a:pt x="514557" y="143916"/>
                      </a:moveTo>
                      <a:cubicBezTo>
                        <a:pt x="520466" y="131210"/>
                        <a:pt x="521099" y="115953"/>
                        <a:pt x="515018" y="101851"/>
                      </a:cubicBezTo>
                      <a:cubicBezTo>
                        <a:pt x="505408" y="79567"/>
                        <a:pt x="482203" y="67483"/>
                        <a:pt x="459901" y="71570"/>
                      </a:cubicBezTo>
                      <a:cubicBezTo>
                        <a:pt x="459709" y="68660"/>
                        <a:pt x="459023" y="65725"/>
                        <a:pt x="457798" y="62884"/>
                      </a:cubicBezTo>
                      <a:cubicBezTo>
                        <a:pt x="452186" y="49869"/>
                        <a:pt x="437381" y="43743"/>
                        <a:pt x="424733" y="49197"/>
                      </a:cubicBezTo>
                      <a:cubicBezTo>
                        <a:pt x="422977" y="49954"/>
                        <a:pt x="421361" y="50900"/>
                        <a:pt x="419884" y="51993"/>
                      </a:cubicBezTo>
                      <a:cubicBezTo>
                        <a:pt x="419928" y="45032"/>
                        <a:pt x="418570" y="37921"/>
                        <a:pt x="415618" y="31081"/>
                      </a:cubicBezTo>
                      <a:cubicBezTo>
                        <a:pt x="404493" y="5283"/>
                        <a:pt x="375147" y="-6862"/>
                        <a:pt x="350074" y="3951"/>
                      </a:cubicBezTo>
                      <a:cubicBezTo>
                        <a:pt x="338446" y="8966"/>
                        <a:pt x="329786" y="18041"/>
                        <a:pt x="324944" y="28905"/>
                      </a:cubicBezTo>
                      <a:cubicBezTo>
                        <a:pt x="312527" y="15920"/>
                        <a:pt x="293240" y="11209"/>
                        <a:pt x="276191" y="18563"/>
                      </a:cubicBezTo>
                      <a:cubicBezTo>
                        <a:pt x="261476" y="24909"/>
                        <a:pt x="252158" y="38634"/>
                        <a:pt x="250469" y="53808"/>
                      </a:cubicBezTo>
                      <a:cubicBezTo>
                        <a:pt x="244994" y="49565"/>
                        <a:pt x="237562" y="48313"/>
                        <a:pt x="230894" y="51188"/>
                      </a:cubicBezTo>
                      <a:cubicBezTo>
                        <a:pt x="224694" y="53863"/>
                        <a:pt x="220632" y="59466"/>
                        <a:pt x="219553" y="65782"/>
                      </a:cubicBezTo>
                      <a:cubicBezTo>
                        <a:pt x="207124" y="53143"/>
                        <a:pt x="188091" y="48626"/>
                        <a:pt x="171241" y="55893"/>
                      </a:cubicBezTo>
                      <a:cubicBezTo>
                        <a:pt x="152836" y="63830"/>
                        <a:pt x="142867" y="83311"/>
                        <a:pt x="145726" y="102733"/>
                      </a:cubicBezTo>
                      <a:cubicBezTo>
                        <a:pt x="139639" y="101284"/>
                        <a:pt x="133105" y="101693"/>
                        <a:pt x="126981" y="104333"/>
                      </a:cubicBezTo>
                      <a:cubicBezTo>
                        <a:pt x="114459" y="109735"/>
                        <a:pt x="107514" y="122779"/>
                        <a:pt x="108995" y="135990"/>
                      </a:cubicBezTo>
                      <a:cubicBezTo>
                        <a:pt x="97661" y="132406"/>
                        <a:pt x="85154" y="132687"/>
                        <a:pt x="73525" y="137702"/>
                      </a:cubicBezTo>
                      <a:cubicBezTo>
                        <a:pt x="47317" y="149006"/>
                        <a:pt x="35498" y="180030"/>
                        <a:pt x="47127" y="206998"/>
                      </a:cubicBezTo>
                      <a:cubicBezTo>
                        <a:pt x="47559" y="207997"/>
                        <a:pt x="48023" y="208970"/>
                        <a:pt x="48505" y="209933"/>
                      </a:cubicBezTo>
                      <a:cubicBezTo>
                        <a:pt x="42578" y="210207"/>
                        <a:pt x="36618" y="211531"/>
                        <a:pt x="30873" y="214009"/>
                      </a:cubicBezTo>
                      <a:cubicBezTo>
                        <a:pt x="4664" y="225313"/>
                        <a:pt x="-7154" y="256336"/>
                        <a:pt x="4475" y="283304"/>
                      </a:cubicBezTo>
                      <a:cubicBezTo>
                        <a:pt x="9236" y="294344"/>
                        <a:pt x="17189" y="302985"/>
                        <a:pt x="26720" y="308574"/>
                      </a:cubicBezTo>
                      <a:cubicBezTo>
                        <a:pt x="22223" y="328874"/>
                        <a:pt x="28398" y="347301"/>
                        <a:pt x="52691" y="356916"/>
                      </a:cubicBezTo>
                      <a:cubicBezTo>
                        <a:pt x="46048" y="371242"/>
                        <a:pt x="45344" y="388433"/>
                        <a:pt x="52197" y="404325"/>
                      </a:cubicBezTo>
                      <a:cubicBezTo>
                        <a:pt x="64752" y="433435"/>
                        <a:pt x="97867" y="447142"/>
                        <a:pt x="126158" y="434939"/>
                      </a:cubicBezTo>
                      <a:cubicBezTo>
                        <a:pt x="131387" y="432685"/>
                        <a:pt x="136082" y="429697"/>
                        <a:pt x="140188" y="426152"/>
                      </a:cubicBezTo>
                      <a:cubicBezTo>
                        <a:pt x="140446" y="427098"/>
                        <a:pt x="140771" y="428038"/>
                        <a:pt x="141171" y="428964"/>
                      </a:cubicBezTo>
                      <a:cubicBezTo>
                        <a:pt x="145630" y="439306"/>
                        <a:pt x="157394" y="444175"/>
                        <a:pt x="167446" y="439840"/>
                      </a:cubicBezTo>
                      <a:cubicBezTo>
                        <a:pt x="172596" y="437619"/>
                        <a:pt x="176293" y="433410"/>
                        <a:pt x="178078" y="428445"/>
                      </a:cubicBezTo>
                      <a:cubicBezTo>
                        <a:pt x="191842" y="446212"/>
                        <a:pt x="215891" y="453314"/>
                        <a:pt x="236933" y="444239"/>
                      </a:cubicBezTo>
                      <a:cubicBezTo>
                        <a:pt x="261727" y="433545"/>
                        <a:pt x="273045" y="404405"/>
                        <a:pt x="262534" y="378813"/>
                      </a:cubicBezTo>
                      <a:cubicBezTo>
                        <a:pt x="262546" y="378800"/>
                        <a:pt x="262555" y="378788"/>
                        <a:pt x="262566" y="378775"/>
                      </a:cubicBezTo>
                      <a:cubicBezTo>
                        <a:pt x="268816" y="392091"/>
                        <a:pt x="284244" y="398260"/>
                        <a:pt x="297471" y="392555"/>
                      </a:cubicBezTo>
                      <a:cubicBezTo>
                        <a:pt x="302885" y="390221"/>
                        <a:pt x="307102" y="386250"/>
                        <a:pt x="309829" y="381438"/>
                      </a:cubicBezTo>
                      <a:cubicBezTo>
                        <a:pt x="322197" y="391962"/>
                        <a:pt x="339637" y="395316"/>
                        <a:pt x="355211" y="388600"/>
                      </a:cubicBezTo>
                      <a:cubicBezTo>
                        <a:pt x="367608" y="383253"/>
                        <a:pt x="376181" y="372671"/>
                        <a:pt x="379584" y="360397"/>
                      </a:cubicBezTo>
                      <a:cubicBezTo>
                        <a:pt x="390610" y="364062"/>
                        <a:pt x="402847" y="363893"/>
                        <a:pt x="414210" y="358992"/>
                      </a:cubicBezTo>
                      <a:cubicBezTo>
                        <a:pt x="437688" y="348867"/>
                        <a:pt x="449093" y="322201"/>
                        <a:pt x="441316" y="297670"/>
                      </a:cubicBezTo>
                      <a:cubicBezTo>
                        <a:pt x="446733" y="301590"/>
                        <a:pt x="453907" y="302671"/>
                        <a:pt x="460360" y="299887"/>
                      </a:cubicBezTo>
                      <a:cubicBezTo>
                        <a:pt x="468926" y="296193"/>
                        <a:pt x="473406" y="286909"/>
                        <a:pt x="471584" y="277882"/>
                      </a:cubicBezTo>
                      <a:cubicBezTo>
                        <a:pt x="481960" y="280758"/>
                        <a:pt x="493249" y="280282"/>
                        <a:pt x="503787" y="275738"/>
                      </a:cubicBezTo>
                      <a:cubicBezTo>
                        <a:pt x="528860" y="264925"/>
                        <a:pt x="540167" y="235246"/>
                        <a:pt x="529041" y="209448"/>
                      </a:cubicBezTo>
                      <a:cubicBezTo>
                        <a:pt x="526025" y="202455"/>
                        <a:pt x="521664" y="196477"/>
                        <a:pt x="516420" y="191677"/>
                      </a:cubicBezTo>
                      <a:cubicBezTo>
                        <a:pt x="516536" y="191629"/>
                        <a:pt x="516653" y="191588"/>
                        <a:pt x="516770" y="191537"/>
                      </a:cubicBezTo>
                      <a:cubicBezTo>
                        <a:pt x="529418" y="186083"/>
                        <a:pt x="535121" y="171110"/>
                        <a:pt x="529509" y="158096"/>
                      </a:cubicBezTo>
                      <a:cubicBezTo>
                        <a:pt x="526535" y="151206"/>
                        <a:pt x="520992" y="146250"/>
                        <a:pt x="514557" y="143916"/>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37" name="Google Shape;1837;p2"/>
                <p:cNvSpPr/>
                <p:nvPr/>
              </p:nvSpPr>
              <p:spPr>
                <a:xfrm rot="-1397564">
                  <a:off x="8974120" y="1223500"/>
                  <a:ext cx="93158" cy="95848"/>
                </a:xfrm>
                <a:custGeom>
                  <a:avLst/>
                  <a:gdLst/>
                  <a:ahLst/>
                  <a:cxnLst/>
                  <a:rect l="l" t="t" r="r" b="b"/>
                  <a:pathLst>
                    <a:path w="93259" h="95952" extrusionOk="0">
                      <a:moveTo>
                        <a:pt x="93260" y="47976"/>
                      </a:moveTo>
                      <a:cubicBezTo>
                        <a:pt x="93260" y="74473"/>
                        <a:pt x="72383" y="95953"/>
                        <a:pt x="46630" y="95953"/>
                      </a:cubicBezTo>
                      <a:cubicBezTo>
                        <a:pt x="20877" y="95953"/>
                        <a:pt x="0" y="74473"/>
                        <a:pt x="0" y="47976"/>
                      </a:cubicBezTo>
                      <a:cubicBezTo>
                        <a:pt x="0" y="21480"/>
                        <a:pt x="20877" y="0"/>
                        <a:pt x="46630" y="0"/>
                      </a:cubicBezTo>
                      <a:cubicBezTo>
                        <a:pt x="72383" y="0"/>
                        <a:pt x="93260" y="21480"/>
                        <a:pt x="93260" y="47976"/>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38" name="Google Shape;1838;p2"/>
                <p:cNvSpPr/>
                <p:nvPr/>
              </p:nvSpPr>
              <p:spPr>
                <a:xfrm rot="-1397564">
                  <a:off x="9044713" y="1215324"/>
                  <a:ext cx="56948" cy="58597"/>
                </a:xfrm>
                <a:custGeom>
                  <a:avLst/>
                  <a:gdLst/>
                  <a:ahLst/>
                  <a:cxnLst/>
                  <a:rect l="l" t="t" r="r" b="b"/>
                  <a:pathLst>
                    <a:path w="57010" h="58661" extrusionOk="0">
                      <a:moveTo>
                        <a:pt x="57011" y="29331"/>
                      </a:moveTo>
                      <a:cubicBezTo>
                        <a:pt x="57011" y="45530"/>
                        <a:pt x="44249" y="58661"/>
                        <a:pt x="28506" y="58661"/>
                      </a:cubicBezTo>
                      <a:cubicBezTo>
                        <a:pt x="12762" y="58661"/>
                        <a:pt x="0" y="45530"/>
                        <a:pt x="0" y="29331"/>
                      </a:cubicBezTo>
                      <a:cubicBezTo>
                        <a:pt x="0" y="13132"/>
                        <a:pt x="12762" y="0"/>
                        <a:pt x="28506" y="0"/>
                      </a:cubicBezTo>
                      <a:cubicBezTo>
                        <a:pt x="44249" y="0"/>
                        <a:pt x="57011" y="13132"/>
                        <a:pt x="57011" y="29331"/>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39" name="Google Shape;1839;p2"/>
                <p:cNvSpPr/>
                <p:nvPr/>
              </p:nvSpPr>
              <p:spPr>
                <a:xfrm>
                  <a:off x="9173058" y="1144705"/>
                  <a:ext cx="54565" cy="57399"/>
                </a:xfrm>
                <a:custGeom>
                  <a:avLst/>
                  <a:gdLst/>
                  <a:ahLst/>
                  <a:cxnLst/>
                  <a:rect l="l" t="t" r="r" b="b"/>
                  <a:pathLst>
                    <a:path w="54565" h="57399" extrusionOk="0">
                      <a:moveTo>
                        <a:pt x="14040" y="44713"/>
                      </a:moveTo>
                      <a:cubicBezTo>
                        <a:pt x="19170" y="55628"/>
                        <a:pt x="31921" y="60422"/>
                        <a:pt x="42524" y="55416"/>
                      </a:cubicBezTo>
                      <a:cubicBezTo>
                        <a:pt x="53126" y="50409"/>
                        <a:pt x="57561" y="37502"/>
                        <a:pt x="52431" y="26585"/>
                      </a:cubicBezTo>
                      <a:cubicBezTo>
                        <a:pt x="47301" y="15667"/>
                        <a:pt x="14161" y="-4212"/>
                        <a:pt x="3561" y="794"/>
                      </a:cubicBezTo>
                      <a:cubicBezTo>
                        <a:pt x="-7039" y="5800"/>
                        <a:pt x="8910" y="33797"/>
                        <a:pt x="14040" y="44713"/>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40" name="Google Shape;1840;p2"/>
                <p:cNvSpPr/>
                <p:nvPr/>
              </p:nvSpPr>
              <p:spPr>
                <a:xfrm rot="-1397564">
                  <a:off x="8899850" y="1237276"/>
                  <a:ext cx="105791" cy="108846"/>
                </a:xfrm>
                <a:custGeom>
                  <a:avLst/>
                  <a:gdLst/>
                  <a:ahLst/>
                  <a:cxnLst/>
                  <a:rect l="l" t="t" r="r" b="b"/>
                  <a:pathLst>
                    <a:path w="105906" h="108964" extrusionOk="0">
                      <a:moveTo>
                        <a:pt x="105906" y="54482"/>
                      </a:moveTo>
                      <a:cubicBezTo>
                        <a:pt x="105906" y="84572"/>
                        <a:pt x="82198" y="108965"/>
                        <a:pt x="52953" y="108965"/>
                      </a:cubicBezTo>
                      <a:cubicBezTo>
                        <a:pt x="23708" y="108965"/>
                        <a:pt x="0" y="84572"/>
                        <a:pt x="0" y="54482"/>
                      </a:cubicBezTo>
                      <a:cubicBezTo>
                        <a:pt x="0" y="24393"/>
                        <a:pt x="23708" y="0"/>
                        <a:pt x="52953" y="0"/>
                      </a:cubicBezTo>
                      <a:cubicBezTo>
                        <a:pt x="82198" y="0"/>
                        <a:pt x="105906" y="24393"/>
                        <a:pt x="105906" y="54482"/>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41" name="Google Shape;1841;p2"/>
                <p:cNvSpPr/>
                <p:nvPr/>
              </p:nvSpPr>
              <p:spPr>
                <a:xfrm rot="-1397564">
                  <a:off x="9093477" y="1155397"/>
                  <a:ext cx="105781" cy="108836"/>
                </a:xfrm>
                <a:custGeom>
                  <a:avLst/>
                  <a:gdLst/>
                  <a:ahLst/>
                  <a:cxnLst/>
                  <a:rect l="l" t="t" r="r" b="b"/>
                  <a:pathLst>
                    <a:path w="105896" h="108954" extrusionOk="0">
                      <a:moveTo>
                        <a:pt x="105896" y="54477"/>
                      </a:moveTo>
                      <a:cubicBezTo>
                        <a:pt x="105896" y="84564"/>
                        <a:pt x="82190" y="108955"/>
                        <a:pt x="52948" y="108955"/>
                      </a:cubicBezTo>
                      <a:cubicBezTo>
                        <a:pt x="23706" y="108955"/>
                        <a:pt x="0" y="84564"/>
                        <a:pt x="0" y="54477"/>
                      </a:cubicBezTo>
                      <a:cubicBezTo>
                        <a:pt x="0" y="24390"/>
                        <a:pt x="23706" y="0"/>
                        <a:pt x="52948" y="0"/>
                      </a:cubicBezTo>
                      <a:cubicBezTo>
                        <a:pt x="82191" y="0"/>
                        <a:pt x="105896" y="24390"/>
                        <a:pt x="105896" y="54477"/>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42" name="Google Shape;1842;p2"/>
                <p:cNvSpPr/>
                <p:nvPr/>
              </p:nvSpPr>
              <p:spPr>
                <a:xfrm rot="-1397564">
                  <a:off x="9154789" y="1046561"/>
                  <a:ext cx="119367" cy="122816"/>
                </a:xfrm>
                <a:custGeom>
                  <a:avLst/>
                  <a:gdLst/>
                  <a:ahLst/>
                  <a:cxnLst/>
                  <a:rect l="l" t="t" r="r" b="b"/>
                  <a:pathLst>
                    <a:path w="119497" h="122949" extrusionOk="0">
                      <a:moveTo>
                        <a:pt x="119497" y="61475"/>
                      </a:moveTo>
                      <a:cubicBezTo>
                        <a:pt x="119497" y="95426"/>
                        <a:pt x="92747" y="122949"/>
                        <a:pt x="59749" y="122949"/>
                      </a:cubicBezTo>
                      <a:cubicBezTo>
                        <a:pt x="26750" y="122949"/>
                        <a:pt x="0" y="95426"/>
                        <a:pt x="0" y="61475"/>
                      </a:cubicBezTo>
                      <a:cubicBezTo>
                        <a:pt x="0" y="27523"/>
                        <a:pt x="26751" y="0"/>
                        <a:pt x="59749" y="0"/>
                      </a:cubicBezTo>
                      <a:cubicBezTo>
                        <a:pt x="92747" y="0"/>
                        <a:pt x="119497" y="27523"/>
                        <a:pt x="119497" y="61475"/>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43" name="Google Shape;1843;p2"/>
                <p:cNvSpPr/>
                <p:nvPr/>
              </p:nvSpPr>
              <p:spPr>
                <a:xfrm>
                  <a:off x="8799649" y="1124280"/>
                  <a:ext cx="57506" cy="58768"/>
                </a:xfrm>
                <a:custGeom>
                  <a:avLst/>
                  <a:gdLst/>
                  <a:ahLst/>
                  <a:cxnLst/>
                  <a:rect l="l" t="t" r="r" b="b"/>
                  <a:pathLst>
                    <a:path w="57506" h="58768" extrusionOk="0">
                      <a:moveTo>
                        <a:pt x="290" y="43601"/>
                      </a:moveTo>
                      <a:cubicBezTo>
                        <a:pt x="1607" y="51135"/>
                        <a:pt x="7144" y="56908"/>
                        <a:pt x="13965" y="58768"/>
                      </a:cubicBezTo>
                      <a:cubicBezTo>
                        <a:pt x="10724" y="55975"/>
                        <a:pt x="8376" y="52059"/>
                        <a:pt x="7580" y="47494"/>
                      </a:cubicBezTo>
                      <a:cubicBezTo>
                        <a:pt x="5797" y="37282"/>
                        <a:pt x="12440" y="27704"/>
                        <a:pt x="22419" y="26095"/>
                      </a:cubicBezTo>
                      <a:cubicBezTo>
                        <a:pt x="24282" y="25795"/>
                        <a:pt x="26126" y="25793"/>
                        <a:pt x="27912" y="26058"/>
                      </a:cubicBezTo>
                      <a:cubicBezTo>
                        <a:pt x="27772" y="25713"/>
                        <a:pt x="27674" y="25395"/>
                        <a:pt x="27624" y="25105"/>
                      </a:cubicBezTo>
                      <a:cubicBezTo>
                        <a:pt x="26991" y="21477"/>
                        <a:pt x="29350" y="18073"/>
                        <a:pt x="32895" y="17502"/>
                      </a:cubicBezTo>
                      <a:cubicBezTo>
                        <a:pt x="34710" y="17209"/>
                        <a:pt x="36484" y="17719"/>
                        <a:pt x="37870" y="18770"/>
                      </a:cubicBezTo>
                      <a:cubicBezTo>
                        <a:pt x="38459" y="11469"/>
                        <a:pt x="43797" y="5294"/>
                        <a:pt x="51218" y="4099"/>
                      </a:cubicBezTo>
                      <a:cubicBezTo>
                        <a:pt x="53369" y="3751"/>
                        <a:pt x="55495" y="3859"/>
                        <a:pt x="57506" y="4343"/>
                      </a:cubicBezTo>
                      <a:cubicBezTo>
                        <a:pt x="53917" y="1068"/>
                        <a:pt x="48989" y="-610"/>
                        <a:pt x="43930" y="203"/>
                      </a:cubicBezTo>
                      <a:cubicBezTo>
                        <a:pt x="36509" y="1399"/>
                        <a:pt x="31172" y="7571"/>
                        <a:pt x="30582" y="14875"/>
                      </a:cubicBezTo>
                      <a:cubicBezTo>
                        <a:pt x="29197" y="13821"/>
                        <a:pt x="27423" y="13314"/>
                        <a:pt x="25608" y="13606"/>
                      </a:cubicBezTo>
                      <a:cubicBezTo>
                        <a:pt x="22062" y="14178"/>
                        <a:pt x="19703" y="17582"/>
                        <a:pt x="20336" y="21209"/>
                      </a:cubicBezTo>
                      <a:cubicBezTo>
                        <a:pt x="20386" y="21498"/>
                        <a:pt x="20484" y="21818"/>
                        <a:pt x="20624" y="22163"/>
                      </a:cubicBezTo>
                      <a:cubicBezTo>
                        <a:pt x="18841" y="21900"/>
                        <a:pt x="16994" y="21900"/>
                        <a:pt x="15131" y="22202"/>
                      </a:cubicBezTo>
                      <a:cubicBezTo>
                        <a:pt x="5148" y="23809"/>
                        <a:pt x="-1495" y="33389"/>
                        <a:pt x="290" y="43601"/>
                      </a:cubicBezTo>
                      <a:close/>
                    </a:path>
                  </a:pathLst>
                </a:custGeom>
                <a:solidFill>
                  <a:srgbClr val="68AD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44" name="Google Shape;1844;p2"/>
                <p:cNvSpPr/>
                <p:nvPr/>
              </p:nvSpPr>
              <p:spPr>
                <a:xfrm>
                  <a:off x="8983969" y="1043374"/>
                  <a:ext cx="111442" cy="57518"/>
                </a:xfrm>
                <a:custGeom>
                  <a:avLst/>
                  <a:gdLst/>
                  <a:ahLst/>
                  <a:cxnLst/>
                  <a:rect l="l" t="t" r="r" b="b"/>
                  <a:pathLst>
                    <a:path w="111442" h="57518" extrusionOk="0">
                      <a:moveTo>
                        <a:pt x="1662" y="25983"/>
                      </a:moveTo>
                      <a:cubicBezTo>
                        <a:pt x="-2277" y="37285"/>
                        <a:pt x="1017" y="49551"/>
                        <a:pt x="9094" y="57518"/>
                      </a:cubicBezTo>
                      <a:cubicBezTo>
                        <a:pt x="6716" y="51133"/>
                        <a:pt x="6446" y="43935"/>
                        <a:pt x="8833" y="37088"/>
                      </a:cubicBezTo>
                      <a:cubicBezTo>
                        <a:pt x="14171" y="21772"/>
                        <a:pt x="30765" y="14025"/>
                        <a:pt x="45898" y="19785"/>
                      </a:cubicBezTo>
                      <a:cubicBezTo>
                        <a:pt x="48724" y="20860"/>
                        <a:pt x="51296" y="22330"/>
                        <a:pt x="53579" y="24111"/>
                      </a:cubicBezTo>
                      <a:cubicBezTo>
                        <a:pt x="53648" y="23530"/>
                        <a:pt x="53755" y="23018"/>
                        <a:pt x="53906" y="22584"/>
                      </a:cubicBezTo>
                      <a:cubicBezTo>
                        <a:pt x="55801" y="17143"/>
                        <a:pt x="61697" y="14390"/>
                        <a:pt x="67073" y="16436"/>
                      </a:cubicBezTo>
                      <a:cubicBezTo>
                        <a:pt x="69828" y="17486"/>
                        <a:pt x="71911" y="19591"/>
                        <a:pt x="73033" y="22126"/>
                      </a:cubicBezTo>
                      <a:cubicBezTo>
                        <a:pt x="79450" y="12658"/>
                        <a:pt x="91614" y="8509"/>
                        <a:pt x="102870" y="12793"/>
                      </a:cubicBezTo>
                      <a:cubicBezTo>
                        <a:pt x="106132" y="14034"/>
                        <a:pt x="109013" y="15874"/>
                        <a:pt x="111443" y="18135"/>
                      </a:cubicBezTo>
                      <a:cubicBezTo>
                        <a:pt x="108953" y="10817"/>
                        <a:pt x="103371" y="4609"/>
                        <a:pt x="95699" y="1687"/>
                      </a:cubicBezTo>
                      <a:cubicBezTo>
                        <a:pt x="84443" y="-2597"/>
                        <a:pt x="72279" y="1552"/>
                        <a:pt x="65862" y="11021"/>
                      </a:cubicBezTo>
                      <a:cubicBezTo>
                        <a:pt x="64739" y="8486"/>
                        <a:pt x="62657" y="6380"/>
                        <a:pt x="59902" y="5331"/>
                      </a:cubicBezTo>
                      <a:cubicBezTo>
                        <a:pt x="54526" y="3285"/>
                        <a:pt x="48630" y="6037"/>
                        <a:pt x="46735" y="11478"/>
                      </a:cubicBezTo>
                      <a:cubicBezTo>
                        <a:pt x="46584" y="11910"/>
                        <a:pt x="46477" y="12425"/>
                        <a:pt x="46408" y="13005"/>
                      </a:cubicBezTo>
                      <a:cubicBezTo>
                        <a:pt x="44124" y="11227"/>
                        <a:pt x="41550" y="9757"/>
                        <a:pt x="38727" y="8680"/>
                      </a:cubicBezTo>
                      <a:cubicBezTo>
                        <a:pt x="23594" y="2919"/>
                        <a:pt x="7000" y="10667"/>
                        <a:pt x="1662" y="25983"/>
                      </a:cubicBezTo>
                      <a:close/>
                    </a:path>
                  </a:pathLst>
                </a:custGeom>
                <a:solidFill>
                  <a:srgbClr val="68AD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45" name="Google Shape;1845;p2"/>
                <p:cNvSpPr/>
                <p:nvPr/>
              </p:nvSpPr>
              <p:spPr>
                <a:xfrm rot="-1397564">
                  <a:off x="8769355" y="1250221"/>
                  <a:ext cx="105785" cy="108841"/>
                </a:xfrm>
                <a:custGeom>
                  <a:avLst/>
                  <a:gdLst/>
                  <a:ahLst/>
                  <a:cxnLst/>
                  <a:rect l="l" t="t" r="r" b="b"/>
                  <a:pathLst>
                    <a:path w="105900" h="108959" extrusionOk="0">
                      <a:moveTo>
                        <a:pt x="105901" y="54480"/>
                      </a:moveTo>
                      <a:cubicBezTo>
                        <a:pt x="105901" y="84568"/>
                        <a:pt x="82194" y="108959"/>
                        <a:pt x="52950" y="108959"/>
                      </a:cubicBezTo>
                      <a:cubicBezTo>
                        <a:pt x="23707" y="108959"/>
                        <a:pt x="0" y="84568"/>
                        <a:pt x="0" y="54480"/>
                      </a:cubicBezTo>
                      <a:cubicBezTo>
                        <a:pt x="0" y="24391"/>
                        <a:pt x="23707" y="0"/>
                        <a:pt x="52950" y="0"/>
                      </a:cubicBezTo>
                      <a:cubicBezTo>
                        <a:pt x="82194" y="0"/>
                        <a:pt x="105901" y="24391"/>
                        <a:pt x="105901" y="54480"/>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46" name="Google Shape;1846;p2"/>
                <p:cNvSpPr/>
                <p:nvPr/>
              </p:nvSpPr>
              <p:spPr>
                <a:xfrm rot="-1397564">
                  <a:off x="8767853" y="1295841"/>
                  <a:ext cx="105791" cy="108846"/>
                </a:xfrm>
                <a:custGeom>
                  <a:avLst/>
                  <a:gdLst/>
                  <a:ahLst/>
                  <a:cxnLst/>
                  <a:rect l="l" t="t" r="r" b="b"/>
                  <a:pathLst>
                    <a:path w="105906" h="108964" extrusionOk="0">
                      <a:moveTo>
                        <a:pt x="105906" y="54482"/>
                      </a:moveTo>
                      <a:cubicBezTo>
                        <a:pt x="105906" y="84572"/>
                        <a:pt x="82198" y="108965"/>
                        <a:pt x="52953" y="108965"/>
                      </a:cubicBezTo>
                      <a:cubicBezTo>
                        <a:pt x="23708" y="108965"/>
                        <a:pt x="0" y="84572"/>
                        <a:pt x="0" y="54482"/>
                      </a:cubicBezTo>
                      <a:cubicBezTo>
                        <a:pt x="0" y="24393"/>
                        <a:pt x="23708" y="0"/>
                        <a:pt x="52953" y="0"/>
                      </a:cubicBezTo>
                      <a:cubicBezTo>
                        <a:pt x="82198" y="0"/>
                        <a:pt x="105906" y="24393"/>
                        <a:pt x="105906" y="54482"/>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47" name="Google Shape;1847;p2"/>
                <p:cNvSpPr/>
                <p:nvPr/>
              </p:nvSpPr>
              <p:spPr>
                <a:xfrm>
                  <a:off x="8865639" y="1295550"/>
                  <a:ext cx="41903" cy="42730"/>
                </a:xfrm>
                <a:custGeom>
                  <a:avLst/>
                  <a:gdLst/>
                  <a:ahLst/>
                  <a:cxnLst/>
                  <a:rect l="l" t="t" r="r" b="b"/>
                  <a:pathLst>
                    <a:path w="41903" h="42730" extrusionOk="0">
                      <a:moveTo>
                        <a:pt x="2096" y="30268"/>
                      </a:moveTo>
                      <a:cubicBezTo>
                        <a:pt x="7134" y="40992"/>
                        <a:pt x="19662" y="45699"/>
                        <a:pt x="30074" y="40781"/>
                      </a:cubicBezTo>
                      <a:cubicBezTo>
                        <a:pt x="40489" y="35864"/>
                        <a:pt x="44846" y="23184"/>
                        <a:pt x="39808" y="12462"/>
                      </a:cubicBezTo>
                      <a:cubicBezTo>
                        <a:pt x="34770" y="1739"/>
                        <a:pt x="22243" y="-2968"/>
                        <a:pt x="11827" y="1949"/>
                      </a:cubicBezTo>
                      <a:cubicBezTo>
                        <a:pt x="1415" y="6866"/>
                        <a:pt x="-2942" y="19544"/>
                        <a:pt x="2096" y="30268"/>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48" name="Google Shape;1848;p2"/>
                <p:cNvSpPr/>
                <p:nvPr/>
              </p:nvSpPr>
              <p:spPr>
                <a:xfrm>
                  <a:off x="9035511" y="1085288"/>
                  <a:ext cx="166310" cy="127515"/>
                </a:xfrm>
                <a:custGeom>
                  <a:avLst/>
                  <a:gdLst/>
                  <a:ahLst/>
                  <a:cxnLst/>
                  <a:rect l="l" t="t" r="r" b="b"/>
                  <a:pathLst>
                    <a:path w="166310" h="127515" extrusionOk="0">
                      <a:moveTo>
                        <a:pt x="160537" y="0"/>
                      </a:moveTo>
                      <a:cubicBezTo>
                        <a:pt x="162797" y="12424"/>
                        <a:pt x="156808" y="25176"/>
                        <a:pt x="145156" y="30676"/>
                      </a:cubicBezTo>
                      <a:cubicBezTo>
                        <a:pt x="142548" y="31908"/>
                        <a:pt x="139841" y="32688"/>
                        <a:pt x="137121" y="33051"/>
                      </a:cubicBezTo>
                      <a:cubicBezTo>
                        <a:pt x="137464" y="33501"/>
                        <a:pt x="137745" y="33936"/>
                        <a:pt x="137935" y="34340"/>
                      </a:cubicBezTo>
                      <a:cubicBezTo>
                        <a:pt x="140335" y="39447"/>
                        <a:pt x="138259" y="45487"/>
                        <a:pt x="133299" y="47830"/>
                      </a:cubicBezTo>
                      <a:cubicBezTo>
                        <a:pt x="130757" y="49030"/>
                        <a:pt x="127952" y="49023"/>
                        <a:pt x="125497" y="48047"/>
                      </a:cubicBezTo>
                      <a:cubicBezTo>
                        <a:pt x="127595" y="59116"/>
                        <a:pt x="122283" y="70516"/>
                        <a:pt x="111900" y="75420"/>
                      </a:cubicBezTo>
                      <a:cubicBezTo>
                        <a:pt x="103908" y="79194"/>
                        <a:pt x="94871" y="78190"/>
                        <a:pt x="87860" y="73577"/>
                      </a:cubicBezTo>
                      <a:cubicBezTo>
                        <a:pt x="86617" y="76387"/>
                        <a:pt x="84427" y="78764"/>
                        <a:pt x="81468" y="80161"/>
                      </a:cubicBezTo>
                      <a:cubicBezTo>
                        <a:pt x="78796" y="81423"/>
                        <a:pt x="75909" y="81690"/>
                        <a:pt x="73198" y="81121"/>
                      </a:cubicBezTo>
                      <a:cubicBezTo>
                        <a:pt x="73045" y="89264"/>
                        <a:pt x="68518" y="96933"/>
                        <a:pt x="60830" y="100563"/>
                      </a:cubicBezTo>
                      <a:cubicBezTo>
                        <a:pt x="54713" y="103451"/>
                        <a:pt x="47899" y="103165"/>
                        <a:pt x="42165" y="100374"/>
                      </a:cubicBezTo>
                      <a:cubicBezTo>
                        <a:pt x="39884" y="105734"/>
                        <a:pt x="35760" y="110281"/>
                        <a:pt x="30152" y="112928"/>
                      </a:cubicBezTo>
                      <a:cubicBezTo>
                        <a:pt x="19550" y="117935"/>
                        <a:pt x="7112" y="114540"/>
                        <a:pt x="0" y="105451"/>
                      </a:cubicBezTo>
                      <a:cubicBezTo>
                        <a:pt x="368" y="107902"/>
                        <a:pt x="1093" y="110345"/>
                        <a:pt x="2204" y="112709"/>
                      </a:cubicBezTo>
                      <a:cubicBezTo>
                        <a:pt x="8191" y="125449"/>
                        <a:pt x="23075" y="131043"/>
                        <a:pt x="35447" y="125200"/>
                      </a:cubicBezTo>
                      <a:cubicBezTo>
                        <a:pt x="41054" y="122553"/>
                        <a:pt x="45178" y="118006"/>
                        <a:pt x="47460" y="112645"/>
                      </a:cubicBezTo>
                      <a:cubicBezTo>
                        <a:pt x="53193" y="115436"/>
                        <a:pt x="60008" y="115722"/>
                        <a:pt x="66125" y="112835"/>
                      </a:cubicBezTo>
                      <a:cubicBezTo>
                        <a:pt x="73810" y="109207"/>
                        <a:pt x="78337" y="101535"/>
                        <a:pt x="78492" y="93392"/>
                      </a:cubicBezTo>
                      <a:cubicBezTo>
                        <a:pt x="81201" y="93961"/>
                        <a:pt x="84091" y="93694"/>
                        <a:pt x="86763" y="92432"/>
                      </a:cubicBezTo>
                      <a:cubicBezTo>
                        <a:pt x="89721" y="91035"/>
                        <a:pt x="91911" y="88660"/>
                        <a:pt x="93155" y="85848"/>
                      </a:cubicBezTo>
                      <a:cubicBezTo>
                        <a:pt x="100168" y="90462"/>
                        <a:pt x="109202" y="91463"/>
                        <a:pt x="117194" y="87691"/>
                      </a:cubicBezTo>
                      <a:cubicBezTo>
                        <a:pt x="127579" y="82787"/>
                        <a:pt x="132890" y="71387"/>
                        <a:pt x="130791" y="60318"/>
                      </a:cubicBezTo>
                      <a:cubicBezTo>
                        <a:pt x="133246" y="61295"/>
                        <a:pt x="136051" y="61301"/>
                        <a:pt x="138593" y="60101"/>
                      </a:cubicBezTo>
                      <a:cubicBezTo>
                        <a:pt x="143554" y="57758"/>
                        <a:pt x="145630" y="51721"/>
                        <a:pt x="143229" y="46612"/>
                      </a:cubicBezTo>
                      <a:cubicBezTo>
                        <a:pt x="143040" y="46207"/>
                        <a:pt x="142758" y="45773"/>
                        <a:pt x="142415" y="45322"/>
                      </a:cubicBezTo>
                      <a:cubicBezTo>
                        <a:pt x="145136" y="44959"/>
                        <a:pt x="147842" y="44179"/>
                        <a:pt x="150451" y="42947"/>
                      </a:cubicBezTo>
                      <a:cubicBezTo>
                        <a:pt x="164414" y="36354"/>
                        <a:pt x="170257" y="19356"/>
                        <a:pt x="163499" y="4977"/>
                      </a:cubicBezTo>
                      <a:cubicBezTo>
                        <a:pt x="162658" y="3191"/>
                        <a:pt x="161664" y="1529"/>
                        <a:pt x="160537" y="0"/>
                      </a:cubicBez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49" name="Google Shape;1849;p2"/>
                <p:cNvSpPr/>
                <p:nvPr/>
              </p:nvSpPr>
              <p:spPr>
                <a:xfrm>
                  <a:off x="8809301" y="1173605"/>
                  <a:ext cx="154797" cy="57791"/>
                </a:xfrm>
                <a:custGeom>
                  <a:avLst/>
                  <a:gdLst/>
                  <a:ahLst/>
                  <a:cxnLst/>
                  <a:rect l="l" t="t" r="r" b="b"/>
                  <a:pathLst>
                    <a:path w="154797" h="57791" extrusionOk="0">
                      <a:moveTo>
                        <a:pt x="153849" y="0"/>
                      </a:moveTo>
                      <a:cubicBezTo>
                        <a:pt x="152052" y="10070"/>
                        <a:pt x="143823" y="17947"/>
                        <a:pt x="133300" y="18665"/>
                      </a:cubicBezTo>
                      <a:cubicBezTo>
                        <a:pt x="130946" y="18825"/>
                        <a:pt x="128643" y="18615"/>
                        <a:pt x="126447" y="18085"/>
                      </a:cubicBezTo>
                      <a:cubicBezTo>
                        <a:pt x="126584" y="18526"/>
                        <a:pt x="126675" y="18937"/>
                        <a:pt x="126707" y="19301"/>
                      </a:cubicBezTo>
                      <a:cubicBezTo>
                        <a:pt x="127101" y="23875"/>
                        <a:pt x="123786" y="27832"/>
                        <a:pt x="119308" y="28136"/>
                      </a:cubicBezTo>
                      <a:cubicBezTo>
                        <a:pt x="117012" y="28294"/>
                        <a:pt x="114859" y="27459"/>
                        <a:pt x="113247" y="25994"/>
                      </a:cubicBezTo>
                      <a:cubicBezTo>
                        <a:pt x="111713" y="34992"/>
                        <a:pt x="104387" y="42046"/>
                        <a:pt x="95010" y="42684"/>
                      </a:cubicBezTo>
                      <a:cubicBezTo>
                        <a:pt x="87793" y="43176"/>
                        <a:pt x="81131" y="39744"/>
                        <a:pt x="77053" y="34180"/>
                      </a:cubicBezTo>
                      <a:cubicBezTo>
                        <a:pt x="75298" y="35938"/>
                        <a:pt x="72938" y="37088"/>
                        <a:pt x="70266" y="37271"/>
                      </a:cubicBezTo>
                      <a:cubicBezTo>
                        <a:pt x="67854" y="37435"/>
                        <a:pt x="65557" y="36784"/>
                        <a:pt x="63636" y="35552"/>
                      </a:cubicBezTo>
                      <a:cubicBezTo>
                        <a:pt x="61202" y="41667"/>
                        <a:pt x="55542" y="46134"/>
                        <a:pt x="48602" y="46607"/>
                      </a:cubicBezTo>
                      <a:cubicBezTo>
                        <a:pt x="43079" y="46984"/>
                        <a:pt x="37922" y="44753"/>
                        <a:pt x="34307" y="40945"/>
                      </a:cubicBezTo>
                      <a:cubicBezTo>
                        <a:pt x="31027" y="44328"/>
                        <a:pt x="26567" y="46548"/>
                        <a:pt x="21501" y="46893"/>
                      </a:cubicBezTo>
                      <a:cubicBezTo>
                        <a:pt x="11927" y="47544"/>
                        <a:pt x="3332" y="41297"/>
                        <a:pt x="449" y="32317"/>
                      </a:cubicBezTo>
                      <a:cubicBezTo>
                        <a:pt x="36" y="34279"/>
                        <a:pt x="-104" y="36343"/>
                        <a:pt x="79" y="38460"/>
                      </a:cubicBezTo>
                      <a:cubicBezTo>
                        <a:pt x="1057" y="49871"/>
                        <a:pt x="10908" y="58506"/>
                        <a:pt x="22082" y="57744"/>
                      </a:cubicBezTo>
                      <a:cubicBezTo>
                        <a:pt x="27145" y="57399"/>
                        <a:pt x="31607" y="55179"/>
                        <a:pt x="34886" y="51796"/>
                      </a:cubicBezTo>
                      <a:cubicBezTo>
                        <a:pt x="38500" y="55605"/>
                        <a:pt x="43655" y="57836"/>
                        <a:pt x="49180" y="57459"/>
                      </a:cubicBezTo>
                      <a:cubicBezTo>
                        <a:pt x="56120" y="56985"/>
                        <a:pt x="61783" y="52521"/>
                        <a:pt x="64215" y="46404"/>
                      </a:cubicBezTo>
                      <a:cubicBezTo>
                        <a:pt x="66135" y="47636"/>
                        <a:pt x="68433" y="48287"/>
                        <a:pt x="70844" y="48123"/>
                      </a:cubicBezTo>
                      <a:cubicBezTo>
                        <a:pt x="73514" y="47940"/>
                        <a:pt x="75876" y="46790"/>
                        <a:pt x="77632" y="45032"/>
                      </a:cubicBezTo>
                      <a:cubicBezTo>
                        <a:pt x="81710" y="50596"/>
                        <a:pt x="88371" y="54027"/>
                        <a:pt x="95588" y="53536"/>
                      </a:cubicBezTo>
                      <a:cubicBezTo>
                        <a:pt x="104965" y="52898"/>
                        <a:pt x="112292" y="45841"/>
                        <a:pt x="113826" y="36846"/>
                      </a:cubicBezTo>
                      <a:cubicBezTo>
                        <a:pt x="115435" y="38311"/>
                        <a:pt x="117589" y="39143"/>
                        <a:pt x="119886" y="38988"/>
                      </a:cubicBezTo>
                      <a:cubicBezTo>
                        <a:pt x="124364" y="38684"/>
                        <a:pt x="127679" y="34727"/>
                        <a:pt x="127286" y="30152"/>
                      </a:cubicBezTo>
                      <a:cubicBezTo>
                        <a:pt x="127254" y="29789"/>
                        <a:pt x="127162" y="29377"/>
                        <a:pt x="127025" y="28936"/>
                      </a:cubicBezTo>
                      <a:cubicBezTo>
                        <a:pt x="129220" y="29467"/>
                        <a:pt x="131522" y="29677"/>
                        <a:pt x="133879" y="29517"/>
                      </a:cubicBezTo>
                      <a:cubicBezTo>
                        <a:pt x="146486" y="28657"/>
                        <a:pt x="155813" y="17522"/>
                        <a:pt x="154708" y="4645"/>
                      </a:cubicBezTo>
                      <a:cubicBezTo>
                        <a:pt x="154571" y="3043"/>
                        <a:pt x="154279" y="1490"/>
                        <a:pt x="153849" y="0"/>
                      </a:cubicBez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850" name="Google Shape;1850;p2"/>
              <p:cNvGrpSpPr/>
              <p:nvPr/>
            </p:nvGrpSpPr>
            <p:grpSpPr>
              <a:xfrm>
                <a:off x="8652602" y="1275533"/>
                <a:ext cx="387461" cy="620507"/>
                <a:chOff x="8652602" y="1275533"/>
                <a:chExt cx="387461" cy="620507"/>
              </a:xfrm>
            </p:grpSpPr>
            <p:sp>
              <p:nvSpPr>
                <p:cNvPr id="1851" name="Google Shape;1851;p2"/>
                <p:cNvSpPr/>
                <p:nvPr/>
              </p:nvSpPr>
              <p:spPr>
                <a:xfrm>
                  <a:off x="8652602" y="1301566"/>
                  <a:ext cx="387461" cy="558594"/>
                </a:xfrm>
                <a:custGeom>
                  <a:avLst/>
                  <a:gdLst/>
                  <a:ahLst/>
                  <a:cxnLst/>
                  <a:rect l="l" t="t" r="r" b="b"/>
                  <a:pathLst>
                    <a:path w="387461" h="558594" extrusionOk="0">
                      <a:moveTo>
                        <a:pt x="287937" y="29393"/>
                      </a:moveTo>
                      <a:cubicBezTo>
                        <a:pt x="282168" y="16651"/>
                        <a:pt x="271124" y="6384"/>
                        <a:pt x="256665" y="2085"/>
                      </a:cubicBezTo>
                      <a:cubicBezTo>
                        <a:pt x="233816" y="-4709"/>
                        <a:pt x="209960" y="5616"/>
                        <a:pt x="198813" y="25601"/>
                      </a:cubicBezTo>
                      <a:cubicBezTo>
                        <a:pt x="196506" y="23886"/>
                        <a:pt x="193868" y="22540"/>
                        <a:pt x="190954" y="21673"/>
                      </a:cubicBezTo>
                      <a:cubicBezTo>
                        <a:pt x="177610" y="17705"/>
                        <a:pt x="163577" y="25306"/>
                        <a:pt x="159610" y="38649"/>
                      </a:cubicBezTo>
                      <a:cubicBezTo>
                        <a:pt x="159060" y="40501"/>
                        <a:pt x="158739" y="42366"/>
                        <a:pt x="158618" y="44216"/>
                      </a:cubicBezTo>
                      <a:cubicBezTo>
                        <a:pt x="153420" y="39721"/>
                        <a:pt x="147218" y="36224"/>
                        <a:pt x="140205" y="34137"/>
                      </a:cubicBezTo>
                      <a:cubicBezTo>
                        <a:pt x="113753" y="26273"/>
                        <a:pt x="85935" y="41338"/>
                        <a:pt x="78071" y="67789"/>
                      </a:cubicBezTo>
                      <a:cubicBezTo>
                        <a:pt x="74423" y="80056"/>
                        <a:pt x="75714" y="92615"/>
                        <a:pt x="80780" y="103343"/>
                      </a:cubicBezTo>
                      <a:cubicBezTo>
                        <a:pt x="63123" y="104692"/>
                        <a:pt x="47295" y="116691"/>
                        <a:pt x="41945" y="134677"/>
                      </a:cubicBezTo>
                      <a:cubicBezTo>
                        <a:pt x="37330" y="150199"/>
                        <a:pt x="41689" y="166249"/>
                        <a:pt x="52002" y="177286"/>
                      </a:cubicBezTo>
                      <a:cubicBezTo>
                        <a:pt x="45329" y="178831"/>
                        <a:pt x="39650" y="183815"/>
                        <a:pt x="37559" y="190849"/>
                      </a:cubicBezTo>
                      <a:cubicBezTo>
                        <a:pt x="35613" y="197389"/>
                        <a:pt x="37232" y="204142"/>
                        <a:pt x="41283" y="209029"/>
                      </a:cubicBezTo>
                      <a:cubicBezTo>
                        <a:pt x="23875" y="210611"/>
                        <a:pt x="8355" y="222535"/>
                        <a:pt x="3070" y="240311"/>
                      </a:cubicBezTo>
                      <a:cubicBezTo>
                        <a:pt x="-2705" y="259726"/>
                        <a:pt x="5562" y="279969"/>
                        <a:pt x="21959" y="290187"/>
                      </a:cubicBezTo>
                      <a:cubicBezTo>
                        <a:pt x="16992" y="293998"/>
                        <a:pt x="13135" y="299349"/>
                        <a:pt x="11212" y="305807"/>
                      </a:cubicBezTo>
                      <a:cubicBezTo>
                        <a:pt x="7285" y="319018"/>
                        <a:pt x="12648" y="332782"/>
                        <a:pt x="23504" y="340095"/>
                      </a:cubicBezTo>
                      <a:cubicBezTo>
                        <a:pt x="13590" y="346624"/>
                        <a:pt x="5829" y="356540"/>
                        <a:pt x="2181" y="368809"/>
                      </a:cubicBezTo>
                      <a:cubicBezTo>
                        <a:pt x="-6042" y="396459"/>
                        <a:pt x="9708" y="425539"/>
                        <a:pt x="37357" y="433761"/>
                      </a:cubicBezTo>
                      <a:cubicBezTo>
                        <a:pt x="38382" y="434065"/>
                        <a:pt x="39410" y="434328"/>
                        <a:pt x="40439" y="434566"/>
                      </a:cubicBezTo>
                      <a:cubicBezTo>
                        <a:pt x="36866" y="439358"/>
                        <a:pt x="34061" y="444844"/>
                        <a:pt x="32260" y="450906"/>
                      </a:cubicBezTo>
                      <a:cubicBezTo>
                        <a:pt x="24037" y="478556"/>
                        <a:pt x="39787" y="507636"/>
                        <a:pt x="67436" y="515858"/>
                      </a:cubicBezTo>
                      <a:cubicBezTo>
                        <a:pt x="78755" y="519224"/>
                        <a:pt x="90308" y="518567"/>
                        <a:pt x="100577" y="514729"/>
                      </a:cubicBezTo>
                      <a:cubicBezTo>
                        <a:pt x="112944" y="531236"/>
                        <a:pt x="130709" y="538236"/>
                        <a:pt x="153406" y="525480"/>
                      </a:cubicBezTo>
                      <a:cubicBezTo>
                        <a:pt x="159923" y="539832"/>
                        <a:pt x="172375" y="551394"/>
                        <a:pt x="188670" y="556241"/>
                      </a:cubicBezTo>
                      <a:cubicBezTo>
                        <a:pt x="218518" y="565117"/>
                        <a:pt x="249910" y="548114"/>
                        <a:pt x="258784" y="518266"/>
                      </a:cubicBezTo>
                      <a:cubicBezTo>
                        <a:pt x="260425" y="512750"/>
                        <a:pt x="261175" y="507181"/>
                        <a:pt x="261129" y="501713"/>
                      </a:cubicBezTo>
                      <a:cubicBezTo>
                        <a:pt x="262003" y="502117"/>
                        <a:pt x="262915" y="502467"/>
                        <a:pt x="263866" y="502751"/>
                      </a:cubicBezTo>
                      <a:cubicBezTo>
                        <a:pt x="274470" y="505903"/>
                        <a:pt x="285622" y="499863"/>
                        <a:pt x="288774" y="489261"/>
                      </a:cubicBezTo>
                      <a:cubicBezTo>
                        <a:pt x="290390" y="483827"/>
                        <a:pt x="289588" y="478254"/>
                        <a:pt x="286998" y="473682"/>
                      </a:cubicBezTo>
                      <a:cubicBezTo>
                        <a:pt x="309103" y="474347"/>
                        <a:pt x="329760" y="460174"/>
                        <a:pt x="336362" y="437974"/>
                      </a:cubicBezTo>
                      <a:cubicBezTo>
                        <a:pt x="344139" y="411818"/>
                        <a:pt x="329485" y="384336"/>
                        <a:pt x="303580" y="376122"/>
                      </a:cubicBezTo>
                      <a:cubicBezTo>
                        <a:pt x="303578" y="376106"/>
                        <a:pt x="303576" y="376088"/>
                        <a:pt x="303571" y="376072"/>
                      </a:cubicBezTo>
                      <a:cubicBezTo>
                        <a:pt x="317548" y="379736"/>
                        <a:pt x="332011" y="371676"/>
                        <a:pt x="336160" y="357724"/>
                      </a:cubicBezTo>
                      <a:cubicBezTo>
                        <a:pt x="337859" y="352014"/>
                        <a:pt x="337567" y="346187"/>
                        <a:pt x="335694" y="340979"/>
                      </a:cubicBezTo>
                      <a:cubicBezTo>
                        <a:pt x="351475" y="338095"/>
                        <a:pt x="365106" y="326665"/>
                        <a:pt x="369993" y="310233"/>
                      </a:cubicBezTo>
                      <a:cubicBezTo>
                        <a:pt x="373882" y="297155"/>
                        <a:pt x="371404" y="283699"/>
                        <a:pt x="364363" y="273186"/>
                      </a:cubicBezTo>
                      <a:cubicBezTo>
                        <a:pt x="374140" y="266950"/>
                        <a:pt x="381812" y="257312"/>
                        <a:pt x="385376" y="245324"/>
                      </a:cubicBezTo>
                      <a:cubicBezTo>
                        <a:pt x="392741" y="220558"/>
                        <a:pt x="379999" y="194593"/>
                        <a:pt x="356632" y="184930"/>
                      </a:cubicBezTo>
                      <a:cubicBezTo>
                        <a:pt x="363026" y="183223"/>
                        <a:pt x="368409" y="178331"/>
                        <a:pt x="370434" y="171523"/>
                      </a:cubicBezTo>
                      <a:cubicBezTo>
                        <a:pt x="373121" y="162486"/>
                        <a:pt x="369010" y="153050"/>
                        <a:pt x="361076" y="148684"/>
                      </a:cubicBezTo>
                      <a:cubicBezTo>
                        <a:pt x="369847" y="142445"/>
                        <a:pt x="376684" y="133351"/>
                        <a:pt x="379990" y="122237"/>
                      </a:cubicBezTo>
                      <a:cubicBezTo>
                        <a:pt x="387854" y="95785"/>
                        <a:pt x="372789" y="67967"/>
                        <a:pt x="346338" y="60103"/>
                      </a:cubicBezTo>
                      <a:cubicBezTo>
                        <a:pt x="339169" y="57973"/>
                        <a:pt x="331904" y="57538"/>
                        <a:pt x="324957" y="58544"/>
                      </a:cubicBezTo>
                      <a:cubicBezTo>
                        <a:pt x="324996" y="58423"/>
                        <a:pt x="325039" y="58304"/>
                        <a:pt x="325073" y="58183"/>
                      </a:cubicBezTo>
                      <a:cubicBezTo>
                        <a:pt x="329042" y="44840"/>
                        <a:pt x="321441" y="30806"/>
                        <a:pt x="308097" y="26840"/>
                      </a:cubicBezTo>
                      <a:cubicBezTo>
                        <a:pt x="301043" y="24737"/>
                        <a:pt x="293792" y="25877"/>
                        <a:pt x="287937" y="29393"/>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52" name="Google Shape;1852;p2"/>
                <p:cNvSpPr/>
                <p:nvPr/>
              </p:nvSpPr>
              <p:spPr>
                <a:xfrm rot="-4778638">
                  <a:off x="8853274" y="1566627"/>
                  <a:ext cx="94376" cy="94376"/>
                </a:xfrm>
                <a:custGeom>
                  <a:avLst/>
                  <a:gdLst/>
                  <a:ahLst/>
                  <a:cxnLst/>
                  <a:rect l="l" t="t" r="r" b="b"/>
                  <a:pathLst>
                    <a:path w="94252" h="94252" extrusionOk="0">
                      <a:moveTo>
                        <a:pt x="94252" y="47126"/>
                      </a:moveTo>
                      <a:cubicBezTo>
                        <a:pt x="94252" y="73153"/>
                        <a:pt x="73153" y="94252"/>
                        <a:pt x="47126" y="94252"/>
                      </a:cubicBezTo>
                      <a:cubicBezTo>
                        <a:pt x="21099" y="94252"/>
                        <a:pt x="0" y="73153"/>
                        <a:pt x="0" y="47126"/>
                      </a:cubicBezTo>
                      <a:cubicBezTo>
                        <a:pt x="0" y="21099"/>
                        <a:pt x="21099" y="0"/>
                        <a:pt x="47126" y="0"/>
                      </a:cubicBezTo>
                      <a:cubicBezTo>
                        <a:pt x="73153" y="0"/>
                        <a:pt x="94252" y="21099"/>
                        <a:pt x="94252" y="47126"/>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53" name="Google Shape;1853;p2"/>
                <p:cNvSpPr/>
                <p:nvPr/>
              </p:nvSpPr>
              <p:spPr>
                <a:xfrm>
                  <a:off x="8884640" y="1527398"/>
                  <a:ext cx="57629" cy="57630"/>
                </a:xfrm>
                <a:custGeom>
                  <a:avLst/>
                  <a:gdLst/>
                  <a:ahLst/>
                  <a:cxnLst/>
                  <a:rect l="l" t="t" r="r" b="b"/>
                  <a:pathLst>
                    <a:path w="57629" h="57630" extrusionOk="0">
                      <a:moveTo>
                        <a:pt x="21520" y="56684"/>
                      </a:moveTo>
                      <a:cubicBezTo>
                        <a:pt x="36912" y="60714"/>
                        <a:pt x="52656" y="51501"/>
                        <a:pt x="56684" y="36110"/>
                      </a:cubicBezTo>
                      <a:cubicBezTo>
                        <a:pt x="60711" y="20718"/>
                        <a:pt x="51501" y="4974"/>
                        <a:pt x="36110" y="946"/>
                      </a:cubicBezTo>
                      <a:cubicBezTo>
                        <a:pt x="20718" y="-3084"/>
                        <a:pt x="4974" y="6129"/>
                        <a:pt x="946" y="21520"/>
                      </a:cubicBezTo>
                      <a:cubicBezTo>
                        <a:pt x="-3084" y="36912"/>
                        <a:pt x="6129" y="52656"/>
                        <a:pt x="21520" y="56684"/>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54" name="Google Shape;1854;p2"/>
                <p:cNvSpPr/>
                <p:nvPr/>
              </p:nvSpPr>
              <p:spPr>
                <a:xfrm>
                  <a:off x="8904940" y="1390115"/>
                  <a:ext cx="66729" cy="42647"/>
                </a:xfrm>
                <a:custGeom>
                  <a:avLst/>
                  <a:gdLst/>
                  <a:ahLst/>
                  <a:cxnLst/>
                  <a:rect l="l" t="t" r="r" b="b"/>
                  <a:pathLst>
                    <a:path w="66729" h="42647" extrusionOk="0">
                      <a:moveTo>
                        <a:pt x="39839" y="41943"/>
                      </a:moveTo>
                      <a:cubicBezTo>
                        <a:pt x="51302" y="44944"/>
                        <a:pt x="63026" y="38084"/>
                        <a:pt x="66026" y="26622"/>
                      </a:cubicBezTo>
                      <a:cubicBezTo>
                        <a:pt x="69025" y="15160"/>
                        <a:pt x="62167" y="3435"/>
                        <a:pt x="50705" y="436"/>
                      </a:cubicBezTo>
                      <a:cubicBezTo>
                        <a:pt x="39243" y="-2564"/>
                        <a:pt x="3202" y="10501"/>
                        <a:pt x="203" y="21963"/>
                      </a:cubicBezTo>
                      <a:cubicBezTo>
                        <a:pt x="-2799" y="33425"/>
                        <a:pt x="28378" y="38941"/>
                        <a:pt x="39839" y="41943"/>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55" name="Google Shape;1855;p2"/>
                <p:cNvSpPr/>
                <p:nvPr/>
              </p:nvSpPr>
              <p:spPr>
                <a:xfrm rot="-1820957">
                  <a:off x="8818603" y="1626610"/>
                  <a:ext cx="106967" cy="106967"/>
                </a:xfrm>
                <a:custGeom>
                  <a:avLst/>
                  <a:gdLst/>
                  <a:ahLst/>
                  <a:cxnLst/>
                  <a:rect l="l" t="t" r="r" b="b"/>
                  <a:pathLst>
                    <a:path w="107024" h="107024" extrusionOk="0">
                      <a:moveTo>
                        <a:pt x="107024" y="53512"/>
                      </a:moveTo>
                      <a:cubicBezTo>
                        <a:pt x="107024" y="83066"/>
                        <a:pt x="83066" y="107024"/>
                        <a:pt x="53512" y="107024"/>
                      </a:cubicBezTo>
                      <a:cubicBezTo>
                        <a:pt x="23958" y="107024"/>
                        <a:pt x="0" y="83066"/>
                        <a:pt x="0" y="53512"/>
                      </a:cubicBezTo>
                      <a:cubicBezTo>
                        <a:pt x="0" y="23958"/>
                        <a:pt x="23958" y="0"/>
                        <a:pt x="53512" y="0"/>
                      </a:cubicBezTo>
                      <a:cubicBezTo>
                        <a:pt x="83066" y="0"/>
                        <a:pt x="107024" y="23958"/>
                        <a:pt x="107024" y="53512"/>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56" name="Google Shape;1856;p2"/>
                <p:cNvSpPr/>
                <p:nvPr/>
              </p:nvSpPr>
              <p:spPr>
                <a:xfrm rot="-2797154">
                  <a:off x="8880827" y="1422817"/>
                  <a:ext cx="107129" cy="107129"/>
                </a:xfrm>
                <a:custGeom>
                  <a:avLst/>
                  <a:gdLst/>
                  <a:ahLst/>
                  <a:cxnLst/>
                  <a:rect l="l" t="t" r="r" b="b"/>
                  <a:pathLst>
                    <a:path w="107027" h="107027" extrusionOk="0">
                      <a:moveTo>
                        <a:pt x="107028" y="53514"/>
                      </a:moveTo>
                      <a:cubicBezTo>
                        <a:pt x="107028" y="83069"/>
                        <a:pt x="83069" y="107028"/>
                        <a:pt x="53514" y="107028"/>
                      </a:cubicBezTo>
                      <a:cubicBezTo>
                        <a:pt x="23959" y="107028"/>
                        <a:pt x="0" y="83069"/>
                        <a:pt x="0" y="53514"/>
                      </a:cubicBezTo>
                      <a:cubicBezTo>
                        <a:pt x="0" y="23959"/>
                        <a:pt x="23959" y="0"/>
                        <a:pt x="53514" y="0"/>
                      </a:cubicBezTo>
                      <a:cubicBezTo>
                        <a:pt x="83069" y="0"/>
                        <a:pt x="107028" y="23959"/>
                        <a:pt x="107028" y="53514"/>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57" name="Google Shape;1857;p2"/>
                <p:cNvSpPr/>
                <p:nvPr/>
              </p:nvSpPr>
              <p:spPr>
                <a:xfrm rot="-1820957">
                  <a:off x="8840703" y="1297756"/>
                  <a:ext cx="120702" cy="120702"/>
                </a:xfrm>
                <a:custGeom>
                  <a:avLst/>
                  <a:gdLst/>
                  <a:ahLst/>
                  <a:cxnLst/>
                  <a:rect l="l" t="t" r="r" b="b"/>
                  <a:pathLst>
                    <a:path w="120767" h="120767" extrusionOk="0">
                      <a:moveTo>
                        <a:pt x="120767" y="60384"/>
                      </a:moveTo>
                      <a:cubicBezTo>
                        <a:pt x="120767" y="93733"/>
                        <a:pt x="93733" y="120767"/>
                        <a:pt x="60384" y="120767"/>
                      </a:cubicBezTo>
                      <a:cubicBezTo>
                        <a:pt x="27035" y="120767"/>
                        <a:pt x="0" y="93733"/>
                        <a:pt x="0" y="60384"/>
                      </a:cubicBezTo>
                      <a:cubicBezTo>
                        <a:pt x="0" y="27035"/>
                        <a:pt x="27035" y="0"/>
                        <a:pt x="60384" y="0"/>
                      </a:cubicBezTo>
                      <a:cubicBezTo>
                        <a:pt x="93733" y="0"/>
                        <a:pt x="120767" y="27035"/>
                        <a:pt x="120767" y="60384"/>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58" name="Google Shape;1858;p2"/>
                <p:cNvSpPr/>
                <p:nvPr/>
              </p:nvSpPr>
              <p:spPr>
                <a:xfrm>
                  <a:off x="8672724" y="1650014"/>
                  <a:ext cx="29234" cy="72229"/>
                </a:xfrm>
                <a:custGeom>
                  <a:avLst/>
                  <a:gdLst/>
                  <a:ahLst/>
                  <a:cxnLst/>
                  <a:rect l="l" t="t" r="r" b="b"/>
                  <a:pathLst>
                    <a:path w="29234" h="72229" extrusionOk="0">
                      <a:moveTo>
                        <a:pt x="9136" y="69696"/>
                      </a:moveTo>
                      <a:cubicBezTo>
                        <a:pt x="15629" y="73499"/>
                        <a:pt x="23490" y="72885"/>
                        <a:pt x="29235" y="68767"/>
                      </a:cubicBezTo>
                      <a:cubicBezTo>
                        <a:pt x="25072" y="69501"/>
                        <a:pt x="20637" y="68820"/>
                        <a:pt x="16703" y="66516"/>
                      </a:cubicBezTo>
                      <a:cubicBezTo>
                        <a:pt x="7904" y="61363"/>
                        <a:pt x="4948" y="50052"/>
                        <a:pt x="10101" y="41253"/>
                      </a:cubicBezTo>
                      <a:cubicBezTo>
                        <a:pt x="11064" y="39612"/>
                        <a:pt x="12238" y="38172"/>
                        <a:pt x="13574" y="36953"/>
                      </a:cubicBezTo>
                      <a:cubicBezTo>
                        <a:pt x="13226" y="36841"/>
                        <a:pt x="12924" y="36713"/>
                        <a:pt x="12675" y="36567"/>
                      </a:cubicBezTo>
                      <a:cubicBezTo>
                        <a:pt x="9550" y="34736"/>
                        <a:pt x="8498" y="30717"/>
                        <a:pt x="10330" y="27592"/>
                      </a:cubicBezTo>
                      <a:cubicBezTo>
                        <a:pt x="11267" y="25989"/>
                        <a:pt x="12780" y="24936"/>
                        <a:pt x="14453" y="24531"/>
                      </a:cubicBezTo>
                      <a:cubicBezTo>
                        <a:pt x="9349" y="19392"/>
                        <a:pt x="8119" y="11281"/>
                        <a:pt x="11950" y="4739"/>
                      </a:cubicBezTo>
                      <a:cubicBezTo>
                        <a:pt x="13062" y="2841"/>
                        <a:pt x="14497" y="1255"/>
                        <a:pt x="16141" y="0"/>
                      </a:cubicBezTo>
                      <a:cubicBezTo>
                        <a:pt x="11395" y="695"/>
                        <a:pt x="6994" y="3456"/>
                        <a:pt x="4382" y="7919"/>
                      </a:cubicBezTo>
                      <a:cubicBezTo>
                        <a:pt x="548" y="14463"/>
                        <a:pt x="1780" y="22574"/>
                        <a:pt x="6885" y="27711"/>
                      </a:cubicBezTo>
                      <a:cubicBezTo>
                        <a:pt x="5211" y="28113"/>
                        <a:pt x="3700" y="29169"/>
                        <a:pt x="2761" y="30772"/>
                      </a:cubicBezTo>
                      <a:cubicBezTo>
                        <a:pt x="930" y="33897"/>
                        <a:pt x="1979" y="37916"/>
                        <a:pt x="5106" y="39747"/>
                      </a:cubicBezTo>
                      <a:cubicBezTo>
                        <a:pt x="5355" y="39893"/>
                        <a:pt x="5657" y="40021"/>
                        <a:pt x="6005" y="40133"/>
                      </a:cubicBezTo>
                      <a:cubicBezTo>
                        <a:pt x="4670" y="41354"/>
                        <a:pt x="3494" y="42792"/>
                        <a:pt x="2532" y="44433"/>
                      </a:cubicBezTo>
                      <a:cubicBezTo>
                        <a:pt x="-2618" y="53232"/>
                        <a:pt x="338" y="64543"/>
                        <a:pt x="9136" y="69696"/>
                      </a:cubicBezTo>
                      <a:close/>
                    </a:path>
                  </a:pathLst>
                </a:custGeom>
                <a:solidFill>
                  <a:srgbClr val="68AD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59" name="Google Shape;1859;p2"/>
                <p:cNvSpPr/>
                <p:nvPr/>
              </p:nvSpPr>
              <p:spPr>
                <a:xfrm>
                  <a:off x="8722332" y="1419723"/>
                  <a:ext cx="68021" cy="106860"/>
                </a:xfrm>
                <a:custGeom>
                  <a:avLst/>
                  <a:gdLst/>
                  <a:ahLst/>
                  <a:cxnLst/>
                  <a:rect l="l" t="t" r="r" b="b"/>
                  <a:pathLst>
                    <a:path w="68021" h="106860" extrusionOk="0">
                      <a:moveTo>
                        <a:pt x="3942" y="92279"/>
                      </a:moveTo>
                      <a:cubicBezTo>
                        <a:pt x="9914" y="102587"/>
                        <a:pt x="21218" y="107881"/>
                        <a:pt x="32346" y="106697"/>
                      </a:cubicBezTo>
                      <a:cubicBezTo>
                        <a:pt x="26039" y="104456"/>
                        <a:pt x="20466" y="100054"/>
                        <a:pt x="16847" y="93811"/>
                      </a:cubicBezTo>
                      <a:cubicBezTo>
                        <a:pt x="8754" y="79841"/>
                        <a:pt x="13519" y="61957"/>
                        <a:pt x="27486" y="53865"/>
                      </a:cubicBezTo>
                      <a:cubicBezTo>
                        <a:pt x="30094" y="52354"/>
                        <a:pt x="32838" y="51293"/>
                        <a:pt x="35626" y="50653"/>
                      </a:cubicBezTo>
                      <a:cubicBezTo>
                        <a:pt x="35236" y="50228"/>
                        <a:pt x="34918" y="49814"/>
                        <a:pt x="34689" y="49421"/>
                      </a:cubicBezTo>
                      <a:cubicBezTo>
                        <a:pt x="31813" y="44458"/>
                        <a:pt x="33507" y="38105"/>
                        <a:pt x="38468" y="35229"/>
                      </a:cubicBezTo>
                      <a:cubicBezTo>
                        <a:pt x="41010" y="33757"/>
                        <a:pt x="43918" y="33485"/>
                        <a:pt x="46535" y="34235"/>
                      </a:cubicBezTo>
                      <a:cubicBezTo>
                        <a:pt x="43520" y="23173"/>
                        <a:pt x="48158" y="11041"/>
                        <a:pt x="58548" y="5022"/>
                      </a:cubicBezTo>
                      <a:cubicBezTo>
                        <a:pt x="61559" y="3278"/>
                        <a:pt x="64775" y="2213"/>
                        <a:pt x="68021" y="1769"/>
                      </a:cubicBezTo>
                      <a:cubicBezTo>
                        <a:pt x="60942" y="-981"/>
                        <a:pt x="52726" y="-613"/>
                        <a:pt x="45644" y="3491"/>
                      </a:cubicBezTo>
                      <a:cubicBezTo>
                        <a:pt x="35254" y="9510"/>
                        <a:pt x="30616" y="21642"/>
                        <a:pt x="33631" y="32703"/>
                      </a:cubicBezTo>
                      <a:cubicBezTo>
                        <a:pt x="31013" y="31954"/>
                        <a:pt x="28106" y="32223"/>
                        <a:pt x="25563" y="33698"/>
                      </a:cubicBezTo>
                      <a:cubicBezTo>
                        <a:pt x="20601" y="36574"/>
                        <a:pt x="18909" y="42926"/>
                        <a:pt x="21785" y="47889"/>
                      </a:cubicBezTo>
                      <a:cubicBezTo>
                        <a:pt x="22013" y="48285"/>
                        <a:pt x="22331" y="48696"/>
                        <a:pt x="22722" y="49122"/>
                      </a:cubicBezTo>
                      <a:cubicBezTo>
                        <a:pt x="19931" y="49759"/>
                        <a:pt x="17188" y="50822"/>
                        <a:pt x="14582" y="52333"/>
                      </a:cubicBezTo>
                      <a:cubicBezTo>
                        <a:pt x="614" y="60426"/>
                        <a:pt x="-4150" y="78311"/>
                        <a:pt x="3942" y="92279"/>
                      </a:cubicBezTo>
                      <a:close/>
                    </a:path>
                  </a:pathLst>
                </a:custGeom>
                <a:solidFill>
                  <a:srgbClr val="68AD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60" name="Google Shape;1860;p2"/>
                <p:cNvSpPr/>
                <p:nvPr/>
              </p:nvSpPr>
              <p:spPr>
                <a:xfrm rot="-1820957">
                  <a:off x="8745327" y="1736339"/>
                  <a:ext cx="106967" cy="106967"/>
                </a:xfrm>
                <a:custGeom>
                  <a:avLst/>
                  <a:gdLst/>
                  <a:ahLst/>
                  <a:cxnLst/>
                  <a:rect l="l" t="t" r="r" b="b"/>
                  <a:pathLst>
                    <a:path w="107024" h="107024" extrusionOk="0">
                      <a:moveTo>
                        <a:pt x="107024" y="53512"/>
                      </a:moveTo>
                      <a:cubicBezTo>
                        <a:pt x="107024" y="83066"/>
                        <a:pt x="83066" y="107024"/>
                        <a:pt x="53512" y="107024"/>
                      </a:cubicBezTo>
                      <a:cubicBezTo>
                        <a:pt x="23958" y="107024"/>
                        <a:pt x="0" y="83066"/>
                        <a:pt x="0" y="53512"/>
                      </a:cubicBezTo>
                      <a:cubicBezTo>
                        <a:pt x="0" y="23958"/>
                        <a:pt x="23958" y="0"/>
                        <a:pt x="53512" y="0"/>
                      </a:cubicBezTo>
                      <a:cubicBezTo>
                        <a:pt x="83066" y="0"/>
                        <a:pt x="107024" y="23958"/>
                        <a:pt x="107024" y="53512"/>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61" name="Google Shape;1861;p2"/>
                <p:cNvSpPr/>
                <p:nvPr/>
              </p:nvSpPr>
              <p:spPr>
                <a:xfrm rot="-2797154">
                  <a:off x="8778567" y="1766754"/>
                  <a:ext cx="107129" cy="107129"/>
                </a:xfrm>
                <a:custGeom>
                  <a:avLst/>
                  <a:gdLst/>
                  <a:ahLst/>
                  <a:cxnLst/>
                  <a:rect l="l" t="t" r="r" b="b"/>
                  <a:pathLst>
                    <a:path w="107027" h="107027" extrusionOk="0">
                      <a:moveTo>
                        <a:pt x="107028" y="53514"/>
                      </a:moveTo>
                      <a:cubicBezTo>
                        <a:pt x="107028" y="83069"/>
                        <a:pt x="83069" y="107028"/>
                        <a:pt x="53514" y="107028"/>
                      </a:cubicBezTo>
                      <a:cubicBezTo>
                        <a:pt x="23959" y="107028"/>
                        <a:pt x="0" y="83069"/>
                        <a:pt x="0" y="53514"/>
                      </a:cubicBezTo>
                      <a:cubicBezTo>
                        <a:pt x="0" y="23959"/>
                        <a:pt x="23959" y="0"/>
                        <a:pt x="53514" y="0"/>
                      </a:cubicBezTo>
                      <a:cubicBezTo>
                        <a:pt x="83069" y="0"/>
                        <a:pt x="107028" y="23959"/>
                        <a:pt x="107028" y="53514"/>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62" name="Google Shape;1862;p2"/>
                <p:cNvSpPr/>
                <p:nvPr/>
              </p:nvSpPr>
              <p:spPr>
                <a:xfrm>
                  <a:off x="8827854" y="1726651"/>
                  <a:ext cx="42154" cy="42154"/>
                </a:xfrm>
                <a:custGeom>
                  <a:avLst/>
                  <a:gdLst/>
                  <a:ahLst/>
                  <a:cxnLst/>
                  <a:rect l="l" t="t" r="r" b="b"/>
                  <a:pathLst>
                    <a:path w="42154" h="42154" extrusionOk="0">
                      <a:moveTo>
                        <a:pt x="15741" y="41463"/>
                      </a:moveTo>
                      <a:cubicBezTo>
                        <a:pt x="26999" y="44409"/>
                        <a:pt x="38516" y="37673"/>
                        <a:pt x="41463" y="26414"/>
                      </a:cubicBezTo>
                      <a:cubicBezTo>
                        <a:pt x="44409" y="15155"/>
                        <a:pt x="37673" y="3639"/>
                        <a:pt x="26414" y="692"/>
                      </a:cubicBezTo>
                      <a:cubicBezTo>
                        <a:pt x="15156" y="-2255"/>
                        <a:pt x="3638" y="4482"/>
                        <a:pt x="692" y="15741"/>
                      </a:cubicBezTo>
                      <a:cubicBezTo>
                        <a:pt x="-2255" y="26997"/>
                        <a:pt x="4482" y="38514"/>
                        <a:pt x="15741" y="41463"/>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63" name="Google Shape;1863;p2"/>
                <p:cNvSpPr/>
                <p:nvPr/>
              </p:nvSpPr>
              <p:spPr>
                <a:xfrm>
                  <a:off x="8849159" y="1358371"/>
                  <a:ext cx="62185" cy="196314"/>
                </a:xfrm>
                <a:custGeom>
                  <a:avLst/>
                  <a:gdLst/>
                  <a:ahLst/>
                  <a:cxnLst/>
                  <a:rect l="l" t="t" r="r" b="b"/>
                  <a:pathLst>
                    <a:path w="62185" h="196314" extrusionOk="0">
                      <a:moveTo>
                        <a:pt x="23182" y="0"/>
                      </a:moveTo>
                      <a:cubicBezTo>
                        <a:pt x="33947" y="6200"/>
                        <a:pt x="39699" y="19033"/>
                        <a:pt x="36400" y="31629"/>
                      </a:cubicBezTo>
                      <a:cubicBezTo>
                        <a:pt x="35662" y="34448"/>
                        <a:pt x="34523" y="37056"/>
                        <a:pt x="33060" y="39406"/>
                      </a:cubicBezTo>
                      <a:cubicBezTo>
                        <a:pt x="33618" y="39427"/>
                        <a:pt x="34121" y="39486"/>
                        <a:pt x="34546" y="39598"/>
                      </a:cubicBezTo>
                      <a:cubicBezTo>
                        <a:pt x="39909" y="41002"/>
                        <a:pt x="43119" y="46488"/>
                        <a:pt x="41715" y="51851"/>
                      </a:cubicBezTo>
                      <a:cubicBezTo>
                        <a:pt x="40995" y="54599"/>
                        <a:pt x="39203" y="56780"/>
                        <a:pt x="36908" y="58064"/>
                      </a:cubicBezTo>
                      <a:cubicBezTo>
                        <a:pt x="46552" y="63523"/>
                        <a:pt x="51721" y="74962"/>
                        <a:pt x="48783" y="86189"/>
                      </a:cubicBezTo>
                      <a:cubicBezTo>
                        <a:pt x="46520" y="94830"/>
                        <a:pt x="40010" y="101222"/>
                        <a:pt x="32080" y="103727"/>
                      </a:cubicBezTo>
                      <a:cubicBezTo>
                        <a:pt x="33396" y="106496"/>
                        <a:pt x="33783" y="109723"/>
                        <a:pt x="32946" y="112921"/>
                      </a:cubicBezTo>
                      <a:cubicBezTo>
                        <a:pt x="32189" y="115809"/>
                        <a:pt x="30550" y="118232"/>
                        <a:pt x="28397" y="119976"/>
                      </a:cubicBezTo>
                      <a:cubicBezTo>
                        <a:pt x="34409" y="125312"/>
                        <a:pt x="37280" y="133752"/>
                        <a:pt x="35104" y="142061"/>
                      </a:cubicBezTo>
                      <a:cubicBezTo>
                        <a:pt x="33373" y="148675"/>
                        <a:pt x="28815" y="153798"/>
                        <a:pt x="23066" y="156472"/>
                      </a:cubicBezTo>
                      <a:cubicBezTo>
                        <a:pt x="25635" y="161684"/>
                        <a:pt x="26417" y="167806"/>
                        <a:pt x="24831" y="173869"/>
                      </a:cubicBezTo>
                      <a:cubicBezTo>
                        <a:pt x="21829" y="185331"/>
                        <a:pt x="11355" y="192840"/>
                        <a:pt x="0" y="192557"/>
                      </a:cubicBezTo>
                      <a:cubicBezTo>
                        <a:pt x="2073" y="193841"/>
                        <a:pt x="4369" y="194843"/>
                        <a:pt x="6851" y="195492"/>
                      </a:cubicBezTo>
                      <a:cubicBezTo>
                        <a:pt x="20229" y="198994"/>
                        <a:pt x="33910" y="190988"/>
                        <a:pt x="37413" y="177611"/>
                      </a:cubicBezTo>
                      <a:cubicBezTo>
                        <a:pt x="38999" y="171548"/>
                        <a:pt x="38217" y="165426"/>
                        <a:pt x="35648" y="160214"/>
                      </a:cubicBezTo>
                      <a:cubicBezTo>
                        <a:pt x="41397" y="157540"/>
                        <a:pt x="45953" y="152417"/>
                        <a:pt x="47686" y="145803"/>
                      </a:cubicBezTo>
                      <a:cubicBezTo>
                        <a:pt x="49862" y="137494"/>
                        <a:pt x="46991" y="129054"/>
                        <a:pt x="40977" y="123718"/>
                      </a:cubicBezTo>
                      <a:cubicBezTo>
                        <a:pt x="43132" y="121974"/>
                        <a:pt x="44772" y="119551"/>
                        <a:pt x="45526" y="116664"/>
                      </a:cubicBezTo>
                      <a:cubicBezTo>
                        <a:pt x="46362" y="113466"/>
                        <a:pt x="45976" y="110238"/>
                        <a:pt x="44659" y="107469"/>
                      </a:cubicBezTo>
                      <a:cubicBezTo>
                        <a:pt x="52589" y="104964"/>
                        <a:pt x="59102" y="98570"/>
                        <a:pt x="61363" y="89931"/>
                      </a:cubicBezTo>
                      <a:cubicBezTo>
                        <a:pt x="64303" y="78705"/>
                        <a:pt x="59134" y="67266"/>
                        <a:pt x="49487" y="61807"/>
                      </a:cubicBezTo>
                      <a:cubicBezTo>
                        <a:pt x="51785" y="60520"/>
                        <a:pt x="53577" y="58341"/>
                        <a:pt x="54295" y="55593"/>
                      </a:cubicBezTo>
                      <a:cubicBezTo>
                        <a:pt x="55698" y="50230"/>
                        <a:pt x="52489" y="44746"/>
                        <a:pt x="47126" y="43340"/>
                      </a:cubicBezTo>
                      <a:cubicBezTo>
                        <a:pt x="46701" y="43228"/>
                        <a:pt x="46196" y="43169"/>
                        <a:pt x="45640" y="43148"/>
                      </a:cubicBezTo>
                      <a:cubicBezTo>
                        <a:pt x="47103" y="40796"/>
                        <a:pt x="48242" y="38190"/>
                        <a:pt x="48980" y="35371"/>
                      </a:cubicBezTo>
                      <a:cubicBezTo>
                        <a:pt x="52932" y="20277"/>
                        <a:pt x="43898" y="4835"/>
                        <a:pt x="28801" y="885"/>
                      </a:cubicBezTo>
                      <a:cubicBezTo>
                        <a:pt x="26929" y="393"/>
                        <a:pt x="25048" y="105"/>
                        <a:pt x="23182" y="0"/>
                      </a:cubicBez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64" name="Google Shape;1864;p2"/>
                <p:cNvSpPr/>
                <p:nvPr/>
              </p:nvSpPr>
              <p:spPr>
                <a:xfrm>
                  <a:off x="8716669" y="1596298"/>
                  <a:ext cx="87217" cy="148161"/>
                </a:xfrm>
                <a:custGeom>
                  <a:avLst/>
                  <a:gdLst/>
                  <a:ahLst/>
                  <a:cxnLst/>
                  <a:rect l="l" t="t" r="r" b="b"/>
                  <a:pathLst>
                    <a:path w="87217" h="148161" extrusionOk="0">
                      <a:moveTo>
                        <a:pt x="73511" y="0"/>
                      </a:moveTo>
                      <a:cubicBezTo>
                        <a:pt x="79923" y="7850"/>
                        <a:pt x="80588" y="19305"/>
                        <a:pt x="74421" y="27958"/>
                      </a:cubicBezTo>
                      <a:cubicBezTo>
                        <a:pt x="73040" y="29894"/>
                        <a:pt x="71415" y="31551"/>
                        <a:pt x="69618" y="32921"/>
                      </a:cubicBezTo>
                      <a:cubicBezTo>
                        <a:pt x="70036" y="33099"/>
                        <a:pt x="70404" y="33289"/>
                        <a:pt x="70697" y="33497"/>
                      </a:cubicBezTo>
                      <a:cubicBezTo>
                        <a:pt x="74380" y="36123"/>
                        <a:pt x="75237" y="41237"/>
                        <a:pt x="72613" y="44920"/>
                      </a:cubicBezTo>
                      <a:cubicBezTo>
                        <a:pt x="71266" y="46808"/>
                        <a:pt x="69268" y="47951"/>
                        <a:pt x="67145" y="48264"/>
                      </a:cubicBezTo>
                      <a:cubicBezTo>
                        <a:pt x="72919" y="55223"/>
                        <a:pt x="73543" y="65448"/>
                        <a:pt x="68048" y="73159"/>
                      </a:cubicBezTo>
                      <a:cubicBezTo>
                        <a:pt x="63819" y="79093"/>
                        <a:pt x="56997" y="82081"/>
                        <a:pt x="50221" y="81692"/>
                      </a:cubicBezTo>
                      <a:cubicBezTo>
                        <a:pt x="50422" y="84186"/>
                        <a:pt x="49780" y="86761"/>
                        <a:pt x="48216" y="88957"/>
                      </a:cubicBezTo>
                      <a:cubicBezTo>
                        <a:pt x="46801" y="90942"/>
                        <a:pt x="44849" y="92313"/>
                        <a:pt x="42700" y="93017"/>
                      </a:cubicBezTo>
                      <a:cubicBezTo>
                        <a:pt x="45738" y="98831"/>
                        <a:pt x="45483" y="106100"/>
                        <a:pt x="41413" y="111806"/>
                      </a:cubicBezTo>
                      <a:cubicBezTo>
                        <a:pt x="38174" y="116348"/>
                        <a:pt x="33213" y="118934"/>
                        <a:pt x="28054" y="119306"/>
                      </a:cubicBezTo>
                      <a:cubicBezTo>
                        <a:pt x="28502" y="124027"/>
                        <a:pt x="27325" y="128923"/>
                        <a:pt x="24355" y="133086"/>
                      </a:cubicBezTo>
                      <a:cubicBezTo>
                        <a:pt x="18743" y="140959"/>
                        <a:pt x="8575" y="143650"/>
                        <a:pt x="0" y="140141"/>
                      </a:cubicBezTo>
                      <a:cubicBezTo>
                        <a:pt x="1209" y="141721"/>
                        <a:pt x="2670" y="143152"/>
                        <a:pt x="4373" y="144365"/>
                      </a:cubicBezTo>
                      <a:cubicBezTo>
                        <a:pt x="13561" y="150915"/>
                        <a:pt x="26317" y="148777"/>
                        <a:pt x="32868" y="139590"/>
                      </a:cubicBezTo>
                      <a:cubicBezTo>
                        <a:pt x="35838" y="135425"/>
                        <a:pt x="37015" y="130528"/>
                        <a:pt x="36567" y="125810"/>
                      </a:cubicBezTo>
                      <a:cubicBezTo>
                        <a:pt x="41726" y="125435"/>
                        <a:pt x="46689" y="122852"/>
                        <a:pt x="49926" y="118310"/>
                      </a:cubicBezTo>
                      <a:cubicBezTo>
                        <a:pt x="53996" y="112601"/>
                        <a:pt x="54251" y="105334"/>
                        <a:pt x="51213" y="99521"/>
                      </a:cubicBezTo>
                      <a:cubicBezTo>
                        <a:pt x="53362" y="98815"/>
                        <a:pt x="55314" y="97443"/>
                        <a:pt x="56729" y="95461"/>
                      </a:cubicBezTo>
                      <a:cubicBezTo>
                        <a:pt x="58296" y="93264"/>
                        <a:pt x="58935" y="90690"/>
                        <a:pt x="58734" y="88196"/>
                      </a:cubicBezTo>
                      <a:cubicBezTo>
                        <a:pt x="65510" y="88585"/>
                        <a:pt x="72329" y="85597"/>
                        <a:pt x="76561" y="79662"/>
                      </a:cubicBezTo>
                      <a:cubicBezTo>
                        <a:pt x="82059" y="71952"/>
                        <a:pt x="81432" y="61729"/>
                        <a:pt x="75658" y="54768"/>
                      </a:cubicBezTo>
                      <a:cubicBezTo>
                        <a:pt x="77781" y="54452"/>
                        <a:pt x="79781" y="53309"/>
                        <a:pt x="81126" y="51424"/>
                      </a:cubicBezTo>
                      <a:cubicBezTo>
                        <a:pt x="83750" y="47741"/>
                        <a:pt x="82893" y="42627"/>
                        <a:pt x="79210" y="40000"/>
                      </a:cubicBezTo>
                      <a:cubicBezTo>
                        <a:pt x="78918" y="39792"/>
                        <a:pt x="78549" y="39600"/>
                        <a:pt x="78131" y="39424"/>
                      </a:cubicBezTo>
                      <a:cubicBezTo>
                        <a:pt x="79928" y="38055"/>
                        <a:pt x="81553" y="36398"/>
                        <a:pt x="82934" y="34461"/>
                      </a:cubicBezTo>
                      <a:cubicBezTo>
                        <a:pt x="90325" y="24094"/>
                        <a:pt x="87913" y="9697"/>
                        <a:pt x="77543" y="2307"/>
                      </a:cubicBezTo>
                      <a:cubicBezTo>
                        <a:pt x="76256" y="1385"/>
                        <a:pt x="74903" y="617"/>
                        <a:pt x="73511" y="0"/>
                      </a:cubicBez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865" name="Google Shape;1865;p2"/>
              <p:cNvSpPr/>
              <p:nvPr/>
            </p:nvSpPr>
            <p:spPr>
              <a:xfrm>
                <a:off x="8461575" y="927193"/>
                <a:ext cx="658554" cy="770568"/>
              </a:xfrm>
              <a:custGeom>
                <a:avLst/>
                <a:gdLst/>
                <a:ahLst/>
                <a:cxnLst/>
                <a:rect l="l" t="t" r="r" b="b"/>
                <a:pathLst>
                  <a:path w="658554" h="770568" extrusionOk="0">
                    <a:moveTo>
                      <a:pt x="560021" y="72205"/>
                    </a:moveTo>
                    <a:cubicBezTo>
                      <a:pt x="557740" y="52013"/>
                      <a:pt x="547060" y="32884"/>
                      <a:pt x="528991" y="20480"/>
                    </a:cubicBezTo>
                    <a:cubicBezTo>
                      <a:pt x="500441" y="880"/>
                      <a:pt x="462848" y="4494"/>
                      <a:pt x="438507" y="27139"/>
                    </a:cubicBezTo>
                    <a:cubicBezTo>
                      <a:pt x="436086" y="23738"/>
                      <a:pt x="433039" y="20697"/>
                      <a:pt x="429397" y="18199"/>
                    </a:cubicBezTo>
                    <a:cubicBezTo>
                      <a:pt x="412723" y="6750"/>
                      <a:pt x="389927" y="10989"/>
                      <a:pt x="378481" y="27660"/>
                    </a:cubicBezTo>
                    <a:cubicBezTo>
                      <a:pt x="376892" y="29974"/>
                      <a:pt x="375617" y="32408"/>
                      <a:pt x="374622" y="34912"/>
                    </a:cubicBezTo>
                    <a:cubicBezTo>
                      <a:pt x="369444" y="26378"/>
                      <a:pt x="362433" y="18770"/>
                      <a:pt x="353671" y="12753"/>
                    </a:cubicBezTo>
                    <a:cubicBezTo>
                      <a:pt x="320620" y="-9937"/>
                      <a:pt x="275433" y="-1541"/>
                      <a:pt x="252740" y="31512"/>
                    </a:cubicBezTo>
                    <a:cubicBezTo>
                      <a:pt x="242215" y="46840"/>
                      <a:pt x="238390" y="64778"/>
                      <a:pt x="240599" y="81873"/>
                    </a:cubicBezTo>
                    <a:cubicBezTo>
                      <a:pt x="215585" y="75849"/>
                      <a:pt x="188343" y="85364"/>
                      <a:pt x="172912" y="107840"/>
                    </a:cubicBezTo>
                    <a:cubicBezTo>
                      <a:pt x="159596" y="127236"/>
                      <a:pt x="158453" y="151372"/>
                      <a:pt x="167776" y="171235"/>
                    </a:cubicBezTo>
                    <a:cubicBezTo>
                      <a:pt x="157861" y="170389"/>
                      <a:pt x="147785" y="174742"/>
                      <a:pt x="141750" y="183531"/>
                    </a:cubicBezTo>
                    <a:cubicBezTo>
                      <a:pt x="136137" y="191706"/>
                      <a:pt x="135358" y="201762"/>
                      <a:pt x="138776" y="210328"/>
                    </a:cubicBezTo>
                    <a:cubicBezTo>
                      <a:pt x="114007" y="204736"/>
                      <a:pt x="87222" y="214285"/>
                      <a:pt x="71974" y="236498"/>
                    </a:cubicBezTo>
                    <a:cubicBezTo>
                      <a:pt x="55318" y="260759"/>
                      <a:pt x="57698" y="292436"/>
                      <a:pt x="75801" y="313886"/>
                    </a:cubicBezTo>
                    <a:cubicBezTo>
                      <a:pt x="67231" y="316935"/>
                      <a:pt x="59508" y="322607"/>
                      <a:pt x="53965" y="330679"/>
                    </a:cubicBezTo>
                    <a:cubicBezTo>
                      <a:pt x="42631" y="347186"/>
                      <a:pt x="43895" y="368611"/>
                      <a:pt x="55638" y="383572"/>
                    </a:cubicBezTo>
                    <a:cubicBezTo>
                      <a:pt x="39014" y="388167"/>
                      <a:pt x="23856" y="398411"/>
                      <a:pt x="13331" y="413741"/>
                    </a:cubicBezTo>
                    <a:cubicBezTo>
                      <a:pt x="-10388" y="448291"/>
                      <a:pt x="-1610" y="495527"/>
                      <a:pt x="32941" y="519249"/>
                    </a:cubicBezTo>
                    <a:cubicBezTo>
                      <a:pt x="34221" y="520129"/>
                      <a:pt x="35526" y="520950"/>
                      <a:pt x="36840" y="521740"/>
                    </a:cubicBezTo>
                    <a:cubicBezTo>
                      <a:pt x="29763" y="526767"/>
                      <a:pt x="23433" y="533100"/>
                      <a:pt x="18233" y="540673"/>
                    </a:cubicBezTo>
                    <a:cubicBezTo>
                      <a:pt x="-5487" y="575224"/>
                      <a:pt x="3291" y="622462"/>
                      <a:pt x="37842" y="646181"/>
                    </a:cubicBezTo>
                    <a:cubicBezTo>
                      <a:pt x="51983" y="655890"/>
                      <a:pt x="68250" y="660146"/>
                      <a:pt x="84161" y="659429"/>
                    </a:cubicBezTo>
                    <a:cubicBezTo>
                      <a:pt x="93883" y="687775"/>
                      <a:pt x="115314" y="705386"/>
                      <a:pt x="152391" y="697897"/>
                    </a:cubicBezTo>
                    <a:cubicBezTo>
                      <a:pt x="154988" y="720650"/>
                      <a:pt x="167035" y="742198"/>
                      <a:pt x="187397" y="756177"/>
                    </a:cubicBezTo>
                    <a:cubicBezTo>
                      <a:pt x="224693" y="781782"/>
                      <a:pt x="275686" y="772307"/>
                      <a:pt x="301292" y="735008"/>
                    </a:cubicBezTo>
                    <a:cubicBezTo>
                      <a:pt x="306024" y="728116"/>
                      <a:pt x="309549" y="720755"/>
                      <a:pt x="311931" y="713172"/>
                    </a:cubicBezTo>
                    <a:cubicBezTo>
                      <a:pt x="312957" y="714123"/>
                      <a:pt x="314064" y="715013"/>
                      <a:pt x="315250" y="715829"/>
                    </a:cubicBezTo>
                    <a:cubicBezTo>
                      <a:pt x="328500" y="724925"/>
                      <a:pt x="346616" y="721560"/>
                      <a:pt x="355712" y="708310"/>
                    </a:cubicBezTo>
                    <a:cubicBezTo>
                      <a:pt x="360374" y="701521"/>
                      <a:pt x="361754" y="693456"/>
                      <a:pt x="360218" y="685980"/>
                    </a:cubicBezTo>
                    <a:cubicBezTo>
                      <a:pt x="390480" y="696777"/>
                      <a:pt x="425369" y="686415"/>
                      <a:pt x="444414" y="658674"/>
                    </a:cubicBezTo>
                    <a:cubicBezTo>
                      <a:pt x="466853" y="625991"/>
                      <a:pt x="458873" y="581453"/>
                      <a:pt x="426731" y="558522"/>
                    </a:cubicBezTo>
                    <a:cubicBezTo>
                      <a:pt x="426734" y="558497"/>
                      <a:pt x="426738" y="558474"/>
                      <a:pt x="426743" y="558449"/>
                    </a:cubicBezTo>
                    <a:cubicBezTo>
                      <a:pt x="444427" y="569760"/>
                      <a:pt x="468021" y="565081"/>
                      <a:pt x="479991" y="547645"/>
                    </a:cubicBezTo>
                    <a:cubicBezTo>
                      <a:pt x="484890" y="540509"/>
                      <a:pt x="487091" y="532322"/>
                      <a:pt x="486830" y="524287"/>
                    </a:cubicBezTo>
                    <a:cubicBezTo>
                      <a:pt x="509937" y="527348"/>
                      <a:pt x="533888" y="517639"/>
                      <a:pt x="547983" y="497109"/>
                    </a:cubicBezTo>
                    <a:cubicBezTo>
                      <a:pt x="559203" y="480768"/>
                      <a:pt x="561789" y="461061"/>
                      <a:pt x="556752" y="443379"/>
                    </a:cubicBezTo>
                    <a:cubicBezTo>
                      <a:pt x="573054" y="439127"/>
                      <a:pt x="587965" y="429231"/>
                      <a:pt x="598250" y="414250"/>
                    </a:cubicBezTo>
                    <a:cubicBezTo>
                      <a:pt x="619496" y="383303"/>
                      <a:pt x="613484" y="341716"/>
                      <a:pt x="585499" y="317918"/>
                    </a:cubicBezTo>
                    <a:cubicBezTo>
                      <a:pt x="595102" y="318414"/>
                      <a:pt x="604729" y="314057"/>
                      <a:pt x="610569" y="305551"/>
                    </a:cubicBezTo>
                    <a:cubicBezTo>
                      <a:pt x="618321" y="294261"/>
                      <a:pt x="616853" y="279376"/>
                      <a:pt x="607835" y="269796"/>
                    </a:cubicBezTo>
                    <a:cubicBezTo>
                      <a:pt x="622749" y="265091"/>
                      <a:pt x="636264" y="255575"/>
                      <a:pt x="645801" y="241685"/>
                    </a:cubicBezTo>
                    <a:cubicBezTo>
                      <a:pt x="668492" y="208634"/>
                      <a:pt x="660095" y="163447"/>
                      <a:pt x="627042" y="140753"/>
                    </a:cubicBezTo>
                    <a:cubicBezTo>
                      <a:pt x="618083" y="134604"/>
                      <a:pt x="608233" y="130757"/>
                      <a:pt x="598181" y="129044"/>
                    </a:cubicBezTo>
                    <a:cubicBezTo>
                      <a:pt x="598289" y="128894"/>
                      <a:pt x="598401" y="128750"/>
                      <a:pt x="598506" y="128596"/>
                    </a:cubicBezTo>
                    <a:cubicBezTo>
                      <a:pt x="609952" y="111922"/>
                      <a:pt x="605716" y="89126"/>
                      <a:pt x="589042" y="77680"/>
                    </a:cubicBezTo>
                    <a:cubicBezTo>
                      <a:pt x="580220" y="71622"/>
                      <a:pt x="569684" y="69961"/>
                      <a:pt x="560021" y="72205"/>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66" name="Google Shape;1866;p2"/>
              <p:cNvSpPr/>
              <p:nvPr/>
            </p:nvSpPr>
            <p:spPr>
              <a:xfrm>
                <a:off x="8602086" y="935443"/>
                <a:ext cx="518041" cy="762311"/>
              </a:xfrm>
              <a:custGeom>
                <a:avLst/>
                <a:gdLst/>
                <a:ahLst/>
                <a:cxnLst/>
                <a:rect l="l" t="t" r="r" b="b"/>
                <a:pathLst>
                  <a:path w="518041" h="762311" extrusionOk="0">
                    <a:moveTo>
                      <a:pt x="346658" y="278144"/>
                    </a:moveTo>
                    <a:cubicBezTo>
                      <a:pt x="346658" y="278144"/>
                      <a:pt x="228515" y="487039"/>
                      <a:pt x="202647" y="504582"/>
                    </a:cubicBezTo>
                    <a:cubicBezTo>
                      <a:pt x="176776" y="522127"/>
                      <a:pt x="29594" y="642707"/>
                      <a:pt x="29594" y="642707"/>
                    </a:cubicBezTo>
                    <a:lnTo>
                      <a:pt x="0" y="691218"/>
                    </a:lnTo>
                    <a:cubicBezTo>
                      <a:pt x="3769" y="690989"/>
                      <a:pt x="7720" y="690482"/>
                      <a:pt x="11878" y="689640"/>
                    </a:cubicBezTo>
                    <a:cubicBezTo>
                      <a:pt x="14475" y="712393"/>
                      <a:pt x="26522" y="733941"/>
                      <a:pt x="46883" y="747920"/>
                    </a:cubicBezTo>
                    <a:cubicBezTo>
                      <a:pt x="84180" y="773525"/>
                      <a:pt x="135173" y="764050"/>
                      <a:pt x="160779" y="726751"/>
                    </a:cubicBezTo>
                    <a:cubicBezTo>
                      <a:pt x="165511" y="719859"/>
                      <a:pt x="169036" y="712498"/>
                      <a:pt x="171418" y="704916"/>
                    </a:cubicBezTo>
                    <a:cubicBezTo>
                      <a:pt x="172444" y="705867"/>
                      <a:pt x="173551" y="706756"/>
                      <a:pt x="174737" y="707572"/>
                    </a:cubicBezTo>
                    <a:cubicBezTo>
                      <a:pt x="187987" y="716668"/>
                      <a:pt x="206103" y="713303"/>
                      <a:pt x="215199" y="700053"/>
                    </a:cubicBezTo>
                    <a:cubicBezTo>
                      <a:pt x="219861" y="693264"/>
                      <a:pt x="221241" y="685199"/>
                      <a:pt x="219705" y="677724"/>
                    </a:cubicBezTo>
                    <a:cubicBezTo>
                      <a:pt x="249967" y="688520"/>
                      <a:pt x="284856" y="678158"/>
                      <a:pt x="303901" y="650417"/>
                    </a:cubicBezTo>
                    <a:cubicBezTo>
                      <a:pt x="326340" y="617734"/>
                      <a:pt x="318360" y="573196"/>
                      <a:pt x="286219" y="550265"/>
                    </a:cubicBezTo>
                    <a:cubicBezTo>
                      <a:pt x="286221" y="550240"/>
                      <a:pt x="286226" y="550217"/>
                      <a:pt x="286230" y="550192"/>
                    </a:cubicBezTo>
                    <a:cubicBezTo>
                      <a:pt x="303914" y="561503"/>
                      <a:pt x="327508" y="556824"/>
                      <a:pt x="339478" y="539389"/>
                    </a:cubicBezTo>
                    <a:cubicBezTo>
                      <a:pt x="344377" y="532252"/>
                      <a:pt x="346578" y="524066"/>
                      <a:pt x="346318" y="516030"/>
                    </a:cubicBezTo>
                    <a:cubicBezTo>
                      <a:pt x="369424" y="519091"/>
                      <a:pt x="393375" y="509382"/>
                      <a:pt x="407470" y="488852"/>
                    </a:cubicBezTo>
                    <a:cubicBezTo>
                      <a:pt x="418690" y="472512"/>
                      <a:pt x="421275" y="452804"/>
                      <a:pt x="416239" y="435122"/>
                    </a:cubicBezTo>
                    <a:cubicBezTo>
                      <a:pt x="432541" y="430870"/>
                      <a:pt x="447452" y="420974"/>
                      <a:pt x="457737" y="405994"/>
                    </a:cubicBezTo>
                    <a:cubicBezTo>
                      <a:pt x="478983" y="375046"/>
                      <a:pt x="472971" y="333459"/>
                      <a:pt x="444986" y="309661"/>
                    </a:cubicBezTo>
                    <a:cubicBezTo>
                      <a:pt x="454589" y="310158"/>
                      <a:pt x="464216" y="305801"/>
                      <a:pt x="470056" y="297294"/>
                    </a:cubicBezTo>
                    <a:cubicBezTo>
                      <a:pt x="477808" y="286004"/>
                      <a:pt x="476341" y="271120"/>
                      <a:pt x="467322" y="261539"/>
                    </a:cubicBezTo>
                    <a:cubicBezTo>
                      <a:pt x="482236" y="256834"/>
                      <a:pt x="495751" y="247318"/>
                      <a:pt x="505288" y="233428"/>
                    </a:cubicBezTo>
                    <a:cubicBezTo>
                      <a:pt x="527979" y="200377"/>
                      <a:pt x="519583" y="155190"/>
                      <a:pt x="486529" y="132497"/>
                    </a:cubicBezTo>
                    <a:cubicBezTo>
                      <a:pt x="477571" y="126347"/>
                      <a:pt x="467720" y="122500"/>
                      <a:pt x="457669" y="120788"/>
                    </a:cubicBezTo>
                    <a:cubicBezTo>
                      <a:pt x="457776" y="120637"/>
                      <a:pt x="457888" y="120493"/>
                      <a:pt x="457993" y="120340"/>
                    </a:cubicBezTo>
                    <a:cubicBezTo>
                      <a:pt x="469439" y="103666"/>
                      <a:pt x="465203" y="80869"/>
                      <a:pt x="448529" y="69424"/>
                    </a:cubicBezTo>
                    <a:cubicBezTo>
                      <a:pt x="439707" y="63366"/>
                      <a:pt x="429171" y="61704"/>
                      <a:pt x="419508" y="63946"/>
                    </a:cubicBezTo>
                    <a:cubicBezTo>
                      <a:pt x="417227" y="43754"/>
                      <a:pt x="406547" y="24625"/>
                      <a:pt x="388478" y="12221"/>
                    </a:cubicBezTo>
                    <a:cubicBezTo>
                      <a:pt x="378479" y="5356"/>
                      <a:pt x="367372" y="1351"/>
                      <a:pt x="356113" y="0"/>
                    </a:cubicBezTo>
                    <a:lnTo>
                      <a:pt x="366830" y="128071"/>
                    </a:lnTo>
                    <a:lnTo>
                      <a:pt x="346658" y="278144"/>
                    </a:ln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67" name="Google Shape;1867;p2"/>
              <p:cNvSpPr/>
              <p:nvPr/>
            </p:nvSpPr>
            <p:spPr>
              <a:xfrm>
                <a:off x="8699022" y="1493686"/>
                <a:ext cx="314731" cy="157027"/>
              </a:xfrm>
              <a:custGeom>
                <a:avLst/>
                <a:gdLst/>
                <a:ahLst/>
                <a:cxnLst/>
                <a:rect l="l" t="t" r="r" b="b"/>
                <a:pathLst>
                  <a:path w="314731" h="157027" extrusionOk="0">
                    <a:moveTo>
                      <a:pt x="11797" y="130473"/>
                    </a:moveTo>
                    <a:cubicBezTo>
                      <a:pt x="51818" y="161186"/>
                      <a:pt x="88123" y="168636"/>
                      <a:pt x="117886" y="134709"/>
                    </a:cubicBezTo>
                    <a:cubicBezTo>
                      <a:pt x="147652" y="100783"/>
                      <a:pt x="256242" y="38393"/>
                      <a:pt x="314731" y="46710"/>
                    </a:cubicBezTo>
                    <a:cubicBezTo>
                      <a:pt x="306049" y="32205"/>
                      <a:pt x="255407" y="34327"/>
                      <a:pt x="255407" y="34327"/>
                    </a:cubicBezTo>
                    <a:cubicBezTo>
                      <a:pt x="255407" y="34327"/>
                      <a:pt x="176076" y="61269"/>
                      <a:pt x="153717" y="81581"/>
                    </a:cubicBezTo>
                    <a:cubicBezTo>
                      <a:pt x="131358" y="101892"/>
                      <a:pt x="117308" y="2935"/>
                      <a:pt x="57417" y="0"/>
                    </a:cubicBezTo>
                    <a:cubicBezTo>
                      <a:pt x="30922" y="11579"/>
                      <a:pt x="53421" y="18622"/>
                      <a:pt x="53421" y="18622"/>
                    </a:cubicBezTo>
                    <a:cubicBezTo>
                      <a:pt x="53421" y="18622"/>
                      <a:pt x="138156" y="65137"/>
                      <a:pt x="125807" y="94195"/>
                    </a:cubicBezTo>
                    <a:cubicBezTo>
                      <a:pt x="113458" y="123252"/>
                      <a:pt x="56409" y="152040"/>
                      <a:pt x="6917" y="107058"/>
                    </a:cubicBezTo>
                    <a:cubicBezTo>
                      <a:pt x="-11111" y="109568"/>
                      <a:pt x="11797" y="130473"/>
                      <a:pt x="11797" y="130473"/>
                    </a:cubicBezTo>
                    <a:close/>
                  </a:path>
                </a:pathLst>
              </a:custGeom>
              <a:solidFill>
                <a:srgbClr val="416B2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68" name="Google Shape;1868;p2"/>
              <p:cNvSpPr/>
              <p:nvPr/>
            </p:nvSpPr>
            <p:spPr>
              <a:xfrm>
                <a:off x="8826879" y="1283072"/>
                <a:ext cx="175400" cy="180670"/>
              </a:xfrm>
              <a:custGeom>
                <a:avLst/>
                <a:gdLst/>
                <a:ahLst/>
                <a:cxnLst/>
                <a:rect l="l" t="t" r="r" b="b"/>
                <a:pathLst>
                  <a:path w="175400" h="180670" extrusionOk="0">
                    <a:moveTo>
                      <a:pt x="164247" y="0"/>
                    </a:moveTo>
                    <a:cubicBezTo>
                      <a:pt x="169605" y="13718"/>
                      <a:pt x="165406" y="29851"/>
                      <a:pt x="153014" y="39054"/>
                    </a:cubicBezTo>
                    <a:cubicBezTo>
                      <a:pt x="150241" y="41114"/>
                      <a:pt x="147253" y="42680"/>
                      <a:pt x="144158" y="43770"/>
                    </a:cubicBezTo>
                    <a:cubicBezTo>
                      <a:pt x="144656" y="44202"/>
                      <a:pt x="145079" y="44632"/>
                      <a:pt x="145390" y="45050"/>
                    </a:cubicBezTo>
                    <a:cubicBezTo>
                      <a:pt x="149308" y="50326"/>
                      <a:pt x="148208" y="57779"/>
                      <a:pt x="142932" y="61697"/>
                    </a:cubicBezTo>
                    <a:cubicBezTo>
                      <a:pt x="140230" y="63704"/>
                      <a:pt x="136954" y="64392"/>
                      <a:pt x="133877" y="63878"/>
                    </a:cubicBezTo>
                    <a:cubicBezTo>
                      <a:pt x="138749" y="76078"/>
                      <a:pt x="135045" y="90491"/>
                      <a:pt x="124002" y="98696"/>
                    </a:cubicBezTo>
                    <a:cubicBezTo>
                      <a:pt x="115502" y="105010"/>
                      <a:pt x="104738" y="106093"/>
                      <a:pt x="95546" y="102527"/>
                    </a:cubicBezTo>
                    <a:cubicBezTo>
                      <a:pt x="94709" y="106064"/>
                      <a:pt x="92672" y="109337"/>
                      <a:pt x="89527" y="111673"/>
                    </a:cubicBezTo>
                    <a:cubicBezTo>
                      <a:pt x="86685" y="113783"/>
                      <a:pt x="83375" y="114808"/>
                      <a:pt x="80088" y="114824"/>
                    </a:cubicBezTo>
                    <a:cubicBezTo>
                      <a:pt x="81690" y="124217"/>
                      <a:pt x="78088" y="134152"/>
                      <a:pt x="69913" y="140223"/>
                    </a:cubicBezTo>
                    <a:cubicBezTo>
                      <a:pt x="63407" y="145056"/>
                      <a:pt x="55394" y="146414"/>
                      <a:pt x="48093" y="144624"/>
                    </a:cubicBezTo>
                    <a:cubicBezTo>
                      <a:pt x="46602" y="151349"/>
                      <a:pt x="42787" y="157592"/>
                      <a:pt x="36823" y="162023"/>
                    </a:cubicBezTo>
                    <a:cubicBezTo>
                      <a:pt x="25548" y="170399"/>
                      <a:pt x="10289" y="169573"/>
                      <a:pt x="0" y="160891"/>
                    </a:cubicBezTo>
                    <a:cubicBezTo>
                      <a:pt x="965" y="163616"/>
                      <a:pt x="2345" y="166245"/>
                      <a:pt x="4158" y="168686"/>
                    </a:cubicBezTo>
                    <a:cubicBezTo>
                      <a:pt x="13933" y="181844"/>
                      <a:pt x="32523" y="184590"/>
                      <a:pt x="45683" y="174815"/>
                    </a:cubicBezTo>
                    <a:cubicBezTo>
                      <a:pt x="51648" y="170385"/>
                      <a:pt x="55463" y="164142"/>
                      <a:pt x="56953" y="157416"/>
                    </a:cubicBezTo>
                    <a:cubicBezTo>
                      <a:pt x="64255" y="159206"/>
                      <a:pt x="72267" y="157848"/>
                      <a:pt x="78773" y="153016"/>
                    </a:cubicBezTo>
                    <a:cubicBezTo>
                      <a:pt x="86948" y="146944"/>
                      <a:pt x="90551" y="137009"/>
                      <a:pt x="88948" y="127616"/>
                    </a:cubicBezTo>
                    <a:cubicBezTo>
                      <a:pt x="92236" y="127600"/>
                      <a:pt x="95546" y="126576"/>
                      <a:pt x="98387" y="124466"/>
                    </a:cubicBezTo>
                    <a:cubicBezTo>
                      <a:pt x="101533" y="122130"/>
                      <a:pt x="103570" y="118856"/>
                      <a:pt x="104406" y="115320"/>
                    </a:cubicBezTo>
                    <a:cubicBezTo>
                      <a:pt x="113598" y="118886"/>
                      <a:pt x="124361" y="117802"/>
                      <a:pt x="132862" y="111488"/>
                    </a:cubicBezTo>
                    <a:cubicBezTo>
                      <a:pt x="143906" y="103284"/>
                      <a:pt x="147612" y="88871"/>
                      <a:pt x="142738" y="76670"/>
                    </a:cubicBezTo>
                    <a:cubicBezTo>
                      <a:pt x="145817" y="77185"/>
                      <a:pt x="149091" y="76496"/>
                      <a:pt x="151793" y="74489"/>
                    </a:cubicBezTo>
                    <a:cubicBezTo>
                      <a:pt x="157069" y="70571"/>
                      <a:pt x="158168" y="63119"/>
                      <a:pt x="154250" y="57843"/>
                    </a:cubicBezTo>
                    <a:cubicBezTo>
                      <a:pt x="153939" y="57424"/>
                      <a:pt x="153516" y="56995"/>
                      <a:pt x="153018" y="56563"/>
                    </a:cubicBezTo>
                    <a:cubicBezTo>
                      <a:pt x="156113" y="55472"/>
                      <a:pt x="159101" y="53906"/>
                      <a:pt x="161876" y="51846"/>
                    </a:cubicBezTo>
                    <a:cubicBezTo>
                      <a:pt x="176726" y="40817"/>
                      <a:pt x="179821" y="19838"/>
                      <a:pt x="168794" y="4988"/>
                    </a:cubicBezTo>
                    <a:cubicBezTo>
                      <a:pt x="167422" y="3143"/>
                      <a:pt x="165895" y="1479"/>
                      <a:pt x="164247" y="0"/>
                    </a:cubicBezTo>
                    <a:close/>
                  </a:path>
                </a:pathLst>
              </a:custGeom>
              <a:solidFill>
                <a:srgbClr val="497A2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69" name="Google Shape;1869;p2"/>
              <p:cNvSpPr/>
              <p:nvPr/>
            </p:nvSpPr>
            <p:spPr>
              <a:xfrm>
                <a:off x="8828909" y="1387330"/>
                <a:ext cx="125243" cy="113678"/>
              </a:xfrm>
              <a:custGeom>
                <a:avLst/>
                <a:gdLst/>
                <a:ahLst/>
                <a:cxnLst/>
                <a:rect l="l" t="t" r="r" b="b"/>
                <a:pathLst>
                  <a:path w="125243" h="113678" extrusionOk="0">
                    <a:moveTo>
                      <a:pt x="125243" y="102876"/>
                    </a:moveTo>
                    <a:cubicBezTo>
                      <a:pt x="99750" y="114281"/>
                      <a:pt x="124631" y="76921"/>
                      <a:pt x="90987" y="31197"/>
                    </a:cubicBezTo>
                    <a:cubicBezTo>
                      <a:pt x="57345" y="-14526"/>
                      <a:pt x="0" y="3506"/>
                      <a:pt x="0" y="3506"/>
                    </a:cubicBezTo>
                    <a:cubicBezTo>
                      <a:pt x="0" y="3506"/>
                      <a:pt x="57822" y="4571"/>
                      <a:pt x="72565" y="25047"/>
                    </a:cubicBezTo>
                    <a:cubicBezTo>
                      <a:pt x="87307" y="45523"/>
                      <a:pt x="26136" y="58267"/>
                      <a:pt x="11286" y="41248"/>
                    </a:cubicBezTo>
                    <a:cubicBezTo>
                      <a:pt x="1623" y="56267"/>
                      <a:pt x="11323" y="55808"/>
                      <a:pt x="11323" y="55808"/>
                    </a:cubicBezTo>
                    <a:cubicBezTo>
                      <a:pt x="11323" y="55808"/>
                      <a:pt x="68237" y="65758"/>
                      <a:pt x="82184" y="46860"/>
                    </a:cubicBezTo>
                    <a:cubicBezTo>
                      <a:pt x="98563" y="72020"/>
                      <a:pt x="104962" y="113671"/>
                      <a:pt x="104962" y="113671"/>
                    </a:cubicBezTo>
                    <a:cubicBezTo>
                      <a:pt x="104962" y="113671"/>
                      <a:pt x="119928" y="114354"/>
                      <a:pt x="125243" y="102876"/>
                    </a:cubicBezTo>
                    <a:close/>
                  </a:path>
                </a:pathLst>
              </a:custGeom>
              <a:solidFill>
                <a:srgbClr val="416B2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70" name="Google Shape;1870;p2"/>
              <p:cNvSpPr/>
              <p:nvPr/>
            </p:nvSpPr>
            <p:spPr>
              <a:xfrm>
                <a:off x="8828909" y="1387330"/>
                <a:ext cx="125243" cy="113678"/>
              </a:xfrm>
              <a:custGeom>
                <a:avLst/>
                <a:gdLst/>
                <a:ahLst/>
                <a:cxnLst/>
                <a:rect l="l" t="t" r="r" b="b"/>
                <a:pathLst>
                  <a:path w="125243" h="113678" extrusionOk="0">
                    <a:moveTo>
                      <a:pt x="125243" y="102876"/>
                    </a:moveTo>
                    <a:cubicBezTo>
                      <a:pt x="99750" y="114281"/>
                      <a:pt x="124631" y="76921"/>
                      <a:pt x="90987" y="31197"/>
                    </a:cubicBezTo>
                    <a:cubicBezTo>
                      <a:pt x="57345" y="-14526"/>
                      <a:pt x="0" y="3506"/>
                      <a:pt x="0" y="3506"/>
                    </a:cubicBezTo>
                    <a:cubicBezTo>
                      <a:pt x="0" y="3506"/>
                      <a:pt x="57822" y="4571"/>
                      <a:pt x="72565" y="25047"/>
                    </a:cubicBezTo>
                    <a:cubicBezTo>
                      <a:pt x="87307" y="45523"/>
                      <a:pt x="26136" y="58267"/>
                      <a:pt x="11286" y="41248"/>
                    </a:cubicBezTo>
                    <a:cubicBezTo>
                      <a:pt x="1623" y="56267"/>
                      <a:pt x="11323" y="55808"/>
                      <a:pt x="11323" y="55808"/>
                    </a:cubicBezTo>
                    <a:cubicBezTo>
                      <a:pt x="11323" y="55808"/>
                      <a:pt x="68237" y="65758"/>
                      <a:pt x="82184" y="46860"/>
                    </a:cubicBezTo>
                    <a:cubicBezTo>
                      <a:pt x="98563" y="72020"/>
                      <a:pt x="104962" y="113671"/>
                      <a:pt x="104962" y="113671"/>
                    </a:cubicBezTo>
                    <a:cubicBezTo>
                      <a:pt x="104962" y="113671"/>
                      <a:pt x="119928" y="114354"/>
                      <a:pt x="125243" y="102876"/>
                    </a:cubicBezTo>
                    <a:close/>
                  </a:path>
                </a:pathLst>
              </a:custGeom>
              <a:solidFill>
                <a:srgbClr val="E0E0E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71" name="Google Shape;1871;p2"/>
              <p:cNvSpPr/>
              <p:nvPr/>
            </p:nvSpPr>
            <p:spPr>
              <a:xfrm>
                <a:off x="8720475" y="1211738"/>
                <a:ext cx="570766" cy="473916"/>
              </a:xfrm>
              <a:custGeom>
                <a:avLst/>
                <a:gdLst/>
                <a:ahLst/>
                <a:cxnLst/>
                <a:rect l="l" t="t" r="r" b="b"/>
                <a:pathLst>
                  <a:path w="570766" h="473916" extrusionOk="0">
                    <a:moveTo>
                      <a:pt x="55481" y="317548"/>
                    </a:moveTo>
                    <a:cubicBezTo>
                      <a:pt x="130137" y="304062"/>
                      <a:pt x="166885" y="333223"/>
                      <a:pt x="240473" y="323916"/>
                    </a:cubicBezTo>
                    <a:cubicBezTo>
                      <a:pt x="346654" y="310486"/>
                      <a:pt x="477497" y="456182"/>
                      <a:pt x="495584" y="473917"/>
                    </a:cubicBezTo>
                    <a:cubicBezTo>
                      <a:pt x="532183" y="434380"/>
                      <a:pt x="570766" y="364411"/>
                      <a:pt x="570766" y="364411"/>
                    </a:cubicBezTo>
                    <a:cubicBezTo>
                      <a:pt x="570766" y="364411"/>
                      <a:pt x="455632" y="340629"/>
                      <a:pt x="407633" y="212241"/>
                    </a:cubicBezTo>
                    <a:cubicBezTo>
                      <a:pt x="392701" y="172300"/>
                      <a:pt x="343391" y="71604"/>
                      <a:pt x="260668" y="2438"/>
                    </a:cubicBezTo>
                    <a:cubicBezTo>
                      <a:pt x="221543" y="-6637"/>
                      <a:pt x="238457" y="12543"/>
                      <a:pt x="238457" y="12543"/>
                    </a:cubicBezTo>
                    <a:cubicBezTo>
                      <a:pt x="238457" y="12543"/>
                      <a:pt x="292316" y="46682"/>
                      <a:pt x="296643" y="120579"/>
                    </a:cubicBezTo>
                    <a:cubicBezTo>
                      <a:pt x="300970" y="194476"/>
                      <a:pt x="129097" y="38363"/>
                      <a:pt x="129097" y="38363"/>
                    </a:cubicBezTo>
                    <a:cubicBezTo>
                      <a:pt x="129097" y="38363"/>
                      <a:pt x="202569" y="147721"/>
                      <a:pt x="292251" y="183759"/>
                    </a:cubicBezTo>
                    <a:cubicBezTo>
                      <a:pt x="330862" y="222562"/>
                      <a:pt x="352062" y="285347"/>
                      <a:pt x="352062" y="285347"/>
                    </a:cubicBezTo>
                    <a:cubicBezTo>
                      <a:pt x="352062" y="285347"/>
                      <a:pt x="260199" y="259371"/>
                      <a:pt x="244095" y="270431"/>
                    </a:cubicBezTo>
                    <a:cubicBezTo>
                      <a:pt x="227990" y="281490"/>
                      <a:pt x="214511" y="302499"/>
                      <a:pt x="177197" y="279717"/>
                    </a:cubicBezTo>
                    <a:cubicBezTo>
                      <a:pt x="139880" y="256934"/>
                      <a:pt x="0" y="251683"/>
                      <a:pt x="0" y="251683"/>
                    </a:cubicBezTo>
                    <a:lnTo>
                      <a:pt x="25352" y="286202"/>
                    </a:lnTo>
                    <a:cubicBezTo>
                      <a:pt x="25352" y="286202"/>
                      <a:pt x="117256" y="280174"/>
                      <a:pt x="126434" y="290257"/>
                    </a:cubicBezTo>
                    <a:cubicBezTo>
                      <a:pt x="135612" y="300341"/>
                      <a:pt x="55470" y="306879"/>
                      <a:pt x="55470" y="306879"/>
                    </a:cubicBezTo>
                    <a:lnTo>
                      <a:pt x="55481" y="317548"/>
                    </a:lnTo>
                    <a:close/>
                  </a:path>
                </a:pathLst>
              </a:custGeom>
              <a:solidFill>
                <a:srgbClr val="416B2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72" name="Google Shape;1872;p2"/>
              <p:cNvSpPr/>
              <p:nvPr/>
            </p:nvSpPr>
            <p:spPr>
              <a:xfrm>
                <a:off x="8821384" y="1472509"/>
                <a:ext cx="308323" cy="86238"/>
              </a:xfrm>
              <a:custGeom>
                <a:avLst/>
                <a:gdLst/>
                <a:ahLst/>
                <a:cxnLst/>
                <a:rect l="l" t="t" r="r" b="b"/>
                <a:pathLst>
                  <a:path w="308323" h="86238" extrusionOk="0">
                    <a:moveTo>
                      <a:pt x="262161" y="35789"/>
                    </a:moveTo>
                    <a:cubicBezTo>
                      <a:pt x="255586" y="24552"/>
                      <a:pt x="251158" y="24575"/>
                      <a:pt x="251158" y="24575"/>
                    </a:cubicBezTo>
                    <a:cubicBezTo>
                      <a:pt x="251158" y="24575"/>
                      <a:pt x="159296" y="-1401"/>
                      <a:pt x="143191" y="9658"/>
                    </a:cubicBezTo>
                    <a:cubicBezTo>
                      <a:pt x="127086" y="20718"/>
                      <a:pt x="113607" y="41726"/>
                      <a:pt x="76293" y="18944"/>
                    </a:cubicBezTo>
                    <a:cubicBezTo>
                      <a:pt x="62230" y="10358"/>
                      <a:pt x="33602" y="4263"/>
                      <a:pt x="3384" y="0"/>
                    </a:cubicBezTo>
                    <a:lnTo>
                      <a:pt x="0" y="12989"/>
                    </a:lnTo>
                    <a:lnTo>
                      <a:pt x="20771" y="10730"/>
                    </a:lnTo>
                    <a:cubicBezTo>
                      <a:pt x="43457" y="18869"/>
                      <a:pt x="44653" y="10863"/>
                      <a:pt x="54706" y="26593"/>
                    </a:cubicBezTo>
                    <a:cubicBezTo>
                      <a:pt x="64763" y="42323"/>
                      <a:pt x="89408" y="46216"/>
                      <a:pt x="124313" y="44961"/>
                    </a:cubicBezTo>
                    <a:cubicBezTo>
                      <a:pt x="159218" y="43708"/>
                      <a:pt x="116191" y="41486"/>
                      <a:pt x="147575" y="30669"/>
                    </a:cubicBezTo>
                    <a:cubicBezTo>
                      <a:pt x="178957" y="19852"/>
                      <a:pt x="212319" y="33090"/>
                      <a:pt x="249906" y="39561"/>
                    </a:cubicBezTo>
                    <a:cubicBezTo>
                      <a:pt x="287492" y="46033"/>
                      <a:pt x="312256" y="106326"/>
                      <a:pt x="307808" y="79315"/>
                    </a:cubicBezTo>
                    <a:cubicBezTo>
                      <a:pt x="303359" y="52304"/>
                      <a:pt x="268735" y="47028"/>
                      <a:pt x="262161" y="35789"/>
                    </a:cubicBezTo>
                    <a:close/>
                  </a:path>
                </a:pathLst>
              </a:custGeom>
              <a:solidFill>
                <a:srgbClr val="E0E0E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73" name="Google Shape;1873;p2"/>
              <p:cNvSpPr/>
              <p:nvPr/>
            </p:nvSpPr>
            <p:spPr>
              <a:xfrm rot="-4620323">
                <a:off x="8771132" y="1304138"/>
                <a:ext cx="137011" cy="137011"/>
              </a:xfrm>
              <a:custGeom>
                <a:avLst/>
                <a:gdLst/>
                <a:ahLst/>
                <a:cxnLst/>
                <a:rect l="l" t="t" r="r" b="b"/>
                <a:pathLst>
                  <a:path w="136925" h="136925" extrusionOk="0">
                    <a:moveTo>
                      <a:pt x="136926" y="68463"/>
                    </a:moveTo>
                    <a:cubicBezTo>
                      <a:pt x="136926" y="106274"/>
                      <a:pt x="106274" y="136926"/>
                      <a:pt x="68463" y="136926"/>
                    </a:cubicBezTo>
                    <a:cubicBezTo>
                      <a:pt x="30652" y="136926"/>
                      <a:pt x="0" y="106274"/>
                      <a:pt x="0" y="68463"/>
                    </a:cubicBezTo>
                    <a:cubicBezTo>
                      <a:pt x="0" y="30652"/>
                      <a:pt x="30652" y="0"/>
                      <a:pt x="68463" y="0"/>
                    </a:cubicBezTo>
                    <a:cubicBezTo>
                      <a:pt x="106274" y="0"/>
                      <a:pt x="136926" y="30652"/>
                      <a:pt x="136926" y="68463"/>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74" name="Google Shape;1874;p2"/>
              <p:cNvSpPr/>
              <p:nvPr/>
            </p:nvSpPr>
            <p:spPr>
              <a:xfrm>
                <a:off x="8931039" y="1334871"/>
                <a:ext cx="135653" cy="122981"/>
              </a:xfrm>
              <a:custGeom>
                <a:avLst/>
                <a:gdLst/>
                <a:ahLst/>
                <a:cxnLst/>
                <a:rect l="l" t="t" r="r" b="b"/>
                <a:pathLst>
                  <a:path w="135653" h="122981" extrusionOk="0">
                    <a:moveTo>
                      <a:pt x="3095" y="2925"/>
                    </a:moveTo>
                    <a:cubicBezTo>
                      <a:pt x="31993" y="25038"/>
                      <a:pt x="27030" y="31425"/>
                      <a:pt x="50114" y="30860"/>
                    </a:cubicBezTo>
                    <a:cubicBezTo>
                      <a:pt x="73198" y="30296"/>
                      <a:pt x="70205" y="38329"/>
                      <a:pt x="86621" y="50230"/>
                    </a:cubicBezTo>
                    <a:cubicBezTo>
                      <a:pt x="103037" y="62131"/>
                      <a:pt x="135654" y="122982"/>
                      <a:pt x="135654" y="122982"/>
                    </a:cubicBezTo>
                    <a:cubicBezTo>
                      <a:pt x="135654" y="122982"/>
                      <a:pt x="114229" y="66033"/>
                      <a:pt x="103435" y="54207"/>
                    </a:cubicBezTo>
                    <a:cubicBezTo>
                      <a:pt x="92640" y="42382"/>
                      <a:pt x="89428" y="45223"/>
                      <a:pt x="84525" y="34920"/>
                    </a:cubicBezTo>
                    <a:cubicBezTo>
                      <a:pt x="79619" y="24617"/>
                      <a:pt x="69506" y="27413"/>
                      <a:pt x="54901" y="24809"/>
                    </a:cubicBezTo>
                    <a:cubicBezTo>
                      <a:pt x="40295" y="22206"/>
                      <a:pt x="-13334" y="-9645"/>
                      <a:pt x="3095" y="2925"/>
                    </a:cubicBezTo>
                    <a:close/>
                  </a:path>
                </a:pathLst>
              </a:custGeom>
              <a:solidFill>
                <a:srgbClr val="12100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75" name="Google Shape;1875;p2"/>
              <p:cNvSpPr/>
              <p:nvPr/>
            </p:nvSpPr>
            <p:spPr>
              <a:xfrm rot="-3385753">
                <a:off x="8841821" y="1256821"/>
                <a:ext cx="83636" cy="83636"/>
              </a:xfrm>
              <a:custGeom>
                <a:avLst/>
                <a:gdLst/>
                <a:ahLst/>
                <a:cxnLst/>
                <a:rect l="l" t="t" r="r" b="b"/>
                <a:pathLst>
                  <a:path w="83707" h="83707" extrusionOk="0">
                    <a:moveTo>
                      <a:pt x="83708" y="41854"/>
                    </a:moveTo>
                    <a:cubicBezTo>
                      <a:pt x="83708" y="64969"/>
                      <a:pt x="64969" y="83708"/>
                      <a:pt x="41854" y="83708"/>
                    </a:cubicBezTo>
                    <a:cubicBezTo>
                      <a:pt x="18739" y="83708"/>
                      <a:pt x="0" y="64969"/>
                      <a:pt x="0" y="41854"/>
                    </a:cubicBezTo>
                    <a:cubicBezTo>
                      <a:pt x="0" y="18739"/>
                      <a:pt x="18739" y="0"/>
                      <a:pt x="41854" y="0"/>
                    </a:cubicBezTo>
                    <a:cubicBezTo>
                      <a:pt x="64969" y="0"/>
                      <a:pt x="83708" y="18739"/>
                      <a:pt x="83708" y="41854"/>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76" name="Google Shape;1876;p2"/>
              <p:cNvSpPr/>
              <p:nvPr/>
            </p:nvSpPr>
            <p:spPr>
              <a:xfrm>
                <a:off x="8935054" y="1082877"/>
                <a:ext cx="95184" cy="63084"/>
              </a:xfrm>
              <a:custGeom>
                <a:avLst/>
                <a:gdLst/>
                <a:ahLst/>
                <a:cxnLst/>
                <a:rect l="l" t="t" r="r" b="b"/>
                <a:pathLst>
                  <a:path w="95184" h="63084" extrusionOk="0">
                    <a:moveTo>
                      <a:pt x="47230" y="58175"/>
                    </a:moveTo>
                    <a:cubicBezTo>
                      <a:pt x="61735" y="67445"/>
                      <a:pt x="81006" y="63200"/>
                      <a:pt x="90276" y="48695"/>
                    </a:cubicBezTo>
                    <a:cubicBezTo>
                      <a:pt x="99545" y="34191"/>
                      <a:pt x="95300" y="14920"/>
                      <a:pt x="80795" y="5650"/>
                    </a:cubicBezTo>
                    <a:cubicBezTo>
                      <a:pt x="66291" y="-3620"/>
                      <a:pt x="10629" y="-1661"/>
                      <a:pt x="1359" y="12844"/>
                    </a:cubicBezTo>
                    <a:cubicBezTo>
                      <a:pt x="-7908" y="27349"/>
                      <a:pt x="32725" y="48906"/>
                      <a:pt x="47230" y="58175"/>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77" name="Google Shape;1877;p2"/>
              <p:cNvSpPr/>
              <p:nvPr/>
            </p:nvSpPr>
            <p:spPr>
              <a:xfrm rot="-744277">
                <a:off x="8693388" y="1373787"/>
                <a:ext cx="155625" cy="155625"/>
              </a:xfrm>
              <a:custGeom>
                <a:avLst/>
                <a:gdLst/>
                <a:ahLst/>
                <a:cxnLst/>
                <a:rect l="l" t="t" r="r" b="b"/>
                <a:pathLst>
                  <a:path w="155490" h="155490" extrusionOk="0">
                    <a:moveTo>
                      <a:pt x="155490" y="77745"/>
                    </a:moveTo>
                    <a:cubicBezTo>
                      <a:pt x="155490" y="120683"/>
                      <a:pt x="120683" y="155490"/>
                      <a:pt x="77745" y="155490"/>
                    </a:cubicBezTo>
                    <a:cubicBezTo>
                      <a:pt x="34808" y="155490"/>
                      <a:pt x="0" y="120683"/>
                      <a:pt x="0" y="77745"/>
                    </a:cubicBezTo>
                    <a:cubicBezTo>
                      <a:pt x="0" y="34808"/>
                      <a:pt x="34807" y="0"/>
                      <a:pt x="77745" y="0"/>
                    </a:cubicBezTo>
                    <a:cubicBezTo>
                      <a:pt x="120682" y="0"/>
                      <a:pt x="155490" y="34808"/>
                      <a:pt x="155490" y="77745"/>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78" name="Google Shape;1878;p2"/>
              <p:cNvSpPr/>
              <p:nvPr/>
            </p:nvSpPr>
            <p:spPr>
              <a:xfrm rot="-744277">
                <a:off x="8870201" y="1120000"/>
                <a:ext cx="155625" cy="155625"/>
              </a:xfrm>
              <a:custGeom>
                <a:avLst/>
                <a:gdLst/>
                <a:ahLst/>
                <a:cxnLst/>
                <a:rect l="l" t="t" r="r" b="b"/>
                <a:pathLst>
                  <a:path w="155490" h="155490" extrusionOk="0">
                    <a:moveTo>
                      <a:pt x="155490" y="77745"/>
                    </a:moveTo>
                    <a:cubicBezTo>
                      <a:pt x="155490" y="120683"/>
                      <a:pt x="120683" y="155490"/>
                      <a:pt x="77745" y="155490"/>
                    </a:cubicBezTo>
                    <a:cubicBezTo>
                      <a:pt x="34808" y="155490"/>
                      <a:pt x="0" y="120683"/>
                      <a:pt x="0" y="77745"/>
                    </a:cubicBezTo>
                    <a:cubicBezTo>
                      <a:pt x="0" y="34808"/>
                      <a:pt x="34808" y="0"/>
                      <a:pt x="77745" y="0"/>
                    </a:cubicBezTo>
                    <a:cubicBezTo>
                      <a:pt x="120683" y="0"/>
                      <a:pt x="155490" y="34808"/>
                      <a:pt x="155490" y="77745"/>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79" name="Google Shape;1879;p2"/>
              <p:cNvSpPr/>
              <p:nvPr/>
            </p:nvSpPr>
            <p:spPr>
              <a:xfrm rot="-2298120">
                <a:off x="8867339" y="931983"/>
                <a:ext cx="175516" cy="175516"/>
              </a:xfrm>
              <a:custGeom>
                <a:avLst/>
                <a:gdLst/>
                <a:ahLst/>
                <a:cxnLst/>
                <a:rect l="l" t="t" r="r" b="b"/>
                <a:pathLst>
                  <a:path w="175461" h="175461" extrusionOk="0">
                    <a:moveTo>
                      <a:pt x="175461" y="87731"/>
                    </a:moveTo>
                    <a:cubicBezTo>
                      <a:pt x="175461" y="136183"/>
                      <a:pt x="136183" y="175461"/>
                      <a:pt x="87731" y="175461"/>
                    </a:cubicBezTo>
                    <a:cubicBezTo>
                      <a:pt x="39278" y="175461"/>
                      <a:pt x="0" y="136183"/>
                      <a:pt x="0" y="87731"/>
                    </a:cubicBezTo>
                    <a:cubicBezTo>
                      <a:pt x="0" y="39278"/>
                      <a:pt x="39279" y="0"/>
                      <a:pt x="87731" y="0"/>
                    </a:cubicBezTo>
                    <a:cubicBezTo>
                      <a:pt x="136183" y="0"/>
                      <a:pt x="175461" y="39278"/>
                      <a:pt x="175461" y="87731"/>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80" name="Google Shape;1880;p2"/>
              <p:cNvSpPr/>
              <p:nvPr/>
            </p:nvSpPr>
            <p:spPr>
              <a:xfrm>
                <a:off x="8483485" y="1327679"/>
                <a:ext cx="47635" cy="102520"/>
              </a:xfrm>
              <a:custGeom>
                <a:avLst/>
                <a:gdLst/>
                <a:ahLst/>
                <a:cxnLst/>
                <a:rect l="l" t="t" r="r" b="b"/>
                <a:pathLst>
                  <a:path w="47635" h="102520" extrusionOk="0">
                    <a:moveTo>
                      <a:pt x="6806" y="93552"/>
                    </a:moveTo>
                    <a:cubicBezTo>
                      <a:pt x="14082" y="101711"/>
                      <a:pt x="25224" y="104374"/>
                      <a:pt x="35006" y="101249"/>
                    </a:cubicBezTo>
                    <a:cubicBezTo>
                      <a:pt x="28923" y="100406"/>
                      <a:pt x="23098" y="97480"/>
                      <a:pt x="18688" y="92539"/>
                    </a:cubicBezTo>
                    <a:cubicBezTo>
                      <a:pt x="8826" y="81484"/>
                      <a:pt x="9793" y="64527"/>
                      <a:pt x="20851" y="54665"/>
                    </a:cubicBezTo>
                    <a:cubicBezTo>
                      <a:pt x="22913" y="52825"/>
                      <a:pt x="25183" y="51362"/>
                      <a:pt x="27574" y="50271"/>
                    </a:cubicBezTo>
                    <a:cubicBezTo>
                      <a:pt x="27144" y="49963"/>
                      <a:pt x="26783" y="49649"/>
                      <a:pt x="26504" y="49336"/>
                    </a:cubicBezTo>
                    <a:cubicBezTo>
                      <a:pt x="23000" y="45409"/>
                      <a:pt x="23345" y="39385"/>
                      <a:pt x="27272" y="35881"/>
                    </a:cubicBezTo>
                    <a:cubicBezTo>
                      <a:pt x="29284" y="34086"/>
                      <a:pt x="31846" y="33302"/>
                      <a:pt x="34338" y="33492"/>
                    </a:cubicBezTo>
                    <a:cubicBezTo>
                      <a:pt x="29579" y="24108"/>
                      <a:pt x="31501" y="12347"/>
                      <a:pt x="39724" y="5011"/>
                    </a:cubicBezTo>
                    <a:cubicBezTo>
                      <a:pt x="42106" y="2885"/>
                      <a:pt x="44799" y="1333"/>
                      <a:pt x="47636" y="334"/>
                    </a:cubicBezTo>
                    <a:cubicBezTo>
                      <a:pt x="40764" y="-825"/>
                      <a:pt x="33447" y="1026"/>
                      <a:pt x="27841" y="6026"/>
                    </a:cubicBezTo>
                    <a:cubicBezTo>
                      <a:pt x="19619" y="13359"/>
                      <a:pt x="17696" y="25123"/>
                      <a:pt x="22456" y="34507"/>
                    </a:cubicBezTo>
                    <a:cubicBezTo>
                      <a:pt x="19964" y="34317"/>
                      <a:pt x="17401" y="35099"/>
                      <a:pt x="15389" y="36896"/>
                    </a:cubicBezTo>
                    <a:cubicBezTo>
                      <a:pt x="11462" y="40400"/>
                      <a:pt x="11117" y="46424"/>
                      <a:pt x="14622" y="50351"/>
                    </a:cubicBezTo>
                    <a:cubicBezTo>
                      <a:pt x="14900" y="50665"/>
                      <a:pt x="15261" y="50975"/>
                      <a:pt x="15691" y="51286"/>
                    </a:cubicBezTo>
                    <a:cubicBezTo>
                      <a:pt x="13300" y="52377"/>
                      <a:pt x="11032" y="53840"/>
                      <a:pt x="8968" y="55680"/>
                    </a:cubicBezTo>
                    <a:cubicBezTo>
                      <a:pt x="-2087" y="65540"/>
                      <a:pt x="-3054" y="82497"/>
                      <a:pt x="6806" y="93552"/>
                    </a:cubicBezTo>
                    <a:close/>
                  </a:path>
                </a:pathLst>
              </a:custGeom>
              <a:solidFill>
                <a:srgbClr val="68AD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81" name="Google Shape;1881;p2"/>
              <p:cNvSpPr/>
              <p:nvPr/>
            </p:nvSpPr>
            <p:spPr>
              <a:xfrm>
                <a:off x="8643536" y="1048981"/>
                <a:ext cx="129995" cy="137576"/>
              </a:xfrm>
              <a:custGeom>
                <a:avLst/>
                <a:gdLst/>
                <a:ahLst/>
                <a:cxnLst/>
                <a:rect l="l" t="t" r="r" b="b"/>
                <a:pathLst>
                  <a:path w="129995" h="137576" extrusionOk="0">
                    <a:moveTo>
                      <a:pt x="964" y="104955"/>
                    </a:moveTo>
                    <a:cubicBezTo>
                      <a:pt x="4615" y="121874"/>
                      <a:pt x="17876" y="134244"/>
                      <a:pt x="33787" y="137577"/>
                    </a:cubicBezTo>
                    <a:cubicBezTo>
                      <a:pt x="26069" y="131663"/>
                      <a:pt x="20331" y="123086"/>
                      <a:pt x="18118" y="112838"/>
                    </a:cubicBezTo>
                    <a:cubicBezTo>
                      <a:pt x="13171" y="89911"/>
                      <a:pt x="27749" y="67316"/>
                      <a:pt x="50675" y="62370"/>
                    </a:cubicBezTo>
                    <a:cubicBezTo>
                      <a:pt x="54955" y="61446"/>
                      <a:pt x="59223" y="61204"/>
                      <a:pt x="63365" y="61569"/>
                    </a:cubicBezTo>
                    <a:cubicBezTo>
                      <a:pt x="63013" y="60808"/>
                      <a:pt x="62761" y="60095"/>
                      <a:pt x="62622" y="59448"/>
                    </a:cubicBezTo>
                    <a:cubicBezTo>
                      <a:pt x="60864" y="51303"/>
                      <a:pt x="66044" y="43277"/>
                      <a:pt x="74189" y="41519"/>
                    </a:cubicBezTo>
                    <a:cubicBezTo>
                      <a:pt x="78364" y="40618"/>
                      <a:pt x="82503" y="41542"/>
                      <a:pt x="85786" y="43750"/>
                    </a:cubicBezTo>
                    <a:cubicBezTo>
                      <a:pt x="86561" y="27110"/>
                      <a:pt x="98393" y="12414"/>
                      <a:pt x="115445" y="8735"/>
                    </a:cubicBezTo>
                    <a:cubicBezTo>
                      <a:pt x="120387" y="7670"/>
                      <a:pt x="125309" y="7634"/>
                      <a:pt x="129995" y="8473"/>
                    </a:cubicBezTo>
                    <a:cubicBezTo>
                      <a:pt x="121436" y="1507"/>
                      <a:pt x="109915" y="-1654"/>
                      <a:pt x="98290" y="853"/>
                    </a:cubicBezTo>
                    <a:cubicBezTo>
                      <a:pt x="81239" y="4532"/>
                      <a:pt x="69405" y="19228"/>
                      <a:pt x="68632" y="35868"/>
                    </a:cubicBezTo>
                    <a:cubicBezTo>
                      <a:pt x="65347" y="33660"/>
                      <a:pt x="61207" y="32736"/>
                      <a:pt x="57035" y="33637"/>
                    </a:cubicBezTo>
                    <a:cubicBezTo>
                      <a:pt x="48890" y="35395"/>
                      <a:pt x="43712" y="43421"/>
                      <a:pt x="45468" y="51566"/>
                    </a:cubicBezTo>
                    <a:cubicBezTo>
                      <a:pt x="45608" y="52213"/>
                      <a:pt x="45861" y="52926"/>
                      <a:pt x="46211" y="53687"/>
                    </a:cubicBezTo>
                    <a:cubicBezTo>
                      <a:pt x="42069" y="53324"/>
                      <a:pt x="37801" y="53566"/>
                      <a:pt x="33521" y="54487"/>
                    </a:cubicBezTo>
                    <a:cubicBezTo>
                      <a:pt x="10593" y="59434"/>
                      <a:pt x="-3983" y="82029"/>
                      <a:pt x="964" y="104955"/>
                    </a:cubicBezTo>
                    <a:close/>
                  </a:path>
                </a:pathLst>
              </a:custGeom>
              <a:solidFill>
                <a:srgbClr val="68AD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82" name="Google Shape;1882;p2"/>
              <p:cNvSpPr/>
              <p:nvPr/>
            </p:nvSpPr>
            <p:spPr>
              <a:xfrm rot="-744277">
                <a:off x="8543058" y="1492745"/>
                <a:ext cx="155625" cy="155625"/>
              </a:xfrm>
              <a:custGeom>
                <a:avLst/>
                <a:gdLst/>
                <a:ahLst/>
                <a:cxnLst/>
                <a:rect l="l" t="t" r="r" b="b"/>
                <a:pathLst>
                  <a:path w="155490" h="155490" extrusionOk="0">
                    <a:moveTo>
                      <a:pt x="155490" y="77745"/>
                    </a:moveTo>
                    <a:cubicBezTo>
                      <a:pt x="155490" y="120683"/>
                      <a:pt x="120683" y="155490"/>
                      <a:pt x="77745" y="155490"/>
                    </a:cubicBezTo>
                    <a:cubicBezTo>
                      <a:pt x="34808" y="155490"/>
                      <a:pt x="0" y="120683"/>
                      <a:pt x="0" y="77745"/>
                    </a:cubicBezTo>
                    <a:cubicBezTo>
                      <a:pt x="0" y="34808"/>
                      <a:pt x="34808" y="0"/>
                      <a:pt x="77745" y="0"/>
                    </a:cubicBezTo>
                    <a:cubicBezTo>
                      <a:pt x="120683" y="0"/>
                      <a:pt x="155490" y="34808"/>
                      <a:pt x="155490" y="77745"/>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83" name="Google Shape;1883;p2"/>
              <p:cNvSpPr/>
              <p:nvPr/>
            </p:nvSpPr>
            <p:spPr>
              <a:xfrm rot="-744277">
                <a:off x="8575161" y="1549780"/>
                <a:ext cx="155625" cy="155625"/>
              </a:xfrm>
              <a:custGeom>
                <a:avLst/>
                <a:gdLst/>
                <a:ahLst/>
                <a:cxnLst/>
                <a:rect l="l" t="t" r="r" b="b"/>
                <a:pathLst>
                  <a:path w="155490" h="155490" extrusionOk="0">
                    <a:moveTo>
                      <a:pt x="155490" y="77745"/>
                    </a:moveTo>
                    <a:cubicBezTo>
                      <a:pt x="155490" y="120683"/>
                      <a:pt x="120683" y="155490"/>
                      <a:pt x="77745" y="155490"/>
                    </a:cubicBezTo>
                    <a:cubicBezTo>
                      <a:pt x="34808" y="155490"/>
                      <a:pt x="0" y="120683"/>
                      <a:pt x="0" y="77745"/>
                    </a:cubicBezTo>
                    <a:cubicBezTo>
                      <a:pt x="0" y="34808"/>
                      <a:pt x="34808" y="0"/>
                      <a:pt x="77745" y="0"/>
                    </a:cubicBezTo>
                    <a:cubicBezTo>
                      <a:pt x="120682" y="0"/>
                      <a:pt x="155490" y="34808"/>
                      <a:pt x="155490" y="77745"/>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84" name="Google Shape;1884;p2"/>
              <p:cNvSpPr/>
              <p:nvPr/>
            </p:nvSpPr>
            <p:spPr>
              <a:xfrm>
                <a:off x="8678118" y="1503993"/>
                <a:ext cx="61238" cy="61238"/>
              </a:xfrm>
              <a:custGeom>
                <a:avLst/>
                <a:gdLst/>
                <a:ahLst/>
                <a:cxnLst/>
                <a:rect l="l" t="t" r="r" b="b"/>
                <a:pathLst>
                  <a:path w="61238" h="61238" extrusionOk="0">
                    <a:moveTo>
                      <a:pt x="14133" y="56417"/>
                    </a:moveTo>
                    <a:cubicBezTo>
                      <a:pt x="28379" y="65522"/>
                      <a:pt x="47311" y="61352"/>
                      <a:pt x="56417" y="47106"/>
                    </a:cubicBezTo>
                    <a:cubicBezTo>
                      <a:pt x="65522" y="32859"/>
                      <a:pt x="61352" y="13927"/>
                      <a:pt x="47106" y="4822"/>
                    </a:cubicBezTo>
                    <a:cubicBezTo>
                      <a:pt x="32857" y="-4283"/>
                      <a:pt x="13927" y="-114"/>
                      <a:pt x="4822" y="14132"/>
                    </a:cubicBezTo>
                    <a:cubicBezTo>
                      <a:pt x="-4284" y="28381"/>
                      <a:pt x="-114" y="47312"/>
                      <a:pt x="14133" y="56417"/>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85" name="Google Shape;1885;p2"/>
              <p:cNvSpPr/>
              <p:nvPr/>
            </p:nvSpPr>
            <p:spPr>
              <a:xfrm>
                <a:off x="8868085" y="1098370"/>
                <a:ext cx="60620" cy="60620"/>
              </a:xfrm>
              <a:custGeom>
                <a:avLst/>
                <a:gdLst/>
                <a:ahLst/>
                <a:cxnLst/>
                <a:rect l="l" t="t" r="r" b="b"/>
                <a:pathLst>
                  <a:path w="60620" h="60620" extrusionOk="0">
                    <a:moveTo>
                      <a:pt x="47464" y="5324"/>
                    </a:moveTo>
                    <a:cubicBezTo>
                      <a:pt x="61265" y="14799"/>
                      <a:pt x="64769" y="33666"/>
                      <a:pt x="55296" y="47464"/>
                    </a:cubicBezTo>
                    <a:cubicBezTo>
                      <a:pt x="45823" y="61262"/>
                      <a:pt x="26954" y="64769"/>
                      <a:pt x="13156" y="55296"/>
                    </a:cubicBezTo>
                    <a:cubicBezTo>
                      <a:pt x="-642" y="45823"/>
                      <a:pt x="-4149" y="26954"/>
                      <a:pt x="5324" y="13156"/>
                    </a:cubicBezTo>
                    <a:cubicBezTo>
                      <a:pt x="14797" y="-642"/>
                      <a:pt x="33666" y="-4149"/>
                      <a:pt x="47464" y="5324"/>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86" name="Google Shape;1886;p2"/>
              <p:cNvSpPr/>
              <p:nvPr/>
            </p:nvSpPr>
            <p:spPr>
              <a:xfrm>
                <a:off x="8796981" y="1006821"/>
                <a:ext cx="144413" cy="268685"/>
              </a:xfrm>
              <a:custGeom>
                <a:avLst/>
                <a:gdLst/>
                <a:ahLst/>
                <a:cxnLst/>
                <a:rect l="l" t="t" r="r" b="b"/>
                <a:pathLst>
                  <a:path w="144413" h="268685" extrusionOk="0">
                    <a:moveTo>
                      <a:pt x="118086" y="0"/>
                    </a:moveTo>
                    <a:cubicBezTo>
                      <a:pt x="130197" y="13382"/>
                      <a:pt x="132414" y="33691"/>
                      <a:pt x="122225" y="49631"/>
                    </a:cubicBezTo>
                    <a:cubicBezTo>
                      <a:pt x="119946" y="53200"/>
                      <a:pt x="117206" y="56295"/>
                      <a:pt x="114133" y="58892"/>
                    </a:cubicBezTo>
                    <a:cubicBezTo>
                      <a:pt x="114894" y="59169"/>
                      <a:pt x="115564" y="59477"/>
                      <a:pt x="116104" y="59820"/>
                    </a:cubicBezTo>
                    <a:cubicBezTo>
                      <a:pt x="122891" y="64157"/>
                      <a:pt x="124875" y="73175"/>
                      <a:pt x="120539" y="79960"/>
                    </a:cubicBezTo>
                    <a:cubicBezTo>
                      <a:pt x="118316" y="83437"/>
                      <a:pt x="114865" y="85650"/>
                      <a:pt x="111115" y="86402"/>
                    </a:cubicBezTo>
                    <a:cubicBezTo>
                      <a:pt x="122011" y="98257"/>
                      <a:pt x="124045" y="116380"/>
                      <a:pt x="114965" y="130588"/>
                    </a:cubicBezTo>
                    <a:cubicBezTo>
                      <a:pt x="107977" y="141522"/>
                      <a:pt x="96119" y="147449"/>
                      <a:pt x="84036" y="147369"/>
                    </a:cubicBezTo>
                    <a:cubicBezTo>
                      <a:pt x="84619" y="151783"/>
                      <a:pt x="83711" y="156422"/>
                      <a:pt x="81123" y="160466"/>
                    </a:cubicBezTo>
                    <a:cubicBezTo>
                      <a:pt x="78787" y="164121"/>
                      <a:pt x="75440" y="166736"/>
                      <a:pt x="71682" y="168186"/>
                    </a:cubicBezTo>
                    <a:cubicBezTo>
                      <a:pt x="77610" y="178249"/>
                      <a:pt x="77809" y="191199"/>
                      <a:pt x="71088" y="201714"/>
                    </a:cubicBezTo>
                    <a:cubicBezTo>
                      <a:pt x="65738" y="210083"/>
                      <a:pt x="57150" y="215129"/>
                      <a:pt x="48008" y="216258"/>
                    </a:cubicBezTo>
                    <a:cubicBezTo>
                      <a:pt x="49231" y="224611"/>
                      <a:pt x="47578" y="233426"/>
                      <a:pt x="42675" y="241098"/>
                    </a:cubicBezTo>
                    <a:cubicBezTo>
                      <a:pt x="33405" y="255602"/>
                      <a:pt x="15568" y="261303"/>
                      <a:pt x="0" y="255838"/>
                    </a:cubicBezTo>
                    <a:cubicBezTo>
                      <a:pt x="2293" y="258537"/>
                      <a:pt x="5018" y="260949"/>
                      <a:pt x="8159" y="262956"/>
                    </a:cubicBezTo>
                    <a:cubicBezTo>
                      <a:pt x="25087" y="273774"/>
                      <a:pt x="47578" y="268822"/>
                      <a:pt x="58398" y="251894"/>
                    </a:cubicBezTo>
                    <a:cubicBezTo>
                      <a:pt x="63301" y="244222"/>
                      <a:pt x="64954" y="235408"/>
                      <a:pt x="63731" y="227055"/>
                    </a:cubicBezTo>
                    <a:cubicBezTo>
                      <a:pt x="72875" y="225925"/>
                      <a:pt x="81464" y="220880"/>
                      <a:pt x="86811" y="212511"/>
                    </a:cubicBezTo>
                    <a:cubicBezTo>
                      <a:pt x="93532" y="201996"/>
                      <a:pt x="93333" y="189045"/>
                      <a:pt x="87405" y="178982"/>
                    </a:cubicBezTo>
                    <a:cubicBezTo>
                      <a:pt x="91163" y="177533"/>
                      <a:pt x="94512" y="174918"/>
                      <a:pt x="96846" y="171263"/>
                    </a:cubicBezTo>
                    <a:cubicBezTo>
                      <a:pt x="99432" y="167216"/>
                      <a:pt x="100339" y="162580"/>
                      <a:pt x="99759" y="158164"/>
                    </a:cubicBezTo>
                    <a:cubicBezTo>
                      <a:pt x="111842" y="158244"/>
                      <a:pt x="123700" y="152316"/>
                      <a:pt x="130688" y="141382"/>
                    </a:cubicBezTo>
                    <a:cubicBezTo>
                      <a:pt x="139768" y="127175"/>
                      <a:pt x="137734" y="109051"/>
                      <a:pt x="126839" y="97196"/>
                    </a:cubicBezTo>
                    <a:cubicBezTo>
                      <a:pt x="130588" y="96444"/>
                      <a:pt x="134040" y="94231"/>
                      <a:pt x="136261" y="90754"/>
                    </a:cubicBezTo>
                    <a:cubicBezTo>
                      <a:pt x="140598" y="83967"/>
                      <a:pt x="138614" y="74951"/>
                      <a:pt x="131827" y="70615"/>
                    </a:cubicBezTo>
                    <a:cubicBezTo>
                      <a:pt x="131290" y="70272"/>
                      <a:pt x="130617" y="69963"/>
                      <a:pt x="129856" y="69686"/>
                    </a:cubicBezTo>
                    <a:cubicBezTo>
                      <a:pt x="132928" y="67090"/>
                      <a:pt x="135670" y="63994"/>
                      <a:pt x="137949" y="60426"/>
                    </a:cubicBezTo>
                    <a:cubicBezTo>
                      <a:pt x="150156" y="41324"/>
                      <a:pt x="144567" y="15943"/>
                      <a:pt x="125465" y="3735"/>
                    </a:cubicBezTo>
                    <a:cubicBezTo>
                      <a:pt x="123090" y="2217"/>
                      <a:pt x="120619" y="976"/>
                      <a:pt x="118086" y="0"/>
                    </a:cubicBez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87" name="Google Shape;1887;p2"/>
              <p:cNvSpPr/>
              <p:nvPr/>
            </p:nvSpPr>
            <p:spPr>
              <a:xfrm>
                <a:off x="8530934" y="1299022"/>
                <a:ext cx="175400" cy="180670"/>
              </a:xfrm>
              <a:custGeom>
                <a:avLst/>
                <a:gdLst/>
                <a:ahLst/>
                <a:cxnLst/>
                <a:rect l="l" t="t" r="r" b="b"/>
                <a:pathLst>
                  <a:path w="175400" h="180670" extrusionOk="0">
                    <a:moveTo>
                      <a:pt x="164244" y="0"/>
                    </a:moveTo>
                    <a:cubicBezTo>
                      <a:pt x="169603" y="13718"/>
                      <a:pt x="165403" y="29851"/>
                      <a:pt x="153011" y="39054"/>
                    </a:cubicBezTo>
                    <a:cubicBezTo>
                      <a:pt x="150238" y="41114"/>
                      <a:pt x="147250" y="42680"/>
                      <a:pt x="144155" y="43770"/>
                    </a:cubicBezTo>
                    <a:cubicBezTo>
                      <a:pt x="144653" y="44202"/>
                      <a:pt x="145076" y="44632"/>
                      <a:pt x="145387" y="45050"/>
                    </a:cubicBezTo>
                    <a:cubicBezTo>
                      <a:pt x="149305" y="50326"/>
                      <a:pt x="148206" y="57779"/>
                      <a:pt x="142930" y="61697"/>
                    </a:cubicBezTo>
                    <a:cubicBezTo>
                      <a:pt x="140228" y="63704"/>
                      <a:pt x="136952" y="64392"/>
                      <a:pt x="133875" y="63878"/>
                    </a:cubicBezTo>
                    <a:cubicBezTo>
                      <a:pt x="138746" y="76078"/>
                      <a:pt x="135043" y="90491"/>
                      <a:pt x="123999" y="98696"/>
                    </a:cubicBezTo>
                    <a:cubicBezTo>
                      <a:pt x="115500" y="105010"/>
                      <a:pt x="104735" y="106093"/>
                      <a:pt x="95543" y="102527"/>
                    </a:cubicBezTo>
                    <a:cubicBezTo>
                      <a:pt x="94707" y="106064"/>
                      <a:pt x="92670" y="109337"/>
                      <a:pt x="89524" y="111673"/>
                    </a:cubicBezTo>
                    <a:cubicBezTo>
                      <a:pt x="86683" y="113783"/>
                      <a:pt x="83373" y="114808"/>
                      <a:pt x="80085" y="114824"/>
                    </a:cubicBezTo>
                    <a:cubicBezTo>
                      <a:pt x="81688" y="124217"/>
                      <a:pt x="78085" y="134152"/>
                      <a:pt x="69910" y="140223"/>
                    </a:cubicBezTo>
                    <a:cubicBezTo>
                      <a:pt x="63404" y="145056"/>
                      <a:pt x="55392" y="146414"/>
                      <a:pt x="48091" y="144624"/>
                    </a:cubicBezTo>
                    <a:cubicBezTo>
                      <a:pt x="46600" y="151349"/>
                      <a:pt x="42785" y="157592"/>
                      <a:pt x="36820" y="162023"/>
                    </a:cubicBezTo>
                    <a:cubicBezTo>
                      <a:pt x="25546" y="170399"/>
                      <a:pt x="10287" y="169576"/>
                      <a:pt x="0" y="160891"/>
                    </a:cubicBezTo>
                    <a:cubicBezTo>
                      <a:pt x="965" y="163616"/>
                      <a:pt x="2345" y="166245"/>
                      <a:pt x="4158" y="168686"/>
                    </a:cubicBezTo>
                    <a:cubicBezTo>
                      <a:pt x="13933" y="181844"/>
                      <a:pt x="32523" y="184590"/>
                      <a:pt x="45683" y="174815"/>
                    </a:cubicBezTo>
                    <a:cubicBezTo>
                      <a:pt x="51648" y="170385"/>
                      <a:pt x="55463" y="164142"/>
                      <a:pt x="56953" y="157416"/>
                    </a:cubicBezTo>
                    <a:cubicBezTo>
                      <a:pt x="64255" y="159206"/>
                      <a:pt x="72267" y="157848"/>
                      <a:pt x="78773" y="153016"/>
                    </a:cubicBezTo>
                    <a:cubicBezTo>
                      <a:pt x="86948" y="146944"/>
                      <a:pt x="90551" y="137009"/>
                      <a:pt x="88948" y="127616"/>
                    </a:cubicBezTo>
                    <a:cubicBezTo>
                      <a:pt x="92235" y="127600"/>
                      <a:pt x="95545" y="126576"/>
                      <a:pt x="98387" y="124466"/>
                    </a:cubicBezTo>
                    <a:cubicBezTo>
                      <a:pt x="101533" y="122130"/>
                      <a:pt x="103569" y="118856"/>
                      <a:pt x="104406" y="115320"/>
                    </a:cubicBezTo>
                    <a:cubicBezTo>
                      <a:pt x="113598" y="118886"/>
                      <a:pt x="124361" y="117802"/>
                      <a:pt x="132862" y="111488"/>
                    </a:cubicBezTo>
                    <a:cubicBezTo>
                      <a:pt x="143906" y="103284"/>
                      <a:pt x="147609" y="88873"/>
                      <a:pt x="142738" y="76670"/>
                    </a:cubicBezTo>
                    <a:cubicBezTo>
                      <a:pt x="145815" y="77185"/>
                      <a:pt x="149091" y="76496"/>
                      <a:pt x="151793" y="74489"/>
                    </a:cubicBezTo>
                    <a:cubicBezTo>
                      <a:pt x="157069" y="70571"/>
                      <a:pt x="158168" y="63119"/>
                      <a:pt x="154250" y="57843"/>
                    </a:cubicBezTo>
                    <a:cubicBezTo>
                      <a:pt x="153939" y="57424"/>
                      <a:pt x="153516" y="56995"/>
                      <a:pt x="153018" y="56563"/>
                    </a:cubicBezTo>
                    <a:cubicBezTo>
                      <a:pt x="156113" y="55472"/>
                      <a:pt x="159101" y="53906"/>
                      <a:pt x="161876" y="51847"/>
                    </a:cubicBezTo>
                    <a:cubicBezTo>
                      <a:pt x="176726" y="40817"/>
                      <a:pt x="179821" y="19838"/>
                      <a:pt x="168794" y="4988"/>
                    </a:cubicBezTo>
                    <a:cubicBezTo>
                      <a:pt x="167417" y="3141"/>
                      <a:pt x="165893" y="1479"/>
                      <a:pt x="164244" y="0"/>
                    </a:cubicBezTo>
                    <a:close/>
                  </a:path>
                </a:pathLst>
              </a:custGeom>
              <a:solidFill>
                <a:srgbClr val="50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88" name="Google Shape;1888;p2"/>
              <p:cNvSpPr/>
              <p:nvPr/>
            </p:nvSpPr>
            <p:spPr>
              <a:xfrm>
                <a:off x="8777159" y="1328967"/>
                <a:ext cx="36743" cy="36743"/>
              </a:xfrm>
              <a:custGeom>
                <a:avLst/>
                <a:gdLst/>
                <a:ahLst/>
                <a:cxnLst/>
                <a:rect l="l" t="t" r="r" b="b"/>
                <a:pathLst>
                  <a:path w="36743" h="36743" extrusionOk="0">
                    <a:moveTo>
                      <a:pt x="28769" y="3227"/>
                    </a:moveTo>
                    <a:cubicBezTo>
                      <a:pt x="37133" y="8970"/>
                      <a:pt x="39259" y="20404"/>
                      <a:pt x="33517" y="28769"/>
                    </a:cubicBezTo>
                    <a:cubicBezTo>
                      <a:pt x="27774" y="37133"/>
                      <a:pt x="16340" y="39259"/>
                      <a:pt x="7975" y="33515"/>
                    </a:cubicBezTo>
                    <a:cubicBezTo>
                      <a:pt x="-389" y="27772"/>
                      <a:pt x="-2515" y="16338"/>
                      <a:pt x="3227" y="7973"/>
                    </a:cubicBezTo>
                    <a:cubicBezTo>
                      <a:pt x="8970" y="-389"/>
                      <a:pt x="20404" y="-2515"/>
                      <a:pt x="28769" y="3227"/>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89" name="Google Shape;1889;p2"/>
              <p:cNvSpPr/>
              <p:nvPr/>
            </p:nvSpPr>
            <p:spPr>
              <a:xfrm>
                <a:off x="8762224" y="1325024"/>
                <a:ext cx="23471" cy="23472"/>
              </a:xfrm>
              <a:custGeom>
                <a:avLst/>
                <a:gdLst/>
                <a:ahLst/>
                <a:cxnLst/>
                <a:rect l="l" t="t" r="r" b="b"/>
                <a:pathLst>
                  <a:path w="23471" h="23472" extrusionOk="0">
                    <a:moveTo>
                      <a:pt x="18378" y="2061"/>
                    </a:moveTo>
                    <a:cubicBezTo>
                      <a:pt x="23720" y="5730"/>
                      <a:pt x="25078" y="13034"/>
                      <a:pt x="21411" y="18379"/>
                    </a:cubicBezTo>
                    <a:cubicBezTo>
                      <a:pt x="17742" y="23721"/>
                      <a:pt x="10439" y="25079"/>
                      <a:pt x="5094" y="21412"/>
                    </a:cubicBezTo>
                    <a:cubicBezTo>
                      <a:pt x="-248" y="17743"/>
                      <a:pt x="-1606" y="10439"/>
                      <a:pt x="2061" y="5095"/>
                    </a:cubicBezTo>
                    <a:cubicBezTo>
                      <a:pt x="5730" y="-250"/>
                      <a:pt x="13035" y="-1606"/>
                      <a:pt x="18378" y="2061"/>
                    </a:cubicBezTo>
                    <a:close/>
                  </a:path>
                </a:pathLst>
              </a:custGeom>
              <a:solidFill>
                <a:srgbClr val="5E9C3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90" name="Google Shape;1890;p2"/>
              <p:cNvSpPr/>
              <p:nvPr/>
            </p:nvSpPr>
            <p:spPr>
              <a:xfrm>
                <a:off x="9207479" y="1576029"/>
                <a:ext cx="84699" cy="109623"/>
              </a:xfrm>
              <a:custGeom>
                <a:avLst/>
                <a:gdLst/>
                <a:ahLst/>
                <a:cxnLst/>
                <a:rect l="l" t="t" r="r" b="b"/>
                <a:pathLst>
                  <a:path w="84699" h="109623" extrusionOk="0">
                    <a:moveTo>
                      <a:pt x="8580" y="109624"/>
                    </a:moveTo>
                    <a:cubicBezTo>
                      <a:pt x="-3641" y="103514"/>
                      <a:pt x="-4077" y="102894"/>
                      <a:pt x="15603" y="79531"/>
                    </a:cubicBezTo>
                    <a:cubicBezTo>
                      <a:pt x="35283" y="56168"/>
                      <a:pt x="-11082" y="75066"/>
                      <a:pt x="34362" y="41090"/>
                    </a:cubicBezTo>
                    <a:cubicBezTo>
                      <a:pt x="79803" y="7113"/>
                      <a:pt x="79464" y="-1135"/>
                      <a:pt x="83765" y="120"/>
                    </a:cubicBezTo>
                    <a:cubicBezTo>
                      <a:pt x="94540" y="56577"/>
                      <a:pt x="8580" y="109624"/>
                      <a:pt x="8580" y="109624"/>
                    </a:cubicBezTo>
                    <a:close/>
                  </a:path>
                </a:pathLst>
              </a:custGeom>
              <a:solidFill>
                <a:srgbClr val="51852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891" name="Google Shape;1891;p2"/>
            <p:cNvGrpSpPr/>
            <p:nvPr/>
          </p:nvGrpSpPr>
          <p:grpSpPr>
            <a:xfrm>
              <a:off x="5752565" y="3133539"/>
              <a:ext cx="508459" cy="377155"/>
              <a:chOff x="5752565" y="3133539"/>
              <a:chExt cx="508459" cy="377155"/>
            </a:xfrm>
          </p:grpSpPr>
          <p:sp>
            <p:nvSpPr>
              <p:cNvPr id="1892" name="Google Shape;1892;p2"/>
              <p:cNvSpPr/>
              <p:nvPr/>
            </p:nvSpPr>
            <p:spPr>
              <a:xfrm>
                <a:off x="5752565" y="3133539"/>
                <a:ext cx="481542" cy="349696"/>
              </a:xfrm>
              <a:custGeom>
                <a:avLst/>
                <a:gdLst/>
                <a:ahLst/>
                <a:cxnLst/>
                <a:rect l="l" t="t" r="r" b="b"/>
                <a:pathLst>
                  <a:path w="481542" h="349696" extrusionOk="0">
                    <a:moveTo>
                      <a:pt x="19234" y="201"/>
                    </a:moveTo>
                    <a:cubicBezTo>
                      <a:pt x="-79972" y="252057"/>
                      <a:pt x="224258" y="506630"/>
                      <a:pt x="481543" y="228993"/>
                    </a:cubicBezTo>
                    <a:cubicBezTo>
                      <a:pt x="415502" y="156650"/>
                      <a:pt x="163453" y="-6508"/>
                      <a:pt x="19234" y="201"/>
                    </a:cubicBezTo>
                    <a:close/>
                  </a:path>
                </a:pathLst>
              </a:custGeom>
              <a:solidFill>
                <a:srgbClr val="D1320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93" name="Google Shape;1893;p2"/>
              <p:cNvSpPr/>
              <p:nvPr/>
            </p:nvSpPr>
            <p:spPr>
              <a:xfrm>
                <a:off x="5779482" y="3160999"/>
                <a:ext cx="481542" cy="349695"/>
              </a:xfrm>
              <a:custGeom>
                <a:avLst/>
                <a:gdLst/>
                <a:ahLst/>
                <a:cxnLst/>
                <a:rect l="l" t="t" r="r" b="b"/>
                <a:pathLst>
                  <a:path w="481542" h="349695" extrusionOk="0">
                    <a:moveTo>
                      <a:pt x="19234" y="201"/>
                    </a:moveTo>
                    <a:cubicBezTo>
                      <a:pt x="-79972" y="252056"/>
                      <a:pt x="224258" y="506630"/>
                      <a:pt x="481543" y="228990"/>
                    </a:cubicBezTo>
                    <a:cubicBezTo>
                      <a:pt x="415505" y="156650"/>
                      <a:pt x="163455" y="-6507"/>
                      <a:pt x="19234" y="201"/>
                    </a:cubicBezTo>
                    <a:close/>
                  </a:path>
                </a:pathLst>
              </a:custGeom>
              <a:solidFill>
                <a:srgbClr val="FC3C0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94" name="Google Shape;1894;p2"/>
              <p:cNvSpPr/>
              <p:nvPr/>
            </p:nvSpPr>
            <p:spPr>
              <a:xfrm>
                <a:off x="5811729" y="3196194"/>
                <a:ext cx="385244" cy="279655"/>
              </a:xfrm>
              <a:custGeom>
                <a:avLst/>
                <a:gdLst/>
                <a:ahLst/>
                <a:cxnLst/>
                <a:rect l="l" t="t" r="r" b="b"/>
                <a:pathLst>
                  <a:path w="385244" h="279655" extrusionOk="0">
                    <a:moveTo>
                      <a:pt x="378882" y="170191"/>
                    </a:moveTo>
                    <a:cubicBezTo>
                      <a:pt x="418631" y="176735"/>
                      <a:pt x="264091" y="331269"/>
                      <a:pt x="138581" y="261694"/>
                    </a:cubicBezTo>
                    <a:cubicBezTo>
                      <a:pt x="13070" y="192120"/>
                      <a:pt x="-25138" y="46454"/>
                      <a:pt x="15662" y="5989"/>
                    </a:cubicBezTo>
                    <a:cubicBezTo>
                      <a:pt x="56463" y="-34475"/>
                      <a:pt x="65163" y="141476"/>
                      <a:pt x="144666" y="192701"/>
                    </a:cubicBezTo>
                    <a:cubicBezTo>
                      <a:pt x="229600" y="247423"/>
                      <a:pt x="270558" y="152353"/>
                      <a:pt x="378882" y="170191"/>
                    </a:cubicBezTo>
                    <a:close/>
                  </a:path>
                </a:pathLst>
              </a:custGeom>
              <a:solidFill>
                <a:srgbClr val="D1320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95" name="Google Shape;1895;p2"/>
              <p:cNvSpPr/>
              <p:nvPr/>
            </p:nvSpPr>
            <p:spPr>
              <a:xfrm>
                <a:off x="5941824" y="3402640"/>
                <a:ext cx="27513" cy="40573"/>
              </a:xfrm>
              <a:custGeom>
                <a:avLst/>
                <a:gdLst/>
                <a:ahLst/>
                <a:cxnLst/>
                <a:rect l="l" t="t" r="r" b="b"/>
                <a:pathLst>
                  <a:path w="27513" h="40573" extrusionOk="0">
                    <a:moveTo>
                      <a:pt x="18062" y="37"/>
                    </a:moveTo>
                    <a:cubicBezTo>
                      <a:pt x="32686" y="1586"/>
                      <a:pt x="29528" y="42616"/>
                      <a:pt x="14173" y="40494"/>
                    </a:cubicBezTo>
                    <a:cubicBezTo>
                      <a:pt x="-13073" y="36729"/>
                      <a:pt x="5064" y="-1342"/>
                      <a:pt x="18062" y="37"/>
                    </a:cubicBezTo>
                    <a:close/>
                  </a:path>
                </a:pathLst>
              </a:custGeom>
              <a:solidFill>
                <a:srgbClr val="FFC45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96" name="Google Shape;1896;p2"/>
              <p:cNvSpPr/>
              <p:nvPr/>
            </p:nvSpPr>
            <p:spPr>
              <a:xfrm>
                <a:off x="6033301" y="3413501"/>
                <a:ext cx="30475" cy="37148"/>
              </a:xfrm>
              <a:custGeom>
                <a:avLst/>
                <a:gdLst/>
                <a:ahLst/>
                <a:cxnLst/>
                <a:rect l="l" t="t" r="r" b="b"/>
                <a:pathLst>
                  <a:path w="30475" h="37148" extrusionOk="0">
                    <a:moveTo>
                      <a:pt x="5477" y="1426"/>
                    </a:moveTo>
                    <a:cubicBezTo>
                      <a:pt x="18608" y="-7110"/>
                      <a:pt x="39925" y="25104"/>
                      <a:pt x="25850" y="33704"/>
                    </a:cubicBezTo>
                    <a:cubicBezTo>
                      <a:pt x="873" y="48966"/>
                      <a:pt x="-6193" y="9013"/>
                      <a:pt x="5477" y="1426"/>
                    </a:cubicBezTo>
                    <a:close/>
                  </a:path>
                </a:pathLst>
              </a:custGeom>
              <a:solidFill>
                <a:srgbClr val="FFC45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97" name="Google Shape;1897;p2"/>
              <p:cNvSpPr/>
              <p:nvPr/>
            </p:nvSpPr>
            <p:spPr>
              <a:xfrm>
                <a:off x="6101325" y="3387676"/>
                <a:ext cx="30475" cy="37147"/>
              </a:xfrm>
              <a:custGeom>
                <a:avLst/>
                <a:gdLst/>
                <a:ahLst/>
                <a:cxnLst/>
                <a:rect l="l" t="t" r="r" b="b"/>
                <a:pathLst>
                  <a:path w="30475" h="37147" extrusionOk="0">
                    <a:moveTo>
                      <a:pt x="5477" y="1426"/>
                    </a:moveTo>
                    <a:cubicBezTo>
                      <a:pt x="18608" y="-7110"/>
                      <a:pt x="39925" y="25104"/>
                      <a:pt x="25850" y="33704"/>
                    </a:cubicBezTo>
                    <a:cubicBezTo>
                      <a:pt x="873" y="48963"/>
                      <a:pt x="-6193" y="9011"/>
                      <a:pt x="5477" y="1426"/>
                    </a:cubicBezTo>
                    <a:close/>
                  </a:path>
                </a:pathLst>
              </a:custGeom>
              <a:solidFill>
                <a:srgbClr val="FFC45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98" name="Google Shape;1898;p2"/>
              <p:cNvSpPr/>
              <p:nvPr/>
            </p:nvSpPr>
            <p:spPr>
              <a:xfrm>
                <a:off x="5856150" y="3336565"/>
                <a:ext cx="38097" cy="29198"/>
              </a:xfrm>
              <a:custGeom>
                <a:avLst/>
                <a:gdLst/>
                <a:ahLst/>
                <a:cxnLst/>
                <a:rect l="l" t="t" r="r" b="b"/>
                <a:pathLst>
                  <a:path w="38097" h="29198" extrusionOk="0">
                    <a:moveTo>
                      <a:pt x="38075" y="10422"/>
                    </a:moveTo>
                    <a:cubicBezTo>
                      <a:pt x="36898" y="-5194"/>
                      <a:pt x="-1644" y="-2604"/>
                      <a:pt x="55" y="13801"/>
                    </a:cubicBezTo>
                    <a:cubicBezTo>
                      <a:pt x="3072" y="42915"/>
                      <a:pt x="39122" y="24300"/>
                      <a:pt x="38075" y="10422"/>
                    </a:cubicBezTo>
                    <a:close/>
                  </a:path>
                </a:pathLst>
              </a:custGeom>
              <a:solidFill>
                <a:srgbClr val="FFC45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899" name="Google Shape;1899;p2"/>
              <p:cNvSpPr/>
              <p:nvPr/>
            </p:nvSpPr>
            <p:spPr>
              <a:xfrm>
                <a:off x="5835425" y="3266817"/>
                <a:ext cx="38097" cy="29198"/>
              </a:xfrm>
              <a:custGeom>
                <a:avLst/>
                <a:gdLst/>
                <a:ahLst/>
                <a:cxnLst/>
                <a:rect l="l" t="t" r="r" b="b"/>
                <a:pathLst>
                  <a:path w="38097" h="29198" extrusionOk="0">
                    <a:moveTo>
                      <a:pt x="38075" y="10422"/>
                    </a:moveTo>
                    <a:cubicBezTo>
                      <a:pt x="36898" y="-5194"/>
                      <a:pt x="-1644" y="-2604"/>
                      <a:pt x="55" y="13803"/>
                    </a:cubicBezTo>
                    <a:cubicBezTo>
                      <a:pt x="3072" y="42915"/>
                      <a:pt x="39122" y="24300"/>
                      <a:pt x="38075" y="10422"/>
                    </a:cubicBezTo>
                    <a:close/>
                  </a:path>
                </a:pathLst>
              </a:custGeom>
              <a:solidFill>
                <a:srgbClr val="FFC45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00" name="Google Shape;1900;p2"/>
              <p:cNvSpPr/>
              <p:nvPr/>
            </p:nvSpPr>
            <p:spPr>
              <a:xfrm>
                <a:off x="6014526" y="3400082"/>
                <a:ext cx="209134" cy="102449"/>
              </a:xfrm>
              <a:custGeom>
                <a:avLst/>
                <a:gdLst/>
                <a:ahLst/>
                <a:cxnLst/>
                <a:rect l="l" t="t" r="r" b="b"/>
                <a:pathLst>
                  <a:path w="209134" h="102449" extrusionOk="0">
                    <a:moveTo>
                      <a:pt x="207681" y="1185"/>
                    </a:moveTo>
                    <a:cubicBezTo>
                      <a:pt x="223639" y="5583"/>
                      <a:pt x="105211" y="117279"/>
                      <a:pt x="0" y="100790"/>
                    </a:cubicBezTo>
                    <a:cubicBezTo>
                      <a:pt x="31727" y="97828"/>
                      <a:pt x="177538" y="35260"/>
                      <a:pt x="188968" y="14670"/>
                    </a:cubicBezTo>
                    <a:cubicBezTo>
                      <a:pt x="200395" y="-5920"/>
                      <a:pt x="207681" y="1185"/>
                      <a:pt x="207681" y="1185"/>
                    </a:cubicBezTo>
                    <a:close/>
                  </a:path>
                </a:pathLst>
              </a:custGeom>
              <a:solidFill>
                <a:srgbClr val="3440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01" name="Google Shape;1901;p2"/>
              <p:cNvSpPr/>
              <p:nvPr/>
            </p:nvSpPr>
            <p:spPr>
              <a:xfrm>
                <a:off x="6113546" y="3389602"/>
                <a:ext cx="113720" cy="92892"/>
              </a:xfrm>
              <a:custGeom>
                <a:avLst/>
                <a:gdLst/>
                <a:ahLst/>
                <a:cxnLst/>
                <a:rect l="l" t="t" r="r" b="b"/>
                <a:pathLst>
                  <a:path w="113720" h="92892" extrusionOk="0">
                    <a:moveTo>
                      <a:pt x="102881" y="122"/>
                    </a:moveTo>
                    <a:cubicBezTo>
                      <a:pt x="118554" y="-1039"/>
                      <a:pt x="112819" y="6157"/>
                      <a:pt x="112151" y="18819"/>
                    </a:cubicBezTo>
                    <a:cubicBezTo>
                      <a:pt x="111484" y="31481"/>
                      <a:pt x="56092" y="80850"/>
                      <a:pt x="0" y="92893"/>
                    </a:cubicBezTo>
                    <a:cubicBezTo>
                      <a:pt x="67574" y="69427"/>
                      <a:pt x="92645" y="881"/>
                      <a:pt x="102881" y="122"/>
                    </a:cubicBezTo>
                    <a:close/>
                  </a:path>
                </a:pathLst>
              </a:custGeom>
              <a:solidFill>
                <a:srgbClr val="34403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02" name="Google Shape;1902;p2"/>
              <p:cNvSpPr/>
              <p:nvPr/>
            </p:nvSpPr>
            <p:spPr>
              <a:xfrm>
                <a:off x="6115644" y="3396431"/>
                <a:ext cx="12534" cy="26466"/>
              </a:xfrm>
              <a:custGeom>
                <a:avLst/>
                <a:gdLst/>
                <a:ahLst/>
                <a:cxnLst/>
                <a:rect l="l" t="t" r="r" b="b"/>
                <a:pathLst>
                  <a:path w="12534" h="26466" extrusionOk="0">
                    <a:moveTo>
                      <a:pt x="2238" y="26451"/>
                    </a:moveTo>
                    <a:cubicBezTo>
                      <a:pt x="13929" y="25219"/>
                      <a:pt x="13417" y="18978"/>
                      <a:pt x="11435" y="12216"/>
                    </a:cubicBezTo>
                    <a:cubicBezTo>
                      <a:pt x="9453" y="5454"/>
                      <a:pt x="0" y="0"/>
                      <a:pt x="0" y="0"/>
                    </a:cubicBezTo>
                    <a:cubicBezTo>
                      <a:pt x="0" y="0"/>
                      <a:pt x="5128" y="10682"/>
                      <a:pt x="4250" y="15481"/>
                    </a:cubicBezTo>
                    <a:cubicBezTo>
                      <a:pt x="3367" y="20281"/>
                      <a:pt x="-1355" y="26831"/>
                      <a:pt x="2238" y="26451"/>
                    </a:cubicBezTo>
                    <a:close/>
                  </a:path>
                </a:pathLst>
              </a:custGeom>
              <a:solidFill>
                <a:srgbClr val="4F615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03" name="Google Shape;1903;p2"/>
              <p:cNvSpPr/>
              <p:nvPr/>
            </p:nvSpPr>
            <p:spPr>
              <a:xfrm>
                <a:off x="6048189" y="3422334"/>
                <a:ext cx="12534" cy="26464"/>
              </a:xfrm>
              <a:custGeom>
                <a:avLst/>
                <a:gdLst/>
                <a:ahLst/>
                <a:cxnLst/>
                <a:rect l="l" t="t" r="r" b="b"/>
                <a:pathLst>
                  <a:path w="12534" h="26464" extrusionOk="0">
                    <a:moveTo>
                      <a:pt x="2238" y="26449"/>
                    </a:moveTo>
                    <a:cubicBezTo>
                      <a:pt x="13929" y="25217"/>
                      <a:pt x="13417" y="18976"/>
                      <a:pt x="11435" y="12214"/>
                    </a:cubicBezTo>
                    <a:cubicBezTo>
                      <a:pt x="9453" y="5452"/>
                      <a:pt x="0" y="0"/>
                      <a:pt x="0" y="0"/>
                    </a:cubicBezTo>
                    <a:cubicBezTo>
                      <a:pt x="0" y="0"/>
                      <a:pt x="5128" y="10682"/>
                      <a:pt x="4250" y="15481"/>
                    </a:cubicBezTo>
                    <a:cubicBezTo>
                      <a:pt x="3367" y="20279"/>
                      <a:pt x="-1355" y="26828"/>
                      <a:pt x="2238" y="26449"/>
                    </a:cubicBezTo>
                    <a:close/>
                  </a:path>
                </a:pathLst>
              </a:custGeom>
              <a:solidFill>
                <a:srgbClr val="4F615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04" name="Google Shape;1904;p2"/>
              <p:cNvSpPr/>
              <p:nvPr/>
            </p:nvSpPr>
            <p:spPr>
              <a:xfrm>
                <a:off x="5949923" y="3415010"/>
                <a:ext cx="17008" cy="25384"/>
              </a:xfrm>
              <a:custGeom>
                <a:avLst/>
                <a:gdLst/>
                <a:ahLst/>
                <a:cxnLst/>
                <a:rect l="l" t="t" r="r" b="b"/>
                <a:pathLst>
                  <a:path w="17008" h="25384" extrusionOk="0">
                    <a:moveTo>
                      <a:pt x="757" y="23036"/>
                    </a:moveTo>
                    <a:cubicBezTo>
                      <a:pt x="11076" y="28667"/>
                      <a:pt x="14201" y="23242"/>
                      <a:pt x="16414" y="16551"/>
                    </a:cubicBezTo>
                    <a:cubicBezTo>
                      <a:pt x="18627" y="9859"/>
                      <a:pt x="13947" y="0"/>
                      <a:pt x="13947" y="0"/>
                    </a:cubicBezTo>
                    <a:cubicBezTo>
                      <a:pt x="13947" y="0"/>
                      <a:pt x="12096" y="11704"/>
                      <a:pt x="8644" y="15152"/>
                    </a:cubicBezTo>
                    <a:cubicBezTo>
                      <a:pt x="5194" y="18601"/>
                      <a:pt x="-2416" y="21305"/>
                      <a:pt x="757" y="23036"/>
                    </a:cubicBezTo>
                    <a:close/>
                  </a:path>
                </a:pathLst>
              </a:custGeom>
              <a:solidFill>
                <a:srgbClr val="4F615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05" name="Google Shape;1905;p2"/>
              <p:cNvSpPr/>
              <p:nvPr/>
            </p:nvSpPr>
            <p:spPr>
              <a:xfrm>
                <a:off x="5862353" y="3352798"/>
                <a:ext cx="26545" cy="12251"/>
              </a:xfrm>
              <a:custGeom>
                <a:avLst/>
                <a:gdLst/>
                <a:ahLst/>
                <a:cxnLst/>
                <a:rect l="l" t="t" r="r" b="b"/>
                <a:pathLst>
                  <a:path w="26545" h="12251" extrusionOk="0">
                    <a:moveTo>
                      <a:pt x="1" y="1244"/>
                    </a:moveTo>
                    <a:cubicBezTo>
                      <a:pt x="220" y="12999"/>
                      <a:pt x="6481" y="13027"/>
                      <a:pt x="13390" y="11634"/>
                    </a:cubicBezTo>
                    <a:cubicBezTo>
                      <a:pt x="20298" y="10242"/>
                      <a:pt x="26546" y="1295"/>
                      <a:pt x="26546" y="1295"/>
                    </a:cubicBezTo>
                    <a:cubicBezTo>
                      <a:pt x="26546" y="1295"/>
                      <a:pt x="15461" y="5483"/>
                      <a:pt x="10756" y="4191"/>
                    </a:cubicBezTo>
                    <a:cubicBezTo>
                      <a:pt x="6049" y="2904"/>
                      <a:pt x="-68" y="-2367"/>
                      <a:pt x="1" y="1244"/>
                    </a:cubicBezTo>
                    <a:close/>
                  </a:path>
                </a:pathLst>
              </a:custGeom>
              <a:solidFill>
                <a:srgbClr val="4F615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06" name="Google Shape;1906;p2"/>
              <p:cNvSpPr/>
              <p:nvPr/>
            </p:nvSpPr>
            <p:spPr>
              <a:xfrm>
                <a:off x="5841795" y="3280654"/>
                <a:ext cx="26545" cy="12251"/>
              </a:xfrm>
              <a:custGeom>
                <a:avLst/>
                <a:gdLst/>
                <a:ahLst/>
                <a:cxnLst/>
                <a:rect l="l" t="t" r="r" b="b"/>
                <a:pathLst>
                  <a:path w="26545" h="12251" extrusionOk="0">
                    <a:moveTo>
                      <a:pt x="1" y="1244"/>
                    </a:moveTo>
                    <a:cubicBezTo>
                      <a:pt x="220" y="12999"/>
                      <a:pt x="6481" y="13027"/>
                      <a:pt x="13390" y="11634"/>
                    </a:cubicBezTo>
                    <a:cubicBezTo>
                      <a:pt x="20298" y="10242"/>
                      <a:pt x="26546" y="1295"/>
                      <a:pt x="26546" y="1295"/>
                    </a:cubicBezTo>
                    <a:cubicBezTo>
                      <a:pt x="26546" y="1295"/>
                      <a:pt x="15461" y="5483"/>
                      <a:pt x="10756" y="4191"/>
                    </a:cubicBezTo>
                    <a:cubicBezTo>
                      <a:pt x="6049" y="2904"/>
                      <a:pt x="-68" y="-2367"/>
                      <a:pt x="1" y="1244"/>
                    </a:cubicBezTo>
                    <a:close/>
                  </a:path>
                </a:pathLst>
              </a:custGeom>
              <a:solidFill>
                <a:srgbClr val="4F615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07" name="Google Shape;1907;p2"/>
              <p:cNvSpPr/>
              <p:nvPr/>
            </p:nvSpPr>
            <p:spPr>
              <a:xfrm>
                <a:off x="5879262" y="3220763"/>
                <a:ext cx="256326" cy="184220"/>
              </a:xfrm>
              <a:custGeom>
                <a:avLst/>
                <a:gdLst/>
                <a:ahLst/>
                <a:cxnLst/>
                <a:rect l="l" t="t" r="r" b="b"/>
                <a:pathLst>
                  <a:path w="256326" h="184220" extrusionOk="0">
                    <a:moveTo>
                      <a:pt x="186632" y="53710"/>
                    </a:moveTo>
                    <a:cubicBezTo>
                      <a:pt x="245480" y="97974"/>
                      <a:pt x="295256" y="145354"/>
                      <a:pt x="213012" y="147558"/>
                    </a:cubicBezTo>
                    <a:cubicBezTo>
                      <a:pt x="130769" y="149761"/>
                      <a:pt x="136820" y="218417"/>
                      <a:pt x="97706" y="162064"/>
                    </a:cubicBezTo>
                    <a:cubicBezTo>
                      <a:pt x="58593" y="105712"/>
                      <a:pt x="-41360" y="19903"/>
                      <a:pt x="18823" y="2767"/>
                    </a:cubicBezTo>
                    <a:cubicBezTo>
                      <a:pt x="79005" y="-14371"/>
                      <a:pt x="186632" y="53710"/>
                      <a:pt x="186632" y="53710"/>
                    </a:cubicBezTo>
                    <a:close/>
                  </a:path>
                </a:pathLst>
              </a:custGeom>
              <a:solidFill>
                <a:srgbClr val="151A1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908" name="Google Shape;1908;p2"/>
            <p:cNvGrpSpPr/>
            <p:nvPr/>
          </p:nvGrpSpPr>
          <p:grpSpPr>
            <a:xfrm>
              <a:off x="5988531" y="2693398"/>
              <a:ext cx="642914" cy="642914"/>
              <a:chOff x="5988531" y="2693398"/>
              <a:chExt cx="642914" cy="642914"/>
            </a:xfrm>
          </p:grpSpPr>
          <p:sp>
            <p:nvSpPr>
              <p:cNvPr id="1909" name="Google Shape;1909;p2"/>
              <p:cNvSpPr/>
              <p:nvPr/>
            </p:nvSpPr>
            <p:spPr>
              <a:xfrm rot="-2700000">
                <a:off x="6082684" y="2787551"/>
                <a:ext cx="454609" cy="454609"/>
              </a:xfrm>
              <a:custGeom>
                <a:avLst/>
                <a:gdLst/>
                <a:ahLst/>
                <a:cxnLst/>
                <a:rect l="l" t="t" r="r" b="b"/>
                <a:pathLst>
                  <a:path w="454356" h="454356" extrusionOk="0">
                    <a:moveTo>
                      <a:pt x="454356" y="227178"/>
                    </a:moveTo>
                    <a:cubicBezTo>
                      <a:pt x="454356" y="352645"/>
                      <a:pt x="352645" y="454357"/>
                      <a:pt x="227178" y="454357"/>
                    </a:cubicBezTo>
                    <a:cubicBezTo>
                      <a:pt x="101711" y="454357"/>
                      <a:pt x="0" y="352645"/>
                      <a:pt x="0" y="227178"/>
                    </a:cubicBezTo>
                    <a:cubicBezTo>
                      <a:pt x="0" y="101711"/>
                      <a:pt x="101711" y="0"/>
                      <a:pt x="227178" y="0"/>
                    </a:cubicBezTo>
                    <a:cubicBezTo>
                      <a:pt x="352645" y="0"/>
                      <a:pt x="454356" y="101711"/>
                      <a:pt x="454356" y="227178"/>
                    </a:cubicBezTo>
                    <a:close/>
                  </a:path>
                </a:pathLst>
              </a:custGeom>
              <a:solidFill>
                <a:srgbClr val="D1320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10" name="Google Shape;1910;p2"/>
              <p:cNvSpPr/>
              <p:nvPr/>
            </p:nvSpPr>
            <p:spPr>
              <a:xfrm>
                <a:off x="6106516" y="2880641"/>
                <a:ext cx="430523" cy="361418"/>
              </a:xfrm>
              <a:custGeom>
                <a:avLst/>
                <a:gdLst/>
                <a:ahLst/>
                <a:cxnLst/>
                <a:rect l="l" t="t" r="r" b="b"/>
                <a:pathLst>
                  <a:path w="430523" h="361418" extrusionOk="0">
                    <a:moveTo>
                      <a:pt x="386601" y="0"/>
                    </a:moveTo>
                    <a:cubicBezTo>
                      <a:pt x="404876" y="36565"/>
                      <a:pt x="413521" y="78501"/>
                      <a:pt x="409500" y="122198"/>
                    </a:cubicBezTo>
                    <a:cubicBezTo>
                      <a:pt x="398000" y="247139"/>
                      <a:pt x="287391" y="339098"/>
                      <a:pt x="162450" y="327597"/>
                    </a:cubicBezTo>
                    <a:cubicBezTo>
                      <a:pt x="94976" y="321386"/>
                      <a:pt x="37136" y="286262"/>
                      <a:pt x="0" y="235595"/>
                    </a:cubicBezTo>
                    <a:cubicBezTo>
                      <a:pt x="33975" y="303576"/>
                      <a:pt x="101258" y="352967"/>
                      <a:pt x="182503" y="360447"/>
                    </a:cubicBezTo>
                    <a:cubicBezTo>
                      <a:pt x="307444" y="371948"/>
                      <a:pt x="418052" y="279987"/>
                      <a:pt x="429553" y="155048"/>
                    </a:cubicBezTo>
                    <a:cubicBezTo>
                      <a:pt x="434841" y="97580"/>
                      <a:pt x="418231" y="43155"/>
                      <a:pt x="386601" y="0"/>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11" name="Google Shape;1911;p2"/>
              <p:cNvSpPr/>
              <p:nvPr/>
            </p:nvSpPr>
            <p:spPr>
              <a:xfrm>
                <a:off x="6122494" y="2840973"/>
                <a:ext cx="362476" cy="339803"/>
              </a:xfrm>
              <a:custGeom>
                <a:avLst/>
                <a:gdLst/>
                <a:ahLst/>
                <a:cxnLst/>
                <a:rect l="l" t="t" r="r" b="b"/>
                <a:pathLst>
                  <a:path w="362476" h="339803" extrusionOk="0">
                    <a:moveTo>
                      <a:pt x="356910" y="103004"/>
                    </a:moveTo>
                    <a:cubicBezTo>
                      <a:pt x="342652" y="66441"/>
                      <a:pt x="298343" y="54015"/>
                      <a:pt x="250589" y="18543"/>
                    </a:cubicBezTo>
                    <a:cubicBezTo>
                      <a:pt x="202834" y="-16929"/>
                      <a:pt x="186837" y="5716"/>
                      <a:pt x="162644" y="26681"/>
                    </a:cubicBezTo>
                    <a:cubicBezTo>
                      <a:pt x="138451" y="47644"/>
                      <a:pt x="115164" y="8395"/>
                      <a:pt x="83866" y="25922"/>
                    </a:cubicBezTo>
                    <a:cubicBezTo>
                      <a:pt x="52568" y="43449"/>
                      <a:pt x="56086" y="85274"/>
                      <a:pt x="23561" y="103857"/>
                    </a:cubicBezTo>
                    <a:cubicBezTo>
                      <a:pt x="-10000" y="123029"/>
                      <a:pt x="-3521" y="169078"/>
                      <a:pt x="17000" y="235900"/>
                    </a:cubicBezTo>
                    <a:cubicBezTo>
                      <a:pt x="37522" y="302722"/>
                      <a:pt x="54445" y="305207"/>
                      <a:pt x="149248" y="333414"/>
                    </a:cubicBezTo>
                    <a:cubicBezTo>
                      <a:pt x="244050" y="361621"/>
                      <a:pt x="294224" y="290177"/>
                      <a:pt x="325642" y="241122"/>
                    </a:cubicBezTo>
                    <a:cubicBezTo>
                      <a:pt x="357061" y="192067"/>
                      <a:pt x="371170" y="139564"/>
                      <a:pt x="356910" y="103004"/>
                    </a:cubicBezTo>
                    <a:close/>
                    <a:moveTo>
                      <a:pt x="269247" y="172500"/>
                    </a:moveTo>
                    <a:cubicBezTo>
                      <a:pt x="238749" y="227522"/>
                      <a:pt x="268799" y="229986"/>
                      <a:pt x="238971" y="248130"/>
                    </a:cubicBezTo>
                    <a:cubicBezTo>
                      <a:pt x="209143" y="266277"/>
                      <a:pt x="165302" y="268901"/>
                      <a:pt x="154378" y="249427"/>
                    </a:cubicBezTo>
                    <a:cubicBezTo>
                      <a:pt x="143453" y="229952"/>
                      <a:pt x="144493" y="228533"/>
                      <a:pt x="119598" y="229269"/>
                    </a:cubicBezTo>
                    <a:cubicBezTo>
                      <a:pt x="94704" y="230005"/>
                      <a:pt x="86776" y="191127"/>
                      <a:pt x="92276" y="180733"/>
                    </a:cubicBezTo>
                    <a:cubicBezTo>
                      <a:pt x="102040" y="162275"/>
                      <a:pt x="97845" y="154299"/>
                      <a:pt x="112681" y="143857"/>
                    </a:cubicBezTo>
                    <a:cubicBezTo>
                      <a:pt x="127517" y="133414"/>
                      <a:pt x="107265" y="103431"/>
                      <a:pt x="123405" y="99145"/>
                    </a:cubicBezTo>
                    <a:cubicBezTo>
                      <a:pt x="139544" y="94859"/>
                      <a:pt x="146239" y="110916"/>
                      <a:pt x="165952" y="107281"/>
                    </a:cubicBezTo>
                    <a:cubicBezTo>
                      <a:pt x="185664" y="103646"/>
                      <a:pt x="171667" y="74804"/>
                      <a:pt x="202827" y="84940"/>
                    </a:cubicBezTo>
                    <a:cubicBezTo>
                      <a:pt x="233988" y="95074"/>
                      <a:pt x="237805" y="122675"/>
                      <a:pt x="263701" y="130813"/>
                    </a:cubicBezTo>
                    <a:cubicBezTo>
                      <a:pt x="289595" y="138949"/>
                      <a:pt x="299744" y="117479"/>
                      <a:pt x="269247" y="172500"/>
                    </a:cubicBezTo>
                    <a:close/>
                  </a:path>
                </a:pathLst>
              </a:custGeom>
              <a:solidFill>
                <a:srgbClr val="12121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12" name="Google Shape;1912;p2"/>
              <p:cNvSpPr/>
              <p:nvPr/>
            </p:nvSpPr>
            <p:spPr>
              <a:xfrm>
                <a:off x="6174548" y="2872485"/>
                <a:ext cx="253156" cy="263574"/>
              </a:xfrm>
              <a:custGeom>
                <a:avLst/>
                <a:gdLst/>
                <a:ahLst/>
                <a:cxnLst/>
                <a:rect l="l" t="t" r="r" b="b"/>
                <a:pathLst>
                  <a:path w="253156" h="263574" extrusionOk="0">
                    <a:moveTo>
                      <a:pt x="209089" y="248869"/>
                    </a:moveTo>
                    <a:cubicBezTo>
                      <a:pt x="232393" y="230970"/>
                      <a:pt x="232059" y="196516"/>
                      <a:pt x="247569" y="154766"/>
                    </a:cubicBezTo>
                    <a:cubicBezTo>
                      <a:pt x="263082" y="113015"/>
                      <a:pt x="243455" y="106251"/>
                      <a:pt x="223324" y="93243"/>
                    </a:cubicBezTo>
                    <a:cubicBezTo>
                      <a:pt x="203194" y="80236"/>
                      <a:pt x="226538" y="55284"/>
                      <a:pt x="207391" y="36450"/>
                    </a:cubicBezTo>
                    <a:cubicBezTo>
                      <a:pt x="188243" y="17615"/>
                      <a:pt x="158909" y="28892"/>
                      <a:pt x="138747" y="9397"/>
                    </a:cubicBezTo>
                    <a:cubicBezTo>
                      <a:pt x="117942" y="-10720"/>
                      <a:pt x="86191" y="3570"/>
                      <a:pt x="42444" y="32301"/>
                    </a:cubicBezTo>
                    <a:cubicBezTo>
                      <a:pt x="-1303" y="61031"/>
                      <a:pt x="451" y="73718"/>
                      <a:pt x="2" y="147776"/>
                    </a:cubicBezTo>
                    <a:cubicBezTo>
                      <a:pt x="-446" y="221833"/>
                      <a:pt x="61414" y="242960"/>
                      <a:pt x="103252" y="255284"/>
                    </a:cubicBezTo>
                    <a:cubicBezTo>
                      <a:pt x="145090" y="267608"/>
                      <a:pt x="185788" y="266769"/>
                      <a:pt x="209089" y="248869"/>
                    </a:cubicBezTo>
                    <a:close/>
                    <a:moveTo>
                      <a:pt x="149639" y="232911"/>
                    </a:moveTo>
                    <a:cubicBezTo>
                      <a:pt x="79272" y="216955"/>
                      <a:pt x="86187" y="250838"/>
                      <a:pt x="56647" y="223804"/>
                    </a:cubicBezTo>
                    <a:cubicBezTo>
                      <a:pt x="27105" y="196767"/>
                      <a:pt x="10166" y="149328"/>
                      <a:pt x="28113" y="131056"/>
                    </a:cubicBezTo>
                    <a:cubicBezTo>
                      <a:pt x="46061" y="112786"/>
                      <a:pt x="47956" y="113474"/>
                      <a:pt x="39168" y="86294"/>
                    </a:cubicBezTo>
                    <a:cubicBezTo>
                      <a:pt x="30381" y="59113"/>
                      <a:pt x="70658" y="37927"/>
                      <a:pt x="83867" y="40651"/>
                    </a:cubicBezTo>
                    <a:cubicBezTo>
                      <a:pt x="107323" y="45491"/>
                      <a:pt x="114762" y="38315"/>
                      <a:pt x="131018" y="51307"/>
                    </a:cubicBezTo>
                    <a:cubicBezTo>
                      <a:pt x="147271" y="64298"/>
                      <a:pt x="173802" y="32390"/>
                      <a:pt x="183696" y="48789"/>
                    </a:cubicBezTo>
                    <a:cubicBezTo>
                      <a:pt x="193588" y="65189"/>
                      <a:pt x="178050" y="77710"/>
                      <a:pt x="188369" y="98254"/>
                    </a:cubicBezTo>
                    <a:cubicBezTo>
                      <a:pt x="198688" y="118798"/>
                      <a:pt x="225967" y="94142"/>
                      <a:pt x="224789" y="131707"/>
                    </a:cubicBezTo>
                    <a:cubicBezTo>
                      <a:pt x="223612" y="169273"/>
                      <a:pt x="194438" y="182320"/>
                      <a:pt x="193775" y="213446"/>
                    </a:cubicBezTo>
                    <a:cubicBezTo>
                      <a:pt x="193110" y="244567"/>
                      <a:pt x="220009" y="248867"/>
                      <a:pt x="149639" y="232911"/>
                    </a:cubicBezTo>
                    <a:close/>
                  </a:path>
                </a:pathLst>
              </a:custGeom>
              <a:solidFill>
                <a:srgbClr val="12121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13" name="Google Shape;1913;p2"/>
              <p:cNvSpPr/>
              <p:nvPr/>
            </p:nvSpPr>
            <p:spPr>
              <a:xfrm>
                <a:off x="6290551" y="2818032"/>
                <a:ext cx="28700" cy="192485"/>
              </a:xfrm>
              <a:custGeom>
                <a:avLst/>
                <a:gdLst/>
                <a:ahLst/>
                <a:cxnLst/>
                <a:rect l="l" t="t" r="r" b="b"/>
                <a:pathLst>
                  <a:path w="28700" h="192485" extrusionOk="0">
                    <a:moveTo>
                      <a:pt x="24825" y="0"/>
                    </a:moveTo>
                    <a:cubicBezTo>
                      <a:pt x="24825" y="0"/>
                      <a:pt x="-16236" y="125538"/>
                      <a:pt x="7258" y="190833"/>
                    </a:cubicBezTo>
                    <a:cubicBezTo>
                      <a:pt x="19737" y="191980"/>
                      <a:pt x="25214" y="192486"/>
                      <a:pt x="25214" y="192486"/>
                    </a:cubicBezTo>
                    <a:cubicBezTo>
                      <a:pt x="25214" y="192486"/>
                      <a:pt x="33311" y="42597"/>
                      <a:pt x="24825" y="0"/>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14" name="Google Shape;1914;p2"/>
              <p:cNvSpPr/>
              <p:nvPr/>
            </p:nvSpPr>
            <p:spPr>
              <a:xfrm>
                <a:off x="6127031" y="2942077"/>
                <a:ext cx="183184" cy="75722"/>
              </a:xfrm>
              <a:custGeom>
                <a:avLst/>
                <a:gdLst/>
                <a:ahLst/>
                <a:cxnLst/>
                <a:rect l="l" t="t" r="r" b="b"/>
                <a:pathLst>
                  <a:path w="183184" h="75722" extrusionOk="0">
                    <a:moveTo>
                      <a:pt x="0" y="0"/>
                    </a:moveTo>
                    <a:cubicBezTo>
                      <a:pt x="0" y="0"/>
                      <a:pt x="106704" y="77843"/>
                      <a:pt x="176063" y="75678"/>
                    </a:cubicBezTo>
                    <a:cubicBezTo>
                      <a:pt x="181012" y="64163"/>
                      <a:pt x="183184" y="59111"/>
                      <a:pt x="183184" y="59111"/>
                    </a:cubicBezTo>
                    <a:cubicBezTo>
                      <a:pt x="183184" y="59111"/>
                      <a:pt x="43135" y="5091"/>
                      <a:pt x="0" y="0"/>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15" name="Google Shape;1915;p2"/>
              <p:cNvSpPr/>
              <p:nvPr/>
            </p:nvSpPr>
            <p:spPr>
              <a:xfrm>
                <a:off x="6186803" y="3003582"/>
                <a:ext cx="126381" cy="155953"/>
              </a:xfrm>
              <a:custGeom>
                <a:avLst/>
                <a:gdLst/>
                <a:ahLst/>
                <a:cxnLst/>
                <a:rect l="l" t="t" r="r" b="b"/>
                <a:pathLst>
                  <a:path w="126381" h="155953" extrusionOk="0">
                    <a:moveTo>
                      <a:pt x="0" y="155953"/>
                    </a:moveTo>
                    <a:cubicBezTo>
                      <a:pt x="0" y="155953"/>
                      <a:pt x="107008" y="78527"/>
                      <a:pt x="126381" y="11892"/>
                    </a:cubicBezTo>
                    <a:cubicBezTo>
                      <a:pt x="116961" y="3628"/>
                      <a:pt x="112825" y="0"/>
                      <a:pt x="112825" y="0"/>
                    </a:cubicBezTo>
                    <a:cubicBezTo>
                      <a:pt x="112825" y="0"/>
                      <a:pt x="18171" y="116506"/>
                      <a:pt x="0" y="155953"/>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16" name="Google Shape;1916;p2"/>
              <p:cNvSpPr/>
              <p:nvPr/>
            </p:nvSpPr>
            <p:spPr>
              <a:xfrm>
                <a:off x="6298632" y="3005173"/>
                <a:ext cx="113456" cy="164713"/>
              </a:xfrm>
              <a:custGeom>
                <a:avLst/>
                <a:gdLst/>
                <a:ahLst/>
                <a:cxnLst/>
                <a:rect l="l" t="t" r="r" b="b"/>
                <a:pathLst>
                  <a:path w="113456" h="164713" extrusionOk="0">
                    <a:moveTo>
                      <a:pt x="113457" y="164713"/>
                    </a:moveTo>
                    <a:cubicBezTo>
                      <a:pt x="113457" y="164713"/>
                      <a:pt x="72887" y="39017"/>
                      <a:pt x="15499" y="0"/>
                    </a:cubicBezTo>
                    <a:cubicBezTo>
                      <a:pt x="4728" y="6405"/>
                      <a:pt x="0" y="9217"/>
                      <a:pt x="0" y="9217"/>
                    </a:cubicBezTo>
                    <a:cubicBezTo>
                      <a:pt x="0" y="9217"/>
                      <a:pt x="81555" y="135242"/>
                      <a:pt x="113457" y="164713"/>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17" name="Google Shape;1917;p2"/>
              <p:cNvSpPr/>
              <p:nvPr/>
            </p:nvSpPr>
            <p:spPr>
              <a:xfrm>
                <a:off x="6304630" y="2958827"/>
                <a:ext cx="186921" cy="59852"/>
              </a:xfrm>
              <a:custGeom>
                <a:avLst/>
                <a:gdLst/>
                <a:ahLst/>
                <a:cxnLst/>
                <a:rect l="l" t="t" r="r" b="b"/>
                <a:pathLst>
                  <a:path w="186921" h="59852" extrusionOk="0">
                    <a:moveTo>
                      <a:pt x="186922" y="0"/>
                    </a:moveTo>
                    <a:cubicBezTo>
                      <a:pt x="186922" y="0"/>
                      <a:pt x="54839" y="-258"/>
                      <a:pt x="0" y="42264"/>
                    </a:cubicBezTo>
                    <a:cubicBezTo>
                      <a:pt x="2764" y="54489"/>
                      <a:pt x="3978" y="59852"/>
                      <a:pt x="3978" y="59852"/>
                    </a:cubicBezTo>
                    <a:cubicBezTo>
                      <a:pt x="3978" y="59852"/>
                      <a:pt x="149031" y="21235"/>
                      <a:pt x="186922" y="0"/>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18" name="Google Shape;1918;p2"/>
              <p:cNvSpPr/>
              <p:nvPr/>
            </p:nvSpPr>
            <p:spPr>
              <a:xfrm>
                <a:off x="6290700" y="2913708"/>
                <a:ext cx="28348" cy="92866"/>
              </a:xfrm>
              <a:custGeom>
                <a:avLst/>
                <a:gdLst/>
                <a:ahLst/>
                <a:cxnLst/>
                <a:rect l="l" t="t" r="r" b="b"/>
                <a:pathLst>
                  <a:path w="28348" h="92866" extrusionOk="0">
                    <a:moveTo>
                      <a:pt x="3115" y="0"/>
                    </a:moveTo>
                    <a:cubicBezTo>
                      <a:pt x="6622" y="50884"/>
                      <a:pt x="16614" y="65965"/>
                      <a:pt x="17967" y="43507"/>
                    </a:cubicBezTo>
                    <a:cubicBezTo>
                      <a:pt x="19321" y="21050"/>
                      <a:pt x="25164" y="28029"/>
                      <a:pt x="26339" y="32413"/>
                    </a:cubicBezTo>
                    <a:cubicBezTo>
                      <a:pt x="27514" y="36798"/>
                      <a:pt x="28348" y="887"/>
                      <a:pt x="28348" y="887"/>
                    </a:cubicBezTo>
                    <a:lnTo>
                      <a:pt x="25427" y="92867"/>
                    </a:lnTo>
                    <a:lnTo>
                      <a:pt x="2948" y="90798"/>
                    </a:lnTo>
                    <a:cubicBezTo>
                      <a:pt x="2948" y="90798"/>
                      <a:pt x="-3795" y="39548"/>
                      <a:pt x="3115" y="0"/>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19" name="Google Shape;1919;p2"/>
              <p:cNvSpPr/>
              <p:nvPr/>
            </p:nvSpPr>
            <p:spPr>
              <a:xfrm>
                <a:off x="6213106" y="2968378"/>
                <a:ext cx="95216" cy="51940"/>
              </a:xfrm>
              <a:custGeom>
                <a:avLst/>
                <a:gdLst/>
                <a:ahLst/>
                <a:cxnLst/>
                <a:rect l="l" t="t" r="r" b="b"/>
                <a:pathLst>
                  <a:path w="95216" h="51940" extrusionOk="0">
                    <a:moveTo>
                      <a:pt x="0" y="23724"/>
                    </a:moveTo>
                    <a:cubicBezTo>
                      <a:pt x="49478" y="36112"/>
                      <a:pt x="66909" y="31270"/>
                      <a:pt x="45967" y="23043"/>
                    </a:cubicBezTo>
                    <a:cubicBezTo>
                      <a:pt x="25027" y="14815"/>
                      <a:pt x="33469" y="11416"/>
                      <a:pt x="38003" y="11654"/>
                    </a:cubicBezTo>
                    <a:cubicBezTo>
                      <a:pt x="42536" y="11892"/>
                      <a:pt x="8641" y="0"/>
                      <a:pt x="8641" y="0"/>
                    </a:cubicBezTo>
                    <a:lnTo>
                      <a:pt x="95216" y="31201"/>
                    </a:lnTo>
                    <a:lnTo>
                      <a:pt x="86301" y="51940"/>
                    </a:lnTo>
                    <a:cubicBezTo>
                      <a:pt x="86303" y="51940"/>
                      <a:pt x="35476" y="42517"/>
                      <a:pt x="0" y="23724"/>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20" name="Google Shape;1920;p2"/>
              <p:cNvSpPr/>
              <p:nvPr/>
            </p:nvSpPr>
            <p:spPr>
              <a:xfrm>
                <a:off x="6244184" y="2998032"/>
                <a:ext cx="73396" cy="88246"/>
              </a:xfrm>
              <a:custGeom>
                <a:avLst/>
                <a:gdLst/>
                <a:ahLst/>
                <a:cxnLst/>
                <a:rect l="l" t="t" r="r" b="b"/>
                <a:pathLst>
                  <a:path w="73396" h="88246" extrusionOk="0">
                    <a:moveTo>
                      <a:pt x="19891" y="88247"/>
                    </a:moveTo>
                    <a:cubicBezTo>
                      <a:pt x="46961" y="45018"/>
                      <a:pt x="47743" y="26945"/>
                      <a:pt x="33449" y="44319"/>
                    </a:cubicBezTo>
                    <a:cubicBezTo>
                      <a:pt x="19154" y="61692"/>
                      <a:pt x="18528" y="52612"/>
                      <a:pt x="20156" y="48374"/>
                    </a:cubicBezTo>
                    <a:cubicBezTo>
                      <a:pt x="21783" y="44136"/>
                      <a:pt x="0" y="72697"/>
                      <a:pt x="0" y="72697"/>
                    </a:cubicBezTo>
                    <a:lnTo>
                      <a:pt x="56428" y="0"/>
                    </a:lnTo>
                    <a:lnTo>
                      <a:pt x="73397" y="14887"/>
                    </a:lnTo>
                    <a:cubicBezTo>
                      <a:pt x="73394" y="14889"/>
                      <a:pt x="48726" y="60316"/>
                      <a:pt x="19891" y="88247"/>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21" name="Google Shape;1921;p2"/>
              <p:cNvSpPr/>
              <p:nvPr/>
            </p:nvSpPr>
            <p:spPr>
              <a:xfrm>
                <a:off x="6295733" y="3000647"/>
                <a:ext cx="72637" cy="87670"/>
              </a:xfrm>
              <a:custGeom>
                <a:avLst/>
                <a:gdLst/>
                <a:ahLst/>
                <a:cxnLst/>
                <a:rect l="l" t="t" r="r" b="b"/>
                <a:pathLst>
                  <a:path w="72637" h="87670" extrusionOk="0">
                    <a:moveTo>
                      <a:pt x="72638" y="73554"/>
                    </a:moveTo>
                    <a:cubicBezTo>
                      <a:pt x="39891" y="34450"/>
                      <a:pt x="22942" y="28122"/>
                      <a:pt x="35049" y="47087"/>
                    </a:cubicBezTo>
                    <a:cubicBezTo>
                      <a:pt x="47156" y="66052"/>
                      <a:pt x="38325" y="63839"/>
                      <a:pt x="34797" y="60984"/>
                    </a:cubicBezTo>
                    <a:cubicBezTo>
                      <a:pt x="31270" y="58126"/>
                      <a:pt x="51702" y="87670"/>
                      <a:pt x="51702" y="87670"/>
                    </a:cubicBezTo>
                    <a:lnTo>
                      <a:pt x="0" y="11540"/>
                    </a:lnTo>
                    <a:lnTo>
                      <a:pt x="19404" y="0"/>
                    </a:lnTo>
                    <a:cubicBezTo>
                      <a:pt x="19404" y="0"/>
                      <a:pt x="54985" y="37497"/>
                      <a:pt x="72638" y="73554"/>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22" name="Google Shape;1922;p2"/>
              <p:cNvSpPr/>
              <p:nvPr/>
            </p:nvSpPr>
            <p:spPr>
              <a:xfrm>
                <a:off x="6303597" y="2969084"/>
                <a:ext cx="93360" cy="49919"/>
              </a:xfrm>
              <a:custGeom>
                <a:avLst/>
                <a:gdLst/>
                <a:ahLst/>
                <a:cxnLst/>
                <a:rect l="l" t="t" r="r" b="b"/>
                <a:pathLst>
                  <a:path w="93360" h="49919" extrusionOk="0">
                    <a:moveTo>
                      <a:pt x="86408" y="0"/>
                    </a:moveTo>
                    <a:cubicBezTo>
                      <a:pt x="39100" y="19061"/>
                      <a:pt x="27843" y="33222"/>
                      <a:pt x="49620" y="27569"/>
                    </a:cubicBezTo>
                    <a:cubicBezTo>
                      <a:pt x="71396" y="21916"/>
                      <a:pt x="66566" y="29629"/>
                      <a:pt x="62757" y="32102"/>
                    </a:cubicBezTo>
                    <a:cubicBezTo>
                      <a:pt x="58949" y="34576"/>
                      <a:pt x="93360" y="24273"/>
                      <a:pt x="93360" y="24273"/>
                    </a:cubicBezTo>
                    <a:lnTo>
                      <a:pt x="4979" y="49919"/>
                    </a:lnTo>
                    <a:lnTo>
                      <a:pt x="0" y="27901"/>
                    </a:lnTo>
                    <a:cubicBezTo>
                      <a:pt x="2" y="27901"/>
                      <a:pt x="46662" y="5649"/>
                      <a:pt x="86408" y="0"/>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23" name="Google Shape;1923;p2"/>
              <p:cNvSpPr/>
              <p:nvPr/>
            </p:nvSpPr>
            <p:spPr>
              <a:xfrm>
                <a:off x="6292346" y="2996167"/>
                <a:ext cx="25545" cy="25545"/>
              </a:xfrm>
              <a:custGeom>
                <a:avLst/>
                <a:gdLst/>
                <a:ahLst/>
                <a:cxnLst/>
                <a:rect l="l" t="t" r="r" b="b"/>
                <a:pathLst>
                  <a:path w="25545" h="25545" extrusionOk="0">
                    <a:moveTo>
                      <a:pt x="25491" y="13945"/>
                    </a:moveTo>
                    <a:cubicBezTo>
                      <a:pt x="24844" y="20969"/>
                      <a:pt x="18626" y="26138"/>
                      <a:pt x="11601" y="25491"/>
                    </a:cubicBezTo>
                    <a:cubicBezTo>
                      <a:pt x="4576" y="24844"/>
                      <a:pt x="-592" y="18626"/>
                      <a:pt x="55" y="11601"/>
                    </a:cubicBezTo>
                    <a:cubicBezTo>
                      <a:pt x="702" y="4576"/>
                      <a:pt x="6920" y="-592"/>
                      <a:pt x="13944" y="55"/>
                    </a:cubicBezTo>
                    <a:cubicBezTo>
                      <a:pt x="20969" y="702"/>
                      <a:pt x="26138" y="6920"/>
                      <a:pt x="25491" y="13945"/>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24" name="Google Shape;1924;p2"/>
              <p:cNvSpPr/>
              <p:nvPr/>
            </p:nvSpPr>
            <p:spPr>
              <a:xfrm>
                <a:off x="6301425" y="2995135"/>
                <a:ext cx="20041" cy="23934"/>
              </a:xfrm>
              <a:custGeom>
                <a:avLst/>
                <a:gdLst/>
                <a:ahLst/>
                <a:cxnLst/>
                <a:rect l="l" t="t" r="r" b="b"/>
                <a:pathLst>
                  <a:path w="20041" h="23934" extrusionOk="0">
                    <a:moveTo>
                      <a:pt x="0" y="1577"/>
                    </a:moveTo>
                    <a:lnTo>
                      <a:pt x="15860" y="0"/>
                    </a:lnTo>
                    <a:lnTo>
                      <a:pt x="20041" y="10715"/>
                    </a:lnTo>
                    <a:lnTo>
                      <a:pt x="11428" y="23934"/>
                    </a:ln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25" name="Google Shape;1925;p2"/>
              <p:cNvSpPr/>
              <p:nvPr/>
            </p:nvSpPr>
            <p:spPr>
              <a:xfrm>
                <a:off x="6310078" y="2995098"/>
                <a:ext cx="13017" cy="13017"/>
              </a:xfrm>
              <a:custGeom>
                <a:avLst/>
                <a:gdLst/>
                <a:ahLst/>
                <a:cxnLst/>
                <a:rect l="l" t="t" r="r" b="b"/>
                <a:pathLst>
                  <a:path w="13017" h="13017" extrusionOk="0">
                    <a:moveTo>
                      <a:pt x="12989" y="7105"/>
                    </a:moveTo>
                    <a:cubicBezTo>
                      <a:pt x="12660" y="10685"/>
                      <a:pt x="9492" y="13318"/>
                      <a:pt x="5912" y="12989"/>
                    </a:cubicBezTo>
                    <a:cubicBezTo>
                      <a:pt x="2332" y="12660"/>
                      <a:pt x="-301" y="9492"/>
                      <a:pt x="28" y="5912"/>
                    </a:cubicBezTo>
                    <a:cubicBezTo>
                      <a:pt x="357" y="2332"/>
                      <a:pt x="3525" y="-301"/>
                      <a:pt x="7105" y="28"/>
                    </a:cubicBezTo>
                    <a:cubicBezTo>
                      <a:pt x="10685" y="357"/>
                      <a:pt x="13319" y="3525"/>
                      <a:pt x="12989" y="7105"/>
                    </a:cubicBezTo>
                    <a:close/>
                  </a:path>
                </a:pathLst>
              </a:custGeom>
              <a:solidFill>
                <a:srgbClr val="2BA8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926" name="Google Shape;1926;p2"/>
            <p:cNvGrpSpPr/>
            <p:nvPr/>
          </p:nvGrpSpPr>
          <p:grpSpPr>
            <a:xfrm>
              <a:off x="10234099" y="1509030"/>
              <a:ext cx="805957" cy="536387"/>
              <a:chOff x="10234099" y="1509030"/>
              <a:chExt cx="805957" cy="536387"/>
            </a:xfrm>
          </p:grpSpPr>
          <p:grpSp>
            <p:nvGrpSpPr>
              <p:cNvPr id="1927" name="Google Shape;1927;p2"/>
              <p:cNvGrpSpPr/>
              <p:nvPr/>
            </p:nvGrpSpPr>
            <p:grpSpPr>
              <a:xfrm>
                <a:off x="10234099" y="1639309"/>
                <a:ext cx="392909" cy="398571"/>
                <a:chOff x="10234099" y="1639309"/>
                <a:chExt cx="392909" cy="398571"/>
              </a:xfrm>
            </p:grpSpPr>
            <p:sp>
              <p:nvSpPr>
                <p:cNvPr id="1928" name="Google Shape;1928;p2"/>
                <p:cNvSpPr/>
                <p:nvPr/>
              </p:nvSpPr>
              <p:spPr>
                <a:xfrm>
                  <a:off x="10234100" y="1639309"/>
                  <a:ext cx="392908" cy="398312"/>
                </a:xfrm>
                <a:custGeom>
                  <a:avLst/>
                  <a:gdLst/>
                  <a:ahLst/>
                  <a:cxnLst/>
                  <a:rect l="l" t="t" r="r" b="b"/>
                  <a:pathLst>
                    <a:path w="392908" h="398312" extrusionOk="0">
                      <a:moveTo>
                        <a:pt x="215158" y="4425"/>
                      </a:moveTo>
                      <a:cubicBezTo>
                        <a:pt x="266808" y="-4385"/>
                        <a:pt x="292313" y="20745"/>
                        <a:pt x="292617" y="46821"/>
                      </a:cubicBezTo>
                      <a:cubicBezTo>
                        <a:pt x="354691" y="74400"/>
                        <a:pt x="343559" y="112306"/>
                        <a:pt x="343559" y="112306"/>
                      </a:cubicBezTo>
                      <a:cubicBezTo>
                        <a:pt x="343559" y="112306"/>
                        <a:pt x="378582" y="158636"/>
                        <a:pt x="369271" y="196845"/>
                      </a:cubicBezTo>
                      <a:cubicBezTo>
                        <a:pt x="399833" y="239152"/>
                        <a:pt x="382672" y="250918"/>
                        <a:pt x="382672" y="250918"/>
                      </a:cubicBezTo>
                      <a:cubicBezTo>
                        <a:pt x="382672" y="250918"/>
                        <a:pt x="400599" y="275789"/>
                        <a:pt x="389006" y="294118"/>
                      </a:cubicBezTo>
                      <a:cubicBezTo>
                        <a:pt x="399133" y="340442"/>
                        <a:pt x="359245" y="357411"/>
                        <a:pt x="353511" y="360371"/>
                      </a:cubicBezTo>
                      <a:cubicBezTo>
                        <a:pt x="333932" y="385730"/>
                        <a:pt x="303546" y="378913"/>
                        <a:pt x="303546" y="378913"/>
                      </a:cubicBezTo>
                      <a:cubicBezTo>
                        <a:pt x="303546" y="378913"/>
                        <a:pt x="285782" y="410597"/>
                        <a:pt x="242558" y="392981"/>
                      </a:cubicBezTo>
                      <a:cubicBezTo>
                        <a:pt x="201058" y="396984"/>
                        <a:pt x="204232" y="381034"/>
                        <a:pt x="204232" y="381034"/>
                      </a:cubicBezTo>
                      <a:cubicBezTo>
                        <a:pt x="204232" y="381034"/>
                        <a:pt x="177476" y="380845"/>
                        <a:pt x="150693" y="362728"/>
                      </a:cubicBezTo>
                      <a:cubicBezTo>
                        <a:pt x="83446" y="339368"/>
                        <a:pt x="87565" y="323443"/>
                        <a:pt x="87565" y="323443"/>
                      </a:cubicBezTo>
                      <a:cubicBezTo>
                        <a:pt x="87565" y="323443"/>
                        <a:pt x="49871" y="309508"/>
                        <a:pt x="36030" y="265827"/>
                      </a:cubicBezTo>
                      <a:cubicBezTo>
                        <a:pt x="-9247" y="245642"/>
                        <a:pt x="66" y="207431"/>
                        <a:pt x="2334" y="182299"/>
                      </a:cubicBezTo>
                      <a:cubicBezTo>
                        <a:pt x="3081" y="128907"/>
                        <a:pt x="40825" y="124664"/>
                        <a:pt x="40825" y="124664"/>
                      </a:cubicBezTo>
                      <a:lnTo>
                        <a:pt x="72965" y="110971"/>
                      </a:lnTo>
                      <a:cubicBezTo>
                        <a:pt x="72965" y="110971"/>
                        <a:pt x="71870" y="67110"/>
                        <a:pt x="105931" y="59029"/>
                      </a:cubicBezTo>
                      <a:cubicBezTo>
                        <a:pt x="128441" y="6082"/>
                        <a:pt x="159737" y="16061"/>
                        <a:pt x="159737" y="16061"/>
                      </a:cubicBezTo>
                      <a:cubicBezTo>
                        <a:pt x="159737" y="16061"/>
                        <a:pt x="189171" y="-10185"/>
                        <a:pt x="215158" y="4425"/>
                      </a:cubicBezTo>
                      <a:close/>
                    </a:path>
                  </a:pathLst>
                </a:custGeom>
                <a:solidFill>
                  <a:srgbClr val="DD314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929" name="Google Shape;1929;p2"/>
                <p:cNvGrpSpPr/>
                <p:nvPr/>
              </p:nvGrpSpPr>
              <p:grpSpPr>
                <a:xfrm>
                  <a:off x="10235792" y="1654675"/>
                  <a:ext cx="387321" cy="383205"/>
                  <a:chOff x="10235792" y="1654675"/>
                  <a:chExt cx="387321" cy="383205"/>
                </a:xfrm>
              </p:grpSpPr>
              <p:sp>
                <p:nvSpPr>
                  <p:cNvPr id="1930" name="Google Shape;1930;p2"/>
                  <p:cNvSpPr/>
                  <p:nvPr/>
                </p:nvSpPr>
                <p:spPr>
                  <a:xfrm>
                    <a:off x="10376558" y="1654675"/>
                    <a:ext cx="17275" cy="40306"/>
                  </a:xfrm>
                  <a:custGeom>
                    <a:avLst/>
                    <a:gdLst/>
                    <a:ahLst/>
                    <a:cxnLst/>
                    <a:rect l="l" t="t" r="r" b="b"/>
                    <a:pathLst>
                      <a:path w="17275" h="40306" extrusionOk="0">
                        <a:moveTo>
                          <a:pt x="3363" y="40307"/>
                        </a:moveTo>
                        <a:cubicBezTo>
                          <a:pt x="3363" y="40307"/>
                          <a:pt x="-7235" y="15483"/>
                          <a:pt x="9195" y="0"/>
                        </a:cubicBezTo>
                        <a:cubicBezTo>
                          <a:pt x="12662" y="-14"/>
                          <a:pt x="17276" y="691"/>
                          <a:pt x="17276" y="691"/>
                        </a:cubicBezTo>
                        <a:cubicBezTo>
                          <a:pt x="4835" y="5660"/>
                          <a:pt x="3363" y="40307"/>
                          <a:pt x="3363" y="40307"/>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31" name="Google Shape;1931;p2"/>
                  <p:cNvSpPr/>
                  <p:nvPr/>
                </p:nvSpPr>
                <p:spPr>
                  <a:xfrm>
                    <a:off x="10235792" y="1664291"/>
                    <a:ext cx="387321" cy="373589"/>
                  </a:xfrm>
                  <a:custGeom>
                    <a:avLst/>
                    <a:gdLst/>
                    <a:ahLst/>
                    <a:cxnLst/>
                    <a:rect l="l" t="t" r="r" b="b"/>
                    <a:pathLst>
                      <a:path w="387321" h="373589" extrusionOk="0">
                        <a:moveTo>
                          <a:pt x="434" y="159448"/>
                        </a:moveTo>
                        <a:cubicBezTo>
                          <a:pt x="-1909" y="164680"/>
                          <a:pt x="5530" y="174844"/>
                          <a:pt x="15543" y="179299"/>
                        </a:cubicBezTo>
                        <a:cubicBezTo>
                          <a:pt x="10040" y="192846"/>
                          <a:pt x="10522" y="227527"/>
                          <a:pt x="34336" y="240841"/>
                        </a:cubicBezTo>
                        <a:cubicBezTo>
                          <a:pt x="42856" y="246108"/>
                          <a:pt x="52484" y="246994"/>
                          <a:pt x="57975" y="247001"/>
                        </a:cubicBezTo>
                        <a:cubicBezTo>
                          <a:pt x="59827" y="251246"/>
                          <a:pt x="73870" y="283118"/>
                          <a:pt x="81043" y="289576"/>
                        </a:cubicBezTo>
                        <a:cubicBezTo>
                          <a:pt x="88678" y="296448"/>
                          <a:pt x="110635" y="299079"/>
                          <a:pt x="110946" y="299115"/>
                        </a:cubicBezTo>
                        <a:cubicBezTo>
                          <a:pt x="102897" y="300507"/>
                          <a:pt x="94231" y="300480"/>
                          <a:pt x="85871" y="298457"/>
                        </a:cubicBezTo>
                        <a:cubicBezTo>
                          <a:pt x="87400" y="303628"/>
                          <a:pt x="90798" y="311037"/>
                          <a:pt x="116198" y="324488"/>
                        </a:cubicBezTo>
                        <a:cubicBezTo>
                          <a:pt x="103791" y="315346"/>
                          <a:pt x="102504" y="309169"/>
                          <a:pt x="103183" y="307640"/>
                        </a:cubicBezTo>
                        <a:cubicBezTo>
                          <a:pt x="103723" y="306424"/>
                          <a:pt x="133857" y="291284"/>
                          <a:pt x="146263" y="284233"/>
                        </a:cubicBezTo>
                        <a:cubicBezTo>
                          <a:pt x="146277" y="284236"/>
                          <a:pt x="146292" y="284238"/>
                          <a:pt x="146306" y="284240"/>
                        </a:cubicBezTo>
                        <a:cubicBezTo>
                          <a:pt x="142825" y="295910"/>
                          <a:pt x="140673" y="308476"/>
                          <a:pt x="151631" y="318827"/>
                        </a:cubicBezTo>
                        <a:cubicBezTo>
                          <a:pt x="148448" y="327062"/>
                          <a:pt x="148999" y="337744"/>
                          <a:pt x="148999" y="337744"/>
                        </a:cubicBezTo>
                        <a:cubicBezTo>
                          <a:pt x="148999" y="337744"/>
                          <a:pt x="166400" y="348246"/>
                          <a:pt x="183367" y="353097"/>
                        </a:cubicBezTo>
                        <a:cubicBezTo>
                          <a:pt x="161721" y="345126"/>
                          <a:pt x="158888" y="336649"/>
                          <a:pt x="158077" y="333248"/>
                        </a:cubicBezTo>
                        <a:cubicBezTo>
                          <a:pt x="157654" y="331480"/>
                          <a:pt x="158838" y="327896"/>
                          <a:pt x="160072" y="324851"/>
                        </a:cubicBezTo>
                        <a:cubicBezTo>
                          <a:pt x="160269" y="324961"/>
                          <a:pt x="160450" y="325071"/>
                          <a:pt x="160648" y="325178"/>
                        </a:cubicBezTo>
                        <a:cubicBezTo>
                          <a:pt x="170280" y="330374"/>
                          <a:pt x="181700" y="331554"/>
                          <a:pt x="191761" y="331170"/>
                        </a:cubicBezTo>
                        <a:cubicBezTo>
                          <a:pt x="194294" y="336505"/>
                          <a:pt x="201758" y="352400"/>
                          <a:pt x="202535" y="356050"/>
                        </a:cubicBezTo>
                        <a:cubicBezTo>
                          <a:pt x="203669" y="360796"/>
                          <a:pt x="206977" y="365903"/>
                          <a:pt x="213704" y="367071"/>
                        </a:cubicBezTo>
                        <a:cubicBezTo>
                          <a:pt x="209724" y="362538"/>
                          <a:pt x="207119" y="364483"/>
                          <a:pt x="207621" y="357509"/>
                        </a:cubicBezTo>
                        <a:cubicBezTo>
                          <a:pt x="208124" y="350534"/>
                          <a:pt x="205043" y="338178"/>
                          <a:pt x="202044" y="335566"/>
                        </a:cubicBezTo>
                        <a:cubicBezTo>
                          <a:pt x="200500" y="334224"/>
                          <a:pt x="198331" y="332358"/>
                          <a:pt x="196584" y="330863"/>
                        </a:cubicBezTo>
                        <a:cubicBezTo>
                          <a:pt x="204028" y="330209"/>
                          <a:pt x="210323" y="328847"/>
                          <a:pt x="213970" y="327921"/>
                        </a:cubicBezTo>
                        <a:cubicBezTo>
                          <a:pt x="217200" y="334263"/>
                          <a:pt x="226172" y="341976"/>
                          <a:pt x="235300" y="345953"/>
                        </a:cubicBezTo>
                        <a:cubicBezTo>
                          <a:pt x="235234" y="354363"/>
                          <a:pt x="235387" y="366040"/>
                          <a:pt x="240862" y="367997"/>
                        </a:cubicBezTo>
                        <a:cubicBezTo>
                          <a:pt x="247734" y="370452"/>
                          <a:pt x="263016" y="375623"/>
                          <a:pt x="273012" y="372738"/>
                        </a:cubicBezTo>
                        <a:cubicBezTo>
                          <a:pt x="248623" y="365684"/>
                          <a:pt x="241600" y="365679"/>
                          <a:pt x="243424" y="357959"/>
                        </a:cubicBezTo>
                        <a:cubicBezTo>
                          <a:pt x="244248" y="354473"/>
                          <a:pt x="244385" y="351101"/>
                          <a:pt x="244287" y="348445"/>
                        </a:cubicBezTo>
                        <a:cubicBezTo>
                          <a:pt x="259413" y="349963"/>
                          <a:pt x="283245" y="340652"/>
                          <a:pt x="283245" y="340652"/>
                        </a:cubicBezTo>
                        <a:cubicBezTo>
                          <a:pt x="283245" y="340652"/>
                          <a:pt x="283242" y="340645"/>
                          <a:pt x="283242" y="340643"/>
                        </a:cubicBezTo>
                        <a:cubicBezTo>
                          <a:pt x="292087" y="350040"/>
                          <a:pt x="301852" y="353927"/>
                          <a:pt x="301852" y="353927"/>
                        </a:cubicBezTo>
                        <a:cubicBezTo>
                          <a:pt x="301852" y="353927"/>
                          <a:pt x="326383" y="358071"/>
                          <a:pt x="341204" y="345642"/>
                        </a:cubicBezTo>
                        <a:cubicBezTo>
                          <a:pt x="327188" y="349556"/>
                          <a:pt x="309860" y="348180"/>
                          <a:pt x="300433" y="344536"/>
                        </a:cubicBezTo>
                        <a:cubicBezTo>
                          <a:pt x="294306" y="342168"/>
                          <a:pt x="294677" y="334724"/>
                          <a:pt x="295685" y="329803"/>
                        </a:cubicBezTo>
                        <a:cubicBezTo>
                          <a:pt x="310722" y="333947"/>
                          <a:pt x="340141" y="323921"/>
                          <a:pt x="339421" y="290570"/>
                        </a:cubicBezTo>
                        <a:cubicBezTo>
                          <a:pt x="327328" y="316082"/>
                          <a:pt x="309451" y="317086"/>
                          <a:pt x="302047" y="317278"/>
                        </a:cubicBezTo>
                        <a:cubicBezTo>
                          <a:pt x="296995" y="317408"/>
                          <a:pt x="293653" y="300990"/>
                          <a:pt x="292041" y="290547"/>
                        </a:cubicBezTo>
                        <a:cubicBezTo>
                          <a:pt x="293317" y="290017"/>
                          <a:pt x="294523" y="289411"/>
                          <a:pt x="295630" y="288734"/>
                        </a:cubicBezTo>
                        <a:cubicBezTo>
                          <a:pt x="306591" y="282014"/>
                          <a:pt x="342450" y="269669"/>
                          <a:pt x="320047" y="238822"/>
                        </a:cubicBezTo>
                        <a:cubicBezTo>
                          <a:pt x="321972" y="251804"/>
                          <a:pt x="295422" y="281006"/>
                          <a:pt x="278586" y="280745"/>
                        </a:cubicBezTo>
                        <a:cubicBezTo>
                          <a:pt x="261749" y="280484"/>
                          <a:pt x="259180" y="228482"/>
                          <a:pt x="259180" y="228482"/>
                        </a:cubicBezTo>
                        <a:cubicBezTo>
                          <a:pt x="259180" y="228482"/>
                          <a:pt x="260792" y="273475"/>
                          <a:pt x="255006" y="279611"/>
                        </a:cubicBezTo>
                        <a:cubicBezTo>
                          <a:pt x="255259" y="280036"/>
                          <a:pt x="255522" y="280448"/>
                          <a:pt x="255792" y="280850"/>
                        </a:cubicBezTo>
                        <a:cubicBezTo>
                          <a:pt x="253911" y="282265"/>
                          <a:pt x="251387" y="284094"/>
                          <a:pt x="248500" y="286019"/>
                        </a:cubicBezTo>
                        <a:cubicBezTo>
                          <a:pt x="252086" y="284761"/>
                          <a:pt x="254608" y="283079"/>
                          <a:pt x="256311" y="281589"/>
                        </a:cubicBezTo>
                        <a:cubicBezTo>
                          <a:pt x="262524" y="290294"/>
                          <a:pt x="272422" y="293416"/>
                          <a:pt x="281514" y="292904"/>
                        </a:cubicBezTo>
                        <a:cubicBezTo>
                          <a:pt x="284678" y="304574"/>
                          <a:pt x="280734" y="317758"/>
                          <a:pt x="288068" y="325409"/>
                        </a:cubicBezTo>
                        <a:cubicBezTo>
                          <a:pt x="285396" y="328285"/>
                          <a:pt x="281169" y="333227"/>
                          <a:pt x="280314" y="336580"/>
                        </a:cubicBezTo>
                        <a:cubicBezTo>
                          <a:pt x="277639" y="334155"/>
                          <a:pt x="272825" y="331931"/>
                          <a:pt x="264639" y="334077"/>
                        </a:cubicBezTo>
                        <a:cubicBezTo>
                          <a:pt x="249805" y="337966"/>
                          <a:pt x="236789" y="332857"/>
                          <a:pt x="230584" y="326728"/>
                        </a:cubicBezTo>
                        <a:cubicBezTo>
                          <a:pt x="225790" y="321994"/>
                          <a:pt x="224664" y="304915"/>
                          <a:pt x="224041" y="297122"/>
                        </a:cubicBezTo>
                        <a:cubicBezTo>
                          <a:pt x="231430" y="296422"/>
                          <a:pt x="241134" y="290931"/>
                          <a:pt x="248502" y="286019"/>
                        </a:cubicBezTo>
                        <a:cubicBezTo>
                          <a:pt x="244824" y="287308"/>
                          <a:pt x="240030" y="288147"/>
                          <a:pt x="233860" y="287870"/>
                        </a:cubicBezTo>
                        <a:cubicBezTo>
                          <a:pt x="214033" y="286974"/>
                          <a:pt x="198066" y="271985"/>
                          <a:pt x="198729" y="263897"/>
                        </a:cubicBezTo>
                        <a:cubicBezTo>
                          <a:pt x="199245" y="257604"/>
                          <a:pt x="201568" y="233537"/>
                          <a:pt x="202574" y="223161"/>
                        </a:cubicBezTo>
                        <a:cubicBezTo>
                          <a:pt x="211357" y="219631"/>
                          <a:pt x="218722" y="212096"/>
                          <a:pt x="224099" y="210377"/>
                        </a:cubicBezTo>
                        <a:cubicBezTo>
                          <a:pt x="227832" y="209184"/>
                          <a:pt x="230616" y="208741"/>
                          <a:pt x="232539" y="208601"/>
                        </a:cubicBezTo>
                        <a:cubicBezTo>
                          <a:pt x="236405" y="214609"/>
                          <a:pt x="259186" y="228485"/>
                          <a:pt x="259186" y="228485"/>
                        </a:cubicBezTo>
                        <a:cubicBezTo>
                          <a:pt x="259186" y="228485"/>
                          <a:pt x="282033" y="227070"/>
                          <a:pt x="287654" y="210997"/>
                        </a:cubicBezTo>
                        <a:cubicBezTo>
                          <a:pt x="306895" y="214819"/>
                          <a:pt x="317658" y="233717"/>
                          <a:pt x="318721" y="238001"/>
                        </a:cubicBezTo>
                        <a:cubicBezTo>
                          <a:pt x="319745" y="242130"/>
                          <a:pt x="341313" y="224676"/>
                          <a:pt x="346480" y="216822"/>
                        </a:cubicBezTo>
                        <a:cubicBezTo>
                          <a:pt x="346517" y="217455"/>
                          <a:pt x="346544" y="217825"/>
                          <a:pt x="346544" y="217825"/>
                        </a:cubicBezTo>
                        <a:cubicBezTo>
                          <a:pt x="346544" y="217825"/>
                          <a:pt x="348300" y="221768"/>
                          <a:pt x="351756" y="225550"/>
                        </a:cubicBezTo>
                        <a:cubicBezTo>
                          <a:pt x="351754" y="225550"/>
                          <a:pt x="351749" y="225550"/>
                          <a:pt x="351747" y="225550"/>
                        </a:cubicBezTo>
                        <a:cubicBezTo>
                          <a:pt x="349445" y="225773"/>
                          <a:pt x="346544" y="217825"/>
                          <a:pt x="346544" y="217825"/>
                        </a:cubicBezTo>
                        <a:cubicBezTo>
                          <a:pt x="346544" y="217825"/>
                          <a:pt x="344292" y="236899"/>
                          <a:pt x="344514" y="239204"/>
                        </a:cubicBezTo>
                        <a:cubicBezTo>
                          <a:pt x="344736" y="241508"/>
                          <a:pt x="333178" y="269745"/>
                          <a:pt x="345595" y="277855"/>
                        </a:cubicBezTo>
                        <a:cubicBezTo>
                          <a:pt x="345595" y="277855"/>
                          <a:pt x="357187" y="296557"/>
                          <a:pt x="356961" y="301273"/>
                        </a:cubicBezTo>
                        <a:cubicBezTo>
                          <a:pt x="356735" y="305989"/>
                          <a:pt x="351827" y="335389"/>
                          <a:pt x="351827" y="335389"/>
                        </a:cubicBezTo>
                        <a:cubicBezTo>
                          <a:pt x="351827" y="335389"/>
                          <a:pt x="375183" y="327062"/>
                          <a:pt x="383531" y="306968"/>
                        </a:cubicBezTo>
                        <a:cubicBezTo>
                          <a:pt x="370464" y="318990"/>
                          <a:pt x="362987" y="324417"/>
                          <a:pt x="363456" y="317945"/>
                        </a:cubicBezTo>
                        <a:cubicBezTo>
                          <a:pt x="363835" y="312696"/>
                          <a:pt x="361044" y="291702"/>
                          <a:pt x="354913" y="281134"/>
                        </a:cubicBezTo>
                        <a:cubicBezTo>
                          <a:pt x="366907" y="282704"/>
                          <a:pt x="381422" y="276712"/>
                          <a:pt x="387321" y="269137"/>
                        </a:cubicBezTo>
                        <a:cubicBezTo>
                          <a:pt x="387321" y="269137"/>
                          <a:pt x="364580" y="273377"/>
                          <a:pt x="357645" y="265100"/>
                        </a:cubicBezTo>
                        <a:cubicBezTo>
                          <a:pt x="350707" y="256822"/>
                          <a:pt x="347895" y="247625"/>
                          <a:pt x="350770" y="239604"/>
                        </a:cubicBezTo>
                        <a:cubicBezTo>
                          <a:pt x="352812" y="233914"/>
                          <a:pt x="353598" y="229125"/>
                          <a:pt x="353066" y="226894"/>
                        </a:cubicBezTo>
                        <a:cubicBezTo>
                          <a:pt x="358740" y="232302"/>
                          <a:pt x="368082" y="236307"/>
                          <a:pt x="380987" y="225936"/>
                        </a:cubicBezTo>
                        <a:cubicBezTo>
                          <a:pt x="367788" y="224281"/>
                          <a:pt x="352890" y="224464"/>
                          <a:pt x="354696" y="212039"/>
                        </a:cubicBezTo>
                        <a:cubicBezTo>
                          <a:pt x="356502" y="199615"/>
                          <a:pt x="357800" y="186692"/>
                          <a:pt x="361624" y="179539"/>
                        </a:cubicBezTo>
                        <a:cubicBezTo>
                          <a:pt x="364960" y="173305"/>
                          <a:pt x="367154" y="171467"/>
                          <a:pt x="367662" y="171097"/>
                        </a:cubicBezTo>
                        <a:cubicBezTo>
                          <a:pt x="367731" y="171051"/>
                          <a:pt x="367776" y="171019"/>
                          <a:pt x="367776" y="171019"/>
                        </a:cubicBezTo>
                        <a:lnTo>
                          <a:pt x="369100" y="160945"/>
                        </a:lnTo>
                        <a:cubicBezTo>
                          <a:pt x="369100" y="160945"/>
                          <a:pt x="365326" y="165928"/>
                          <a:pt x="361728" y="165206"/>
                        </a:cubicBezTo>
                        <a:cubicBezTo>
                          <a:pt x="358127" y="164484"/>
                          <a:pt x="337025" y="110532"/>
                          <a:pt x="331973" y="106355"/>
                        </a:cubicBezTo>
                        <a:cubicBezTo>
                          <a:pt x="326921" y="102179"/>
                          <a:pt x="341874" y="87322"/>
                          <a:pt x="341874" y="87322"/>
                        </a:cubicBezTo>
                        <a:cubicBezTo>
                          <a:pt x="341874" y="87322"/>
                          <a:pt x="325732" y="94562"/>
                          <a:pt x="323961" y="91444"/>
                        </a:cubicBezTo>
                        <a:cubicBezTo>
                          <a:pt x="322189" y="88326"/>
                          <a:pt x="321037" y="49226"/>
                          <a:pt x="290754" y="38077"/>
                        </a:cubicBezTo>
                        <a:cubicBezTo>
                          <a:pt x="292345" y="37094"/>
                          <a:pt x="279884" y="35462"/>
                          <a:pt x="279884" y="35462"/>
                        </a:cubicBezTo>
                        <a:cubicBezTo>
                          <a:pt x="279884" y="35462"/>
                          <a:pt x="291934" y="30298"/>
                          <a:pt x="290933" y="21840"/>
                        </a:cubicBezTo>
                        <a:cubicBezTo>
                          <a:pt x="290941" y="25150"/>
                          <a:pt x="286116" y="28823"/>
                          <a:pt x="281064" y="31763"/>
                        </a:cubicBezTo>
                        <a:cubicBezTo>
                          <a:pt x="281059" y="31765"/>
                          <a:pt x="263379" y="36159"/>
                          <a:pt x="257667" y="33061"/>
                        </a:cubicBezTo>
                        <a:cubicBezTo>
                          <a:pt x="251952" y="29962"/>
                          <a:pt x="216434" y="-8818"/>
                          <a:pt x="180754" y="20982"/>
                        </a:cubicBezTo>
                        <a:cubicBezTo>
                          <a:pt x="199611" y="13907"/>
                          <a:pt x="242602" y="16127"/>
                          <a:pt x="251030" y="41798"/>
                        </a:cubicBezTo>
                        <a:cubicBezTo>
                          <a:pt x="259134" y="42075"/>
                          <a:pt x="268856" y="39837"/>
                          <a:pt x="274574" y="38271"/>
                        </a:cubicBezTo>
                        <a:cubicBezTo>
                          <a:pt x="286349" y="41298"/>
                          <a:pt x="315219" y="53542"/>
                          <a:pt x="312119" y="100546"/>
                        </a:cubicBezTo>
                        <a:cubicBezTo>
                          <a:pt x="298675" y="109668"/>
                          <a:pt x="272061" y="97028"/>
                          <a:pt x="263372" y="87235"/>
                        </a:cubicBezTo>
                        <a:cubicBezTo>
                          <a:pt x="254683" y="77442"/>
                          <a:pt x="269741" y="59259"/>
                          <a:pt x="252322" y="43808"/>
                        </a:cubicBezTo>
                        <a:cubicBezTo>
                          <a:pt x="256933" y="50533"/>
                          <a:pt x="245804" y="69688"/>
                          <a:pt x="240775" y="77657"/>
                        </a:cubicBezTo>
                        <a:cubicBezTo>
                          <a:pt x="230264" y="73066"/>
                          <a:pt x="208760" y="63632"/>
                          <a:pt x="193901" y="56834"/>
                        </a:cubicBezTo>
                        <a:cubicBezTo>
                          <a:pt x="185143" y="48364"/>
                          <a:pt x="162722" y="29020"/>
                          <a:pt x="162592" y="28908"/>
                        </a:cubicBezTo>
                        <a:cubicBezTo>
                          <a:pt x="169388" y="22914"/>
                          <a:pt x="180754" y="20984"/>
                          <a:pt x="180754" y="20984"/>
                        </a:cubicBezTo>
                        <a:cubicBezTo>
                          <a:pt x="180754" y="20984"/>
                          <a:pt x="186885" y="4265"/>
                          <a:pt x="195101" y="22"/>
                        </a:cubicBezTo>
                        <a:cubicBezTo>
                          <a:pt x="195101" y="22"/>
                          <a:pt x="186236" y="-1210"/>
                          <a:pt x="175384" y="14803"/>
                        </a:cubicBezTo>
                        <a:cubicBezTo>
                          <a:pt x="166309" y="16787"/>
                          <a:pt x="155290" y="31763"/>
                          <a:pt x="155290" y="31763"/>
                        </a:cubicBezTo>
                        <a:cubicBezTo>
                          <a:pt x="155290" y="31763"/>
                          <a:pt x="138385" y="24711"/>
                          <a:pt x="108512" y="62329"/>
                        </a:cubicBezTo>
                        <a:cubicBezTo>
                          <a:pt x="107721" y="63237"/>
                          <a:pt x="106902" y="63986"/>
                          <a:pt x="106070" y="64652"/>
                        </a:cubicBezTo>
                        <a:cubicBezTo>
                          <a:pt x="105970" y="64277"/>
                          <a:pt x="100179" y="42450"/>
                          <a:pt x="104244" y="34044"/>
                        </a:cubicBezTo>
                        <a:lnTo>
                          <a:pt x="97839" y="36143"/>
                        </a:lnTo>
                        <a:lnTo>
                          <a:pt x="106070" y="64652"/>
                        </a:lnTo>
                        <a:cubicBezTo>
                          <a:pt x="98970" y="70348"/>
                          <a:pt x="90711" y="68257"/>
                          <a:pt x="86237" y="75117"/>
                        </a:cubicBezTo>
                        <a:cubicBezTo>
                          <a:pt x="81240" y="82780"/>
                          <a:pt x="71277" y="85989"/>
                          <a:pt x="71277" y="85989"/>
                        </a:cubicBezTo>
                        <a:lnTo>
                          <a:pt x="85469" y="83164"/>
                        </a:lnTo>
                        <a:cubicBezTo>
                          <a:pt x="86818" y="91229"/>
                          <a:pt x="88766" y="127681"/>
                          <a:pt x="95102" y="134043"/>
                        </a:cubicBezTo>
                        <a:cubicBezTo>
                          <a:pt x="86762" y="141265"/>
                          <a:pt x="77340" y="155655"/>
                          <a:pt x="72649" y="164813"/>
                        </a:cubicBezTo>
                        <a:cubicBezTo>
                          <a:pt x="68973" y="164913"/>
                          <a:pt x="64387" y="164557"/>
                          <a:pt x="59488" y="162995"/>
                        </a:cubicBezTo>
                        <a:cubicBezTo>
                          <a:pt x="47898" y="159299"/>
                          <a:pt x="45935" y="96788"/>
                          <a:pt x="45935" y="96788"/>
                        </a:cubicBezTo>
                        <a:lnTo>
                          <a:pt x="39139" y="99685"/>
                        </a:lnTo>
                        <a:cubicBezTo>
                          <a:pt x="28619" y="111652"/>
                          <a:pt x="34027" y="157749"/>
                          <a:pt x="49448" y="167455"/>
                        </a:cubicBezTo>
                        <a:cubicBezTo>
                          <a:pt x="49700" y="167613"/>
                          <a:pt x="49952" y="167750"/>
                          <a:pt x="50205" y="167897"/>
                        </a:cubicBezTo>
                        <a:cubicBezTo>
                          <a:pt x="46840" y="170167"/>
                          <a:pt x="40732" y="172827"/>
                          <a:pt x="31583" y="171424"/>
                        </a:cubicBezTo>
                        <a:cubicBezTo>
                          <a:pt x="16672" y="169133"/>
                          <a:pt x="107" y="145869"/>
                          <a:pt x="107" y="145869"/>
                        </a:cubicBezTo>
                        <a:lnTo>
                          <a:pt x="434" y="159448"/>
                        </a:lnTo>
                        <a:close/>
                        <a:moveTo>
                          <a:pt x="104143" y="217135"/>
                        </a:moveTo>
                        <a:cubicBezTo>
                          <a:pt x="106345" y="218129"/>
                          <a:pt x="108832" y="218783"/>
                          <a:pt x="111495" y="219178"/>
                        </a:cubicBezTo>
                        <a:cubicBezTo>
                          <a:pt x="106989" y="230222"/>
                          <a:pt x="101926" y="238726"/>
                          <a:pt x="105362" y="248362"/>
                        </a:cubicBezTo>
                        <a:cubicBezTo>
                          <a:pt x="100138" y="248421"/>
                          <a:pt x="89328" y="247984"/>
                          <a:pt x="78620" y="244109"/>
                        </a:cubicBezTo>
                        <a:cubicBezTo>
                          <a:pt x="63738" y="238724"/>
                          <a:pt x="42593" y="202932"/>
                          <a:pt x="43139" y="193209"/>
                        </a:cubicBezTo>
                        <a:cubicBezTo>
                          <a:pt x="43534" y="186201"/>
                          <a:pt x="42778" y="177914"/>
                          <a:pt x="42325" y="173822"/>
                        </a:cubicBezTo>
                        <a:cubicBezTo>
                          <a:pt x="45491" y="171705"/>
                          <a:pt x="48255" y="169540"/>
                          <a:pt x="50226" y="167906"/>
                        </a:cubicBezTo>
                        <a:cubicBezTo>
                          <a:pt x="57488" y="172107"/>
                          <a:pt x="64838" y="171326"/>
                          <a:pt x="70530" y="169355"/>
                        </a:cubicBezTo>
                        <a:cubicBezTo>
                          <a:pt x="70093" y="170450"/>
                          <a:pt x="69801" y="171355"/>
                          <a:pt x="69698" y="171993"/>
                        </a:cubicBezTo>
                        <a:cubicBezTo>
                          <a:pt x="68720" y="178065"/>
                          <a:pt x="84891" y="208441"/>
                          <a:pt x="104143" y="217135"/>
                        </a:cubicBezTo>
                        <a:close/>
                        <a:moveTo>
                          <a:pt x="162550" y="28933"/>
                        </a:moveTo>
                        <a:cubicBezTo>
                          <a:pt x="162406" y="29111"/>
                          <a:pt x="161399" y="30362"/>
                          <a:pt x="159807" y="32001"/>
                        </a:cubicBezTo>
                        <a:cubicBezTo>
                          <a:pt x="160575" y="30876"/>
                          <a:pt x="161508" y="29856"/>
                          <a:pt x="162550" y="28933"/>
                        </a:cubicBezTo>
                        <a:close/>
                        <a:moveTo>
                          <a:pt x="297541" y="180015"/>
                        </a:moveTo>
                        <a:cubicBezTo>
                          <a:pt x="297541" y="180015"/>
                          <a:pt x="309319" y="159349"/>
                          <a:pt x="308374" y="153300"/>
                        </a:cubicBezTo>
                        <a:lnTo>
                          <a:pt x="324891" y="158567"/>
                        </a:lnTo>
                        <a:cubicBezTo>
                          <a:pt x="324891" y="158567"/>
                          <a:pt x="333701" y="155632"/>
                          <a:pt x="335550" y="149837"/>
                        </a:cubicBezTo>
                        <a:cubicBezTo>
                          <a:pt x="335550" y="149837"/>
                          <a:pt x="333157" y="153591"/>
                          <a:pt x="325723" y="148619"/>
                        </a:cubicBezTo>
                        <a:cubicBezTo>
                          <a:pt x="318291" y="143647"/>
                          <a:pt x="305215" y="124840"/>
                          <a:pt x="305366" y="121696"/>
                        </a:cubicBezTo>
                        <a:cubicBezTo>
                          <a:pt x="305517" y="118553"/>
                          <a:pt x="308166" y="110246"/>
                          <a:pt x="311454" y="106611"/>
                        </a:cubicBezTo>
                        <a:cubicBezTo>
                          <a:pt x="313680" y="104149"/>
                          <a:pt x="318682" y="103991"/>
                          <a:pt x="321681" y="104147"/>
                        </a:cubicBezTo>
                        <a:cubicBezTo>
                          <a:pt x="324525" y="107457"/>
                          <a:pt x="331255" y="115689"/>
                          <a:pt x="334040" y="122540"/>
                        </a:cubicBezTo>
                        <a:cubicBezTo>
                          <a:pt x="337617" y="131343"/>
                          <a:pt x="336659" y="146360"/>
                          <a:pt x="336659" y="146360"/>
                        </a:cubicBezTo>
                        <a:cubicBezTo>
                          <a:pt x="336659" y="146360"/>
                          <a:pt x="355912" y="157395"/>
                          <a:pt x="355875" y="174195"/>
                        </a:cubicBezTo>
                        <a:cubicBezTo>
                          <a:pt x="355875" y="174195"/>
                          <a:pt x="350949" y="194215"/>
                          <a:pt x="348311" y="198735"/>
                        </a:cubicBezTo>
                        <a:cubicBezTo>
                          <a:pt x="348247" y="198024"/>
                          <a:pt x="348196" y="197603"/>
                          <a:pt x="348196" y="197603"/>
                        </a:cubicBezTo>
                        <a:cubicBezTo>
                          <a:pt x="348196" y="197603"/>
                          <a:pt x="334572" y="222308"/>
                          <a:pt x="320303" y="211372"/>
                        </a:cubicBezTo>
                        <a:cubicBezTo>
                          <a:pt x="306036" y="200438"/>
                          <a:pt x="297541" y="180015"/>
                          <a:pt x="297541" y="180015"/>
                        </a:cubicBezTo>
                        <a:close/>
                        <a:moveTo>
                          <a:pt x="194840" y="217967"/>
                        </a:moveTo>
                        <a:cubicBezTo>
                          <a:pt x="189166" y="216796"/>
                          <a:pt x="173487" y="201899"/>
                          <a:pt x="170945" y="198854"/>
                        </a:cubicBezTo>
                        <a:cubicBezTo>
                          <a:pt x="168405" y="195809"/>
                          <a:pt x="167658" y="168118"/>
                          <a:pt x="161293" y="152041"/>
                        </a:cubicBezTo>
                        <a:cubicBezTo>
                          <a:pt x="161734" y="163674"/>
                          <a:pt x="163362" y="192604"/>
                          <a:pt x="159590" y="198424"/>
                        </a:cubicBezTo>
                        <a:cubicBezTo>
                          <a:pt x="158817" y="199617"/>
                          <a:pt x="159282" y="200975"/>
                          <a:pt x="160550" y="202465"/>
                        </a:cubicBezTo>
                        <a:cubicBezTo>
                          <a:pt x="120493" y="203723"/>
                          <a:pt x="97402" y="204358"/>
                          <a:pt x="89453" y="187229"/>
                        </a:cubicBezTo>
                        <a:cubicBezTo>
                          <a:pt x="82959" y="173237"/>
                          <a:pt x="94339" y="147316"/>
                          <a:pt x="99711" y="136494"/>
                        </a:cubicBezTo>
                        <a:cubicBezTo>
                          <a:pt x="114634" y="143080"/>
                          <a:pt x="161997" y="160206"/>
                          <a:pt x="175007" y="140069"/>
                        </a:cubicBezTo>
                        <a:cubicBezTo>
                          <a:pt x="155809" y="137202"/>
                          <a:pt x="148839" y="141045"/>
                          <a:pt x="127910" y="133094"/>
                        </a:cubicBezTo>
                        <a:cubicBezTo>
                          <a:pt x="108814" y="125839"/>
                          <a:pt x="89067" y="89418"/>
                          <a:pt x="85755" y="83097"/>
                        </a:cubicBezTo>
                        <a:lnTo>
                          <a:pt x="87289" y="82791"/>
                        </a:lnTo>
                        <a:cubicBezTo>
                          <a:pt x="87289" y="82791"/>
                          <a:pt x="87273" y="66826"/>
                          <a:pt x="109588" y="66919"/>
                        </a:cubicBezTo>
                        <a:cubicBezTo>
                          <a:pt x="110661" y="64512"/>
                          <a:pt x="125542" y="39933"/>
                          <a:pt x="153857" y="37204"/>
                        </a:cubicBezTo>
                        <a:cubicBezTo>
                          <a:pt x="169582" y="41831"/>
                          <a:pt x="190222" y="69331"/>
                          <a:pt x="190222" y="69331"/>
                        </a:cubicBezTo>
                        <a:cubicBezTo>
                          <a:pt x="190222" y="69331"/>
                          <a:pt x="229121" y="72479"/>
                          <a:pt x="238455" y="81200"/>
                        </a:cubicBezTo>
                        <a:cubicBezTo>
                          <a:pt x="238455" y="81200"/>
                          <a:pt x="256866" y="101351"/>
                          <a:pt x="256587" y="108477"/>
                        </a:cubicBezTo>
                        <a:cubicBezTo>
                          <a:pt x="260044" y="105132"/>
                          <a:pt x="272189" y="109194"/>
                          <a:pt x="281653" y="112365"/>
                        </a:cubicBezTo>
                        <a:cubicBezTo>
                          <a:pt x="301276" y="125039"/>
                          <a:pt x="303458" y="139562"/>
                          <a:pt x="302090" y="145972"/>
                        </a:cubicBezTo>
                        <a:cubicBezTo>
                          <a:pt x="301669" y="147940"/>
                          <a:pt x="301043" y="149979"/>
                          <a:pt x="300161" y="151991"/>
                        </a:cubicBezTo>
                        <a:lnTo>
                          <a:pt x="290468" y="163542"/>
                        </a:lnTo>
                        <a:cubicBezTo>
                          <a:pt x="288459" y="164859"/>
                          <a:pt x="286164" y="165995"/>
                          <a:pt x="283510" y="166861"/>
                        </a:cubicBezTo>
                        <a:cubicBezTo>
                          <a:pt x="271634" y="170736"/>
                          <a:pt x="262250" y="149442"/>
                          <a:pt x="259792" y="147805"/>
                        </a:cubicBezTo>
                        <a:cubicBezTo>
                          <a:pt x="257335" y="146170"/>
                          <a:pt x="256585" y="108474"/>
                          <a:pt x="256585" y="108474"/>
                        </a:cubicBezTo>
                        <a:cubicBezTo>
                          <a:pt x="256585" y="108474"/>
                          <a:pt x="256018" y="143621"/>
                          <a:pt x="248826" y="152820"/>
                        </a:cubicBezTo>
                        <a:cubicBezTo>
                          <a:pt x="261525" y="153040"/>
                          <a:pt x="271598" y="166893"/>
                          <a:pt x="271598" y="166893"/>
                        </a:cubicBezTo>
                        <a:cubicBezTo>
                          <a:pt x="271598" y="166893"/>
                          <a:pt x="275653" y="172722"/>
                          <a:pt x="281672" y="174018"/>
                        </a:cubicBezTo>
                        <a:lnTo>
                          <a:pt x="281672" y="174018"/>
                        </a:lnTo>
                        <a:cubicBezTo>
                          <a:pt x="281672" y="174018"/>
                          <a:pt x="284250" y="186299"/>
                          <a:pt x="284941" y="197836"/>
                        </a:cubicBezTo>
                        <a:cubicBezTo>
                          <a:pt x="281985" y="207506"/>
                          <a:pt x="270319" y="212304"/>
                          <a:pt x="262730" y="215992"/>
                        </a:cubicBezTo>
                        <a:cubicBezTo>
                          <a:pt x="252153" y="221131"/>
                          <a:pt x="235172" y="187625"/>
                          <a:pt x="234407" y="178017"/>
                        </a:cubicBezTo>
                        <a:cubicBezTo>
                          <a:pt x="233641" y="168409"/>
                          <a:pt x="239657" y="161551"/>
                          <a:pt x="239657" y="161551"/>
                        </a:cubicBezTo>
                        <a:lnTo>
                          <a:pt x="239653" y="161553"/>
                        </a:lnTo>
                        <a:cubicBezTo>
                          <a:pt x="245583" y="158423"/>
                          <a:pt x="248824" y="152823"/>
                          <a:pt x="248824" y="152823"/>
                        </a:cubicBezTo>
                        <a:cubicBezTo>
                          <a:pt x="248824" y="152823"/>
                          <a:pt x="251826" y="146543"/>
                          <a:pt x="253106" y="141850"/>
                        </a:cubicBezTo>
                        <a:cubicBezTo>
                          <a:pt x="242188" y="165190"/>
                          <a:pt x="216423" y="146319"/>
                          <a:pt x="194877" y="136469"/>
                        </a:cubicBezTo>
                        <a:cubicBezTo>
                          <a:pt x="173331" y="126618"/>
                          <a:pt x="170920" y="108824"/>
                          <a:pt x="170920" y="108824"/>
                        </a:cubicBezTo>
                        <a:cubicBezTo>
                          <a:pt x="170920" y="108824"/>
                          <a:pt x="190872" y="84967"/>
                          <a:pt x="190826" y="71759"/>
                        </a:cubicBezTo>
                        <a:cubicBezTo>
                          <a:pt x="188705" y="78413"/>
                          <a:pt x="182722" y="86826"/>
                          <a:pt x="177142" y="94297"/>
                        </a:cubicBezTo>
                        <a:cubicBezTo>
                          <a:pt x="173880" y="94770"/>
                          <a:pt x="168199" y="95188"/>
                          <a:pt x="163026" y="93538"/>
                        </a:cubicBezTo>
                        <a:cubicBezTo>
                          <a:pt x="155204" y="91043"/>
                          <a:pt x="141993" y="66400"/>
                          <a:pt x="109586" y="66917"/>
                        </a:cubicBezTo>
                        <a:cubicBezTo>
                          <a:pt x="120449" y="73894"/>
                          <a:pt x="165827" y="111455"/>
                          <a:pt x="165827" y="111455"/>
                        </a:cubicBezTo>
                        <a:cubicBezTo>
                          <a:pt x="165383" y="116848"/>
                          <a:pt x="175002" y="140069"/>
                          <a:pt x="175002" y="140069"/>
                        </a:cubicBezTo>
                        <a:cubicBezTo>
                          <a:pt x="175002" y="140069"/>
                          <a:pt x="218818" y="162833"/>
                          <a:pt x="230500" y="163578"/>
                        </a:cubicBezTo>
                        <a:cubicBezTo>
                          <a:pt x="233922" y="163798"/>
                          <a:pt x="236910" y="162959"/>
                          <a:pt x="239429" y="161672"/>
                        </a:cubicBezTo>
                        <a:cubicBezTo>
                          <a:pt x="238231" y="162307"/>
                          <a:pt x="232376" y="165704"/>
                          <a:pt x="230258" y="172352"/>
                        </a:cubicBezTo>
                        <a:cubicBezTo>
                          <a:pt x="229572" y="174499"/>
                          <a:pt x="229263" y="177916"/>
                          <a:pt x="229217" y="181818"/>
                        </a:cubicBezTo>
                        <a:cubicBezTo>
                          <a:pt x="228344" y="187805"/>
                          <a:pt x="226842" y="195020"/>
                          <a:pt x="224414" y="198348"/>
                        </a:cubicBezTo>
                        <a:cubicBezTo>
                          <a:pt x="219881" y="204566"/>
                          <a:pt x="200514" y="219140"/>
                          <a:pt x="194840" y="217967"/>
                        </a:cubicBezTo>
                        <a:close/>
                        <a:moveTo>
                          <a:pt x="196555" y="224807"/>
                        </a:moveTo>
                        <a:cubicBezTo>
                          <a:pt x="198651" y="239332"/>
                          <a:pt x="184432" y="265449"/>
                          <a:pt x="182784" y="265838"/>
                        </a:cubicBezTo>
                        <a:cubicBezTo>
                          <a:pt x="182352" y="265941"/>
                          <a:pt x="183694" y="267831"/>
                          <a:pt x="186153" y="270636"/>
                        </a:cubicBezTo>
                        <a:cubicBezTo>
                          <a:pt x="177624" y="274095"/>
                          <a:pt x="163876" y="278621"/>
                          <a:pt x="154879" y="276262"/>
                        </a:cubicBezTo>
                        <a:cubicBezTo>
                          <a:pt x="141033" y="272634"/>
                          <a:pt x="122788" y="256774"/>
                          <a:pt x="120530" y="243835"/>
                        </a:cubicBezTo>
                        <a:cubicBezTo>
                          <a:pt x="119167" y="236035"/>
                          <a:pt x="120566" y="226135"/>
                          <a:pt x="121892" y="219496"/>
                        </a:cubicBezTo>
                        <a:cubicBezTo>
                          <a:pt x="138097" y="218413"/>
                          <a:pt x="156689" y="211065"/>
                          <a:pt x="163831" y="205444"/>
                        </a:cubicBezTo>
                        <a:cubicBezTo>
                          <a:pt x="170785" y="210798"/>
                          <a:pt x="183671" y="217393"/>
                          <a:pt x="188689" y="224304"/>
                        </a:cubicBezTo>
                        <a:cubicBezTo>
                          <a:pt x="191398" y="225053"/>
                          <a:pt x="194024" y="225152"/>
                          <a:pt x="196555" y="224807"/>
                        </a:cubicBezTo>
                        <a:close/>
                        <a:moveTo>
                          <a:pt x="154131" y="283710"/>
                        </a:moveTo>
                        <a:cubicBezTo>
                          <a:pt x="162669" y="281483"/>
                          <a:pt x="177373" y="274941"/>
                          <a:pt x="186295" y="270794"/>
                        </a:cubicBezTo>
                        <a:cubicBezTo>
                          <a:pt x="192440" y="277773"/>
                          <a:pt x="205260" y="290177"/>
                          <a:pt x="215039" y="295094"/>
                        </a:cubicBezTo>
                        <a:cubicBezTo>
                          <a:pt x="215739" y="301657"/>
                          <a:pt x="216765" y="315730"/>
                          <a:pt x="213416" y="320937"/>
                        </a:cubicBezTo>
                        <a:cubicBezTo>
                          <a:pt x="212362" y="322576"/>
                          <a:pt x="212543" y="324755"/>
                          <a:pt x="213613" y="327169"/>
                        </a:cubicBezTo>
                        <a:cubicBezTo>
                          <a:pt x="208867" y="327331"/>
                          <a:pt x="200567" y="327366"/>
                          <a:pt x="194404" y="326047"/>
                        </a:cubicBezTo>
                        <a:cubicBezTo>
                          <a:pt x="185276" y="324092"/>
                          <a:pt x="161076" y="297869"/>
                          <a:pt x="161076" y="297869"/>
                        </a:cubicBezTo>
                        <a:lnTo>
                          <a:pt x="154131" y="283710"/>
                        </a:lnTo>
                        <a:close/>
                        <a:moveTo>
                          <a:pt x="70063" y="248318"/>
                        </a:moveTo>
                        <a:cubicBezTo>
                          <a:pt x="82586" y="251708"/>
                          <a:pt x="98830" y="249799"/>
                          <a:pt x="105508" y="248766"/>
                        </a:cubicBezTo>
                        <a:cubicBezTo>
                          <a:pt x="106745" y="252017"/>
                          <a:pt x="108946" y="255400"/>
                          <a:pt x="112480" y="259058"/>
                        </a:cubicBezTo>
                        <a:cubicBezTo>
                          <a:pt x="123505" y="270469"/>
                          <a:pt x="132894" y="279501"/>
                          <a:pt x="141677" y="282949"/>
                        </a:cubicBezTo>
                        <a:cubicBezTo>
                          <a:pt x="135971" y="290556"/>
                          <a:pt x="124317" y="296797"/>
                          <a:pt x="110951" y="299111"/>
                        </a:cubicBezTo>
                        <a:cubicBezTo>
                          <a:pt x="110869" y="299081"/>
                          <a:pt x="104740" y="296939"/>
                          <a:pt x="89215" y="287962"/>
                        </a:cubicBezTo>
                        <a:cubicBezTo>
                          <a:pt x="77100" y="280955"/>
                          <a:pt x="71982" y="258029"/>
                          <a:pt x="70063" y="248318"/>
                        </a:cubicBezTo>
                        <a:close/>
                        <a:moveTo>
                          <a:pt x="21594" y="181153"/>
                        </a:moveTo>
                        <a:cubicBezTo>
                          <a:pt x="25800" y="181798"/>
                          <a:pt x="30719" y="180255"/>
                          <a:pt x="35419" y="177893"/>
                        </a:cubicBezTo>
                        <a:cubicBezTo>
                          <a:pt x="33927" y="190313"/>
                          <a:pt x="46433" y="231825"/>
                          <a:pt x="59468" y="243111"/>
                        </a:cubicBezTo>
                        <a:cubicBezTo>
                          <a:pt x="60504" y="244007"/>
                          <a:pt x="61665" y="244786"/>
                          <a:pt x="62909" y="245486"/>
                        </a:cubicBezTo>
                        <a:cubicBezTo>
                          <a:pt x="60259" y="246043"/>
                          <a:pt x="57765" y="246524"/>
                          <a:pt x="57765" y="246524"/>
                        </a:cubicBezTo>
                        <a:lnTo>
                          <a:pt x="57765" y="246524"/>
                        </a:lnTo>
                        <a:cubicBezTo>
                          <a:pt x="52740" y="245920"/>
                          <a:pt x="44737" y="243995"/>
                          <a:pt x="39214" y="237930"/>
                        </a:cubicBezTo>
                        <a:cubicBezTo>
                          <a:pt x="31353" y="229292"/>
                          <a:pt x="21744" y="194362"/>
                          <a:pt x="21594" y="181153"/>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932" name="Google Shape;1932;p2"/>
                <p:cNvSpPr/>
                <p:nvPr/>
              </p:nvSpPr>
              <p:spPr>
                <a:xfrm>
                  <a:off x="10503123" y="1709920"/>
                  <a:ext cx="38338" cy="46794"/>
                </a:xfrm>
                <a:custGeom>
                  <a:avLst/>
                  <a:gdLst/>
                  <a:ahLst/>
                  <a:cxnLst/>
                  <a:rect l="l" t="t" r="r" b="b"/>
                  <a:pathLst>
                    <a:path w="38338" h="46794" extrusionOk="0">
                      <a:moveTo>
                        <a:pt x="5174" y="1"/>
                      </a:moveTo>
                      <a:cubicBezTo>
                        <a:pt x="23848" y="-241"/>
                        <a:pt x="47369" y="32024"/>
                        <a:pt x="34798" y="44245"/>
                      </a:cubicBezTo>
                      <a:cubicBezTo>
                        <a:pt x="22227" y="56466"/>
                        <a:pt x="24011" y="21012"/>
                        <a:pt x="12896" y="16829"/>
                      </a:cubicBezTo>
                      <a:cubicBezTo>
                        <a:pt x="1779" y="12645"/>
                        <a:pt x="-5404" y="139"/>
                        <a:pt x="5174" y="1"/>
                      </a:cubicBezTo>
                      <a:close/>
                    </a:path>
                  </a:pathLst>
                </a:custGeom>
                <a:solidFill>
                  <a:srgbClr val="42424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33" name="Google Shape;1933;p2"/>
                <p:cNvSpPr/>
                <p:nvPr/>
              </p:nvSpPr>
              <p:spPr>
                <a:xfrm>
                  <a:off x="10352823" y="1750014"/>
                  <a:ext cx="38338" cy="46794"/>
                </a:xfrm>
                <a:custGeom>
                  <a:avLst/>
                  <a:gdLst/>
                  <a:ahLst/>
                  <a:cxnLst/>
                  <a:rect l="l" t="t" r="r" b="b"/>
                  <a:pathLst>
                    <a:path w="38338" h="46794" extrusionOk="0">
                      <a:moveTo>
                        <a:pt x="5174" y="1"/>
                      </a:moveTo>
                      <a:cubicBezTo>
                        <a:pt x="23846" y="-243"/>
                        <a:pt x="47369" y="32024"/>
                        <a:pt x="34798" y="44245"/>
                      </a:cubicBezTo>
                      <a:cubicBezTo>
                        <a:pt x="22227" y="56466"/>
                        <a:pt x="24010" y="21012"/>
                        <a:pt x="12896" y="16829"/>
                      </a:cubicBezTo>
                      <a:cubicBezTo>
                        <a:pt x="1779" y="12645"/>
                        <a:pt x="-5404" y="141"/>
                        <a:pt x="5174" y="1"/>
                      </a:cubicBezTo>
                      <a:close/>
                    </a:path>
                  </a:pathLst>
                </a:custGeom>
                <a:solidFill>
                  <a:srgbClr val="42424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34" name="Google Shape;1934;p2"/>
                <p:cNvSpPr/>
                <p:nvPr/>
              </p:nvSpPr>
              <p:spPr>
                <a:xfrm>
                  <a:off x="10507539" y="1781433"/>
                  <a:ext cx="25279" cy="30856"/>
                </a:xfrm>
                <a:custGeom>
                  <a:avLst/>
                  <a:gdLst/>
                  <a:ahLst/>
                  <a:cxnLst/>
                  <a:rect l="l" t="t" r="r" b="b"/>
                  <a:pathLst>
                    <a:path w="25279" h="30856" extrusionOk="0">
                      <a:moveTo>
                        <a:pt x="3411" y="1"/>
                      </a:moveTo>
                      <a:cubicBezTo>
                        <a:pt x="15724" y="-159"/>
                        <a:pt x="31235" y="21117"/>
                        <a:pt x="22945" y="29175"/>
                      </a:cubicBezTo>
                      <a:cubicBezTo>
                        <a:pt x="14656" y="37233"/>
                        <a:pt x="15832" y="13856"/>
                        <a:pt x="8502" y="11097"/>
                      </a:cubicBezTo>
                      <a:cubicBezTo>
                        <a:pt x="1173" y="8338"/>
                        <a:pt x="-3563" y="92"/>
                        <a:pt x="3411" y="1"/>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35" name="Google Shape;1935;p2"/>
                <p:cNvSpPr/>
                <p:nvPr/>
              </p:nvSpPr>
              <p:spPr>
                <a:xfrm>
                  <a:off x="10427182" y="1824021"/>
                  <a:ext cx="25279" cy="30856"/>
                </a:xfrm>
                <a:custGeom>
                  <a:avLst/>
                  <a:gdLst/>
                  <a:ahLst/>
                  <a:cxnLst/>
                  <a:rect l="l" t="t" r="r" b="b"/>
                  <a:pathLst>
                    <a:path w="25279" h="30856" extrusionOk="0">
                      <a:moveTo>
                        <a:pt x="3411" y="1"/>
                      </a:moveTo>
                      <a:cubicBezTo>
                        <a:pt x="15724" y="-159"/>
                        <a:pt x="31234" y="21117"/>
                        <a:pt x="22945" y="29175"/>
                      </a:cubicBezTo>
                      <a:cubicBezTo>
                        <a:pt x="14656" y="37233"/>
                        <a:pt x="15831" y="13856"/>
                        <a:pt x="8502" y="11097"/>
                      </a:cubicBezTo>
                      <a:cubicBezTo>
                        <a:pt x="1173" y="8338"/>
                        <a:pt x="-3563" y="92"/>
                        <a:pt x="3411" y="1"/>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36" name="Google Shape;1936;p2"/>
                <p:cNvSpPr/>
                <p:nvPr/>
              </p:nvSpPr>
              <p:spPr>
                <a:xfrm>
                  <a:off x="10465698" y="1892629"/>
                  <a:ext cx="25279" cy="30856"/>
                </a:xfrm>
                <a:custGeom>
                  <a:avLst/>
                  <a:gdLst/>
                  <a:ahLst/>
                  <a:cxnLst/>
                  <a:rect l="l" t="t" r="r" b="b"/>
                  <a:pathLst>
                    <a:path w="25279" h="30856" extrusionOk="0">
                      <a:moveTo>
                        <a:pt x="3411" y="1"/>
                      </a:moveTo>
                      <a:cubicBezTo>
                        <a:pt x="15724" y="-159"/>
                        <a:pt x="31234" y="21117"/>
                        <a:pt x="22945" y="29175"/>
                      </a:cubicBezTo>
                      <a:cubicBezTo>
                        <a:pt x="14656" y="37233"/>
                        <a:pt x="15832" y="13856"/>
                        <a:pt x="8502" y="11097"/>
                      </a:cubicBezTo>
                      <a:cubicBezTo>
                        <a:pt x="1173" y="8338"/>
                        <a:pt x="-3563" y="90"/>
                        <a:pt x="3411" y="1"/>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37" name="Google Shape;1937;p2"/>
                <p:cNvSpPr/>
                <p:nvPr/>
              </p:nvSpPr>
              <p:spPr>
                <a:xfrm>
                  <a:off x="10519735" y="1883418"/>
                  <a:ext cx="25280" cy="30856"/>
                </a:xfrm>
                <a:custGeom>
                  <a:avLst/>
                  <a:gdLst/>
                  <a:ahLst/>
                  <a:cxnLst/>
                  <a:rect l="l" t="t" r="r" b="b"/>
                  <a:pathLst>
                    <a:path w="25280" h="30856" extrusionOk="0">
                      <a:moveTo>
                        <a:pt x="3411" y="1"/>
                      </a:moveTo>
                      <a:cubicBezTo>
                        <a:pt x="15724" y="-159"/>
                        <a:pt x="31235" y="21117"/>
                        <a:pt x="22946" y="29175"/>
                      </a:cubicBezTo>
                      <a:cubicBezTo>
                        <a:pt x="14657" y="37233"/>
                        <a:pt x="15832" y="13856"/>
                        <a:pt x="8502" y="11097"/>
                      </a:cubicBezTo>
                      <a:cubicBezTo>
                        <a:pt x="1173" y="8338"/>
                        <a:pt x="-3563" y="92"/>
                        <a:pt x="3411" y="1"/>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38" name="Google Shape;1938;p2"/>
                <p:cNvSpPr/>
                <p:nvPr/>
              </p:nvSpPr>
              <p:spPr>
                <a:xfrm>
                  <a:off x="10485250" y="1831321"/>
                  <a:ext cx="25279" cy="30856"/>
                </a:xfrm>
                <a:custGeom>
                  <a:avLst/>
                  <a:gdLst/>
                  <a:ahLst/>
                  <a:cxnLst/>
                  <a:rect l="l" t="t" r="r" b="b"/>
                  <a:pathLst>
                    <a:path w="25279" h="30856" extrusionOk="0">
                      <a:moveTo>
                        <a:pt x="3411" y="1"/>
                      </a:moveTo>
                      <a:cubicBezTo>
                        <a:pt x="15724" y="-159"/>
                        <a:pt x="31235" y="21117"/>
                        <a:pt x="22945" y="29175"/>
                      </a:cubicBezTo>
                      <a:cubicBezTo>
                        <a:pt x="14656" y="37233"/>
                        <a:pt x="15832" y="13856"/>
                        <a:pt x="8502" y="11097"/>
                      </a:cubicBezTo>
                      <a:cubicBezTo>
                        <a:pt x="1173" y="8340"/>
                        <a:pt x="-3563" y="92"/>
                        <a:pt x="3411" y="1"/>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39" name="Google Shape;1939;p2"/>
                <p:cNvSpPr/>
                <p:nvPr/>
              </p:nvSpPr>
              <p:spPr>
                <a:xfrm>
                  <a:off x="10569266" y="1821966"/>
                  <a:ext cx="13899" cy="36109"/>
                </a:xfrm>
                <a:custGeom>
                  <a:avLst/>
                  <a:gdLst/>
                  <a:ahLst/>
                  <a:cxnLst/>
                  <a:rect l="l" t="t" r="r" b="b"/>
                  <a:pathLst>
                    <a:path w="13899" h="36109" extrusionOk="0">
                      <a:moveTo>
                        <a:pt x="7411" y="1089"/>
                      </a:moveTo>
                      <a:cubicBezTo>
                        <a:pt x="17101" y="8688"/>
                        <a:pt x="15831" y="34988"/>
                        <a:pt x="4321" y="36063"/>
                      </a:cubicBezTo>
                      <a:cubicBezTo>
                        <a:pt x="-7190" y="37137"/>
                        <a:pt x="8392" y="19670"/>
                        <a:pt x="4414" y="12924"/>
                      </a:cubicBezTo>
                      <a:cubicBezTo>
                        <a:pt x="436" y="6178"/>
                        <a:pt x="1923" y="-3216"/>
                        <a:pt x="7411" y="1089"/>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40" name="Google Shape;1940;p2"/>
                <p:cNvSpPr/>
                <p:nvPr/>
              </p:nvSpPr>
              <p:spPr>
                <a:xfrm>
                  <a:off x="10609329" y="1893399"/>
                  <a:ext cx="12116" cy="31481"/>
                </a:xfrm>
                <a:custGeom>
                  <a:avLst/>
                  <a:gdLst/>
                  <a:ahLst/>
                  <a:cxnLst/>
                  <a:rect l="l" t="t" r="r" b="b"/>
                  <a:pathLst>
                    <a:path w="12116" h="31481" extrusionOk="0">
                      <a:moveTo>
                        <a:pt x="6460" y="950"/>
                      </a:moveTo>
                      <a:cubicBezTo>
                        <a:pt x="14907" y="7575"/>
                        <a:pt x="13800" y="30503"/>
                        <a:pt x="3767" y="31441"/>
                      </a:cubicBezTo>
                      <a:cubicBezTo>
                        <a:pt x="-6269" y="32378"/>
                        <a:pt x="7317" y="17151"/>
                        <a:pt x="3849" y="11269"/>
                      </a:cubicBezTo>
                      <a:cubicBezTo>
                        <a:pt x="382" y="5385"/>
                        <a:pt x="1675" y="-2804"/>
                        <a:pt x="6460" y="950"/>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41" name="Google Shape;1941;p2"/>
                <p:cNvSpPr/>
                <p:nvPr/>
              </p:nvSpPr>
              <p:spPr>
                <a:xfrm>
                  <a:off x="10468703" y="1649926"/>
                  <a:ext cx="51908" cy="30177"/>
                </a:xfrm>
                <a:custGeom>
                  <a:avLst/>
                  <a:gdLst/>
                  <a:ahLst/>
                  <a:cxnLst/>
                  <a:rect l="l" t="t" r="r" b="b"/>
                  <a:pathLst>
                    <a:path w="51908" h="30177" extrusionOk="0">
                      <a:moveTo>
                        <a:pt x="2979" y="3307"/>
                      </a:moveTo>
                      <a:cubicBezTo>
                        <a:pt x="18668" y="-6825"/>
                        <a:pt x="55740" y="8007"/>
                        <a:pt x="51586" y="25040"/>
                      </a:cubicBezTo>
                      <a:cubicBezTo>
                        <a:pt x="47432" y="42073"/>
                        <a:pt x="30102" y="11093"/>
                        <a:pt x="18462" y="13457"/>
                      </a:cubicBezTo>
                      <a:cubicBezTo>
                        <a:pt x="6824" y="15823"/>
                        <a:pt x="-5909" y="9047"/>
                        <a:pt x="2979" y="3307"/>
                      </a:cubicBezTo>
                      <a:close/>
                    </a:path>
                  </a:pathLst>
                </a:custGeom>
                <a:solidFill>
                  <a:srgbClr val="42424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42" name="Google Shape;1942;p2"/>
                <p:cNvSpPr/>
                <p:nvPr/>
              </p:nvSpPr>
              <p:spPr>
                <a:xfrm>
                  <a:off x="10424914" y="1689679"/>
                  <a:ext cx="51908" cy="30177"/>
                </a:xfrm>
                <a:custGeom>
                  <a:avLst/>
                  <a:gdLst/>
                  <a:ahLst/>
                  <a:cxnLst/>
                  <a:rect l="l" t="t" r="r" b="b"/>
                  <a:pathLst>
                    <a:path w="51908" h="30177" extrusionOk="0">
                      <a:moveTo>
                        <a:pt x="2979" y="3307"/>
                      </a:moveTo>
                      <a:cubicBezTo>
                        <a:pt x="18668" y="-6825"/>
                        <a:pt x="55740" y="8007"/>
                        <a:pt x="51586" y="25040"/>
                      </a:cubicBezTo>
                      <a:cubicBezTo>
                        <a:pt x="47432" y="42073"/>
                        <a:pt x="30102" y="11093"/>
                        <a:pt x="18462" y="13457"/>
                      </a:cubicBezTo>
                      <a:cubicBezTo>
                        <a:pt x="6824" y="15820"/>
                        <a:pt x="-5909" y="9045"/>
                        <a:pt x="2979" y="3307"/>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43" name="Google Shape;1943;p2"/>
                <p:cNvSpPr/>
                <p:nvPr/>
              </p:nvSpPr>
              <p:spPr>
                <a:xfrm>
                  <a:off x="10342106" y="1826698"/>
                  <a:ext cx="39381" cy="22894"/>
                </a:xfrm>
                <a:custGeom>
                  <a:avLst/>
                  <a:gdLst/>
                  <a:ahLst/>
                  <a:cxnLst/>
                  <a:rect l="l" t="t" r="r" b="b"/>
                  <a:pathLst>
                    <a:path w="39381" h="22894" extrusionOk="0">
                      <a:moveTo>
                        <a:pt x="2259" y="2508"/>
                      </a:moveTo>
                      <a:cubicBezTo>
                        <a:pt x="14162" y="-5177"/>
                        <a:pt x="42287" y="6075"/>
                        <a:pt x="39137" y="18997"/>
                      </a:cubicBezTo>
                      <a:cubicBezTo>
                        <a:pt x="35987" y="31920"/>
                        <a:pt x="22838" y="8416"/>
                        <a:pt x="14007" y="10210"/>
                      </a:cubicBezTo>
                      <a:cubicBezTo>
                        <a:pt x="5176" y="12005"/>
                        <a:pt x="-4482" y="6863"/>
                        <a:pt x="2259" y="2508"/>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44" name="Google Shape;1944;p2"/>
                <p:cNvSpPr/>
                <p:nvPr/>
              </p:nvSpPr>
              <p:spPr>
                <a:xfrm>
                  <a:off x="10424940" y="1744180"/>
                  <a:ext cx="60879" cy="55561"/>
                </a:xfrm>
                <a:custGeom>
                  <a:avLst/>
                  <a:gdLst/>
                  <a:ahLst/>
                  <a:cxnLst/>
                  <a:rect l="l" t="t" r="r" b="b"/>
                  <a:pathLst>
                    <a:path w="60879" h="55561" extrusionOk="0">
                      <a:moveTo>
                        <a:pt x="5918" y="632"/>
                      </a:moveTo>
                      <a:cubicBezTo>
                        <a:pt x="30664" y="-5202"/>
                        <a:pt x="71449" y="30739"/>
                        <a:pt x="58347" y="50691"/>
                      </a:cubicBezTo>
                      <a:cubicBezTo>
                        <a:pt x="45246" y="70643"/>
                        <a:pt x="37154" y="22998"/>
                        <a:pt x="21147" y="20719"/>
                      </a:cubicBezTo>
                      <a:cubicBezTo>
                        <a:pt x="5141" y="18438"/>
                        <a:pt x="-8100" y="3938"/>
                        <a:pt x="5918" y="63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45" name="Google Shape;1945;p2"/>
                <p:cNvSpPr/>
                <p:nvPr/>
              </p:nvSpPr>
              <p:spPr>
                <a:xfrm>
                  <a:off x="10234099" y="1765347"/>
                  <a:ext cx="390645" cy="272269"/>
                </a:xfrm>
                <a:custGeom>
                  <a:avLst/>
                  <a:gdLst/>
                  <a:ahLst/>
                  <a:cxnLst/>
                  <a:rect l="l" t="t" r="r" b="b"/>
                  <a:pathLst>
                    <a:path w="390645" h="272269" extrusionOk="0">
                      <a:moveTo>
                        <a:pt x="35265" y="0"/>
                      </a:moveTo>
                      <a:lnTo>
                        <a:pt x="35265" y="0"/>
                      </a:lnTo>
                      <a:cubicBezTo>
                        <a:pt x="16618" y="12436"/>
                        <a:pt x="21073" y="73109"/>
                        <a:pt x="53608" y="81965"/>
                      </a:cubicBezTo>
                      <a:cubicBezTo>
                        <a:pt x="86142" y="90821"/>
                        <a:pt x="119383" y="111413"/>
                        <a:pt x="121671" y="134920"/>
                      </a:cubicBezTo>
                      <a:cubicBezTo>
                        <a:pt x="123959" y="158427"/>
                        <a:pt x="170514" y="175172"/>
                        <a:pt x="201868" y="174166"/>
                      </a:cubicBezTo>
                      <a:cubicBezTo>
                        <a:pt x="233223" y="173160"/>
                        <a:pt x="267964" y="169331"/>
                        <a:pt x="266158" y="180996"/>
                      </a:cubicBezTo>
                      <a:cubicBezTo>
                        <a:pt x="264352" y="192662"/>
                        <a:pt x="282095" y="209421"/>
                        <a:pt x="303744" y="216224"/>
                      </a:cubicBezTo>
                      <a:cubicBezTo>
                        <a:pt x="325393" y="223027"/>
                        <a:pt x="366204" y="235175"/>
                        <a:pt x="382707" y="173651"/>
                      </a:cubicBezTo>
                      <a:cubicBezTo>
                        <a:pt x="385119" y="172408"/>
                        <a:pt x="387347" y="171228"/>
                        <a:pt x="389424" y="170113"/>
                      </a:cubicBezTo>
                      <a:cubicBezTo>
                        <a:pt x="397959" y="214900"/>
                        <a:pt x="359161" y="231412"/>
                        <a:pt x="353515" y="234329"/>
                      </a:cubicBezTo>
                      <a:cubicBezTo>
                        <a:pt x="333935" y="259687"/>
                        <a:pt x="303547" y="252870"/>
                        <a:pt x="303547" y="252870"/>
                      </a:cubicBezTo>
                      <a:cubicBezTo>
                        <a:pt x="303547" y="252870"/>
                        <a:pt x="285783" y="284555"/>
                        <a:pt x="242559" y="266939"/>
                      </a:cubicBezTo>
                      <a:cubicBezTo>
                        <a:pt x="201059" y="270941"/>
                        <a:pt x="204233" y="254992"/>
                        <a:pt x="204233" y="254992"/>
                      </a:cubicBezTo>
                      <a:cubicBezTo>
                        <a:pt x="204233" y="254992"/>
                        <a:pt x="177477" y="254802"/>
                        <a:pt x="150694" y="236686"/>
                      </a:cubicBezTo>
                      <a:cubicBezTo>
                        <a:pt x="83447" y="213325"/>
                        <a:pt x="87566" y="197401"/>
                        <a:pt x="87566" y="197401"/>
                      </a:cubicBezTo>
                      <a:cubicBezTo>
                        <a:pt x="87566" y="197401"/>
                        <a:pt x="49872" y="183465"/>
                        <a:pt x="36031" y="139784"/>
                      </a:cubicBezTo>
                      <a:cubicBezTo>
                        <a:pt x="-9246" y="119599"/>
                        <a:pt x="65" y="81389"/>
                        <a:pt x="2335" y="56256"/>
                      </a:cubicBezTo>
                      <a:cubicBezTo>
                        <a:pt x="2900" y="15764"/>
                        <a:pt x="24740" y="3543"/>
                        <a:pt x="35265" y="0"/>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46" name="Google Shape;1946;p2"/>
                <p:cNvSpPr/>
                <p:nvPr/>
              </p:nvSpPr>
              <p:spPr>
                <a:xfrm>
                  <a:off x="10410696" y="1717024"/>
                  <a:ext cx="209093" cy="320595"/>
                </a:xfrm>
                <a:custGeom>
                  <a:avLst/>
                  <a:gdLst/>
                  <a:ahLst/>
                  <a:cxnLst/>
                  <a:rect l="l" t="t" r="r" b="b"/>
                  <a:pathLst>
                    <a:path w="209093" h="320595" extrusionOk="0">
                      <a:moveTo>
                        <a:pt x="209094" y="253229"/>
                      </a:moveTo>
                      <a:cubicBezTo>
                        <a:pt x="205340" y="199458"/>
                        <a:pt x="201479" y="144535"/>
                        <a:pt x="201159" y="141451"/>
                      </a:cubicBezTo>
                      <a:cubicBezTo>
                        <a:pt x="200967" y="139611"/>
                        <a:pt x="197872" y="131351"/>
                        <a:pt x="193622" y="120472"/>
                      </a:cubicBezTo>
                      <a:cubicBezTo>
                        <a:pt x="193302" y="120022"/>
                        <a:pt x="193007" y="119587"/>
                        <a:pt x="192678" y="119128"/>
                      </a:cubicBezTo>
                      <a:cubicBezTo>
                        <a:pt x="192733" y="118897"/>
                        <a:pt x="192769" y="118659"/>
                        <a:pt x="192822" y="118428"/>
                      </a:cubicBezTo>
                      <a:cubicBezTo>
                        <a:pt x="182882" y="93077"/>
                        <a:pt x="167559" y="55461"/>
                        <a:pt x="167148" y="49689"/>
                      </a:cubicBezTo>
                      <a:cubicBezTo>
                        <a:pt x="166542" y="41210"/>
                        <a:pt x="158059" y="0"/>
                        <a:pt x="158059" y="0"/>
                      </a:cubicBezTo>
                      <a:cubicBezTo>
                        <a:pt x="158059" y="0"/>
                        <a:pt x="158059" y="0"/>
                        <a:pt x="158059" y="0"/>
                      </a:cubicBezTo>
                      <a:cubicBezTo>
                        <a:pt x="153073" y="7228"/>
                        <a:pt x="110215" y="32082"/>
                        <a:pt x="107782" y="53794"/>
                      </a:cubicBezTo>
                      <a:cubicBezTo>
                        <a:pt x="61630" y="87691"/>
                        <a:pt x="76243" y="132577"/>
                        <a:pt x="76243" y="132577"/>
                      </a:cubicBezTo>
                      <a:cubicBezTo>
                        <a:pt x="76243" y="132577"/>
                        <a:pt x="48868" y="152460"/>
                        <a:pt x="53472" y="170705"/>
                      </a:cubicBezTo>
                      <a:cubicBezTo>
                        <a:pt x="58074" y="188952"/>
                        <a:pt x="61379" y="253947"/>
                        <a:pt x="97836" y="272084"/>
                      </a:cubicBezTo>
                      <a:cubicBezTo>
                        <a:pt x="105282" y="303974"/>
                        <a:pt x="532" y="297877"/>
                        <a:pt x="0" y="297845"/>
                      </a:cubicBezTo>
                      <a:cubicBezTo>
                        <a:pt x="15801" y="303229"/>
                        <a:pt x="27636" y="303318"/>
                        <a:pt x="27636" y="303318"/>
                      </a:cubicBezTo>
                      <a:cubicBezTo>
                        <a:pt x="27636" y="303318"/>
                        <a:pt x="24465" y="319270"/>
                        <a:pt x="65962" y="315265"/>
                      </a:cubicBezTo>
                      <a:cubicBezTo>
                        <a:pt x="109186" y="332880"/>
                        <a:pt x="126951" y="301197"/>
                        <a:pt x="126951" y="301197"/>
                      </a:cubicBezTo>
                      <a:cubicBezTo>
                        <a:pt x="126951" y="301197"/>
                        <a:pt x="157338" y="308013"/>
                        <a:pt x="176916" y="282655"/>
                      </a:cubicBezTo>
                      <a:cubicBezTo>
                        <a:pt x="180756" y="280673"/>
                        <a:pt x="199897" y="272388"/>
                        <a:pt x="209094" y="253229"/>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947" name="Google Shape;1947;p2"/>
              <p:cNvGrpSpPr/>
              <p:nvPr/>
            </p:nvGrpSpPr>
            <p:grpSpPr>
              <a:xfrm>
                <a:off x="10488429" y="1582480"/>
                <a:ext cx="494139" cy="462937"/>
                <a:chOff x="10488429" y="1582480"/>
                <a:chExt cx="494139" cy="462937"/>
              </a:xfrm>
            </p:grpSpPr>
            <p:sp>
              <p:nvSpPr>
                <p:cNvPr id="1948" name="Google Shape;1948;p2"/>
                <p:cNvSpPr/>
                <p:nvPr/>
              </p:nvSpPr>
              <p:spPr>
                <a:xfrm>
                  <a:off x="10488429" y="1582480"/>
                  <a:ext cx="493144" cy="462861"/>
                </a:xfrm>
                <a:custGeom>
                  <a:avLst/>
                  <a:gdLst/>
                  <a:ahLst/>
                  <a:cxnLst/>
                  <a:rect l="l" t="t" r="r" b="b"/>
                  <a:pathLst>
                    <a:path w="493144" h="462861" extrusionOk="0">
                      <a:moveTo>
                        <a:pt x="291774" y="10647"/>
                      </a:moveTo>
                      <a:cubicBezTo>
                        <a:pt x="233970" y="-14097"/>
                        <a:pt x="197173" y="8082"/>
                        <a:pt x="189516" y="38424"/>
                      </a:cubicBezTo>
                      <a:cubicBezTo>
                        <a:pt x="109362" y="53221"/>
                        <a:pt x="111736" y="100569"/>
                        <a:pt x="111736" y="100569"/>
                      </a:cubicBezTo>
                      <a:cubicBezTo>
                        <a:pt x="111736" y="100569"/>
                        <a:pt x="57891" y="144819"/>
                        <a:pt x="58058" y="192016"/>
                      </a:cubicBezTo>
                      <a:cubicBezTo>
                        <a:pt x="10550" y="232823"/>
                        <a:pt x="27277" y="251358"/>
                        <a:pt x="27277" y="251358"/>
                      </a:cubicBezTo>
                      <a:cubicBezTo>
                        <a:pt x="27277" y="251358"/>
                        <a:pt x="-606" y="275359"/>
                        <a:pt x="7788" y="299993"/>
                      </a:cubicBezTo>
                      <a:cubicBezTo>
                        <a:pt x="-17001" y="351213"/>
                        <a:pt x="24792" y="382181"/>
                        <a:pt x="30651" y="387240"/>
                      </a:cubicBezTo>
                      <a:cubicBezTo>
                        <a:pt x="46395" y="422314"/>
                        <a:pt x="83762" y="422870"/>
                        <a:pt x="83762" y="422870"/>
                      </a:cubicBezTo>
                      <a:cubicBezTo>
                        <a:pt x="83762" y="422870"/>
                        <a:pt x="95619" y="464816"/>
                        <a:pt x="150988" y="456367"/>
                      </a:cubicBezTo>
                      <a:cubicBezTo>
                        <a:pt x="198293" y="472661"/>
                        <a:pt x="199058" y="453159"/>
                        <a:pt x="199058" y="453159"/>
                      </a:cubicBezTo>
                      <a:cubicBezTo>
                        <a:pt x="199058" y="453159"/>
                        <a:pt x="230331" y="460431"/>
                        <a:pt x="266658" y="446791"/>
                      </a:cubicBezTo>
                      <a:cubicBezTo>
                        <a:pt x="351670" y="438364"/>
                        <a:pt x="351322" y="418629"/>
                        <a:pt x="351322" y="418629"/>
                      </a:cubicBezTo>
                      <a:cubicBezTo>
                        <a:pt x="351322" y="418629"/>
                        <a:pt x="399209" y="412923"/>
                        <a:pt x="427594" y="365832"/>
                      </a:cubicBezTo>
                      <a:cubicBezTo>
                        <a:pt x="486079" y="354957"/>
                        <a:pt x="485915" y="307763"/>
                        <a:pt x="490304" y="277800"/>
                      </a:cubicBezTo>
                      <a:cubicBezTo>
                        <a:pt x="504386" y="215290"/>
                        <a:pt x="461530" y="199768"/>
                        <a:pt x="461530" y="199768"/>
                      </a:cubicBezTo>
                      <a:lnTo>
                        <a:pt x="427862" y="174788"/>
                      </a:lnTo>
                      <a:cubicBezTo>
                        <a:pt x="427862" y="174788"/>
                        <a:pt x="441422" y="123916"/>
                        <a:pt x="403941" y="104944"/>
                      </a:cubicBezTo>
                      <a:cubicBezTo>
                        <a:pt x="392502" y="36858"/>
                        <a:pt x="353192" y="39741"/>
                        <a:pt x="353192" y="39741"/>
                      </a:cubicBezTo>
                      <a:cubicBezTo>
                        <a:pt x="353192" y="39741"/>
                        <a:pt x="326190" y="877"/>
                        <a:pt x="291774" y="10647"/>
                      </a:cubicBezTo>
                      <a:close/>
                    </a:path>
                  </a:pathLst>
                </a:custGeom>
                <a:solidFill>
                  <a:srgbClr val="DD1B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949" name="Google Shape;1949;p2"/>
                <p:cNvGrpSpPr/>
                <p:nvPr/>
              </p:nvGrpSpPr>
              <p:grpSpPr>
                <a:xfrm>
                  <a:off x="10490049" y="1620911"/>
                  <a:ext cx="492519" cy="424506"/>
                  <a:chOff x="10490049" y="1620911"/>
                  <a:chExt cx="492519" cy="424506"/>
                </a:xfrm>
              </p:grpSpPr>
              <p:sp>
                <p:nvSpPr>
                  <p:cNvPr id="1950" name="Google Shape;1950;p2"/>
                  <p:cNvSpPr/>
                  <p:nvPr/>
                </p:nvSpPr>
                <p:spPr>
                  <a:xfrm>
                    <a:off x="10841616" y="1622221"/>
                    <a:ext cx="15225" cy="50122"/>
                  </a:xfrm>
                  <a:custGeom>
                    <a:avLst/>
                    <a:gdLst/>
                    <a:ahLst/>
                    <a:cxnLst/>
                    <a:rect l="l" t="t" r="r" b="b"/>
                    <a:pathLst>
                      <a:path w="15225" h="50122" extrusionOk="0">
                        <a:moveTo>
                          <a:pt x="5139" y="50123"/>
                        </a:moveTo>
                        <a:cubicBezTo>
                          <a:pt x="5139" y="50123"/>
                          <a:pt x="24458" y="24124"/>
                          <a:pt x="9622" y="1458"/>
                        </a:cubicBezTo>
                        <a:cubicBezTo>
                          <a:pt x="5578" y="471"/>
                          <a:pt x="0" y="0"/>
                          <a:pt x="0" y="0"/>
                        </a:cubicBezTo>
                        <a:cubicBezTo>
                          <a:pt x="13124" y="9284"/>
                          <a:pt x="5139" y="50123"/>
                          <a:pt x="5139" y="50123"/>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51" name="Google Shape;1951;p2"/>
                  <p:cNvSpPr/>
                  <p:nvPr/>
                </p:nvSpPr>
                <p:spPr>
                  <a:xfrm>
                    <a:off x="10490049" y="1620911"/>
                    <a:ext cx="492519" cy="424506"/>
                  </a:xfrm>
                  <a:custGeom>
                    <a:avLst/>
                    <a:gdLst/>
                    <a:ahLst/>
                    <a:cxnLst/>
                    <a:rect l="l" t="t" r="r" b="b"/>
                    <a:pathLst>
                      <a:path w="492519" h="424506" extrusionOk="0">
                        <a:moveTo>
                          <a:pt x="492519" y="226156"/>
                        </a:moveTo>
                        <a:cubicBezTo>
                          <a:pt x="492519" y="226156"/>
                          <a:pt x="466676" y="248664"/>
                          <a:pt x="448633" y="247162"/>
                        </a:cubicBezTo>
                        <a:cubicBezTo>
                          <a:pt x="437564" y="246239"/>
                          <a:pt x="431183" y="241422"/>
                          <a:pt x="427892" y="237831"/>
                        </a:cubicBezTo>
                        <a:cubicBezTo>
                          <a:pt x="428225" y="237730"/>
                          <a:pt x="428559" y="237643"/>
                          <a:pt x="428897" y="237529"/>
                        </a:cubicBezTo>
                        <a:cubicBezTo>
                          <a:pt x="449609" y="230523"/>
                          <a:pt x="468831" y="178246"/>
                          <a:pt x="459907" y="161337"/>
                        </a:cubicBezTo>
                        <a:lnTo>
                          <a:pt x="452788" y="156056"/>
                        </a:lnTo>
                        <a:cubicBezTo>
                          <a:pt x="452788" y="156056"/>
                          <a:pt x="432989" y="228449"/>
                          <a:pt x="418430" y="229517"/>
                        </a:cubicBezTo>
                        <a:cubicBezTo>
                          <a:pt x="412276" y="229967"/>
                          <a:pt x="406824" y="229101"/>
                          <a:pt x="402565" y="227953"/>
                        </a:cubicBezTo>
                        <a:cubicBezTo>
                          <a:pt x="399657" y="215954"/>
                          <a:pt x="392691" y="196521"/>
                          <a:pt x="384983" y="185760"/>
                        </a:cubicBezTo>
                        <a:cubicBezTo>
                          <a:pt x="394161" y="180114"/>
                          <a:pt x="406643" y="138122"/>
                          <a:pt x="410474" y="129090"/>
                        </a:cubicBezTo>
                        <a:lnTo>
                          <a:pt x="426241" y="136362"/>
                        </a:lnTo>
                        <a:cubicBezTo>
                          <a:pt x="426241" y="136362"/>
                          <a:pt x="415515" y="129829"/>
                          <a:pt x="411830" y="119487"/>
                        </a:cubicBezTo>
                        <a:cubicBezTo>
                          <a:pt x="408532" y="110229"/>
                          <a:pt x="398308" y="110357"/>
                          <a:pt x="391619" y="101720"/>
                        </a:cubicBezTo>
                        <a:lnTo>
                          <a:pt x="409208" y="70761"/>
                        </a:lnTo>
                        <a:lnTo>
                          <a:pt x="402323" y="66518"/>
                        </a:lnTo>
                        <a:cubicBezTo>
                          <a:pt x="404714" y="77463"/>
                          <a:pt x="391844" y="101311"/>
                          <a:pt x="391622" y="101720"/>
                        </a:cubicBezTo>
                        <a:cubicBezTo>
                          <a:pt x="390838" y="100710"/>
                          <a:pt x="390092" y="99606"/>
                          <a:pt x="389423" y="98325"/>
                        </a:cubicBezTo>
                        <a:cubicBezTo>
                          <a:pt x="365100" y="46065"/>
                          <a:pt x="343398" y="49560"/>
                          <a:pt x="343398" y="49560"/>
                        </a:cubicBezTo>
                        <a:cubicBezTo>
                          <a:pt x="343398" y="49560"/>
                          <a:pt x="334737" y="29000"/>
                          <a:pt x="324701" y="24143"/>
                        </a:cubicBezTo>
                        <a:cubicBezTo>
                          <a:pt x="316522" y="2421"/>
                          <a:pt x="305833" y="1374"/>
                          <a:pt x="305833" y="1374"/>
                        </a:cubicBezTo>
                        <a:cubicBezTo>
                          <a:pt x="314231" y="8625"/>
                          <a:pt x="316703" y="29853"/>
                          <a:pt x="316703" y="29853"/>
                        </a:cubicBezTo>
                        <a:cubicBezTo>
                          <a:pt x="316703" y="29853"/>
                          <a:pt x="329422" y="35289"/>
                          <a:pt x="335676" y="44186"/>
                        </a:cubicBezTo>
                        <a:cubicBezTo>
                          <a:pt x="335493" y="44280"/>
                          <a:pt x="303912" y="60574"/>
                          <a:pt x="291323" y="68004"/>
                        </a:cubicBezTo>
                        <a:cubicBezTo>
                          <a:pt x="272080" y="71776"/>
                          <a:pt x="244344" y="76762"/>
                          <a:pt x="230795" y="79176"/>
                        </a:cubicBezTo>
                        <a:cubicBezTo>
                          <a:pt x="227158" y="68468"/>
                          <a:pt x="219536" y="43000"/>
                          <a:pt x="226799" y="36443"/>
                        </a:cubicBezTo>
                        <a:cubicBezTo>
                          <a:pt x="202146" y="49595"/>
                          <a:pt x="214623" y="75029"/>
                          <a:pt x="201745" y="84022"/>
                        </a:cubicBezTo>
                        <a:cubicBezTo>
                          <a:pt x="188863" y="93017"/>
                          <a:pt x="154266" y="100310"/>
                          <a:pt x="141135" y="85903"/>
                        </a:cubicBezTo>
                        <a:cubicBezTo>
                          <a:pt x="150684" y="30189"/>
                          <a:pt x="187800" y="23987"/>
                          <a:pt x="202387" y="23752"/>
                        </a:cubicBezTo>
                        <a:cubicBezTo>
                          <a:pt x="208618" y="27181"/>
                          <a:pt x="219337" y="32516"/>
                          <a:pt x="228870" y="34461"/>
                        </a:cubicBezTo>
                        <a:cubicBezTo>
                          <a:pt x="245896" y="6865"/>
                          <a:pt x="296684" y="16317"/>
                          <a:pt x="316705" y="29853"/>
                        </a:cubicBezTo>
                        <a:cubicBezTo>
                          <a:pt x="283416" y="-14914"/>
                          <a:pt x="231113" y="20391"/>
                          <a:pt x="223575" y="22407"/>
                        </a:cubicBezTo>
                        <a:cubicBezTo>
                          <a:pt x="216041" y="24424"/>
                          <a:pt x="196642" y="14345"/>
                          <a:pt x="196637" y="14342"/>
                        </a:cubicBezTo>
                        <a:cubicBezTo>
                          <a:pt x="191565" y="9498"/>
                          <a:pt x="186963" y="3859"/>
                          <a:pt x="187900" y="0"/>
                        </a:cubicBezTo>
                        <a:cubicBezTo>
                          <a:pt x="184364" y="9592"/>
                          <a:pt x="196978" y="18990"/>
                          <a:pt x="196978" y="18990"/>
                        </a:cubicBezTo>
                        <a:cubicBezTo>
                          <a:pt x="196978" y="18990"/>
                          <a:pt x="181980" y="17406"/>
                          <a:pt x="183561" y="18997"/>
                        </a:cubicBezTo>
                        <a:cubicBezTo>
                          <a:pt x="145104" y="23523"/>
                          <a:pt x="132810" y="68825"/>
                          <a:pt x="129870" y="71968"/>
                        </a:cubicBezTo>
                        <a:cubicBezTo>
                          <a:pt x="126928" y="75111"/>
                          <a:pt x="110121" y="62143"/>
                          <a:pt x="110121" y="62143"/>
                        </a:cubicBezTo>
                        <a:cubicBezTo>
                          <a:pt x="110121" y="62143"/>
                          <a:pt x="123410" y="83663"/>
                          <a:pt x="116344" y="87124"/>
                        </a:cubicBezTo>
                        <a:cubicBezTo>
                          <a:pt x="109278" y="90583"/>
                          <a:pt x="69547" y="147628"/>
                          <a:pt x="65144" y="147463"/>
                        </a:cubicBezTo>
                        <a:cubicBezTo>
                          <a:pt x="60741" y="147298"/>
                          <a:pt x="57733" y="140427"/>
                          <a:pt x="57733" y="140427"/>
                        </a:cubicBezTo>
                        <a:lnTo>
                          <a:pt x="56457" y="152554"/>
                        </a:lnTo>
                        <a:cubicBezTo>
                          <a:pt x="56457" y="152554"/>
                          <a:pt x="56503" y="152604"/>
                          <a:pt x="56570" y="152677"/>
                        </a:cubicBezTo>
                        <a:cubicBezTo>
                          <a:pt x="57059" y="153249"/>
                          <a:pt x="59102" y="156008"/>
                          <a:pt x="61249" y="164217"/>
                        </a:cubicBezTo>
                        <a:cubicBezTo>
                          <a:pt x="63711" y="173635"/>
                          <a:pt x="61608" y="189075"/>
                          <a:pt x="60234" y="204080"/>
                        </a:cubicBezTo>
                        <a:cubicBezTo>
                          <a:pt x="58860" y="219086"/>
                          <a:pt x="41528" y="214699"/>
                          <a:pt x="25663" y="212934"/>
                        </a:cubicBezTo>
                        <a:cubicBezTo>
                          <a:pt x="37815" y="228648"/>
                          <a:pt x="49839" y="226591"/>
                          <a:pt x="57975" y="221870"/>
                        </a:cubicBezTo>
                        <a:cubicBezTo>
                          <a:pt x="56730" y="224323"/>
                          <a:pt x="56307" y="230132"/>
                          <a:pt x="57095" y="237344"/>
                        </a:cubicBezTo>
                        <a:cubicBezTo>
                          <a:pt x="58206" y="247510"/>
                          <a:pt x="52348" y="257452"/>
                          <a:pt x="41934" y="265169"/>
                        </a:cubicBezTo>
                        <a:cubicBezTo>
                          <a:pt x="31522" y="272887"/>
                          <a:pt x="6175" y="261569"/>
                          <a:pt x="6175" y="261569"/>
                        </a:cubicBezTo>
                        <a:cubicBezTo>
                          <a:pt x="10937" y="272062"/>
                          <a:pt x="26195" y="283117"/>
                          <a:pt x="40632" y="284644"/>
                        </a:cubicBezTo>
                        <a:cubicBezTo>
                          <a:pt x="30518" y="295257"/>
                          <a:pt x="21381" y="318972"/>
                          <a:pt x="20352" y="325204"/>
                        </a:cubicBezTo>
                        <a:cubicBezTo>
                          <a:pt x="19086" y="332885"/>
                          <a:pt x="11880" y="324459"/>
                          <a:pt x="0" y="306772"/>
                        </a:cubicBezTo>
                        <a:cubicBezTo>
                          <a:pt x="4115" y="332558"/>
                          <a:pt x="29035" y="348816"/>
                          <a:pt x="29035" y="348816"/>
                        </a:cubicBezTo>
                        <a:cubicBezTo>
                          <a:pt x="29035" y="348816"/>
                          <a:pt x="31542" y="313136"/>
                          <a:pt x="32598" y="307570"/>
                        </a:cubicBezTo>
                        <a:cubicBezTo>
                          <a:pt x="33655" y="302003"/>
                          <a:pt x="52421" y="283430"/>
                          <a:pt x="52421" y="283430"/>
                        </a:cubicBezTo>
                        <a:cubicBezTo>
                          <a:pt x="69182" y="277445"/>
                          <a:pt x="63601" y="241258"/>
                          <a:pt x="64506" y="238631"/>
                        </a:cubicBezTo>
                        <a:cubicBezTo>
                          <a:pt x="65412" y="236002"/>
                          <a:pt x="68125" y="213117"/>
                          <a:pt x="68125" y="213117"/>
                        </a:cubicBezTo>
                        <a:cubicBezTo>
                          <a:pt x="68125" y="213117"/>
                          <a:pt x="62511" y="221580"/>
                          <a:pt x="59889" y="220672"/>
                        </a:cubicBezTo>
                        <a:cubicBezTo>
                          <a:pt x="59884" y="220672"/>
                          <a:pt x="59882" y="220672"/>
                          <a:pt x="59877" y="220670"/>
                        </a:cubicBezTo>
                        <a:cubicBezTo>
                          <a:pt x="64971" y="217225"/>
                          <a:pt x="68123" y="213115"/>
                          <a:pt x="68123" y="213115"/>
                        </a:cubicBezTo>
                        <a:cubicBezTo>
                          <a:pt x="68123" y="213115"/>
                          <a:pt x="68258" y="212689"/>
                          <a:pt x="68480" y="211960"/>
                        </a:cubicBezTo>
                        <a:cubicBezTo>
                          <a:pt x="72309" y="222572"/>
                          <a:pt x="92588" y="248982"/>
                          <a:pt x="94938" y="244449"/>
                        </a:cubicBezTo>
                        <a:cubicBezTo>
                          <a:pt x="97375" y="239749"/>
                          <a:pt x="115226" y="220711"/>
                          <a:pt x="138751" y="221639"/>
                        </a:cubicBezTo>
                        <a:cubicBezTo>
                          <a:pt x="140809" y="241969"/>
                          <a:pt x="167070" y="250018"/>
                          <a:pt x="167070" y="250018"/>
                        </a:cubicBezTo>
                        <a:cubicBezTo>
                          <a:pt x="167070" y="250018"/>
                          <a:pt x="197540" y="240206"/>
                          <a:pt x="203733" y="234281"/>
                        </a:cubicBezTo>
                        <a:cubicBezTo>
                          <a:pt x="205937" y="234980"/>
                          <a:pt x="209062" y="236279"/>
                          <a:pt x="213083" y="238718"/>
                        </a:cubicBezTo>
                        <a:cubicBezTo>
                          <a:pt x="218876" y="242229"/>
                          <a:pt x="225361" y="253083"/>
                          <a:pt x="234619" y="259662"/>
                        </a:cubicBezTo>
                        <a:cubicBezTo>
                          <a:pt x="232886" y="272052"/>
                          <a:pt x="228856" y="300787"/>
                          <a:pt x="227695" y="308274"/>
                        </a:cubicBezTo>
                        <a:cubicBezTo>
                          <a:pt x="226205" y="317898"/>
                          <a:pt x="203372" y="330915"/>
                          <a:pt x="179988" y="326409"/>
                        </a:cubicBezTo>
                        <a:cubicBezTo>
                          <a:pt x="172712" y="325005"/>
                          <a:pt x="167354" y="322683"/>
                          <a:pt x="163422" y="320150"/>
                        </a:cubicBezTo>
                        <a:cubicBezTo>
                          <a:pt x="170641" y="327943"/>
                          <a:pt x="180427" y="337073"/>
                          <a:pt x="188853" y="339956"/>
                        </a:cubicBezTo>
                        <a:cubicBezTo>
                          <a:pt x="185943" y="348876"/>
                          <a:pt x="179847" y="368490"/>
                          <a:pt x="172927" y="372671"/>
                        </a:cubicBezTo>
                        <a:cubicBezTo>
                          <a:pt x="163970" y="378084"/>
                          <a:pt x="147351" y="380400"/>
                          <a:pt x="131130" y="371708"/>
                        </a:cubicBezTo>
                        <a:cubicBezTo>
                          <a:pt x="122178" y="366912"/>
                          <a:pt x="115937" y="368160"/>
                          <a:pt x="112138" y="370241"/>
                        </a:cubicBezTo>
                        <a:cubicBezTo>
                          <a:pt x="112078" y="366087"/>
                          <a:pt x="108533" y="359135"/>
                          <a:pt x="106219" y="355032"/>
                        </a:cubicBezTo>
                        <a:cubicBezTo>
                          <a:pt x="116920" y="348160"/>
                          <a:pt x="116012" y="331671"/>
                          <a:pt x="122971" y="318938"/>
                        </a:cubicBezTo>
                        <a:cubicBezTo>
                          <a:pt x="133436" y="322084"/>
                          <a:pt x="145861" y="321211"/>
                          <a:pt x="155549" y="312793"/>
                        </a:cubicBezTo>
                        <a:cubicBezTo>
                          <a:pt x="157120" y="315011"/>
                          <a:pt x="159588" y="317679"/>
                          <a:pt x="163422" y="320150"/>
                        </a:cubicBezTo>
                        <a:cubicBezTo>
                          <a:pt x="160592" y="317096"/>
                          <a:pt x="158159" y="314254"/>
                          <a:pt x="156361" y="312076"/>
                        </a:cubicBezTo>
                        <a:cubicBezTo>
                          <a:pt x="156788" y="311680"/>
                          <a:pt x="157211" y="311276"/>
                          <a:pt x="157625" y="310850"/>
                        </a:cubicBezTo>
                        <a:cubicBezTo>
                          <a:pt x="152591" y="302072"/>
                          <a:pt x="167073" y="250022"/>
                          <a:pt x="167073" y="250022"/>
                        </a:cubicBezTo>
                        <a:cubicBezTo>
                          <a:pt x="167073" y="250022"/>
                          <a:pt x="149511" y="309982"/>
                          <a:pt x="129792" y="305572"/>
                        </a:cubicBezTo>
                        <a:cubicBezTo>
                          <a:pt x="110073" y="301162"/>
                          <a:pt x="87270" y="259653"/>
                          <a:pt x="93152" y="245041"/>
                        </a:cubicBezTo>
                        <a:cubicBezTo>
                          <a:pt x="58371" y="274761"/>
                          <a:pt x="96758" y="299210"/>
                          <a:pt x="107664" y="310121"/>
                        </a:cubicBezTo>
                        <a:cubicBezTo>
                          <a:pt x="108766" y="311223"/>
                          <a:pt x="110003" y="312265"/>
                          <a:pt x="111342" y="313241"/>
                        </a:cubicBezTo>
                        <a:cubicBezTo>
                          <a:pt x="106535" y="324973"/>
                          <a:pt x="98040" y="343197"/>
                          <a:pt x="92181" y="341629"/>
                        </a:cubicBezTo>
                        <a:cubicBezTo>
                          <a:pt x="83595" y="339332"/>
                          <a:pt x="63016" y="333155"/>
                          <a:pt x="56051" y="299999"/>
                        </a:cubicBezTo>
                        <a:cubicBezTo>
                          <a:pt x="45871" y="338712"/>
                          <a:pt x="77390" y="358651"/>
                          <a:pt x="96099" y="358026"/>
                        </a:cubicBezTo>
                        <a:cubicBezTo>
                          <a:pt x="95898" y="364052"/>
                          <a:pt x="94247" y="372840"/>
                          <a:pt x="86434" y="373889"/>
                        </a:cubicBezTo>
                        <a:cubicBezTo>
                          <a:pt x="74412" y="375503"/>
                          <a:pt x="53808" y="372255"/>
                          <a:pt x="38549" y="363762"/>
                        </a:cubicBezTo>
                        <a:cubicBezTo>
                          <a:pt x="52361" y="382414"/>
                          <a:pt x="82148" y="384448"/>
                          <a:pt x="82148" y="384448"/>
                        </a:cubicBezTo>
                        <a:cubicBezTo>
                          <a:pt x="82148" y="384448"/>
                          <a:pt x="94631" y="382647"/>
                          <a:pt x="107584" y="374159"/>
                        </a:cubicBezTo>
                        <a:cubicBezTo>
                          <a:pt x="107582" y="374161"/>
                          <a:pt x="107577" y="374168"/>
                          <a:pt x="107577" y="374168"/>
                        </a:cubicBezTo>
                        <a:cubicBezTo>
                          <a:pt x="107577" y="374168"/>
                          <a:pt x="132776" y="391706"/>
                          <a:pt x="150853" y="394173"/>
                        </a:cubicBezTo>
                        <a:cubicBezTo>
                          <a:pt x="149996" y="397247"/>
                          <a:pt x="149212" y="401218"/>
                          <a:pt x="149196" y="405516"/>
                        </a:cubicBezTo>
                        <a:cubicBezTo>
                          <a:pt x="149162" y="415032"/>
                          <a:pt x="140966" y="413071"/>
                          <a:pt x="110533" y="414475"/>
                        </a:cubicBezTo>
                        <a:cubicBezTo>
                          <a:pt x="121389" y="420640"/>
                          <a:pt x="140672" y="418887"/>
                          <a:pt x="149376" y="417945"/>
                        </a:cubicBezTo>
                        <a:cubicBezTo>
                          <a:pt x="156315" y="417195"/>
                          <a:pt x="159762" y="403612"/>
                          <a:pt x="162041" y="393780"/>
                        </a:cubicBezTo>
                        <a:cubicBezTo>
                          <a:pt x="173805" y="391695"/>
                          <a:pt x="186435" y="385207"/>
                          <a:pt x="191978" y="378713"/>
                        </a:cubicBezTo>
                        <a:cubicBezTo>
                          <a:pt x="195974" y="380813"/>
                          <a:pt x="202938" y="384167"/>
                          <a:pt x="211439" y="387015"/>
                        </a:cubicBezTo>
                        <a:cubicBezTo>
                          <a:pt x="208982" y="388273"/>
                          <a:pt x="205928" y="389838"/>
                          <a:pt x="203754" y="390975"/>
                        </a:cubicBezTo>
                        <a:cubicBezTo>
                          <a:pt x="199524" y="393183"/>
                          <a:pt x="192465" y="406737"/>
                          <a:pt x="191101" y="415016"/>
                        </a:cubicBezTo>
                        <a:cubicBezTo>
                          <a:pt x="189734" y="423296"/>
                          <a:pt x="187239" y="420295"/>
                          <a:pt x="181326" y="424469"/>
                        </a:cubicBezTo>
                        <a:cubicBezTo>
                          <a:pt x="189503" y="424990"/>
                          <a:pt x="194795" y="419957"/>
                          <a:pt x="197447" y="414738"/>
                        </a:cubicBezTo>
                        <a:cubicBezTo>
                          <a:pt x="199376" y="410696"/>
                          <a:pt x="212537" y="394239"/>
                          <a:pt x="216985" y="388723"/>
                        </a:cubicBezTo>
                        <a:cubicBezTo>
                          <a:pt x="228618" y="391992"/>
                          <a:pt x="242275" y="393812"/>
                          <a:pt x="254967" y="390447"/>
                        </a:cubicBezTo>
                        <a:cubicBezTo>
                          <a:pt x="255230" y="390376"/>
                          <a:pt x="255472" y="390298"/>
                          <a:pt x="255733" y="390225"/>
                        </a:cubicBezTo>
                        <a:cubicBezTo>
                          <a:pt x="256321" y="394125"/>
                          <a:pt x="256697" y="398637"/>
                          <a:pt x="255710" y="400580"/>
                        </a:cubicBezTo>
                        <a:cubicBezTo>
                          <a:pt x="253808" y="404323"/>
                          <a:pt x="248130" y="413419"/>
                          <a:pt x="220640" y="416658"/>
                        </a:cubicBezTo>
                        <a:cubicBezTo>
                          <a:pt x="241798" y="415750"/>
                          <a:pt x="265044" y="408369"/>
                          <a:pt x="265044" y="408369"/>
                        </a:cubicBezTo>
                        <a:cubicBezTo>
                          <a:pt x="265044" y="408369"/>
                          <a:pt x="268676" y="396056"/>
                          <a:pt x="267270" y="385559"/>
                        </a:cubicBezTo>
                        <a:cubicBezTo>
                          <a:pt x="282954" y="376548"/>
                          <a:pt x="283965" y="361284"/>
                          <a:pt x="283169" y="346692"/>
                        </a:cubicBezTo>
                        <a:cubicBezTo>
                          <a:pt x="283188" y="346695"/>
                          <a:pt x="283206" y="346695"/>
                          <a:pt x="283224" y="346697"/>
                        </a:cubicBezTo>
                        <a:cubicBezTo>
                          <a:pt x="295726" y="358399"/>
                          <a:pt x="326647" y="384503"/>
                          <a:pt x="326937" y="386076"/>
                        </a:cubicBezTo>
                        <a:cubicBezTo>
                          <a:pt x="327300" y="388051"/>
                          <a:pt x="324073" y="394897"/>
                          <a:pt x="307033" y="402089"/>
                        </a:cubicBezTo>
                        <a:cubicBezTo>
                          <a:pt x="340436" y="393510"/>
                          <a:pt x="346476" y="385815"/>
                          <a:pt x="349708" y="380208"/>
                        </a:cubicBezTo>
                        <a:cubicBezTo>
                          <a:pt x="339389" y="380226"/>
                          <a:pt x="329269" y="377832"/>
                          <a:pt x="320267" y="373953"/>
                        </a:cubicBezTo>
                        <a:cubicBezTo>
                          <a:pt x="320639" y="373997"/>
                          <a:pt x="346999" y="377078"/>
                          <a:pt x="357830" y="371196"/>
                        </a:cubicBezTo>
                        <a:cubicBezTo>
                          <a:pt x="368010" y="365671"/>
                          <a:pt x="393320" y="332414"/>
                          <a:pt x="396672" y="327979"/>
                        </a:cubicBezTo>
                        <a:cubicBezTo>
                          <a:pt x="403077" y="329511"/>
                          <a:pt x="414562" y="331173"/>
                          <a:pt x="425980" y="327412"/>
                        </a:cubicBezTo>
                        <a:cubicBezTo>
                          <a:pt x="457493" y="318545"/>
                          <a:pt x="467771" y="278213"/>
                          <a:pt x="465144" y="260865"/>
                        </a:cubicBezTo>
                        <a:cubicBezTo>
                          <a:pt x="478076" y="258469"/>
                          <a:pt x="489600" y="248694"/>
                          <a:pt x="488333" y="241932"/>
                        </a:cubicBezTo>
                        <a:lnTo>
                          <a:pt x="492519" y="226156"/>
                        </a:lnTo>
                        <a:close/>
                        <a:moveTo>
                          <a:pt x="403987" y="237159"/>
                        </a:moveTo>
                        <a:cubicBezTo>
                          <a:pt x="404046" y="236384"/>
                          <a:pt x="403960" y="235245"/>
                          <a:pt x="403756" y="233849"/>
                        </a:cubicBezTo>
                        <a:cubicBezTo>
                          <a:pt x="409848" y="237742"/>
                          <a:pt x="418204" y="240711"/>
                          <a:pt x="427855" y="237845"/>
                        </a:cubicBezTo>
                        <a:cubicBezTo>
                          <a:pt x="429697" y="240304"/>
                          <a:pt x="432317" y="243605"/>
                          <a:pt x="435417" y="246961"/>
                        </a:cubicBezTo>
                        <a:cubicBezTo>
                          <a:pt x="433741" y="251611"/>
                          <a:pt x="430539" y="261068"/>
                          <a:pt x="429037" y="269357"/>
                        </a:cubicBezTo>
                        <a:cubicBezTo>
                          <a:pt x="426952" y="280853"/>
                          <a:pt x="392253" y="316698"/>
                          <a:pt x="373379" y="318815"/>
                        </a:cubicBezTo>
                        <a:cubicBezTo>
                          <a:pt x="359803" y="320337"/>
                          <a:pt x="347065" y="317820"/>
                          <a:pt x="340987" y="316286"/>
                        </a:cubicBezTo>
                        <a:cubicBezTo>
                          <a:pt x="347696" y="306004"/>
                          <a:pt x="344169" y="294663"/>
                          <a:pt x="342004" y="280515"/>
                        </a:cubicBezTo>
                        <a:cubicBezTo>
                          <a:pt x="345223" y="280801"/>
                          <a:pt x="348306" y="280732"/>
                          <a:pt x="351155" y="280188"/>
                        </a:cubicBezTo>
                        <a:cubicBezTo>
                          <a:pt x="376052" y="275436"/>
                          <a:pt x="403429" y="244520"/>
                          <a:pt x="403987" y="237159"/>
                        </a:cubicBezTo>
                        <a:close/>
                        <a:moveTo>
                          <a:pt x="338047" y="48571"/>
                        </a:moveTo>
                        <a:cubicBezTo>
                          <a:pt x="336648" y="46214"/>
                          <a:pt x="335820" y="44472"/>
                          <a:pt x="335704" y="44223"/>
                        </a:cubicBezTo>
                        <a:cubicBezTo>
                          <a:pt x="336662" y="45594"/>
                          <a:pt x="337466" y="47044"/>
                          <a:pt x="338047" y="48571"/>
                        </a:cubicBezTo>
                        <a:close/>
                        <a:moveTo>
                          <a:pt x="100536" y="212927"/>
                        </a:moveTo>
                        <a:cubicBezTo>
                          <a:pt x="80824" y="221692"/>
                          <a:pt x="71844" y="189048"/>
                          <a:pt x="71844" y="189048"/>
                        </a:cubicBezTo>
                        <a:cubicBezTo>
                          <a:pt x="71844" y="189048"/>
                          <a:pt x="71669" y="189525"/>
                          <a:pt x="71397" y="190337"/>
                        </a:cubicBezTo>
                        <a:cubicBezTo>
                          <a:pt x="69581" y="184325"/>
                          <a:pt x="69442" y="159583"/>
                          <a:pt x="69442" y="159583"/>
                        </a:cubicBezTo>
                        <a:cubicBezTo>
                          <a:pt x="74103" y="139970"/>
                          <a:pt x="99659" y="132485"/>
                          <a:pt x="99659" y="132485"/>
                        </a:cubicBezTo>
                        <a:cubicBezTo>
                          <a:pt x="99659" y="132485"/>
                          <a:pt x="102747" y="114693"/>
                          <a:pt x="109385" y="105423"/>
                        </a:cubicBezTo>
                        <a:cubicBezTo>
                          <a:pt x="114554" y="98209"/>
                          <a:pt x="124708" y="90489"/>
                          <a:pt x="128956" y="87421"/>
                        </a:cubicBezTo>
                        <a:cubicBezTo>
                          <a:pt x="132499" y="88082"/>
                          <a:pt x="138292" y="89666"/>
                          <a:pt x="140201" y="93161"/>
                        </a:cubicBezTo>
                        <a:cubicBezTo>
                          <a:pt x="143019" y="98323"/>
                          <a:pt x="143783" y="108756"/>
                          <a:pt x="143079" y="112467"/>
                        </a:cubicBezTo>
                        <a:cubicBezTo>
                          <a:pt x="142374" y="116177"/>
                          <a:pt x="121851" y="134460"/>
                          <a:pt x="111786" y="138180"/>
                        </a:cubicBezTo>
                        <a:cubicBezTo>
                          <a:pt x="101720" y="141901"/>
                          <a:pt x="99978" y="136849"/>
                          <a:pt x="99978" y="136849"/>
                        </a:cubicBezTo>
                        <a:cubicBezTo>
                          <a:pt x="100511" y="144130"/>
                          <a:pt x="109971" y="150023"/>
                          <a:pt x="109971" y="150023"/>
                        </a:cubicBezTo>
                        <a:lnTo>
                          <a:pt x="130718" y="148503"/>
                        </a:lnTo>
                        <a:cubicBezTo>
                          <a:pt x="127922" y="155295"/>
                          <a:pt x="135878" y="182709"/>
                          <a:pt x="135878" y="182709"/>
                        </a:cubicBezTo>
                        <a:cubicBezTo>
                          <a:pt x="135878" y="182709"/>
                          <a:pt x="120248" y="204163"/>
                          <a:pt x="100536" y="212927"/>
                        </a:cubicBezTo>
                        <a:close/>
                        <a:moveTo>
                          <a:pt x="216068" y="224586"/>
                        </a:moveTo>
                        <a:cubicBezTo>
                          <a:pt x="214166" y="220023"/>
                          <a:pt x="214434" y="211183"/>
                          <a:pt x="215092" y="203952"/>
                        </a:cubicBezTo>
                        <a:cubicBezTo>
                          <a:pt x="216132" y="199387"/>
                          <a:pt x="216727" y="195311"/>
                          <a:pt x="216530" y="192616"/>
                        </a:cubicBezTo>
                        <a:cubicBezTo>
                          <a:pt x="215918" y="184265"/>
                          <a:pt x="210036" y="178662"/>
                          <a:pt x="208817" y="177583"/>
                        </a:cubicBezTo>
                        <a:cubicBezTo>
                          <a:pt x="211396" y="179792"/>
                          <a:pt x="214646" y="181604"/>
                          <a:pt x="218702" y="182309"/>
                        </a:cubicBezTo>
                        <a:cubicBezTo>
                          <a:pt x="232539" y="184709"/>
                          <a:pt x="290044" y="170419"/>
                          <a:pt x="290044" y="170419"/>
                        </a:cubicBezTo>
                        <a:cubicBezTo>
                          <a:pt x="290044" y="170419"/>
                          <a:pt x="307771" y="146016"/>
                          <a:pt x="308766" y="139601"/>
                        </a:cubicBezTo>
                        <a:cubicBezTo>
                          <a:pt x="308766" y="139601"/>
                          <a:pt x="372232" y="108480"/>
                          <a:pt x="386863" y="103382"/>
                        </a:cubicBezTo>
                        <a:cubicBezTo>
                          <a:pt x="349192" y="93701"/>
                          <a:pt x="326878" y="118758"/>
                          <a:pt x="317050" y="119478"/>
                        </a:cubicBezTo>
                        <a:cubicBezTo>
                          <a:pt x="310549" y="119953"/>
                          <a:pt x="304041" y="117875"/>
                          <a:pt x="300365" y="116410"/>
                        </a:cubicBezTo>
                        <a:cubicBezTo>
                          <a:pt x="295943" y="106128"/>
                          <a:pt x="291321" y="94638"/>
                          <a:pt x="290709" y="86278"/>
                        </a:cubicBezTo>
                        <a:cubicBezTo>
                          <a:pt x="286957" y="101679"/>
                          <a:pt x="303558" y="135105"/>
                          <a:pt x="303558" y="135105"/>
                        </a:cubicBezTo>
                        <a:cubicBezTo>
                          <a:pt x="303558" y="135105"/>
                          <a:pt x="295761" y="155194"/>
                          <a:pt x="267860" y="160653"/>
                        </a:cubicBezTo>
                        <a:cubicBezTo>
                          <a:pt x="239962" y="166115"/>
                          <a:pt x="204611" y="180919"/>
                          <a:pt x="198407" y="150627"/>
                        </a:cubicBezTo>
                        <a:cubicBezTo>
                          <a:pt x="198585" y="156461"/>
                          <a:pt x="200329" y="164629"/>
                          <a:pt x="200329" y="164629"/>
                        </a:cubicBezTo>
                        <a:cubicBezTo>
                          <a:pt x="200329" y="164629"/>
                          <a:pt x="202544" y="172072"/>
                          <a:pt x="208586" y="177387"/>
                        </a:cubicBezTo>
                        <a:cubicBezTo>
                          <a:pt x="208586" y="177387"/>
                          <a:pt x="208582" y="177382"/>
                          <a:pt x="208582" y="177382"/>
                        </a:cubicBezTo>
                        <a:cubicBezTo>
                          <a:pt x="208582" y="177382"/>
                          <a:pt x="213682" y="187070"/>
                          <a:pt x="210097" y="198066"/>
                        </a:cubicBezTo>
                        <a:cubicBezTo>
                          <a:pt x="206513" y="209064"/>
                          <a:pt x="177314" y="243406"/>
                          <a:pt x="166412" y="234448"/>
                        </a:cubicBezTo>
                        <a:cubicBezTo>
                          <a:pt x="158589" y="228019"/>
                          <a:pt x="146320" y="219154"/>
                          <a:pt x="145580" y="207043"/>
                        </a:cubicBezTo>
                        <a:cubicBezTo>
                          <a:pt x="149614" y="193773"/>
                          <a:pt x="156063" y="180166"/>
                          <a:pt x="156063" y="180166"/>
                        </a:cubicBezTo>
                        <a:lnTo>
                          <a:pt x="156063" y="180166"/>
                        </a:lnTo>
                        <a:cubicBezTo>
                          <a:pt x="163449" y="180340"/>
                          <a:pt x="169816" y="174673"/>
                          <a:pt x="169816" y="174673"/>
                        </a:cubicBezTo>
                        <a:cubicBezTo>
                          <a:pt x="169816" y="174673"/>
                          <a:pt x="185450" y="161330"/>
                          <a:pt x="200329" y="164631"/>
                        </a:cubicBezTo>
                        <a:cubicBezTo>
                          <a:pt x="194516" y="151884"/>
                          <a:pt x="203697" y="110713"/>
                          <a:pt x="203697" y="110713"/>
                        </a:cubicBezTo>
                        <a:cubicBezTo>
                          <a:pt x="203697" y="110713"/>
                          <a:pt x="192267" y="154488"/>
                          <a:pt x="188940" y="155709"/>
                        </a:cubicBezTo>
                        <a:cubicBezTo>
                          <a:pt x="185614" y="156929"/>
                          <a:pt x="168702" y="179149"/>
                          <a:pt x="155929" y="171301"/>
                        </a:cubicBezTo>
                        <a:cubicBezTo>
                          <a:pt x="153073" y="169548"/>
                          <a:pt x="150714" y="167578"/>
                          <a:pt x="148739" y="165479"/>
                        </a:cubicBezTo>
                        <a:lnTo>
                          <a:pt x="140662" y="149287"/>
                        </a:lnTo>
                        <a:cubicBezTo>
                          <a:pt x="140196" y="146693"/>
                          <a:pt x="140038" y="144137"/>
                          <a:pt x="140098" y="141723"/>
                        </a:cubicBezTo>
                        <a:cubicBezTo>
                          <a:pt x="140297" y="133861"/>
                          <a:pt x="146908" y="117523"/>
                          <a:pt x="173356" y="108233"/>
                        </a:cubicBezTo>
                        <a:cubicBezTo>
                          <a:pt x="185287" y="107184"/>
                          <a:pt x="200599" y="105844"/>
                          <a:pt x="203694" y="110716"/>
                        </a:cubicBezTo>
                        <a:cubicBezTo>
                          <a:pt x="205366" y="102321"/>
                          <a:pt x="232493" y="83965"/>
                          <a:pt x="232493" y="83965"/>
                        </a:cubicBezTo>
                        <a:cubicBezTo>
                          <a:pt x="245825" y="76400"/>
                          <a:pt x="292096" y="83622"/>
                          <a:pt x="292096" y="83622"/>
                        </a:cubicBezTo>
                        <a:cubicBezTo>
                          <a:pt x="292096" y="83622"/>
                          <a:pt x="323883" y="57312"/>
                          <a:pt x="343529" y="56318"/>
                        </a:cubicBezTo>
                        <a:cubicBezTo>
                          <a:pt x="375805" y="67432"/>
                          <a:pt x="386284" y="100280"/>
                          <a:pt x="386863" y="103389"/>
                        </a:cubicBezTo>
                        <a:cubicBezTo>
                          <a:pt x="412927" y="109529"/>
                          <a:pt x="408438" y="128156"/>
                          <a:pt x="408438" y="128156"/>
                        </a:cubicBezTo>
                        <a:lnTo>
                          <a:pt x="410143" y="128942"/>
                        </a:lnTo>
                        <a:cubicBezTo>
                          <a:pt x="404508" y="135391"/>
                          <a:pt x="371265" y="172360"/>
                          <a:pt x="346951" y="175478"/>
                        </a:cubicBezTo>
                        <a:cubicBezTo>
                          <a:pt x="320306" y="178896"/>
                          <a:pt x="313246" y="172460"/>
                          <a:pt x="290044" y="170428"/>
                        </a:cubicBezTo>
                        <a:cubicBezTo>
                          <a:pt x="299583" y="197568"/>
                          <a:pt x="359648" y="190847"/>
                          <a:pt x="378905" y="187342"/>
                        </a:cubicBezTo>
                        <a:cubicBezTo>
                          <a:pt x="382144" y="201474"/>
                          <a:pt x="388161" y="234909"/>
                          <a:pt x="376664" y="249416"/>
                        </a:cubicBezTo>
                        <a:cubicBezTo>
                          <a:pt x="362592" y="267178"/>
                          <a:pt x="335827" y="259971"/>
                          <a:pt x="289437" y="247284"/>
                        </a:cubicBezTo>
                        <a:cubicBezTo>
                          <a:pt x="291337" y="245900"/>
                          <a:pt x="292259" y="244444"/>
                          <a:pt x="291689" y="242837"/>
                        </a:cubicBezTo>
                        <a:cubicBezTo>
                          <a:pt x="288918" y="234989"/>
                          <a:pt x="298920" y="201687"/>
                          <a:pt x="302692" y="188238"/>
                        </a:cubicBezTo>
                        <a:cubicBezTo>
                          <a:pt x="290761" y="205214"/>
                          <a:pt x="282139" y="237316"/>
                          <a:pt x="278321" y="240158"/>
                        </a:cubicBezTo>
                        <a:cubicBezTo>
                          <a:pt x="274503" y="243000"/>
                          <a:pt x="252037" y="255991"/>
                          <a:pt x="245087" y="255767"/>
                        </a:cubicBezTo>
                        <a:cubicBezTo>
                          <a:pt x="238137" y="255536"/>
                          <a:pt x="219621" y="233108"/>
                          <a:pt x="216068" y="224586"/>
                        </a:cubicBezTo>
                        <a:close/>
                        <a:moveTo>
                          <a:pt x="250493" y="264877"/>
                        </a:moveTo>
                        <a:cubicBezTo>
                          <a:pt x="258284" y="258217"/>
                          <a:pt x="275166" y="254132"/>
                          <a:pt x="284781" y="249832"/>
                        </a:cubicBezTo>
                        <a:cubicBezTo>
                          <a:pt x="291541" y="258393"/>
                          <a:pt x="311177" y="272171"/>
                          <a:pt x="329783" y="277973"/>
                        </a:cubicBezTo>
                        <a:cubicBezTo>
                          <a:pt x="329473" y="286088"/>
                          <a:pt x="328330" y="298033"/>
                          <a:pt x="324557" y="306754"/>
                        </a:cubicBezTo>
                        <a:cubicBezTo>
                          <a:pt x="318298" y="321220"/>
                          <a:pt x="292567" y="334615"/>
                          <a:pt x="275395" y="334972"/>
                        </a:cubicBezTo>
                        <a:cubicBezTo>
                          <a:pt x="264237" y="335203"/>
                          <a:pt x="249463" y="326073"/>
                          <a:pt x="240478" y="319647"/>
                        </a:cubicBezTo>
                        <a:cubicBezTo>
                          <a:pt x="244134" y="317061"/>
                          <a:pt x="246230" y="315233"/>
                          <a:pt x="245754" y="314993"/>
                        </a:cubicBezTo>
                        <a:cubicBezTo>
                          <a:pt x="243940" y="314076"/>
                          <a:pt x="234660" y="279621"/>
                          <a:pt x="241176" y="263258"/>
                        </a:cubicBezTo>
                        <a:cubicBezTo>
                          <a:pt x="244028" y="264371"/>
                          <a:pt x="247121" y="264991"/>
                          <a:pt x="250493" y="264877"/>
                        </a:cubicBezTo>
                        <a:close/>
                        <a:moveTo>
                          <a:pt x="262109" y="358449"/>
                        </a:moveTo>
                        <a:cubicBezTo>
                          <a:pt x="262109" y="358449"/>
                          <a:pt x="226529" y="382272"/>
                          <a:pt x="215330" y="381995"/>
                        </a:cubicBezTo>
                        <a:cubicBezTo>
                          <a:pt x="207768" y="381808"/>
                          <a:pt x="198091" y="379442"/>
                          <a:pt x="192601" y="377924"/>
                        </a:cubicBezTo>
                        <a:cubicBezTo>
                          <a:pt x="194525" y="375407"/>
                          <a:pt x="195348" y="372917"/>
                          <a:pt x="194576" y="370709"/>
                        </a:cubicBezTo>
                        <a:cubicBezTo>
                          <a:pt x="192125" y="363696"/>
                          <a:pt x="197264" y="347563"/>
                          <a:pt x="199918" y="340100"/>
                        </a:cubicBezTo>
                        <a:cubicBezTo>
                          <a:pt x="212706" y="337103"/>
                          <a:pt x="231138" y="326217"/>
                          <a:pt x="240263" y="319795"/>
                        </a:cubicBezTo>
                        <a:cubicBezTo>
                          <a:pt x="249513" y="327134"/>
                          <a:pt x="264838" y="338883"/>
                          <a:pt x="274176" y="343874"/>
                        </a:cubicBezTo>
                        <a:lnTo>
                          <a:pt x="262109" y="358449"/>
                        </a:lnTo>
                        <a:close/>
                        <a:moveTo>
                          <a:pt x="348732" y="367015"/>
                        </a:moveTo>
                        <a:cubicBezTo>
                          <a:pt x="328103" y="373144"/>
                          <a:pt x="320354" y="373926"/>
                          <a:pt x="320248" y="373937"/>
                        </a:cubicBezTo>
                        <a:cubicBezTo>
                          <a:pt x="305298" y="367495"/>
                          <a:pt x="293450" y="356945"/>
                          <a:pt x="288921" y="346471"/>
                        </a:cubicBezTo>
                        <a:cubicBezTo>
                          <a:pt x="300134" y="344907"/>
                          <a:pt x="313619" y="337000"/>
                          <a:pt x="329680" y="326770"/>
                        </a:cubicBezTo>
                        <a:cubicBezTo>
                          <a:pt x="334828" y="323492"/>
                          <a:pt x="338346" y="320159"/>
                          <a:pt x="340699" y="316714"/>
                        </a:cubicBezTo>
                        <a:cubicBezTo>
                          <a:pt x="348201" y="319791"/>
                          <a:pt x="366622" y="326567"/>
                          <a:pt x="382185" y="326116"/>
                        </a:cubicBezTo>
                        <a:cubicBezTo>
                          <a:pt x="377229" y="336913"/>
                          <a:pt x="364837" y="362233"/>
                          <a:pt x="348732" y="367015"/>
                        </a:cubicBezTo>
                        <a:close/>
                        <a:moveTo>
                          <a:pt x="421091" y="322632"/>
                        </a:moveTo>
                        <a:cubicBezTo>
                          <a:pt x="412948" y="328162"/>
                          <a:pt x="403070" y="328169"/>
                          <a:pt x="397037" y="327465"/>
                        </a:cubicBezTo>
                        <a:lnTo>
                          <a:pt x="397037" y="327465"/>
                        </a:lnTo>
                        <a:cubicBezTo>
                          <a:pt x="397037" y="327465"/>
                          <a:pt x="394262" y="326208"/>
                          <a:pt x="391327" y="324815"/>
                        </a:cubicBezTo>
                        <a:cubicBezTo>
                          <a:pt x="392973" y="324349"/>
                          <a:pt x="394545" y="323764"/>
                          <a:pt x="396007" y="323007"/>
                        </a:cubicBezTo>
                        <a:cubicBezTo>
                          <a:pt x="414379" y="313488"/>
                          <a:pt x="440597" y="268550"/>
                          <a:pt x="442332" y="253641"/>
                        </a:cubicBezTo>
                        <a:cubicBezTo>
                          <a:pt x="447156" y="257712"/>
                          <a:pt x="452463" y="260890"/>
                          <a:pt x="457552" y="261317"/>
                        </a:cubicBezTo>
                        <a:cubicBezTo>
                          <a:pt x="453677" y="276688"/>
                          <a:pt x="432683" y="314759"/>
                          <a:pt x="421091" y="322632"/>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952" name="Google Shape;1952;p2"/>
                <p:cNvSpPr/>
                <p:nvPr/>
              </p:nvSpPr>
              <p:spPr>
                <a:xfrm>
                  <a:off x="10643714" y="1653176"/>
                  <a:ext cx="54199" cy="48363"/>
                </a:xfrm>
                <a:custGeom>
                  <a:avLst/>
                  <a:gdLst/>
                  <a:ahLst/>
                  <a:cxnLst/>
                  <a:rect l="l" t="t" r="r" b="b"/>
                  <a:pathLst>
                    <a:path w="54199" h="48363" extrusionOk="0">
                      <a:moveTo>
                        <a:pt x="49062" y="647"/>
                      </a:moveTo>
                      <a:cubicBezTo>
                        <a:pt x="27341" y="-4867"/>
                        <a:pt x="-9142" y="26197"/>
                        <a:pt x="2103" y="43975"/>
                      </a:cubicBezTo>
                      <a:cubicBezTo>
                        <a:pt x="13348" y="61754"/>
                        <a:pt x="21196" y="19888"/>
                        <a:pt x="35339" y="18118"/>
                      </a:cubicBezTo>
                      <a:cubicBezTo>
                        <a:pt x="49480" y="16351"/>
                        <a:pt x="61368" y="3769"/>
                        <a:pt x="49062" y="647"/>
                      </a:cubicBezTo>
                      <a:close/>
                    </a:path>
                  </a:pathLst>
                </a:custGeom>
                <a:solidFill>
                  <a:srgbClr val="42424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53" name="Google Shape;1953;p2"/>
                <p:cNvSpPr/>
                <p:nvPr/>
              </p:nvSpPr>
              <p:spPr>
                <a:xfrm>
                  <a:off x="10807865" y="1742056"/>
                  <a:ext cx="54200" cy="48363"/>
                </a:xfrm>
                <a:custGeom>
                  <a:avLst/>
                  <a:gdLst/>
                  <a:ahLst/>
                  <a:cxnLst/>
                  <a:rect l="l" t="t" r="r" b="b"/>
                  <a:pathLst>
                    <a:path w="54200" h="48363" extrusionOk="0">
                      <a:moveTo>
                        <a:pt x="49062" y="647"/>
                      </a:moveTo>
                      <a:cubicBezTo>
                        <a:pt x="27341" y="-4867"/>
                        <a:pt x="-9142" y="26197"/>
                        <a:pt x="2103" y="43975"/>
                      </a:cubicBezTo>
                      <a:cubicBezTo>
                        <a:pt x="13348" y="61754"/>
                        <a:pt x="21196" y="19888"/>
                        <a:pt x="35339" y="18118"/>
                      </a:cubicBezTo>
                      <a:cubicBezTo>
                        <a:pt x="49483" y="16349"/>
                        <a:pt x="61368" y="3769"/>
                        <a:pt x="49062" y="647"/>
                      </a:cubicBezTo>
                      <a:close/>
                    </a:path>
                  </a:pathLst>
                </a:custGeom>
                <a:solidFill>
                  <a:srgbClr val="42424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54" name="Google Shape;1954;p2"/>
                <p:cNvSpPr/>
                <p:nvPr/>
              </p:nvSpPr>
              <p:spPr>
                <a:xfrm>
                  <a:off x="10637300" y="1736099"/>
                  <a:ext cx="35738" cy="31893"/>
                </a:xfrm>
                <a:custGeom>
                  <a:avLst/>
                  <a:gdLst/>
                  <a:ahLst/>
                  <a:cxnLst/>
                  <a:rect l="l" t="t" r="r" b="b"/>
                  <a:pathLst>
                    <a:path w="35738" h="31893" extrusionOk="0">
                      <a:moveTo>
                        <a:pt x="32351" y="426"/>
                      </a:moveTo>
                      <a:cubicBezTo>
                        <a:pt x="18027" y="-3209"/>
                        <a:pt x="-6028" y="17274"/>
                        <a:pt x="1387" y="28999"/>
                      </a:cubicBezTo>
                      <a:cubicBezTo>
                        <a:pt x="8803" y="40724"/>
                        <a:pt x="13976" y="13116"/>
                        <a:pt x="23303" y="11950"/>
                      </a:cubicBezTo>
                      <a:cubicBezTo>
                        <a:pt x="32628" y="10784"/>
                        <a:pt x="40464" y="2486"/>
                        <a:pt x="32351" y="426"/>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55" name="Google Shape;1955;p2"/>
                <p:cNvSpPr/>
                <p:nvPr/>
              </p:nvSpPr>
              <p:spPr>
                <a:xfrm>
                  <a:off x="10719139" y="1808300"/>
                  <a:ext cx="35739" cy="31893"/>
                </a:xfrm>
                <a:custGeom>
                  <a:avLst/>
                  <a:gdLst/>
                  <a:ahLst/>
                  <a:cxnLst/>
                  <a:rect l="l" t="t" r="r" b="b"/>
                  <a:pathLst>
                    <a:path w="35739" h="31893" extrusionOk="0">
                      <a:moveTo>
                        <a:pt x="32351" y="426"/>
                      </a:moveTo>
                      <a:cubicBezTo>
                        <a:pt x="18027" y="-3209"/>
                        <a:pt x="-6028" y="17274"/>
                        <a:pt x="1387" y="28999"/>
                      </a:cubicBezTo>
                      <a:cubicBezTo>
                        <a:pt x="8803" y="40724"/>
                        <a:pt x="13976" y="13116"/>
                        <a:pt x="23303" y="11950"/>
                      </a:cubicBezTo>
                      <a:cubicBezTo>
                        <a:pt x="32628" y="10782"/>
                        <a:pt x="40466" y="2486"/>
                        <a:pt x="32351" y="426"/>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56" name="Google Shape;1956;p2"/>
                <p:cNvSpPr/>
                <p:nvPr/>
              </p:nvSpPr>
              <p:spPr>
                <a:xfrm>
                  <a:off x="10654983" y="1877568"/>
                  <a:ext cx="35738" cy="31893"/>
                </a:xfrm>
                <a:custGeom>
                  <a:avLst/>
                  <a:gdLst/>
                  <a:ahLst/>
                  <a:cxnLst/>
                  <a:rect l="l" t="t" r="r" b="b"/>
                  <a:pathLst>
                    <a:path w="35738" h="31893" extrusionOk="0">
                      <a:moveTo>
                        <a:pt x="32351" y="427"/>
                      </a:moveTo>
                      <a:cubicBezTo>
                        <a:pt x="18027" y="-3210"/>
                        <a:pt x="-6028" y="17274"/>
                        <a:pt x="1387" y="28999"/>
                      </a:cubicBezTo>
                      <a:cubicBezTo>
                        <a:pt x="8803" y="40724"/>
                        <a:pt x="13976" y="13116"/>
                        <a:pt x="23303" y="11950"/>
                      </a:cubicBezTo>
                      <a:cubicBezTo>
                        <a:pt x="32628" y="10782"/>
                        <a:pt x="40464" y="2486"/>
                        <a:pt x="32351" y="427"/>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57" name="Google Shape;1957;p2"/>
                <p:cNvSpPr/>
                <p:nvPr/>
              </p:nvSpPr>
              <p:spPr>
                <a:xfrm>
                  <a:off x="10594509" y="1851689"/>
                  <a:ext cx="35738" cy="31893"/>
                </a:xfrm>
                <a:custGeom>
                  <a:avLst/>
                  <a:gdLst/>
                  <a:ahLst/>
                  <a:cxnLst/>
                  <a:rect l="l" t="t" r="r" b="b"/>
                  <a:pathLst>
                    <a:path w="35738" h="31893" extrusionOk="0">
                      <a:moveTo>
                        <a:pt x="32351" y="426"/>
                      </a:moveTo>
                      <a:cubicBezTo>
                        <a:pt x="18029" y="-3209"/>
                        <a:pt x="-6028" y="17274"/>
                        <a:pt x="1387" y="28999"/>
                      </a:cubicBezTo>
                      <a:cubicBezTo>
                        <a:pt x="8803" y="40724"/>
                        <a:pt x="13978" y="13116"/>
                        <a:pt x="23303" y="11950"/>
                      </a:cubicBezTo>
                      <a:cubicBezTo>
                        <a:pt x="32628" y="10782"/>
                        <a:pt x="40464" y="2486"/>
                        <a:pt x="32351" y="426"/>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58" name="Google Shape;1958;p2"/>
                <p:cNvSpPr/>
                <p:nvPr/>
              </p:nvSpPr>
              <p:spPr>
                <a:xfrm>
                  <a:off x="10649336" y="1800555"/>
                  <a:ext cx="35739" cy="31891"/>
                </a:xfrm>
                <a:custGeom>
                  <a:avLst/>
                  <a:gdLst/>
                  <a:ahLst/>
                  <a:cxnLst/>
                  <a:rect l="l" t="t" r="r" b="b"/>
                  <a:pathLst>
                    <a:path w="35739" h="31891" extrusionOk="0">
                      <a:moveTo>
                        <a:pt x="32351" y="427"/>
                      </a:moveTo>
                      <a:cubicBezTo>
                        <a:pt x="18029" y="-3210"/>
                        <a:pt x="-6029" y="17274"/>
                        <a:pt x="1387" y="28997"/>
                      </a:cubicBezTo>
                      <a:cubicBezTo>
                        <a:pt x="8803" y="40722"/>
                        <a:pt x="13976" y="13114"/>
                        <a:pt x="23303" y="11948"/>
                      </a:cubicBezTo>
                      <a:cubicBezTo>
                        <a:pt x="32628" y="10782"/>
                        <a:pt x="40466" y="2486"/>
                        <a:pt x="32351" y="427"/>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59" name="Google Shape;1959;p2"/>
                <p:cNvSpPr/>
                <p:nvPr/>
              </p:nvSpPr>
              <p:spPr>
                <a:xfrm>
                  <a:off x="10567747" y="1766038"/>
                  <a:ext cx="18951" cy="42863"/>
                </a:xfrm>
                <a:custGeom>
                  <a:avLst/>
                  <a:gdLst/>
                  <a:ahLst/>
                  <a:cxnLst/>
                  <a:rect l="l" t="t" r="r" b="b"/>
                  <a:pathLst>
                    <a:path w="18951" h="42863" extrusionOk="0">
                      <a:moveTo>
                        <a:pt x="13555" y="649"/>
                      </a:moveTo>
                      <a:cubicBezTo>
                        <a:pt x="120" y="6803"/>
                        <a:pt x="-5764" y="37847"/>
                        <a:pt x="7367" y="42325"/>
                      </a:cubicBezTo>
                      <a:cubicBezTo>
                        <a:pt x="20495" y="46803"/>
                        <a:pt x="7207" y="22057"/>
                        <a:pt x="13738" y="15300"/>
                      </a:cubicBezTo>
                      <a:cubicBezTo>
                        <a:pt x="20266" y="8540"/>
                        <a:pt x="21165" y="-2837"/>
                        <a:pt x="13555" y="649"/>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0" name="Google Shape;1960;p2"/>
                <p:cNvSpPr/>
                <p:nvPr/>
              </p:nvSpPr>
              <p:spPr>
                <a:xfrm>
                  <a:off x="10503882" y="1838357"/>
                  <a:ext cx="16520" cy="37368"/>
                </a:xfrm>
                <a:custGeom>
                  <a:avLst/>
                  <a:gdLst/>
                  <a:ahLst/>
                  <a:cxnLst/>
                  <a:rect l="l" t="t" r="r" b="b"/>
                  <a:pathLst>
                    <a:path w="16520" h="37368" extrusionOk="0">
                      <a:moveTo>
                        <a:pt x="11817" y="565"/>
                      </a:moveTo>
                      <a:cubicBezTo>
                        <a:pt x="104" y="5931"/>
                        <a:pt x="-5024" y="32995"/>
                        <a:pt x="6422" y="36899"/>
                      </a:cubicBezTo>
                      <a:cubicBezTo>
                        <a:pt x="17868" y="40804"/>
                        <a:pt x="6282" y="19231"/>
                        <a:pt x="11974" y="13337"/>
                      </a:cubicBezTo>
                      <a:cubicBezTo>
                        <a:pt x="17667" y="7444"/>
                        <a:pt x="18451" y="-2473"/>
                        <a:pt x="11817" y="565"/>
                      </a:cubicBezTo>
                      <a:close/>
                    </a:path>
                  </a:pathLst>
                </a:custGeom>
                <a:solidFill>
                  <a:srgbClr val="1C1C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1" name="Google Shape;1961;p2"/>
                <p:cNvSpPr/>
                <p:nvPr/>
              </p:nvSpPr>
              <p:spPr>
                <a:xfrm>
                  <a:off x="10688572" y="1588976"/>
                  <a:ext cx="65238" cy="28074"/>
                </a:xfrm>
                <a:custGeom>
                  <a:avLst/>
                  <a:gdLst/>
                  <a:ahLst/>
                  <a:cxnLst/>
                  <a:rect l="l" t="t" r="r" b="b"/>
                  <a:pathLst>
                    <a:path w="65238" h="28074" extrusionOk="0">
                      <a:moveTo>
                        <a:pt x="62806" y="8956"/>
                      </a:moveTo>
                      <a:cubicBezTo>
                        <a:pt x="47336" y="-7258"/>
                        <a:pt x="-77" y="-334"/>
                        <a:pt x="0" y="20702"/>
                      </a:cubicBezTo>
                      <a:cubicBezTo>
                        <a:pt x="76" y="41740"/>
                        <a:pt x="28975" y="10445"/>
                        <a:pt x="41896" y="16464"/>
                      </a:cubicBezTo>
                      <a:cubicBezTo>
                        <a:pt x="54814" y="22483"/>
                        <a:pt x="71568" y="18142"/>
                        <a:pt x="62806" y="8956"/>
                      </a:cubicBezTo>
                      <a:close/>
                    </a:path>
                  </a:pathLst>
                </a:custGeom>
                <a:solidFill>
                  <a:srgbClr val="42424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2" name="Google Shape;1962;p2"/>
                <p:cNvSpPr/>
                <p:nvPr/>
              </p:nvSpPr>
              <p:spPr>
                <a:xfrm>
                  <a:off x="10728534" y="1647623"/>
                  <a:ext cx="65238" cy="28074"/>
                </a:xfrm>
                <a:custGeom>
                  <a:avLst/>
                  <a:gdLst/>
                  <a:ahLst/>
                  <a:cxnLst/>
                  <a:rect l="l" t="t" r="r" b="b"/>
                  <a:pathLst>
                    <a:path w="65238" h="28074" extrusionOk="0">
                      <a:moveTo>
                        <a:pt x="62805" y="8956"/>
                      </a:moveTo>
                      <a:cubicBezTo>
                        <a:pt x="47336" y="-7258"/>
                        <a:pt x="-78" y="-334"/>
                        <a:pt x="0" y="20702"/>
                      </a:cubicBezTo>
                      <a:cubicBezTo>
                        <a:pt x="75" y="41740"/>
                        <a:pt x="28975" y="10445"/>
                        <a:pt x="41893" y="16464"/>
                      </a:cubicBezTo>
                      <a:cubicBezTo>
                        <a:pt x="54813" y="22483"/>
                        <a:pt x="71568" y="18142"/>
                        <a:pt x="62805" y="8956"/>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3" name="Google Shape;1963;p2"/>
                <p:cNvSpPr/>
                <p:nvPr/>
              </p:nvSpPr>
              <p:spPr>
                <a:xfrm>
                  <a:off x="10803005" y="1832129"/>
                  <a:ext cx="49495" cy="21299"/>
                </a:xfrm>
                <a:custGeom>
                  <a:avLst/>
                  <a:gdLst/>
                  <a:ahLst/>
                  <a:cxnLst/>
                  <a:rect l="l" t="t" r="r" b="b"/>
                  <a:pathLst>
                    <a:path w="49495" h="21299" extrusionOk="0">
                      <a:moveTo>
                        <a:pt x="47649" y="6795"/>
                      </a:moveTo>
                      <a:cubicBezTo>
                        <a:pt x="35913" y="-5506"/>
                        <a:pt x="-57" y="-255"/>
                        <a:pt x="0" y="15706"/>
                      </a:cubicBezTo>
                      <a:cubicBezTo>
                        <a:pt x="57" y="31667"/>
                        <a:pt x="21982" y="7924"/>
                        <a:pt x="31785" y="12490"/>
                      </a:cubicBezTo>
                      <a:cubicBezTo>
                        <a:pt x="41587" y="17057"/>
                        <a:pt x="54297" y="13763"/>
                        <a:pt x="47649" y="6795"/>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4" name="Google Shape;1964;p2"/>
                <p:cNvSpPr/>
                <p:nvPr/>
              </p:nvSpPr>
              <p:spPr>
                <a:xfrm>
                  <a:off x="10697080" y="1712819"/>
                  <a:ext cx="81856" cy="54754"/>
                </a:xfrm>
                <a:custGeom>
                  <a:avLst/>
                  <a:gdLst/>
                  <a:ahLst/>
                  <a:cxnLst/>
                  <a:rect l="l" t="t" r="r" b="b"/>
                  <a:pathLst>
                    <a:path w="81856" h="54754" extrusionOk="0">
                      <a:moveTo>
                        <a:pt x="76285" y="3405"/>
                      </a:moveTo>
                      <a:cubicBezTo>
                        <a:pt x="49043" y="-10334"/>
                        <a:pt x="-8610" y="20184"/>
                        <a:pt x="1087" y="47134"/>
                      </a:cubicBezTo>
                      <a:cubicBezTo>
                        <a:pt x="10787" y="74083"/>
                        <a:pt x="33571" y="20755"/>
                        <a:pt x="52890" y="22577"/>
                      </a:cubicBezTo>
                      <a:cubicBezTo>
                        <a:pt x="72207" y="24402"/>
                        <a:pt x="91715" y="11189"/>
                        <a:pt x="76285" y="3405"/>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5" name="Google Shape;1965;p2"/>
                <p:cNvSpPr/>
                <p:nvPr/>
              </p:nvSpPr>
              <p:spPr>
                <a:xfrm>
                  <a:off x="10488429" y="1785414"/>
                  <a:ext cx="493141" cy="259927"/>
                </a:xfrm>
                <a:custGeom>
                  <a:avLst/>
                  <a:gdLst/>
                  <a:ahLst/>
                  <a:cxnLst/>
                  <a:rect l="l" t="t" r="r" b="b"/>
                  <a:pathLst>
                    <a:path w="493141" h="259927" extrusionOk="0">
                      <a:moveTo>
                        <a:pt x="467628" y="0"/>
                      </a:moveTo>
                      <a:lnTo>
                        <a:pt x="467628" y="0"/>
                      </a:lnTo>
                      <a:cubicBezTo>
                        <a:pt x="485905" y="19733"/>
                        <a:pt x="463715" y="89284"/>
                        <a:pt x="423271" y="90505"/>
                      </a:cubicBezTo>
                      <a:cubicBezTo>
                        <a:pt x="382827" y="91726"/>
                        <a:pt x="338273" y="106448"/>
                        <a:pt x="329021" y="133235"/>
                      </a:cubicBezTo>
                      <a:cubicBezTo>
                        <a:pt x="319768" y="160022"/>
                        <a:pt x="260755" y="166526"/>
                        <a:pt x="224450" y="156570"/>
                      </a:cubicBezTo>
                      <a:cubicBezTo>
                        <a:pt x="188144" y="146615"/>
                        <a:pt x="148681" y="132419"/>
                        <a:pt x="147519" y="146537"/>
                      </a:cubicBezTo>
                      <a:cubicBezTo>
                        <a:pt x="146359" y="160656"/>
                        <a:pt x="120963" y="175242"/>
                        <a:pt x="93796" y="177117"/>
                      </a:cubicBezTo>
                      <a:cubicBezTo>
                        <a:pt x="66632" y="178992"/>
                        <a:pt x="15606" y="181737"/>
                        <a:pt x="13579" y="105327"/>
                      </a:cubicBezTo>
                      <a:cubicBezTo>
                        <a:pt x="11114" y="103202"/>
                        <a:pt x="8842" y="101201"/>
                        <a:pt x="6732" y="99318"/>
                      </a:cubicBezTo>
                      <a:cubicBezTo>
                        <a:pt x="-15772" y="149187"/>
                        <a:pt x="24876" y="179321"/>
                        <a:pt x="30648" y="184307"/>
                      </a:cubicBezTo>
                      <a:cubicBezTo>
                        <a:pt x="46392" y="219381"/>
                        <a:pt x="83759" y="219936"/>
                        <a:pt x="83759" y="219936"/>
                      </a:cubicBezTo>
                      <a:cubicBezTo>
                        <a:pt x="83759" y="219936"/>
                        <a:pt x="95616" y="261882"/>
                        <a:pt x="150985" y="253433"/>
                      </a:cubicBezTo>
                      <a:cubicBezTo>
                        <a:pt x="198289" y="269728"/>
                        <a:pt x="199055" y="250226"/>
                        <a:pt x="199055" y="250226"/>
                      </a:cubicBezTo>
                      <a:cubicBezTo>
                        <a:pt x="199055" y="250226"/>
                        <a:pt x="230328" y="257497"/>
                        <a:pt x="266654" y="243857"/>
                      </a:cubicBezTo>
                      <a:cubicBezTo>
                        <a:pt x="351667" y="235431"/>
                        <a:pt x="351319" y="215693"/>
                        <a:pt x="351319" y="215693"/>
                      </a:cubicBezTo>
                      <a:cubicBezTo>
                        <a:pt x="351319" y="215693"/>
                        <a:pt x="399206" y="209987"/>
                        <a:pt x="427589" y="162896"/>
                      </a:cubicBezTo>
                      <a:cubicBezTo>
                        <a:pt x="486074" y="152021"/>
                        <a:pt x="485909" y="104827"/>
                        <a:pt x="490301" y="74864"/>
                      </a:cubicBezTo>
                      <a:cubicBezTo>
                        <a:pt x="500981" y="27457"/>
                        <a:pt x="478914" y="7080"/>
                        <a:pt x="467628" y="0"/>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1966" name="Google Shape;1966;p2"/>
              <p:cNvSpPr/>
              <p:nvPr/>
            </p:nvSpPr>
            <p:spPr>
              <a:xfrm>
                <a:off x="10763504" y="1509030"/>
                <a:ext cx="246701" cy="328553"/>
              </a:xfrm>
              <a:custGeom>
                <a:avLst/>
                <a:gdLst/>
                <a:ahLst/>
                <a:cxnLst/>
                <a:rect l="l" t="t" r="r" b="b"/>
                <a:pathLst>
                  <a:path w="246701" h="328553" extrusionOk="0">
                    <a:moveTo>
                      <a:pt x="125384" y="169134"/>
                    </a:moveTo>
                    <a:cubicBezTo>
                      <a:pt x="55503" y="136463"/>
                      <a:pt x="125" y="0"/>
                      <a:pt x="125" y="0"/>
                    </a:cubicBezTo>
                    <a:cubicBezTo>
                      <a:pt x="-3565" y="29547"/>
                      <a:pt x="75686" y="166656"/>
                      <a:pt x="85397" y="172065"/>
                    </a:cubicBezTo>
                    <a:cubicBezTo>
                      <a:pt x="54628" y="165571"/>
                      <a:pt x="28922" y="155318"/>
                      <a:pt x="21366" y="144167"/>
                    </a:cubicBezTo>
                    <a:cubicBezTo>
                      <a:pt x="62453" y="177659"/>
                      <a:pt x="112893" y="227286"/>
                      <a:pt x="130166" y="234354"/>
                    </a:cubicBezTo>
                    <a:cubicBezTo>
                      <a:pt x="147437" y="241422"/>
                      <a:pt x="171787" y="324973"/>
                      <a:pt x="246702" y="328553"/>
                    </a:cubicBezTo>
                    <a:cubicBezTo>
                      <a:pt x="203920" y="306953"/>
                      <a:pt x="182436" y="250566"/>
                      <a:pt x="181620" y="239422"/>
                    </a:cubicBezTo>
                    <a:cubicBezTo>
                      <a:pt x="180804" y="228278"/>
                      <a:pt x="177459" y="229988"/>
                      <a:pt x="163645" y="207578"/>
                    </a:cubicBezTo>
                    <a:cubicBezTo>
                      <a:pt x="149826" y="185171"/>
                      <a:pt x="125384" y="169134"/>
                      <a:pt x="125384" y="169134"/>
                    </a:cubicBezTo>
                    <a:close/>
                  </a:path>
                </a:pathLst>
              </a:custGeom>
              <a:solidFill>
                <a:srgbClr val="CBD50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7" name="Google Shape;1967;p2"/>
              <p:cNvSpPr/>
              <p:nvPr/>
            </p:nvSpPr>
            <p:spPr>
              <a:xfrm>
                <a:off x="10889134" y="1662080"/>
                <a:ext cx="150922" cy="73743"/>
              </a:xfrm>
              <a:custGeom>
                <a:avLst/>
                <a:gdLst/>
                <a:ahLst/>
                <a:cxnLst/>
                <a:rect l="l" t="t" r="r" b="b"/>
                <a:pathLst>
                  <a:path w="150922" h="73743" extrusionOk="0">
                    <a:moveTo>
                      <a:pt x="10121" y="29588"/>
                    </a:moveTo>
                    <a:cubicBezTo>
                      <a:pt x="50185" y="53511"/>
                      <a:pt x="150922" y="0"/>
                      <a:pt x="150922" y="0"/>
                    </a:cubicBezTo>
                    <a:cubicBezTo>
                      <a:pt x="150922" y="0"/>
                      <a:pt x="124853" y="71111"/>
                      <a:pt x="47730" y="73643"/>
                    </a:cubicBezTo>
                    <a:cubicBezTo>
                      <a:pt x="-29393" y="76179"/>
                      <a:pt x="10121" y="29588"/>
                      <a:pt x="10121" y="29588"/>
                    </a:cubicBezTo>
                    <a:close/>
                  </a:path>
                </a:pathLst>
              </a:custGeom>
              <a:solidFill>
                <a:srgbClr val="CBD50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8" name="Google Shape;1968;p2"/>
              <p:cNvSpPr/>
              <p:nvPr/>
            </p:nvSpPr>
            <p:spPr>
              <a:xfrm>
                <a:off x="10891240" y="1603766"/>
                <a:ext cx="102903" cy="107517"/>
              </a:xfrm>
              <a:custGeom>
                <a:avLst/>
                <a:gdLst/>
                <a:ahLst/>
                <a:cxnLst/>
                <a:rect l="l" t="t" r="r" b="b"/>
                <a:pathLst>
                  <a:path w="102903" h="107517" extrusionOk="0">
                    <a:moveTo>
                      <a:pt x="0" y="106494"/>
                    </a:moveTo>
                    <a:cubicBezTo>
                      <a:pt x="35797" y="111349"/>
                      <a:pt x="65485" y="3461"/>
                      <a:pt x="78439" y="476"/>
                    </a:cubicBezTo>
                    <a:cubicBezTo>
                      <a:pt x="91394" y="-2510"/>
                      <a:pt x="102509" y="9320"/>
                      <a:pt x="102900" y="14679"/>
                    </a:cubicBezTo>
                    <a:cubicBezTo>
                      <a:pt x="103293" y="20039"/>
                      <a:pt x="72761" y="118566"/>
                      <a:pt x="0" y="106494"/>
                    </a:cubicBezTo>
                    <a:close/>
                  </a:path>
                </a:pathLst>
              </a:custGeom>
              <a:solidFill>
                <a:srgbClr val="9EA60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69" name="Google Shape;1969;p2"/>
              <p:cNvSpPr/>
              <p:nvPr/>
            </p:nvSpPr>
            <p:spPr>
              <a:xfrm>
                <a:off x="10831781" y="1636381"/>
                <a:ext cx="167335" cy="145432"/>
              </a:xfrm>
              <a:custGeom>
                <a:avLst/>
                <a:gdLst/>
                <a:ahLst/>
                <a:cxnLst/>
                <a:rect l="l" t="t" r="r" b="b"/>
                <a:pathLst>
                  <a:path w="167335" h="145432" extrusionOk="0">
                    <a:moveTo>
                      <a:pt x="57107" y="41783"/>
                    </a:moveTo>
                    <a:cubicBezTo>
                      <a:pt x="33261" y="44403"/>
                      <a:pt x="0" y="0"/>
                      <a:pt x="0" y="0"/>
                    </a:cubicBezTo>
                    <a:cubicBezTo>
                      <a:pt x="0" y="0"/>
                      <a:pt x="41228" y="58259"/>
                      <a:pt x="29044" y="59251"/>
                    </a:cubicBezTo>
                    <a:cubicBezTo>
                      <a:pt x="16859" y="60243"/>
                      <a:pt x="3788" y="51677"/>
                      <a:pt x="3788" y="51677"/>
                    </a:cubicBezTo>
                    <a:cubicBezTo>
                      <a:pt x="3788" y="51677"/>
                      <a:pt x="58563" y="100022"/>
                      <a:pt x="76234" y="101462"/>
                    </a:cubicBezTo>
                    <a:cubicBezTo>
                      <a:pt x="93905" y="102902"/>
                      <a:pt x="70171" y="128594"/>
                      <a:pt x="101414" y="145433"/>
                    </a:cubicBezTo>
                    <a:cubicBezTo>
                      <a:pt x="87940" y="111390"/>
                      <a:pt x="95365" y="80232"/>
                      <a:pt x="95365" y="80232"/>
                    </a:cubicBezTo>
                    <a:cubicBezTo>
                      <a:pt x="95365" y="80232"/>
                      <a:pt x="136586" y="69108"/>
                      <a:pt x="167336" y="49947"/>
                    </a:cubicBezTo>
                    <a:cubicBezTo>
                      <a:pt x="110254" y="62911"/>
                      <a:pt x="85588" y="72491"/>
                      <a:pt x="57107" y="41783"/>
                    </a:cubicBezTo>
                    <a:close/>
                  </a:path>
                </a:pathLst>
              </a:custGeom>
              <a:solidFill>
                <a:srgbClr val="9EA60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970" name="Google Shape;1970;p2"/>
            <p:cNvGrpSpPr/>
            <p:nvPr/>
          </p:nvGrpSpPr>
          <p:grpSpPr>
            <a:xfrm>
              <a:off x="6637159" y="798666"/>
              <a:ext cx="562282" cy="608330"/>
              <a:chOff x="6637159" y="798666"/>
              <a:chExt cx="562282" cy="608330"/>
            </a:xfrm>
          </p:grpSpPr>
          <p:sp>
            <p:nvSpPr>
              <p:cNvPr id="1971" name="Google Shape;1971;p2"/>
              <p:cNvSpPr/>
              <p:nvPr/>
            </p:nvSpPr>
            <p:spPr>
              <a:xfrm>
                <a:off x="6699103" y="798671"/>
                <a:ext cx="500338" cy="442737"/>
              </a:xfrm>
              <a:custGeom>
                <a:avLst/>
                <a:gdLst/>
                <a:ahLst/>
                <a:cxnLst/>
                <a:rect l="l" t="t" r="r" b="b"/>
                <a:pathLst>
                  <a:path w="500338" h="442737" extrusionOk="0">
                    <a:moveTo>
                      <a:pt x="294703" y="437500"/>
                    </a:moveTo>
                    <a:cubicBezTo>
                      <a:pt x="345450" y="452964"/>
                      <a:pt x="369977" y="429716"/>
                      <a:pt x="384719" y="425034"/>
                    </a:cubicBezTo>
                    <a:cubicBezTo>
                      <a:pt x="399462" y="420352"/>
                      <a:pt x="443079" y="370207"/>
                      <a:pt x="451054" y="371841"/>
                    </a:cubicBezTo>
                    <a:cubicBezTo>
                      <a:pt x="459030" y="373476"/>
                      <a:pt x="482501" y="359335"/>
                      <a:pt x="479428" y="333772"/>
                    </a:cubicBezTo>
                    <a:cubicBezTo>
                      <a:pt x="505589" y="302548"/>
                      <a:pt x="494617" y="283881"/>
                      <a:pt x="496477" y="269364"/>
                    </a:cubicBezTo>
                    <a:cubicBezTo>
                      <a:pt x="509254" y="235701"/>
                      <a:pt x="487310" y="198368"/>
                      <a:pt x="474424" y="156406"/>
                    </a:cubicBezTo>
                    <a:cubicBezTo>
                      <a:pt x="463673" y="99071"/>
                      <a:pt x="436351" y="95905"/>
                      <a:pt x="426235" y="77516"/>
                    </a:cubicBezTo>
                    <a:cubicBezTo>
                      <a:pt x="397397" y="32286"/>
                      <a:pt x="380895" y="30729"/>
                      <a:pt x="362049" y="21800"/>
                    </a:cubicBezTo>
                    <a:cubicBezTo>
                      <a:pt x="343206" y="12871"/>
                      <a:pt x="287050" y="-3399"/>
                      <a:pt x="254420" y="4003"/>
                    </a:cubicBezTo>
                    <a:cubicBezTo>
                      <a:pt x="184377" y="-7308"/>
                      <a:pt x="179121" y="8943"/>
                      <a:pt x="179121" y="8943"/>
                    </a:cubicBezTo>
                    <a:cubicBezTo>
                      <a:pt x="179121" y="8943"/>
                      <a:pt x="131673" y="12498"/>
                      <a:pt x="136156" y="36624"/>
                    </a:cubicBezTo>
                    <a:cubicBezTo>
                      <a:pt x="96708" y="44655"/>
                      <a:pt x="86069" y="62948"/>
                      <a:pt x="86069" y="62948"/>
                    </a:cubicBezTo>
                    <a:cubicBezTo>
                      <a:pt x="86069" y="62948"/>
                      <a:pt x="41668" y="89219"/>
                      <a:pt x="49521" y="108766"/>
                    </a:cubicBezTo>
                    <a:cubicBezTo>
                      <a:pt x="35711" y="122253"/>
                      <a:pt x="19412" y="143438"/>
                      <a:pt x="19314" y="164195"/>
                    </a:cubicBezTo>
                    <a:cubicBezTo>
                      <a:pt x="17002" y="191794"/>
                      <a:pt x="14349" y="237987"/>
                      <a:pt x="14349" y="237987"/>
                    </a:cubicBezTo>
                    <a:cubicBezTo>
                      <a:pt x="14349" y="237987"/>
                      <a:pt x="-23615" y="264644"/>
                      <a:pt x="23961" y="288533"/>
                    </a:cubicBezTo>
                    <a:cubicBezTo>
                      <a:pt x="42201" y="306715"/>
                      <a:pt x="42254" y="312401"/>
                      <a:pt x="42254" y="312401"/>
                    </a:cubicBezTo>
                    <a:cubicBezTo>
                      <a:pt x="42254" y="312401"/>
                      <a:pt x="36648" y="353107"/>
                      <a:pt x="64549" y="357405"/>
                    </a:cubicBezTo>
                    <a:cubicBezTo>
                      <a:pt x="85457" y="374559"/>
                      <a:pt x="136608" y="392676"/>
                      <a:pt x="167638" y="407750"/>
                    </a:cubicBezTo>
                    <a:cubicBezTo>
                      <a:pt x="240004" y="404062"/>
                      <a:pt x="294703" y="437500"/>
                      <a:pt x="294703" y="437500"/>
                    </a:cubicBezTo>
                    <a:close/>
                  </a:path>
                </a:pathLst>
              </a:custGeom>
              <a:solidFill>
                <a:srgbClr val="E9261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72" name="Google Shape;1972;p2"/>
              <p:cNvSpPr/>
              <p:nvPr/>
            </p:nvSpPr>
            <p:spPr>
              <a:xfrm>
                <a:off x="6637159" y="1170383"/>
                <a:ext cx="494503" cy="236613"/>
              </a:xfrm>
              <a:custGeom>
                <a:avLst/>
                <a:gdLst/>
                <a:ahLst/>
                <a:cxnLst/>
                <a:rect l="l" t="t" r="r" b="b"/>
                <a:pathLst>
                  <a:path w="494503" h="236613" extrusionOk="0">
                    <a:moveTo>
                      <a:pt x="426785" y="143960"/>
                    </a:moveTo>
                    <a:cubicBezTo>
                      <a:pt x="478396" y="167016"/>
                      <a:pt x="482694" y="197747"/>
                      <a:pt x="494503" y="221670"/>
                    </a:cubicBezTo>
                    <a:cubicBezTo>
                      <a:pt x="487441" y="159404"/>
                      <a:pt x="411331" y="76113"/>
                      <a:pt x="375341" y="65868"/>
                    </a:cubicBezTo>
                    <a:cubicBezTo>
                      <a:pt x="339350" y="55622"/>
                      <a:pt x="310542" y="46844"/>
                      <a:pt x="309623" y="44400"/>
                    </a:cubicBezTo>
                    <a:cubicBezTo>
                      <a:pt x="308704" y="41958"/>
                      <a:pt x="257022" y="39460"/>
                      <a:pt x="243166" y="32060"/>
                    </a:cubicBezTo>
                    <a:cubicBezTo>
                      <a:pt x="229309" y="24660"/>
                      <a:pt x="225644" y="25485"/>
                      <a:pt x="225644" y="25485"/>
                    </a:cubicBezTo>
                    <a:cubicBezTo>
                      <a:pt x="225644" y="25485"/>
                      <a:pt x="223891" y="-4571"/>
                      <a:pt x="139357" y="598"/>
                    </a:cubicBezTo>
                    <a:cubicBezTo>
                      <a:pt x="54823" y="5766"/>
                      <a:pt x="0" y="38637"/>
                      <a:pt x="0" y="38637"/>
                    </a:cubicBezTo>
                    <a:cubicBezTo>
                      <a:pt x="0" y="38637"/>
                      <a:pt x="62751" y="18047"/>
                      <a:pt x="124973" y="38504"/>
                    </a:cubicBezTo>
                    <a:cubicBezTo>
                      <a:pt x="55769" y="42262"/>
                      <a:pt x="45315" y="83785"/>
                      <a:pt x="45315" y="83785"/>
                    </a:cubicBezTo>
                    <a:cubicBezTo>
                      <a:pt x="45315" y="83785"/>
                      <a:pt x="64383" y="52421"/>
                      <a:pt x="115528" y="55891"/>
                    </a:cubicBezTo>
                    <a:cubicBezTo>
                      <a:pt x="166672" y="59362"/>
                      <a:pt x="172668" y="60534"/>
                      <a:pt x="172668" y="60534"/>
                    </a:cubicBezTo>
                    <a:cubicBezTo>
                      <a:pt x="172668" y="60534"/>
                      <a:pt x="94037" y="123667"/>
                      <a:pt x="100842" y="163064"/>
                    </a:cubicBezTo>
                    <a:cubicBezTo>
                      <a:pt x="108372" y="143717"/>
                      <a:pt x="133978" y="131558"/>
                      <a:pt x="133978" y="131558"/>
                    </a:cubicBezTo>
                    <a:lnTo>
                      <a:pt x="132156" y="163473"/>
                    </a:lnTo>
                    <a:cubicBezTo>
                      <a:pt x="132156" y="163473"/>
                      <a:pt x="222860" y="107690"/>
                      <a:pt x="233499" y="83989"/>
                    </a:cubicBezTo>
                    <a:cubicBezTo>
                      <a:pt x="270603" y="99339"/>
                      <a:pt x="263135" y="175001"/>
                      <a:pt x="263135" y="175001"/>
                    </a:cubicBezTo>
                    <a:cubicBezTo>
                      <a:pt x="263135" y="175001"/>
                      <a:pt x="308228" y="124910"/>
                      <a:pt x="300469" y="100286"/>
                    </a:cubicBezTo>
                    <a:cubicBezTo>
                      <a:pt x="315861" y="138103"/>
                      <a:pt x="300387" y="214862"/>
                      <a:pt x="339672" y="236613"/>
                    </a:cubicBezTo>
                    <a:cubicBezTo>
                      <a:pt x="325428" y="183418"/>
                      <a:pt x="346302" y="122814"/>
                      <a:pt x="344162" y="109724"/>
                    </a:cubicBezTo>
                    <a:cubicBezTo>
                      <a:pt x="375533" y="133609"/>
                      <a:pt x="379554" y="188189"/>
                      <a:pt x="379554" y="188189"/>
                    </a:cubicBezTo>
                    <a:cubicBezTo>
                      <a:pt x="379554" y="188189"/>
                      <a:pt x="406979" y="144113"/>
                      <a:pt x="391381" y="125331"/>
                    </a:cubicBezTo>
                    <a:cubicBezTo>
                      <a:pt x="407274" y="143203"/>
                      <a:pt x="423578" y="190027"/>
                      <a:pt x="423578" y="190027"/>
                    </a:cubicBezTo>
                    <a:cubicBezTo>
                      <a:pt x="423578" y="190027"/>
                      <a:pt x="438475" y="155113"/>
                      <a:pt x="426785" y="143960"/>
                    </a:cubicBezTo>
                    <a:close/>
                  </a:path>
                </a:pathLst>
              </a:custGeom>
              <a:solidFill>
                <a:srgbClr val="9EA60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1973" name="Google Shape;1973;p2"/>
              <p:cNvGrpSpPr/>
              <p:nvPr/>
            </p:nvGrpSpPr>
            <p:grpSpPr>
              <a:xfrm>
                <a:off x="6901338" y="1050025"/>
                <a:ext cx="37877" cy="56069"/>
                <a:chOff x="6901338" y="1050025"/>
                <a:chExt cx="37877" cy="56069"/>
              </a:xfrm>
            </p:grpSpPr>
            <p:sp>
              <p:nvSpPr>
                <p:cNvPr id="1974" name="Google Shape;1974;p2"/>
                <p:cNvSpPr/>
                <p:nvPr/>
              </p:nvSpPr>
              <p:spPr>
                <a:xfrm>
                  <a:off x="6901338" y="1050025"/>
                  <a:ext cx="37877" cy="56069"/>
                </a:xfrm>
                <a:custGeom>
                  <a:avLst/>
                  <a:gdLst/>
                  <a:ahLst/>
                  <a:cxnLst/>
                  <a:rect l="l" t="t" r="r" b="b"/>
                  <a:pathLst>
                    <a:path w="37877" h="56069" extrusionOk="0">
                      <a:moveTo>
                        <a:pt x="13588" y="56070"/>
                      </a:moveTo>
                      <a:cubicBezTo>
                        <a:pt x="26350" y="52638"/>
                        <a:pt x="51474" y="32416"/>
                        <a:pt x="28641" y="1727"/>
                      </a:cubicBezTo>
                      <a:cubicBezTo>
                        <a:pt x="9016" y="-9660"/>
                        <a:pt x="-15952" y="38330"/>
                        <a:pt x="13588" y="5607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75" name="Google Shape;1975;p2"/>
                <p:cNvSpPr/>
                <p:nvPr/>
              </p:nvSpPr>
              <p:spPr>
                <a:xfrm>
                  <a:off x="6906417" y="1079600"/>
                  <a:ext cx="11063" cy="22779"/>
                </a:xfrm>
                <a:custGeom>
                  <a:avLst/>
                  <a:gdLst/>
                  <a:ahLst/>
                  <a:cxnLst/>
                  <a:rect l="l" t="t" r="r" b="b"/>
                  <a:pathLst>
                    <a:path w="11063" h="22779" extrusionOk="0">
                      <a:moveTo>
                        <a:pt x="7243" y="22620"/>
                      </a:moveTo>
                      <a:cubicBezTo>
                        <a:pt x="4333" y="20419"/>
                        <a:pt x="-1812" y="6308"/>
                        <a:pt x="515" y="1548"/>
                      </a:cubicBezTo>
                      <a:cubicBezTo>
                        <a:pt x="2842" y="-3211"/>
                        <a:pt x="6374" y="4860"/>
                        <a:pt x="9421" y="1278"/>
                      </a:cubicBezTo>
                      <a:cubicBezTo>
                        <a:pt x="12466" y="-2302"/>
                        <a:pt x="11008" y="25098"/>
                        <a:pt x="7243" y="22620"/>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76" name="Google Shape;1976;p2"/>
                <p:cNvSpPr/>
                <p:nvPr/>
              </p:nvSpPr>
              <p:spPr>
                <a:xfrm>
                  <a:off x="6914444" y="1050033"/>
                  <a:ext cx="24769" cy="47937"/>
                </a:xfrm>
                <a:custGeom>
                  <a:avLst/>
                  <a:gdLst/>
                  <a:ahLst/>
                  <a:cxnLst/>
                  <a:rect l="l" t="t" r="r" b="b"/>
                  <a:pathLst>
                    <a:path w="24769" h="47937" extrusionOk="0">
                      <a:moveTo>
                        <a:pt x="0" y="3481"/>
                      </a:moveTo>
                      <a:cubicBezTo>
                        <a:pt x="20158" y="-3075"/>
                        <a:pt x="23493" y="36960"/>
                        <a:pt x="14418" y="47937"/>
                      </a:cubicBezTo>
                      <a:cubicBezTo>
                        <a:pt x="24348" y="38756"/>
                        <a:pt x="31131" y="22684"/>
                        <a:pt x="15536" y="1719"/>
                      </a:cubicBezTo>
                      <a:cubicBezTo>
                        <a:pt x="10360" y="-1285"/>
                        <a:pt x="4821" y="-133"/>
                        <a:pt x="0" y="3481"/>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977" name="Google Shape;1977;p2"/>
              <p:cNvGrpSpPr/>
              <p:nvPr/>
            </p:nvGrpSpPr>
            <p:grpSpPr>
              <a:xfrm>
                <a:off x="6854231" y="1102555"/>
                <a:ext cx="35079" cy="53598"/>
                <a:chOff x="6854231" y="1102555"/>
                <a:chExt cx="35079" cy="53598"/>
              </a:xfrm>
            </p:grpSpPr>
            <p:sp>
              <p:nvSpPr>
                <p:cNvPr id="1978" name="Google Shape;1978;p2"/>
                <p:cNvSpPr/>
                <p:nvPr/>
              </p:nvSpPr>
              <p:spPr>
                <a:xfrm>
                  <a:off x="6854231" y="1102555"/>
                  <a:ext cx="35079" cy="53598"/>
                </a:xfrm>
                <a:custGeom>
                  <a:avLst/>
                  <a:gdLst/>
                  <a:ahLst/>
                  <a:cxnLst/>
                  <a:rect l="l" t="t" r="r" b="b"/>
                  <a:pathLst>
                    <a:path w="35079" h="53598" extrusionOk="0">
                      <a:moveTo>
                        <a:pt x="16662" y="53598"/>
                      </a:moveTo>
                      <a:cubicBezTo>
                        <a:pt x="28023" y="48512"/>
                        <a:pt x="48385" y="25974"/>
                        <a:pt x="22594" y="822"/>
                      </a:cubicBezTo>
                      <a:cubicBezTo>
                        <a:pt x="2651" y="-6855"/>
                        <a:pt x="-13445" y="41483"/>
                        <a:pt x="16662" y="5359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79" name="Google Shape;1979;p2"/>
                <p:cNvSpPr/>
                <p:nvPr/>
              </p:nvSpPr>
              <p:spPr>
                <a:xfrm>
                  <a:off x="6859574" y="1132185"/>
                  <a:ext cx="11512" cy="20637"/>
                </a:xfrm>
                <a:custGeom>
                  <a:avLst/>
                  <a:gdLst/>
                  <a:ahLst/>
                  <a:cxnLst/>
                  <a:rect l="l" t="t" r="r" b="b"/>
                  <a:pathLst>
                    <a:path w="11512" h="20637" extrusionOk="0">
                      <a:moveTo>
                        <a:pt x="9565" y="20553"/>
                      </a:moveTo>
                      <a:cubicBezTo>
                        <a:pt x="6532" y="18939"/>
                        <a:pt x="-1277" y="6725"/>
                        <a:pt x="179" y="1954"/>
                      </a:cubicBezTo>
                      <a:cubicBezTo>
                        <a:pt x="1635" y="-2817"/>
                        <a:pt x="6118" y="4164"/>
                        <a:pt x="8422" y="381"/>
                      </a:cubicBezTo>
                      <a:cubicBezTo>
                        <a:pt x="10725" y="-3404"/>
                        <a:pt x="13436" y="22297"/>
                        <a:pt x="9565" y="2055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80" name="Google Shape;1980;p2"/>
                <p:cNvSpPr/>
                <p:nvPr/>
              </p:nvSpPr>
              <p:spPr>
                <a:xfrm>
                  <a:off x="6862638" y="1102559"/>
                  <a:ext cx="26670" cy="43968"/>
                </a:xfrm>
                <a:custGeom>
                  <a:avLst/>
                  <a:gdLst/>
                  <a:ahLst/>
                  <a:cxnLst/>
                  <a:rect l="l" t="t" r="r" b="b"/>
                  <a:pathLst>
                    <a:path w="26670" h="43968" extrusionOk="0">
                      <a:moveTo>
                        <a:pt x="0" y="4763"/>
                      </a:moveTo>
                      <a:cubicBezTo>
                        <a:pt x="17774" y="-4326"/>
                        <a:pt x="26819" y="32410"/>
                        <a:pt x="20009" y="43968"/>
                      </a:cubicBezTo>
                      <a:cubicBezTo>
                        <a:pt x="27882" y="33956"/>
                        <a:pt x="31805" y="17999"/>
                        <a:pt x="14187" y="818"/>
                      </a:cubicBezTo>
                      <a:cubicBezTo>
                        <a:pt x="8927" y="-1208"/>
                        <a:pt x="3948" y="687"/>
                        <a:pt x="0" y="4763"/>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981" name="Google Shape;1981;p2"/>
              <p:cNvGrpSpPr/>
              <p:nvPr/>
            </p:nvGrpSpPr>
            <p:grpSpPr>
              <a:xfrm>
                <a:off x="6811501" y="1072042"/>
                <a:ext cx="35077" cy="53597"/>
                <a:chOff x="6811501" y="1072042"/>
                <a:chExt cx="35077" cy="53597"/>
              </a:xfrm>
            </p:grpSpPr>
            <p:sp>
              <p:nvSpPr>
                <p:cNvPr id="1982" name="Google Shape;1982;p2"/>
                <p:cNvSpPr/>
                <p:nvPr/>
              </p:nvSpPr>
              <p:spPr>
                <a:xfrm>
                  <a:off x="6811501" y="1072042"/>
                  <a:ext cx="35077" cy="53597"/>
                </a:xfrm>
                <a:custGeom>
                  <a:avLst/>
                  <a:gdLst/>
                  <a:ahLst/>
                  <a:cxnLst/>
                  <a:rect l="l" t="t" r="r" b="b"/>
                  <a:pathLst>
                    <a:path w="35077" h="53597" extrusionOk="0">
                      <a:moveTo>
                        <a:pt x="16660" y="53598"/>
                      </a:moveTo>
                      <a:cubicBezTo>
                        <a:pt x="28022" y="48512"/>
                        <a:pt x="48383" y="25974"/>
                        <a:pt x="22592" y="821"/>
                      </a:cubicBezTo>
                      <a:cubicBezTo>
                        <a:pt x="2651" y="-6853"/>
                        <a:pt x="-13444" y="41484"/>
                        <a:pt x="16660" y="5359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83" name="Google Shape;1983;p2"/>
                <p:cNvSpPr/>
                <p:nvPr/>
              </p:nvSpPr>
              <p:spPr>
                <a:xfrm>
                  <a:off x="6816842" y="1101674"/>
                  <a:ext cx="11513" cy="20637"/>
                </a:xfrm>
                <a:custGeom>
                  <a:avLst/>
                  <a:gdLst/>
                  <a:ahLst/>
                  <a:cxnLst/>
                  <a:rect l="l" t="t" r="r" b="b"/>
                  <a:pathLst>
                    <a:path w="11513" h="20637" extrusionOk="0">
                      <a:moveTo>
                        <a:pt x="9566" y="20553"/>
                      </a:moveTo>
                      <a:cubicBezTo>
                        <a:pt x="6532" y="18939"/>
                        <a:pt x="-1279" y="6725"/>
                        <a:pt x="180" y="1954"/>
                      </a:cubicBezTo>
                      <a:cubicBezTo>
                        <a:pt x="1638" y="-2817"/>
                        <a:pt x="6119" y="4164"/>
                        <a:pt x="8423" y="381"/>
                      </a:cubicBezTo>
                      <a:cubicBezTo>
                        <a:pt x="10725" y="-3404"/>
                        <a:pt x="13436" y="22297"/>
                        <a:pt x="9566" y="2055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84" name="Google Shape;1984;p2"/>
                <p:cNvSpPr/>
                <p:nvPr/>
              </p:nvSpPr>
              <p:spPr>
                <a:xfrm>
                  <a:off x="6819906" y="1072048"/>
                  <a:ext cx="26669" cy="43968"/>
                </a:xfrm>
                <a:custGeom>
                  <a:avLst/>
                  <a:gdLst/>
                  <a:ahLst/>
                  <a:cxnLst/>
                  <a:rect l="l" t="t" r="r" b="b"/>
                  <a:pathLst>
                    <a:path w="26669" h="43968" extrusionOk="0">
                      <a:moveTo>
                        <a:pt x="0" y="4763"/>
                      </a:moveTo>
                      <a:cubicBezTo>
                        <a:pt x="17774" y="-4326"/>
                        <a:pt x="26819" y="32410"/>
                        <a:pt x="20009" y="43968"/>
                      </a:cubicBezTo>
                      <a:cubicBezTo>
                        <a:pt x="27882" y="33956"/>
                        <a:pt x="31803" y="17999"/>
                        <a:pt x="14187" y="818"/>
                      </a:cubicBezTo>
                      <a:cubicBezTo>
                        <a:pt x="8929" y="-1208"/>
                        <a:pt x="3948" y="687"/>
                        <a:pt x="0" y="4763"/>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985" name="Google Shape;1985;p2"/>
              <p:cNvGrpSpPr/>
              <p:nvPr/>
            </p:nvGrpSpPr>
            <p:grpSpPr>
              <a:xfrm>
                <a:off x="6830375" y="989328"/>
                <a:ext cx="35079" cy="53597"/>
                <a:chOff x="6830375" y="989328"/>
                <a:chExt cx="35079" cy="53597"/>
              </a:xfrm>
            </p:grpSpPr>
            <p:sp>
              <p:nvSpPr>
                <p:cNvPr id="1986" name="Google Shape;1986;p2"/>
                <p:cNvSpPr/>
                <p:nvPr/>
              </p:nvSpPr>
              <p:spPr>
                <a:xfrm>
                  <a:off x="6830375" y="989328"/>
                  <a:ext cx="35079" cy="53597"/>
                </a:xfrm>
                <a:custGeom>
                  <a:avLst/>
                  <a:gdLst/>
                  <a:ahLst/>
                  <a:cxnLst/>
                  <a:rect l="l" t="t" r="r" b="b"/>
                  <a:pathLst>
                    <a:path w="35079" h="53597" extrusionOk="0">
                      <a:moveTo>
                        <a:pt x="16662" y="53598"/>
                      </a:moveTo>
                      <a:cubicBezTo>
                        <a:pt x="28023" y="48512"/>
                        <a:pt x="48385" y="25974"/>
                        <a:pt x="22594" y="821"/>
                      </a:cubicBezTo>
                      <a:cubicBezTo>
                        <a:pt x="2651" y="-6853"/>
                        <a:pt x="-13445" y="41484"/>
                        <a:pt x="16662" y="5359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87" name="Google Shape;1987;p2"/>
                <p:cNvSpPr/>
                <p:nvPr/>
              </p:nvSpPr>
              <p:spPr>
                <a:xfrm>
                  <a:off x="6835718" y="1018958"/>
                  <a:ext cx="11512" cy="20637"/>
                </a:xfrm>
                <a:custGeom>
                  <a:avLst/>
                  <a:gdLst/>
                  <a:ahLst/>
                  <a:cxnLst/>
                  <a:rect l="l" t="t" r="r" b="b"/>
                  <a:pathLst>
                    <a:path w="11512" h="20637" extrusionOk="0">
                      <a:moveTo>
                        <a:pt x="9565" y="20552"/>
                      </a:moveTo>
                      <a:cubicBezTo>
                        <a:pt x="6532" y="18939"/>
                        <a:pt x="-1277" y="6724"/>
                        <a:pt x="179" y="1954"/>
                      </a:cubicBezTo>
                      <a:cubicBezTo>
                        <a:pt x="1635" y="-2817"/>
                        <a:pt x="6118" y="4164"/>
                        <a:pt x="8422" y="381"/>
                      </a:cubicBezTo>
                      <a:cubicBezTo>
                        <a:pt x="10724" y="-3403"/>
                        <a:pt x="13436" y="22299"/>
                        <a:pt x="9565" y="2055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88" name="Google Shape;1988;p2"/>
                <p:cNvSpPr/>
                <p:nvPr/>
              </p:nvSpPr>
              <p:spPr>
                <a:xfrm>
                  <a:off x="6838782" y="989333"/>
                  <a:ext cx="26670" cy="43968"/>
                </a:xfrm>
                <a:custGeom>
                  <a:avLst/>
                  <a:gdLst/>
                  <a:ahLst/>
                  <a:cxnLst/>
                  <a:rect l="l" t="t" r="r" b="b"/>
                  <a:pathLst>
                    <a:path w="26670" h="43968" extrusionOk="0">
                      <a:moveTo>
                        <a:pt x="0" y="4763"/>
                      </a:moveTo>
                      <a:cubicBezTo>
                        <a:pt x="17774" y="-4326"/>
                        <a:pt x="26819" y="32410"/>
                        <a:pt x="20009" y="43968"/>
                      </a:cubicBezTo>
                      <a:cubicBezTo>
                        <a:pt x="27882" y="33956"/>
                        <a:pt x="31805" y="17999"/>
                        <a:pt x="14187" y="818"/>
                      </a:cubicBezTo>
                      <a:cubicBezTo>
                        <a:pt x="8927" y="-1208"/>
                        <a:pt x="3946" y="687"/>
                        <a:pt x="0" y="4763"/>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989" name="Google Shape;1989;p2"/>
              <p:cNvGrpSpPr/>
              <p:nvPr/>
            </p:nvGrpSpPr>
            <p:grpSpPr>
              <a:xfrm>
                <a:off x="6754920" y="966818"/>
                <a:ext cx="35077" cy="53597"/>
                <a:chOff x="6754920" y="966818"/>
                <a:chExt cx="35077" cy="53597"/>
              </a:xfrm>
            </p:grpSpPr>
            <p:sp>
              <p:nvSpPr>
                <p:cNvPr id="1990" name="Google Shape;1990;p2"/>
                <p:cNvSpPr/>
                <p:nvPr/>
              </p:nvSpPr>
              <p:spPr>
                <a:xfrm>
                  <a:off x="6754920" y="966818"/>
                  <a:ext cx="35077" cy="53597"/>
                </a:xfrm>
                <a:custGeom>
                  <a:avLst/>
                  <a:gdLst/>
                  <a:ahLst/>
                  <a:cxnLst/>
                  <a:rect l="l" t="t" r="r" b="b"/>
                  <a:pathLst>
                    <a:path w="35077" h="53597" extrusionOk="0">
                      <a:moveTo>
                        <a:pt x="16660" y="53598"/>
                      </a:moveTo>
                      <a:cubicBezTo>
                        <a:pt x="28021" y="48512"/>
                        <a:pt x="48383" y="25974"/>
                        <a:pt x="22592" y="821"/>
                      </a:cubicBezTo>
                      <a:cubicBezTo>
                        <a:pt x="2651" y="-6853"/>
                        <a:pt x="-13444" y="41484"/>
                        <a:pt x="16660" y="5359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91" name="Google Shape;1991;p2"/>
                <p:cNvSpPr/>
                <p:nvPr/>
              </p:nvSpPr>
              <p:spPr>
                <a:xfrm>
                  <a:off x="6760261" y="996448"/>
                  <a:ext cx="11512" cy="20637"/>
                </a:xfrm>
                <a:custGeom>
                  <a:avLst/>
                  <a:gdLst/>
                  <a:ahLst/>
                  <a:cxnLst/>
                  <a:rect l="l" t="t" r="r" b="b"/>
                  <a:pathLst>
                    <a:path w="11512" h="20637" extrusionOk="0">
                      <a:moveTo>
                        <a:pt x="9565" y="20552"/>
                      </a:moveTo>
                      <a:cubicBezTo>
                        <a:pt x="6532" y="18938"/>
                        <a:pt x="-1277" y="6724"/>
                        <a:pt x="179" y="1953"/>
                      </a:cubicBezTo>
                      <a:cubicBezTo>
                        <a:pt x="1635" y="-2817"/>
                        <a:pt x="6118" y="4164"/>
                        <a:pt x="8422" y="381"/>
                      </a:cubicBezTo>
                      <a:cubicBezTo>
                        <a:pt x="10724" y="-3403"/>
                        <a:pt x="13436" y="22299"/>
                        <a:pt x="9565" y="2055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92" name="Google Shape;1992;p2"/>
                <p:cNvSpPr/>
                <p:nvPr/>
              </p:nvSpPr>
              <p:spPr>
                <a:xfrm>
                  <a:off x="6763325" y="966822"/>
                  <a:ext cx="26670" cy="43967"/>
                </a:xfrm>
                <a:custGeom>
                  <a:avLst/>
                  <a:gdLst/>
                  <a:ahLst/>
                  <a:cxnLst/>
                  <a:rect l="l" t="t" r="r" b="b"/>
                  <a:pathLst>
                    <a:path w="26670" h="43967" extrusionOk="0">
                      <a:moveTo>
                        <a:pt x="0" y="4762"/>
                      </a:moveTo>
                      <a:cubicBezTo>
                        <a:pt x="17774" y="-4327"/>
                        <a:pt x="26819" y="32409"/>
                        <a:pt x="20009" y="43967"/>
                      </a:cubicBezTo>
                      <a:cubicBezTo>
                        <a:pt x="27882" y="33955"/>
                        <a:pt x="31805" y="17998"/>
                        <a:pt x="14187" y="817"/>
                      </a:cubicBezTo>
                      <a:cubicBezTo>
                        <a:pt x="8929" y="-1206"/>
                        <a:pt x="3948" y="686"/>
                        <a:pt x="0" y="4762"/>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993" name="Google Shape;1993;p2"/>
              <p:cNvGrpSpPr/>
              <p:nvPr/>
            </p:nvGrpSpPr>
            <p:grpSpPr>
              <a:xfrm>
                <a:off x="6774738" y="1027277"/>
                <a:ext cx="35079" cy="53598"/>
                <a:chOff x="6774738" y="1027277"/>
                <a:chExt cx="35079" cy="53598"/>
              </a:xfrm>
            </p:grpSpPr>
            <p:sp>
              <p:nvSpPr>
                <p:cNvPr id="1994" name="Google Shape;1994;p2"/>
                <p:cNvSpPr/>
                <p:nvPr/>
              </p:nvSpPr>
              <p:spPr>
                <a:xfrm>
                  <a:off x="6774738" y="1027277"/>
                  <a:ext cx="35079" cy="53598"/>
                </a:xfrm>
                <a:custGeom>
                  <a:avLst/>
                  <a:gdLst/>
                  <a:ahLst/>
                  <a:cxnLst/>
                  <a:rect l="l" t="t" r="r" b="b"/>
                  <a:pathLst>
                    <a:path w="35079" h="53598" extrusionOk="0">
                      <a:moveTo>
                        <a:pt x="16662" y="53598"/>
                      </a:moveTo>
                      <a:cubicBezTo>
                        <a:pt x="28023" y="48512"/>
                        <a:pt x="48385" y="25974"/>
                        <a:pt x="22594" y="822"/>
                      </a:cubicBezTo>
                      <a:cubicBezTo>
                        <a:pt x="2651" y="-6855"/>
                        <a:pt x="-13445" y="41483"/>
                        <a:pt x="16662" y="5359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95" name="Google Shape;1995;p2"/>
                <p:cNvSpPr/>
                <p:nvPr/>
              </p:nvSpPr>
              <p:spPr>
                <a:xfrm>
                  <a:off x="6780079" y="1056908"/>
                  <a:ext cx="11513" cy="20637"/>
                </a:xfrm>
                <a:custGeom>
                  <a:avLst/>
                  <a:gdLst/>
                  <a:ahLst/>
                  <a:cxnLst/>
                  <a:rect l="l" t="t" r="r" b="b"/>
                  <a:pathLst>
                    <a:path w="11513" h="20637" extrusionOk="0">
                      <a:moveTo>
                        <a:pt x="9565" y="20553"/>
                      </a:moveTo>
                      <a:cubicBezTo>
                        <a:pt x="6532" y="18939"/>
                        <a:pt x="-1277" y="6725"/>
                        <a:pt x="179" y="1954"/>
                      </a:cubicBezTo>
                      <a:cubicBezTo>
                        <a:pt x="1635" y="-2817"/>
                        <a:pt x="6118" y="4164"/>
                        <a:pt x="8422" y="381"/>
                      </a:cubicBezTo>
                      <a:cubicBezTo>
                        <a:pt x="10727" y="-3404"/>
                        <a:pt x="13436" y="22297"/>
                        <a:pt x="9565" y="2055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96" name="Google Shape;1996;p2"/>
                <p:cNvSpPr/>
                <p:nvPr/>
              </p:nvSpPr>
              <p:spPr>
                <a:xfrm>
                  <a:off x="6783143" y="1027281"/>
                  <a:ext cx="26670" cy="43968"/>
                </a:xfrm>
                <a:custGeom>
                  <a:avLst/>
                  <a:gdLst/>
                  <a:ahLst/>
                  <a:cxnLst/>
                  <a:rect l="l" t="t" r="r" b="b"/>
                  <a:pathLst>
                    <a:path w="26670" h="43968" extrusionOk="0">
                      <a:moveTo>
                        <a:pt x="0" y="4763"/>
                      </a:moveTo>
                      <a:cubicBezTo>
                        <a:pt x="17774" y="-4326"/>
                        <a:pt x="26819" y="32410"/>
                        <a:pt x="20009" y="43968"/>
                      </a:cubicBezTo>
                      <a:cubicBezTo>
                        <a:pt x="27882" y="33956"/>
                        <a:pt x="31805" y="17999"/>
                        <a:pt x="14187" y="818"/>
                      </a:cubicBezTo>
                      <a:cubicBezTo>
                        <a:pt x="8929" y="-1208"/>
                        <a:pt x="3948" y="687"/>
                        <a:pt x="0" y="4763"/>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1997" name="Google Shape;1997;p2"/>
              <p:cNvGrpSpPr/>
              <p:nvPr/>
            </p:nvGrpSpPr>
            <p:grpSpPr>
              <a:xfrm>
                <a:off x="6698749" y="1032741"/>
                <a:ext cx="35079" cy="53597"/>
                <a:chOff x="6698749" y="1032741"/>
                <a:chExt cx="35079" cy="53597"/>
              </a:xfrm>
            </p:grpSpPr>
            <p:sp>
              <p:nvSpPr>
                <p:cNvPr id="1998" name="Google Shape;1998;p2"/>
                <p:cNvSpPr/>
                <p:nvPr/>
              </p:nvSpPr>
              <p:spPr>
                <a:xfrm>
                  <a:off x="6698749" y="1032741"/>
                  <a:ext cx="35079" cy="53597"/>
                </a:xfrm>
                <a:custGeom>
                  <a:avLst/>
                  <a:gdLst/>
                  <a:ahLst/>
                  <a:cxnLst/>
                  <a:rect l="l" t="t" r="r" b="b"/>
                  <a:pathLst>
                    <a:path w="35079" h="53597" extrusionOk="0">
                      <a:moveTo>
                        <a:pt x="16662" y="53598"/>
                      </a:moveTo>
                      <a:cubicBezTo>
                        <a:pt x="28023" y="48512"/>
                        <a:pt x="48384" y="25974"/>
                        <a:pt x="22594" y="821"/>
                      </a:cubicBezTo>
                      <a:cubicBezTo>
                        <a:pt x="2651" y="-6853"/>
                        <a:pt x="-13445" y="41484"/>
                        <a:pt x="16662" y="5359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1999" name="Google Shape;1999;p2"/>
                <p:cNvSpPr/>
                <p:nvPr/>
              </p:nvSpPr>
              <p:spPr>
                <a:xfrm>
                  <a:off x="6704092" y="1062371"/>
                  <a:ext cx="11513" cy="20637"/>
                </a:xfrm>
                <a:custGeom>
                  <a:avLst/>
                  <a:gdLst/>
                  <a:ahLst/>
                  <a:cxnLst/>
                  <a:rect l="l" t="t" r="r" b="b"/>
                  <a:pathLst>
                    <a:path w="11513" h="20637" extrusionOk="0">
                      <a:moveTo>
                        <a:pt x="9566" y="20552"/>
                      </a:moveTo>
                      <a:cubicBezTo>
                        <a:pt x="6533" y="18939"/>
                        <a:pt x="-1279" y="6724"/>
                        <a:pt x="180" y="1954"/>
                      </a:cubicBezTo>
                      <a:cubicBezTo>
                        <a:pt x="1636" y="-2817"/>
                        <a:pt x="6119" y="4164"/>
                        <a:pt x="8423" y="381"/>
                      </a:cubicBezTo>
                      <a:cubicBezTo>
                        <a:pt x="10725" y="-3403"/>
                        <a:pt x="13436" y="22297"/>
                        <a:pt x="9566" y="2055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00" name="Google Shape;2000;p2"/>
                <p:cNvSpPr/>
                <p:nvPr/>
              </p:nvSpPr>
              <p:spPr>
                <a:xfrm>
                  <a:off x="6707156" y="1032746"/>
                  <a:ext cx="26669" cy="43967"/>
                </a:xfrm>
                <a:custGeom>
                  <a:avLst/>
                  <a:gdLst/>
                  <a:ahLst/>
                  <a:cxnLst/>
                  <a:rect l="l" t="t" r="r" b="b"/>
                  <a:pathLst>
                    <a:path w="26669" h="43967" extrusionOk="0">
                      <a:moveTo>
                        <a:pt x="0" y="4762"/>
                      </a:moveTo>
                      <a:cubicBezTo>
                        <a:pt x="17774" y="-4327"/>
                        <a:pt x="26819" y="32409"/>
                        <a:pt x="20009" y="43967"/>
                      </a:cubicBezTo>
                      <a:cubicBezTo>
                        <a:pt x="27882" y="33955"/>
                        <a:pt x="31803" y="17998"/>
                        <a:pt x="14187" y="817"/>
                      </a:cubicBezTo>
                      <a:cubicBezTo>
                        <a:pt x="8927" y="-1206"/>
                        <a:pt x="3948" y="686"/>
                        <a:pt x="0" y="4762"/>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01" name="Google Shape;2001;p2"/>
              <p:cNvGrpSpPr/>
              <p:nvPr/>
            </p:nvGrpSpPr>
            <p:grpSpPr>
              <a:xfrm>
                <a:off x="6736610" y="1085690"/>
                <a:ext cx="35681" cy="52410"/>
                <a:chOff x="6736610" y="1085690"/>
                <a:chExt cx="35681" cy="52410"/>
              </a:xfrm>
            </p:grpSpPr>
            <p:sp>
              <p:nvSpPr>
                <p:cNvPr id="2002" name="Google Shape;2002;p2"/>
                <p:cNvSpPr/>
                <p:nvPr/>
              </p:nvSpPr>
              <p:spPr>
                <a:xfrm>
                  <a:off x="6736610" y="1085690"/>
                  <a:ext cx="35681" cy="52410"/>
                </a:xfrm>
                <a:custGeom>
                  <a:avLst/>
                  <a:gdLst/>
                  <a:ahLst/>
                  <a:cxnLst/>
                  <a:rect l="l" t="t" r="r" b="b"/>
                  <a:pathLst>
                    <a:path w="35681" h="52410" extrusionOk="0">
                      <a:moveTo>
                        <a:pt x="24610" y="52411"/>
                      </a:moveTo>
                      <a:cubicBezTo>
                        <a:pt x="34122" y="44382"/>
                        <a:pt x="47463" y="17097"/>
                        <a:pt x="15727" y="50"/>
                      </a:cubicBezTo>
                      <a:cubicBezTo>
                        <a:pt x="-5560" y="-1815"/>
                        <a:pt x="-7670" y="49089"/>
                        <a:pt x="24610" y="5241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03" name="Google Shape;2003;p2"/>
                <p:cNvSpPr/>
                <p:nvPr/>
              </p:nvSpPr>
              <p:spPr>
                <a:xfrm>
                  <a:off x="6744429" y="1115720"/>
                  <a:ext cx="15210" cy="19594"/>
                </a:xfrm>
                <a:custGeom>
                  <a:avLst/>
                  <a:gdLst/>
                  <a:ahLst/>
                  <a:cxnLst/>
                  <a:rect l="l" t="t" r="r" b="b"/>
                  <a:pathLst>
                    <a:path w="15210" h="19594" extrusionOk="0">
                      <a:moveTo>
                        <a:pt x="14162" y="19583"/>
                      </a:moveTo>
                      <a:cubicBezTo>
                        <a:pt x="10800" y="18870"/>
                        <a:pt x="-80" y="9289"/>
                        <a:pt x="0" y="4301"/>
                      </a:cubicBezTo>
                      <a:cubicBezTo>
                        <a:pt x="83" y="-687"/>
                        <a:pt x="6319" y="4783"/>
                        <a:pt x="7487" y="511"/>
                      </a:cubicBezTo>
                      <a:cubicBezTo>
                        <a:pt x="8655" y="-3762"/>
                        <a:pt x="18364" y="20191"/>
                        <a:pt x="14162" y="1958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04" name="Google Shape;2004;p2"/>
                <p:cNvSpPr/>
                <p:nvPr/>
              </p:nvSpPr>
              <p:spPr>
                <a:xfrm>
                  <a:off x="6739791" y="1085691"/>
                  <a:ext cx="32496" cy="39910"/>
                </a:xfrm>
                <a:custGeom>
                  <a:avLst/>
                  <a:gdLst/>
                  <a:ahLst/>
                  <a:cxnLst/>
                  <a:rect l="l" t="t" r="r" b="b"/>
                  <a:pathLst>
                    <a:path w="32496" h="39910" extrusionOk="0">
                      <a:moveTo>
                        <a:pt x="0" y="7763"/>
                      </a:moveTo>
                      <a:cubicBezTo>
                        <a:pt x="14569" y="-5885"/>
                        <a:pt x="33414" y="26922"/>
                        <a:pt x="30065" y="39911"/>
                      </a:cubicBezTo>
                      <a:cubicBezTo>
                        <a:pt x="34866" y="28113"/>
                        <a:pt x="34224" y="11695"/>
                        <a:pt x="12546" y="50"/>
                      </a:cubicBezTo>
                      <a:cubicBezTo>
                        <a:pt x="6931" y="-442"/>
                        <a:pt x="2668" y="2756"/>
                        <a:pt x="0" y="7763"/>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05" name="Google Shape;2005;p2"/>
              <p:cNvGrpSpPr/>
              <p:nvPr/>
            </p:nvGrpSpPr>
            <p:grpSpPr>
              <a:xfrm>
                <a:off x="6744755" y="863893"/>
                <a:ext cx="40775" cy="45173"/>
                <a:chOff x="6744755" y="863893"/>
                <a:chExt cx="40775" cy="45173"/>
              </a:xfrm>
            </p:grpSpPr>
            <p:sp>
              <p:nvSpPr>
                <p:cNvPr id="2006" name="Google Shape;2006;p2"/>
                <p:cNvSpPr/>
                <p:nvPr/>
              </p:nvSpPr>
              <p:spPr>
                <a:xfrm>
                  <a:off x="6744755" y="863893"/>
                  <a:ext cx="40775" cy="45173"/>
                </a:xfrm>
                <a:custGeom>
                  <a:avLst/>
                  <a:gdLst/>
                  <a:ahLst/>
                  <a:cxnLst/>
                  <a:rect l="l" t="t" r="r" b="b"/>
                  <a:pathLst>
                    <a:path w="40775" h="45173" extrusionOk="0">
                      <a:moveTo>
                        <a:pt x="4134" y="44664"/>
                      </a:moveTo>
                      <a:cubicBezTo>
                        <a:pt x="16314" y="47231"/>
                        <a:pt x="46037" y="40977"/>
                        <a:pt x="39967" y="5466"/>
                      </a:cubicBezTo>
                      <a:cubicBezTo>
                        <a:pt x="28352" y="-12468"/>
                        <a:pt x="-13093" y="17164"/>
                        <a:pt x="4134" y="44664"/>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07" name="Google Shape;2007;p2"/>
                <p:cNvSpPr/>
                <p:nvPr/>
              </p:nvSpPr>
              <p:spPr>
                <a:xfrm>
                  <a:off x="6748786" y="883537"/>
                  <a:ext cx="12425" cy="21638"/>
                </a:xfrm>
                <a:custGeom>
                  <a:avLst/>
                  <a:gdLst/>
                  <a:ahLst/>
                  <a:cxnLst/>
                  <a:rect l="l" t="t" r="r" b="b"/>
                  <a:pathLst>
                    <a:path w="12425" h="21638" extrusionOk="0">
                      <a:moveTo>
                        <a:pt x="694" y="21227"/>
                      </a:moveTo>
                      <a:cubicBezTo>
                        <a:pt x="-811" y="18137"/>
                        <a:pt x="56" y="3666"/>
                        <a:pt x="4040" y="662"/>
                      </a:cubicBezTo>
                      <a:cubicBezTo>
                        <a:pt x="8025" y="-2341"/>
                        <a:pt x="7545" y="5943"/>
                        <a:pt x="11632" y="4238"/>
                      </a:cubicBezTo>
                      <a:cubicBezTo>
                        <a:pt x="15719" y="2535"/>
                        <a:pt x="2797" y="24915"/>
                        <a:pt x="694" y="21227"/>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08" name="Google Shape;2008;p2"/>
                <p:cNvSpPr/>
                <p:nvPr/>
              </p:nvSpPr>
              <p:spPr>
                <a:xfrm>
                  <a:off x="6764057" y="863915"/>
                  <a:ext cx="21472" cy="43768"/>
                </a:xfrm>
                <a:custGeom>
                  <a:avLst/>
                  <a:gdLst/>
                  <a:ahLst/>
                  <a:cxnLst/>
                  <a:rect l="l" t="t" r="r" b="b"/>
                  <a:pathLst>
                    <a:path w="21472" h="43768" extrusionOk="0">
                      <a:moveTo>
                        <a:pt x="6869" y="293"/>
                      </a:moveTo>
                      <a:cubicBezTo>
                        <a:pt x="26591" y="3393"/>
                        <a:pt x="12303" y="38426"/>
                        <a:pt x="0" y="43768"/>
                      </a:cubicBezTo>
                      <a:cubicBezTo>
                        <a:pt x="12255" y="40300"/>
                        <a:pt x="24810" y="29700"/>
                        <a:pt x="20665" y="5443"/>
                      </a:cubicBezTo>
                      <a:cubicBezTo>
                        <a:pt x="17602" y="716"/>
                        <a:pt x="12459" y="-683"/>
                        <a:pt x="6869" y="293"/>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09" name="Google Shape;2009;p2"/>
              <p:cNvGrpSpPr/>
              <p:nvPr/>
            </p:nvGrpSpPr>
            <p:grpSpPr>
              <a:xfrm>
                <a:off x="6801823" y="876970"/>
                <a:ext cx="37419" cy="50058"/>
                <a:chOff x="6801823" y="876970"/>
                <a:chExt cx="37419" cy="50058"/>
              </a:xfrm>
            </p:grpSpPr>
            <p:sp>
              <p:nvSpPr>
                <p:cNvPr id="2010" name="Google Shape;2010;p2"/>
                <p:cNvSpPr/>
                <p:nvPr/>
              </p:nvSpPr>
              <p:spPr>
                <a:xfrm>
                  <a:off x="6801823" y="876970"/>
                  <a:ext cx="37418" cy="50058"/>
                </a:xfrm>
                <a:custGeom>
                  <a:avLst/>
                  <a:gdLst/>
                  <a:ahLst/>
                  <a:cxnLst/>
                  <a:rect l="l" t="t" r="r" b="b"/>
                  <a:pathLst>
                    <a:path w="37418" h="50058" extrusionOk="0">
                      <a:moveTo>
                        <a:pt x="8274" y="50058"/>
                      </a:moveTo>
                      <a:cubicBezTo>
                        <a:pt x="20707" y="49489"/>
                        <a:pt x="47913" y="35981"/>
                        <a:pt x="33134" y="3127"/>
                      </a:cubicBezTo>
                      <a:cubicBezTo>
                        <a:pt x="17390" y="-11323"/>
                        <a:pt x="-15297" y="27754"/>
                        <a:pt x="8274" y="5005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11" name="Google Shape;2011;p2"/>
                <p:cNvSpPr/>
                <p:nvPr/>
              </p:nvSpPr>
              <p:spPr>
                <a:xfrm>
                  <a:off x="6806419" y="901381"/>
                  <a:ext cx="10608" cy="22084"/>
                </a:xfrm>
                <a:custGeom>
                  <a:avLst/>
                  <a:gdLst/>
                  <a:ahLst/>
                  <a:cxnLst/>
                  <a:rect l="l" t="t" r="r" b="b"/>
                  <a:pathLst>
                    <a:path w="10608" h="22084" extrusionOk="0">
                      <a:moveTo>
                        <a:pt x="3299" y="21827"/>
                      </a:moveTo>
                      <a:cubicBezTo>
                        <a:pt x="1067" y="19214"/>
                        <a:pt x="-1724" y="4988"/>
                        <a:pt x="1381" y="1081"/>
                      </a:cubicBezTo>
                      <a:cubicBezTo>
                        <a:pt x="4485" y="-2825"/>
                        <a:pt x="6097" y="5315"/>
                        <a:pt x="9626" y="2638"/>
                      </a:cubicBezTo>
                      <a:cubicBezTo>
                        <a:pt x="13156" y="-39"/>
                        <a:pt x="6261" y="24867"/>
                        <a:pt x="3299" y="21827"/>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12" name="Google Shape;2012;p2"/>
                <p:cNvSpPr/>
                <p:nvPr/>
              </p:nvSpPr>
              <p:spPr>
                <a:xfrm>
                  <a:off x="6820311" y="876984"/>
                  <a:ext cx="18931" cy="45393"/>
                </a:xfrm>
                <a:custGeom>
                  <a:avLst/>
                  <a:gdLst/>
                  <a:ahLst/>
                  <a:cxnLst/>
                  <a:rect l="l" t="t" r="r" b="b"/>
                  <a:pathLst>
                    <a:path w="18931" h="45393" extrusionOk="0">
                      <a:moveTo>
                        <a:pt x="0" y="1585"/>
                      </a:moveTo>
                      <a:cubicBezTo>
                        <a:pt x="19868" y="-361"/>
                        <a:pt x="14822" y="37137"/>
                        <a:pt x="4252" y="45394"/>
                      </a:cubicBezTo>
                      <a:cubicBezTo>
                        <a:pt x="15248" y="38963"/>
                        <a:pt x="24741" y="25554"/>
                        <a:pt x="14646" y="3112"/>
                      </a:cubicBezTo>
                      <a:cubicBezTo>
                        <a:pt x="10495" y="-699"/>
                        <a:pt x="5166" y="-763"/>
                        <a:pt x="0" y="1585"/>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13" name="Google Shape;2013;p2"/>
              <p:cNvGrpSpPr/>
              <p:nvPr/>
            </p:nvGrpSpPr>
            <p:grpSpPr>
              <a:xfrm>
                <a:off x="6915021" y="1131575"/>
                <a:ext cx="37419" cy="50058"/>
                <a:chOff x="6915021" y="1131575"/>
                <a:chExt cx="37419" cy="50058"/>
              </a:xfrm>
            </p:grpSpPr>
            <p:sp>
              <p:nvSpPr>
                <p:cNvPr id="2014" name="Google Shape;2014;p2"/>
                <p:cNvSpPr/>
                <p:nvPr/>
              </p:nvSpPr>
              <p:spPr>
                <a:xfrm>
                  <a:off x="6915021" y="1131575"/>
                  <a:ext cx="37419" cy="50058"/>
                </a:xfrm>
                <a:custGeom>
                  <a:avLst/>
                  <a:gdLst/>
                  <a:ahLst/>
                  <a:cxnLst/>
                  <a:rect l="l" t="t" r="r" b="b"/>
                  <a:pathLst>
                    <a:path w="37419" h="50058" extrusionOk="0">
                      <a:moveTo>
                        <a:pt x="8275" y="50058"/>
                      </a:moveTo>
                      <a:cubicBezTo>
                        <a:pt x="20708" y="49489"/>
                        <a:pt x="47914" y="35981"/>
                        <a:pt x="33135" y="3127"/>
                      </a:cubicBezTo>
                      <a:cubicBezTo>
                        <a:pt x="17391" y="-11323"/>
                        <a:pt x="-15299" y="27754"/>
                        <a:pt x="8275" y="5005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15" name="Google Shape;2015;p2"/>
                <p:cNvSpPr/>
                <p:nvPr/>
              </p:nvSpPr>
              <p:spPr>
                <a:xfrm>
                  <a:off x="6919615" y="1155984"/>
                  <a:ext cx="10608" cy="22084"/>
                </a:xfrm>
                <a:custGeom>
                  <a:avLst/>
                  <a:gdLst/>
                  <a:ahLst/>
                  <a:cxnLst/>
                  <a:rect l="l" t="t" r="r" b="b"/>
                  <a:pathLst>
                    <a:path w="10608" h="22084" extrusionOk="0">
                      <a:moveTo>
                        <a:pt x="3299" y="21827"/>
                      </a:moveTo>
                      <a:cubicBezTo>
                        <a:pt x="1067" y="19214"/>
                        <a:pt x="-1724" y="4988"/>
                        <a:pt x="1381" y="1081"/>
                      </a:cubicBezTo>
                      <a:cubicBezTo>
                        <a:pt x="4485" y="-2825"/>
                        <a:pt x="6097" y="5315"/>
                        <a:pt x="9626" y="2638"/>
                      </a:cubicBezTo>
                      <a:cubicBezTo>
                        <a:pt x="13156" y="-37"/>
                        <a:pt x="6261" y="24869"/>
                        <a:pt x="3299" y="21827"/>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16" name="Google Shape;2016;p2"/>
                <p:cNvSpPr/>
                <p:nvPr/>
              </p:nvSpPr>
              <p:spPr>
                <a:xfrm>
                  <a:off x="6933507" y="1131589"/>
                  <a:ext cx="18931" cy="45392"/>
                </a:xfrm>
                <a:custGeom>
                  <a:avLst/>
                  <a:gdLst/>
                  <a:ahLst/>
                  <a:cxnLst/>
                  <a:rect l="l" t="t" r="r" b="b"/>
                  <a:pathLst>
                    <a:path w="18931" h="45392" extrusionOk="0">
                      <a:moveTo>
                        <a:pt x="0" y="1583"/>
                      </a:moveTo>
                      <a:cubicBezTo>
                        <a:pt x="19868" y="-362"/>
                        <a:pt x="14822" y="37135"/>
                        <a:pt x="4252" y="45392"/>
                      </a:cubicBezTo>
                      <a:cubicBezTo>
                        <a:pt x="15248" y="38962"/>
                        <a:pt x="24742" y="25552"/>
                        <a:pt x="14647" y="3110"/>
                      </a:cubicBezTo>
                      <a:cubicBezTo>
                        <a:pt x="10495" y="-698"/>
                        <a:pt x="5166" y="-762"/>
                        <a:pt x="0" y="1583"/>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17" name="Google Shape;2017;p2"/>
              <p:cNvGrpSpPr/>
              <p:nvPr/>
            </p:nvGrpSpPr>
            <p:grpSpPr>
              <a:xfrm>
                <a:off x="6967021" y="1044097"/>
                <a:ext cx="37419" cy="50058"/>
                <a:chOff x="6967021" y="1044097"/>
                <a:chExt cx="37419" cy="50058"/>
              </a:xfrm>
            </p:grpSpPr>
            <p:sp>
              <p:nvSpPr>
                <p:cNvPr id="2018" name="Google Shape;2018;p2"/>
                <p:cNvSpPr/>
                <p:nvPr/>
              </p:nvSpPr>
              <p:spPr>
                <a:xfrm>
                  <a:off x="6967021" y="1044097"/>
                  <a:ext cx="37418" cy="50058"/>
                </a:xfrm>
                <a:custGeom>
                  <a:avLst/>
                  <a:gdLst/>
                  <a:ahLst/>
                  <a:cxnLst/>
                  <a:rect l="l" t="t" r="r" b="b"/>
                  <a:pathLst>
                    <a:path w="37418" h="50058" extrusionOk="0">
                      <a:moveTo>
                        <a:pt x="8273" y="50058"/>
                      </a:moveTo>
                      <a:cubicBezTo>
                        <a:pt x="20707" y="49489"/>
                        <a:pt x="47913" y="35981"/>
                        <a:pt x="33134" y="3127"/>
                      </a:cubicBezTo>
                      <a:cubicBezTo>
                        <a:pt x="17390" y="-11323"/>
                        <a:pt x="-15297" y="27754"/>
                        <a:pt x="8273" y="5005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19" name="Google Shape;2019;p2"/>
                <p:cNvSpPr/>
                <p:nvPr/>
              </p:nvSpPr>
              <p:spPr>
                <a:xfrm>
                  <a:off x="6971617" y="1068508"/>
                  <a:ext cx="10608" cy="22084"/>
                </a:xfrm>
                <a:custGeom>
                  <a:avLst/>
                  <a:gdLst/>
                  <a:ahLst/>
                  <a:cxnLst/>
                  <a:rect l="l" t="t" r="r" b="b"/>
                  <a:pathLst>
                    <a:path w="10608" h="22084" extrusionOk="0">
                      <a:moveTo>
                        <a:pt x="3298" y="21827"/>
                      </a:moveTo>
                      <a:cubicBezTo>
                        <a:pt x="1067" y="19212"/>
                        <a:pt x="-1724" y="4986"/>
                        <a:pt x="1381" y="1081"/>
                      </a:cubicBezTo>
                      <a:cubicBezTo>
                        <a:pt x="4485" y="-2825"/>
                        <a:pt x="6097" y="5315"/>
                        <a:pt x="9626" y="2638"/>
                      </a:cubicBezTo>
                      <a:cubicBezTo>
                        <a:pt x="13156" y="-39"/>
                        <a:pt x="6259" y="24869"/>
                        <a:pt x="3298" y="21827"/>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20" name="Google Shape;2020;p2"/>
                <p:cNvSpPr/>
                <p:nvPr/>
              </p:nvSpPr>
              <p:spPr>
                <a:xfrm>
                  <a:off x="6985509" y="1044112"/>
                  <a:ext cx="18931" cy="45392"/>
                </a:xfrm>
                <a:custGeom>
                  <a:avLst/>
                  <a:gdLst/>
                  <a:ahLst/>
                  <a:cxnLst/>
                  <a:rect l="l" t="t" r="r" b="b"/>
                  <a:pathLst>
                    <a:path w="18931" h="45392" extrusionOk="0">
                      <a:moveTo>
                        <a:pt x="0" y="1584"/>
                      </a:moveTo>
                      <a:cubicBezTo>
                        <a:pt x="19868" y="-361"/>
                        <a:pt x="14822" y="37136"/>
                        <a:pt x="4252" y="45393"/>
                      </a:cubicBezTo>
                      <a:cubicBezTo>
                        <a:pt x="15248" y="38962"/>
                        <a:pt x="24741" y="25553"/>
                        <a:pt x="14646" y="3111"/>
                      </a:cubicBezTo>
                      <a:cubicBezTo>
                        <a:pt x="10493" y="-700"/>
                        <a:pt x="5166" y="-762"/>
                        <a:pt x="0" y="1584"/>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21" name="Google Shape;2021;p2"/>
              <p:cNvGrpSpPr/>
              <p:nvPr/>
            </p:nvGrpSpPr>
            <p:grpSpPr>
              <a:xfrm>
                <a:off x="6891075" y="966625"/>
                <a:ext cx="37419" cy="50057"/>
                <a:chOff x="6891075" y="966625"/>
                <a:chExt cx="37419" cy="50057"/>
              </a:xfrm>
            </p:grpSpPr>
            <p:sp>
              <p:nvSpPr>
                <p:cNvPr id="2022" name="Google Shape;2022;p2"/>
                <p:cNvSpPr/>
                <p:nvPr/>
              </p:nvSpPr>
              <p:spPr>
                <a:xfrm>
                  <a:off x="6891075" y="966625"/>
                  <a:ext cx="37419" cy="50057"/>
                </a:xfrm>
                <a:custGeom>
                  <a:avLst/>
                  <a:gdLst/>
                  <a:ahLst/>
                  <a:cxnLst/>
                  <a:rect l="l" t="t" r="r" b="b"/>
                  <a:pathLst>
                    <a:path w="37419" h="50057" extrusionOk="0">
                      <a:moveTo>
                        <a:pt x="8274" y="50057"/>
                      </a:moveTo>
                      <a:cubicBezTo>
                        <a:pt x="20708" y="49488"/>
                        <a:pt x="47914" y="35980"/>
                        <a:pt x="33135" y="3126"/>
                      </a:cubicBezTo>
                      <a:cubicBezTo>
                        <a:pt x="17391" y="-11322"/>
                        <a:pt x="-15299" y="27755"/>
                        <a:pt x="8274" y="50057"/>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23" name="Google Shape;2023;p2"/>
                <p:cNvSpPr/>
                <p:nvPr/>
              </p:nvSpPr>
              <p:spPr>
                <a:xfrm>
                  <a:off x="6895671" y="991036"/>
                  <a:ext cx="10608" cy="22084"/>
                </a:xfrm>
                <a:custGeom>
                  <a:avLst/>
                  <a:gdLst/>
                  <a:ahLst/>
                  <a:cxnLst/>
                  <a:rect l="l" t="t" r="r" b="b"/>
                  <a:pathLst>
                    <a:path w="10608" h="22084" extrusionOk="0">
                      <a:moveTo>
                        <a:pt x="3299" y="21827"/>
                      </a:moveTo>
                      <a:cubicBezTo>
                        <a:pt x="1067" y="19212"/>
                        <a:pt x="-1724" y="4988"/>
                        <a:pt x="1381" y="1081"/>
                      </a:cubicBezTo>
                      <a:cubicBezTo>
                        <a:pt x="4485" y="-2825"/>
                        <a:pt x="6097" y="5315"/>
                        <a:pt x="9626" y="2638"/>
                      </a:cubicBezTo>
                      <a:cubicBezTo>
                        <a:pt x="13156" y="-37"/>
                        <a:pt x="6259" y="24869"/>
                        <a:pt x="3299" y="21827"/>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24" name="Google Shape;2024;p2"/>
                <p:cNvSpPr/>
                <p:nvPr/>
              </p:nvSpPr>
              <p:spPr>
                <a:xfrm>
                  <a:off x="6909563" y="966640"/>
                  <a:ext cx="18931" cy="45392"/>
                </a:xfrm>
                <a:custGeom>
                  <a:avLst/>
                  <a:gdLst/>
                  <a:ahLst/>
                  <a:cxnLst/>
                  <a:rect l="l" t="t" r="r" b="b"/>
                  <a:pathLst>
                    <a:path w="18931" h="45392" extrusionOk="0">
                      <a:moveTo>
                        <a:pt x="0" y="1584"/>
                      </a:moveTo>
                      <a:cubicBezTo>
                        <a:pt x="19868" y="-362"/>
                        <a:pt x="14822" y="37136"/>
                        <a:pt x="4252" y="45393"/>
                      </a:cubicBezTo>
                      <a:cubicBezTo>
                        <a:pt x="15248" y="38962"/>
                        <a:pt x="24741" y="25553"/>
                        <a:pt x="14646" y="3111"/>
                      </a:cubicBezTo>
                      <a:cubicBezTo>
                        <a:pt x="10493" y="-700"/>
                        <a:pt x="5166" y="-762"/>
                        <a:pt x="0" y="1584"/>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25" name="Google Shape;2025;p2"/>
              <p:cNvGrpSpPr/>
              <p:nvPr/>
            </p:nvGrpSpPr>
            <p:grpSpPr>
              <a:xfrm>
                <a:off x="6964104" y="956397"/>
                <a:ext cx="36006" cy="52305"/>
                <a:chOff x="6964104" y="956397"/>
                <a:chExt cx="36006" cy="52305"/>
              </a:xfrm>
            </p:grpSpPr>
            <p:sp>
              <p:nvSpPr>
                <p:cNvPr id="2026" name="Google Shape;2026;p2"/>
                <p:cNvSpPr/>
                <p:nvPr/>
              </p:nvSpPr>
              <p:spPr>
                <a:xfrm>
                  <a:off x="6964104" y="956397"/>
                  <a:ext cx="36006" cy="52305"/>
                </a:xfrm>
                <a:custGeom>
                  <a:avLst/>
                  <a:gdLst/>
                  <a:ahLst/>
                  <a:cxnLst/>
                  <a:rect l="l" t="t" r="r" b="b"/>
                  <a:pathLst>
                    <a:path w="36006" h="52305" extrusionOk="0">
                      <a:moveTo>
                        <a:pt x="11601" y="52305"/>
                      </a:moveTo>
                      <a:cubicBezTo>
                        <a:pt x="23776" y="49720"/>
                        <a:pt x="48419" y="31962"/>
                        <a:pt x="28487" y="1954"/>
                      </a:cubicBezTo>
                      <a:cubicBezTo>
                        <a:pt x="10604" y="-9742"/>
                        <a:pt x="-15288" y="34136"/>
                        <a:pt x="11601" y="52305"/>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27" name="Google Shape;2027;p2"/>
                <p:cNvSpPr/>
                <p:nvPr/>
              </p:nvSpPr>
              <p:spPr>
                <a:xfrm>
                  <a:off x="6968798" y="983474"/>
                  <a:ext cx="10345" cy="21694"/>
                </a:xfrm>
                <a:custGeom>
                  <a:avLst/>
                  <a:gdLst/>
                  <a:ahLst/>
                  <a:cxnLst/>
                  <a:rect l="l" t="t" r="r" b="b"/>
                  <a:pathLst>
                    <a:path w="10345" h="21694" extrusionOk="0">
                      <a:moveTo>
                        <a:pt x="5910" y="21520"/>
                      </a:moveTo>
                      <a:cubicBezTo>
                        <a:pt x="3283" y="19305"/>
                        <a:pt x="-1787" y="5722"/>
                        <a:pt x="640" y="1365"/>
                      </a:cubicBezTo>
                      <a:cubicBezTo>
                        <a:pt x="3068" y="-2995"/>
                        <a:pt x="5983" y="4773"/>
                        <a:pt x="9030" y="1559"/>
                      </a:cubicBezTo>
                      <a:cubicBezTo>
                        <a:pt x="12075" y="-1658"/>
                        <a:pt x="9327" y="24039"/>
                        <a:pt x="5910" y="21520"/>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28" name="Google Shape;2028;p2"/>
                <p:cNvSpPr/>
                <p:nvPr/>
              </p:nvSpPr>
              <p:spPr>
                <a:xfrm>
                  <a:off x="6977892" y="956406"/>
                  <a:ext cx="22217" cy="45353"/>
                </a:xfrm>
                <a:custGeom>
                  <a:avLst/>
                  <a:gdLst/>
                  <a:ahLst/>
                  <a:cxnLst/>
                  <a:rect l="l" t="t" r="r" b="b"/>
                  <a:pathLst>
                    <a:path w="22217" h="45353" extrusionOk="0">
                      <a:moveTo>
                        <a:pt x="0" y="2821"/>
                      </a:moveTo>
                      <a:cubicBezTo>
                        <a:pt x="19287" y="-2332"/>
                        <a:pt x="20412" y="35485"/>
                        <a:pt x="11327" y="45354"/>
                      </a:cubicBezTo>
                      <a:cubicBezTo>
                        <a:pt x="21130" y="37220"/>
                        <a:pt x="28315" y="22444"/>
                        <a:pt x="14699" y="1943"/>
                      </a:cubicBezTo>
                      <a:cubicBezTo>
                        <a:pt x="9983" y="-1141"/>
                        <a:pt x="4716" y="-334"/>
                        <a:pt x="0" y="2821"/>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29" name="Google Shape;2029;p2"/>
              <p:cNvGrpSpPr/>
              <p:nvPr/>
            </p:nvGrpSpPr>
            <p:grpSpPr>
              <a:xfrm>
                <a:off x="7027428" y="993701"/>
                <a:ext cx="36006" cy="52304"/>
                <a:chOff x="7027428" y="993701"/>
                <a:chExt cx="36006" cy="52304"/>
              </a:xfrm>
            </p:grpSpPr>
            <p:sp>
              <p:nvSpPr>
                <p:cNvPr id="2030" name="Google Shape;2030;p2"/>
                <p:cNvSpPr/>
                <p:nvPr/>
              </p:nvSpPr>
              <p:spPr>
                <a:xfrm>
                  <a:off x="7027428" y="993701"/>
                  <a:ext cx="36006" cy="52304"/>
                </a:xfrm>
                <a:custGeom>
                  <a:avLst/>
                  <a:gdLst/>
                  <a:ahLst/>
                  <a:cxnLst/>
                  <a:rect l="l" t="t" r="r" b="b"/>
                  <a:pathLst>
                    <a:path w="36006" h="52304" extrusionOk="0">
                      <a:moveTo>
                        <a:pt x="11600" y="52304"/>
                      </a:moveTo>
                      <a:cubicBezTo>
                        <a:pt x="23776" y="49719"/>
                        <a:pt x="48419" y="31961"/>
                        <a:pt x="28487" y="1953"/>
                      </a:cubicBezTo>
                      <a:cubicBezTo>
                        <a:pt x="10604" y="-9740"/>
                        <a:pt x="-15287" y="34138"/>
                        <a:pt x="11600" y="52304"/>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31" name="Google Shape;2031;p2"/>
                <p:cNvSpPr/>
                <p:nvPr/>
              </p:nvSpPr>
              <p:spPr>
                <a:xfrm>
                  <a:off x="7032122" y="1020777"/>
                  <a:ext cx="10345" cy="21696"/>
                </a:xfrm>
                <a:custGeom>
                  <a:avLst/>
                  <a:gdLst/>
                  <a:ahLst/>
                  <a:cxnLst/>
                  <a:rect l="l" t="t" r="r" b="b"/>
                  <a:pathLst>
                    <a:path w="10345" h="21696" extrusionOk="0">
                      <a:moveTo>
                        <a:pt x="5910" y="21523"/>
                      </a:moveTo>
                      <a:cubicBezTo>
                        <a:pt x="3283" y="19307"/>
                        <a:pt x="-1787" y="5726"/>
                        <a:pt x="640" y="1365"/>
                      </a:cubicBezTo>
                      <a:cubicBezTo>
                        <a:pt x="3068" y="-2995"/>
                        <a:pt x="5983" y="4773"/>
                        <a:pt x="9030" y="1559"/>
                      </a:cubicBezTo>
                      <a:cubicBezTo>
                        <a:pt x="12075" y="-1655"/>
                        <a:pt x="9327" y="24042"/>
                        <a:pt x="5910" y="2152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32" name="Google Shape;2032;p2"/>
                <p:cNvSpPr/>
                <p:nvPr/>
              </p:nvSpPr>
              <p:spPr>
                <a:xfrm>
                  <a:off x="7041216" y="993711"/>
                  <a:ext cx="22217" cy="45353"/>
                </a:xfrm>
                <a:custGeom>
                  <a:avLst/>
                  <a:gdLst/>
                  <a:ahLst/>
                  <a:cxnLst/>
                  <a:rect l="l" t="t" r="r" b="b"/>
                  <a:pathLst>
                    <a:path w="22217" h="45353" extrusionOk="0">
                      <a:moveTo>
                        <a:pt x="0" y="2821"/>
                      </a:moveTo>
                      <a:cubicBezTo>
                        <a:pt x="19287" y="-2332"/>
                        <a:pt x="20412" y="35485"/>
                        <a:pt x="11327" y="45354"/>
                      </a:cubicBezTo>
                      <a:cubicBezTo>
                        <a:pt x="21130" y="37220"/>
                        <a:pt x="28314" y="22444"/>
                        <a:pt x="14699" y="1943"/>
                      </a:cubicBezTo>
                      <a:cubicBezTo>
                        <a:pt x="9983" y="-1141"/>
                        <a:pt x="4716" y="-334"/>
                        <a:pt x="0" y="2821"/>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33" name="Google Shape;2033;p2"/>
              <p:cNvGrpSpPr/>
              <p:nvPr/>
            </p:nvGrpSpPr>
            <p:grpSpPr>
              <a:xfrm>
                <a:off x="6956532" y="878658"/>
                <a:ext cx="25167" cy="36560"/>
                <a:chOff x="6956532" y="878658"/>
                <a:chExt cx="25167" cy="36560"/>
              </a:xfrm>
            </p:grpSpPr>
            <p:sp>
              <p:nvSpPr>
                <p:cNvPr id="2034" name="Google Shape;2034;p2"/>
                <p:cNvSpPr/>
                <p:nvPr/>
              </p:nvSpPr>
              <p:spPr>
                <a:xfrm>
                  <a:off x="6956532" y="878658"/>
                  <a:ext cx="25167" cy="36560"/>
                </a:xfrm>
                <a:custGeom>
                  <a:avLst/>
                  <a:gdLst/>
                  <a:ahLst/>
                  <a:cxnLst/>
                  <a:rect l="l" t="t" r="r" b="b"/>
                  <a:pathLst>
                    <a:path w="25167" h="36560" extrusionOk="0">
                      <a:moveTo>
                        <a:pt x="8108" y="36560"/>
                      </a:moveTo>
                      <a:cubicBezTo>
                        <a:pt x="16619" y="34752"/>
                        <a:pt x="33842" y="22341"/>
                        <a:pt x="19913" y="1365"/>
                      </a:cubicBezTo>
                      <a:cubicBezTo>
                        <a:pt x="7411" y="-6808"/>
                        <a:pt x="-10685" y="23861"/>
                        <a:pt x="8108" y="3656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35" name="Google Shape;2035;p2"/>
                <p:cNvSpPr/>
                <p:nvPr/>
              </p:nvSpPr>
              <p:spPr>
                <a:xfrm>
                  <a:off x="6959812" y="897586"/>
                  <a:ext cx="7231" cy="15164"/>
                </a:xfrm>
                <a:custGeom>
                  <a:avLst/>
                  <a:gdLst/>
                  <a:ahLst/>
                  <a:cxnLst/>
                  <a:rect l="l" t="t" r="r" b="b"/>
                  <a:pathLst>
                    <a:path w="7231" h="15164" extrusionOk="0">
                      <a:moveTo>
                        <a:pt x="4130" y="15043"/>
                      </a:moveTo>
                      <a:cubicBezTo>
                        <a:pt x="2295" y="13493"/>
                        <a:pt x="-1249" y="4001"/>
                        <a:pt x="447" y="954"/>
                      </a:cubicBezTo>
                      <a:cubicBezTo>
                        <a:pt x="2144" y="-2093"/>
                        <a:pt x="4183" y="3336"/>
                        <a:pt x="6311" y="1089"/>
                      </a:cubicBezTo>
                      <a:cubicBezTo>
                        <a:pt x="8442" y="-1158"/>
                        <a:pt x="6519" y="16803"/>
                        <a:pt x="4130" y="1504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36" name="Google Shape;2036;p2"/>
                <p:cNvSpPr/>
                <p:nvPr/>
              </p:nvSpPr>
              <p:spPr>
                <a:xfrm>
                  <a:off x="6966169" y="878665"/>
                  <a:ext cx="15528" cy="31700"/>
                </a:xfrm>
                <a:custGeom>
                  <a:avLst/>
                  <a:gdLst/>
                  <a:ahLst/>
                  <a:cxnLst/>
                  <a:rect l="l" t="t" r="r" b="b"/>
                  <a:pathLst>
                    <a:path w="15528" h="31700" extrusionOk="0">
                      <a:moveTo>
                        <a:pt x="0" y="1971"/>
                      </a:moveTo>
                      <a:cubicBezTo>
                        <a:pt x="13480" y="-1632"/>
                        <a:pt x="14267" y="24801"/>
                        <a:pt x="7916" y="31700"/>
                      </a:cubicBezTo>
                      <a:cubicBezTo>
                        <a:pt x="14767" y="26015"/>
                        <a:pt x="19790" y="15687"/>
                        <a:pt x="10273" y="1358"/>
                      </a:cubicBezTo>
                      <a:cubicBezTo>
                        <a:pt x="6979" y="-798"/>
                        <a:pt x="3296" y="-233"/>
                        <a:pt x="0" y="1971"/>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37" name="Google Shape;2037;p2"/>
              <p:cNvGrpSpPr/>
              <p:nvPr/>
            </p:nvGrpSpPr>
            <p:grpSpPr>
              <a:xfrm>
                <a:off x="6942981" y="807461"/>
                <a:ext cx="25168" cy="36560"/>
                <a:chOff x="6942981" y="807461"/>
                <a:chExt cx="25168" cy="36560"/>
              </a:xfrm>
            </p:grpSpPr>
            <p:sp>
              <p:nvSpPr>
                <p:cNvPr id="2038" name="Google Shape;2038;p2"/>
                <p:cNvSpPr/>
                <p:nvPr/>
              </p:nvSpPr>
              <p:spPr>
                <a:xfrm>
                  <a:off x="6942981" y="807461"/>
                  <a:ext cx="25168" cy="36560"/>
                </a:xfrm>
                <a:custGeom>
                  <a:avLst/>
                  <a:gdLst/>
                  <a:ahLst/>
                  <a:cxnLst/>
                  <a:rect l="l" t="t" r="r" b="b"/>
                  <a:pathLst>
                    <a:path w="25168" h="36560" extrusionOk="0">
                      <a:moveTo>
                        <a:pt x="8109" y="36560"/>
                      </a:moveTo>
                      <a:cubicBezTo>
                        <a:pt x="16620" y="34752"/>
                        <a:pt x="33843" y="22341"/>
                        <a:pt x="19914" y="1365"/>
                      </a:cubicBezTo>
                      <a:cubicBezTo>
                        <a:pt x="7412" y="-6808"/>
                        <a:pt x="-10686" y="23861"/>
                        <a:pt x="8109" y="3656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39" name="Google Shape;2039;p2"/>
                <p:cNvSpPr/>
                <p:nvPr/>
              </p:nvSpPr>
              <p:spPr>
                <a:xfrm>
                  <a:off x="6946263" y="826388"/>
                  <a:ext cx="7231" cy="15164"/>
                </a:xfrm>
                <a:custGeom>
                  <a:avLst/>
                  <a:gdLst/>
                  <a:ahLst/>
                  <a:cxnLst/>
                  <a:rect l="l" t="t" r="r" b="b"/>
                  <a:pathLst>
                    <a:path w="7231" h="15164" extrusionOk="0">
                      <a:moveTo>
                        <a:pt x="4130" y="15043"/>
                      </a:moveTo>
                      <a:cubicBezTo>
                        <a:pt x="2295" y="13493"/>
                        <a:pt x="-1249" y="4001"/>
                        <a:pt x="447" y="954"/>
                      </a:cubicBezTo>
                      <a:cubicBezTo>
                        <a:pt x="2144" y="-2093"/>
                        <a:pt x="4183" y="3336"/>
                        <a:pt x="6311" y="1089"/>
                      </a:cubicBezTo>
                      <a:cubicBezTo>
                        <a:pt x="8442" y="-1158"/>
                        <a:pt x="6519" y="16803"/>
                        <a:pt x="4130" y="1504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40" name="Google Shape;2040;p2"/>
                <p:cNvSpPr/>
                <p:nvPr/>
              </p:nvSpPr>
              <p:spPr>
                <a:xfrm>
                  <a:off x="6952620" y="807469"/>
                  <a:ext cx="15528" cy="31700"/>
                </a:xfrm>
                <a:custGeom>
                  <a:avLst/>
                  <a:gdLst/>
                  <a:ahLst/>
                  <a:cxnLst/>
                  <a:rect l="l" t="t" r="r" b="b"/>
                  <a:pathLst>
                    <a:path w="15528" h="31700" extrusionOk="0">
                      <a:moveTo>
                        <a:pt x="0" y="1971"/>
                      </a:moveTo>
                      <a:cubicBezTo>
                        <a:pt x="13480" y="-1631"/>
                        <a:pt x="14267" y="24802"/>
                        <a:pt x="7916" y="31701"/>
                      </a:cubicBezTo>
                      <a:cubicBezTo>
                        <a:pt x="14767" y="26015"/>
                        <a:pt x="19790" y="15687"/>
                        <a:pt x="10273" y="1359"/>
                      </a:cubicBezTo>
                      <a:cubicBezTo>
                        <a:pt x="6977" y="-797"/>
                        <a:pt x="3296" y="-235"/>
                        <a:pt x="0" y="1971"/>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41" name="Google Shape;2041;p2"/>
              <p:cNvGrpSpPr/>
              <p:nvPr/>
            </p:nvGrpSpPr>
            <p:grpSpPr>
              <a:xfrm>
                <a:off x="6886332" y="810530"/>
                <a:ext cx="28383" cy="31719"/>
                <a:chOff x="6886332" y="810530"/>
                <a:chExt cx="28383" cy="31719"/>
              </a:xfrm>
            </p:grpSpPr>
            <p:sp>
              <p:nvSpPr>
                <p:cNvPr id="2042" name="Google Shape;2042;p2"/>
                <p:cNvSpPr/>
                <p:nvPr/>
              </p:nvSpPr>
              <p:spPr>
                <a:xfrm>
                  <a:off x="6886332" y="810530"/>
                  <a:ext cx="28383" cy="31719"/>
                </a:xfrm>
                <a:custGeom>
                  <a:avLst/>
                  <a:gdLst/>
                  <a:ahLst/>
                  <a:cxnLst/>
                  <a:rect l="l" t="t" r="r" b="b"/>
                  <a:pathLst>
                    <a:path w="28383" h="31719" extrusionOk="0">
                      <a:moveTo>
                        <a:pt x="2990" y="31401"/>
                      </a:moveTo>
                      <a:cubicBezTo>
                        <a:pt x="11522" y="33107"/>
                        <a:pt x="32251" y="28521"/>
                        <a:pt x="27752" y="3745"/>
                      </a:cubicBezTo>
                      <a:cubicBezTo>
                        <a:pt x="19502" y="-8707"/>
                        <a:pt x="-9249" y="12304"/>
                        <a:pt x="2990" y="3140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43" name="Google Shape;2043;p2"/>
                <p:cNvSpPr/>
                <p:nvPr/>
              </p:nvSpPr>
              <p:spPr>
                <a:xfrm>
                  <a:off x="6889182" y="824403"/>
                  <a:ext cx="8605" cy="15154"/>
                </a:xfrm>
                <a:custGeom>
                  <a:avLst/>
                  <a:gdLst/>
                  <a:ahLst/>
                  <a:cxnLst/>
                  <a:rect l="l" t="t" r="r" b="b"/>
                  <a:pathLst>
                    <a:path w="8605" h="15154" extrusionOk="0">
                      <a:moveTo>
                        <a:pt x="525" y="14872"/>
                      </a:moveTo>
                      <a:cubicBezTo>
                        <a:pt x="-549" y="12723"/>
                        <a:pt x="-49" y="2603"/>
                        <a:pt x="2715" y="474"/>
                      </a:cubicBezTo>
                      <a:cubicBezTo>
                        <a:pt x="5479" y="-1654"/>
                        <a:pt x="5202" y="4139"/>
                        <a:pt x="8046" y="2918"/>
                      </a:cubicBezTo>
                      <a:cubicBezTo>
                        <a:pt x="10892" y="1698"/>
                        <a:pt x="2022" y="17434"/>
                        <a:pt x="525" y="1487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44" name="Google Shape;2044;p2"/>
                <p:cNvSpPr/>
                <p:nvPr/>
              </p:nvSpPr>
              <p:spPr>
                <a:xfrm>
                  <a:off x="6899916" y="810546"/>
                  <a:ext cx="14797" cy="30664"/>
                </a:xfrm>
                <a:custGeom>
                  <a:avLst/>
                  <a:gdLst/>
                  <a:ahLst/>
                  <a:cxnLst/>
                  <a:rect l="l" t="t" r="r" b="b"/>
                  <a:pathLst>
                    <a:path w="14797" h="30664" extrusionOk="0">
                      <a:moveTo>
                        <a:pt x="4487" y="229"/>
                      </a:moveTo>
                      <a:cubicBezTo>
                        <a:pt x="18292" y="2252"/>
                        <a:pt x="8561" y="26840"/>
                        <a:pt x="0" y="30665"/>
                      </a:cubicBezTo>
                      <a:cubicBezTo>
                        <a:pt x="8540" y="28153"/>
                        <a:pt x="17239" y="20652"/>
                        <a:pt x="14166" y="3729"/>
                      </a:cubicBezTo>
                      <a:cubicBezTo>
                        <a:pt x="11992" y="444"/>
                        <a:pt x="8387" y="-493"/>
                        <a:pt x="4487" y="22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45" name="Google Shape;2045;p2"/>
              <p:cNvGrpSpPr/>
              <p:nvPr/>
            </p:nvGrpSpPr>
            <p:grpSpPr>
              <a:xfrm>
                <a:off x="7018639" y="905661"/>
                <a:ext cx="24510" cy="37471"/>
                <a:chOff x="7018639" y="905661"/>
                <a:chExt cx="24510" cy="37471"/>
              </a:xfrm>
            </p:grpSpPr>
            <p:sp>
              <p:nvSpPr>
                <p:cNvPr id="2046" name="Google Shape;2046;p2"/>
                <p:cNvSpPr/>
                <p:nvPr/>
              </p:nvSpPr>
              <p:spPr>
                <a:xfrm>
                  <a:off x="7018639" y="905661"/>
                  <a:ext cx="24510" cy="37471"/>
                </a:xfrm>
                <a:custGeom>
                  <a:avLst/>
                  <a:gdLst/>
                  <a:ahLst/>
                  <a:cxnLst/>
                  <a:rect l="l" t="t" r="r" b="b"/>
                  <a:pathLst>
                    <a:path w="24510" h="37471" extrusionOk="0">
                      <a:moveTo>
                        <a:pt x="12734" y="37472"/>
                      </a:moveTo>
                      <a:cubicBezTo>
                        <a:pt x="4820" y="33860"/>
                        <a:pt x="-9299" y="18004"/>
                        <a:pt x="8852" y="553"/>
                      </a:cubicBezTo>
                      <a:cubicBezTo>
                        <a:pt x="22831" y="-4712"/>
                        <a:pt x="33838" y="29155"/>
                        <a:pt x="12734" y="37472"/>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47" name="Google Shape;2047;p2"/>
                <p:cNvSpPr/>
                <p:nvPr/>
              </p:nvSpPr>
              <p:spPr>
                <a:xfrm>
                  <a:off x="7031286" y="926393"/>
                  <a:ext cx="8103" cy="14419"/>
                </a:xfrm>
                <a:custGeom>
                  <a:avLst/>
                  <a:gdLst/>
                  <a:ahLst/>
                  <a:cxnLst/>
                  <a:rect l="l" t="t" r="r" b="b"/>
                  <a:pathLst>
                    <a:path w="8103" h="14419" extrusionOk="0">
                      <a:moveTo>
                        <a:pt x="1330" y="14362"/>
                      </a:moveTo>
                      <a:cubicBezTo>
                        <a:pt x="3458" y="13249"/>
                        <a:pt x="8979" y="4751"/>
                        <a:pt x="7985" y="1409"/>
                      </a:cubicBezTo>
                      <a:cubicBezTo>
                        <a:pt x="6990" y="-1933"/>
                        <a:pt x="3822" y="2925"/>
                        <a:pt x="2231" y="269"/>
                      </a:cubicBezTo>
                      <a:cubicBezTo>
                        <a:pt x="640" y="-2388"/>
                        <a:pt x="-1383" y="15560"/>
                        <a:pt x="1330" y="1436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48" name="Google Shape;2048;p2"/>
                <p:cNvSpPr/>
                <p:nvPr/>
              </p:nvSpPr>
              <p:spPr>
                <a:xfrm>
                  <a:off x="7018642" y="905665"/>
                  <a:ext cx="18747" cy="30680"/>
                </a:xfrm>
                <a:custGeom>
                  <a:avLst/>
                  <a:gdLst/>
                  <a:ahLst/>
                  <a:cxnLst/>
                  <a:rect l="l" t="t" r="r" b="b"/>
                  <a:pathLst>
                    <a:path w="18747" h="30680" extrusionOk="0">
                      <a:moveTo>
                        <a:pt x="18748" y="3379"/>
                      </a:moveTo>
                      <a:cubicBezTo>
                        <a:pt x="6371" y="-3063"/>
                        <a:pt x="-137" y="22567"/>
                        <a:pt x="4565" y="30680"/>
                      </a:cubicBezTo>
                      <a:cubicBezTo>
                        <a:pt x="-887" y="23642"/>
                        <a:pt x="-3548" y="12470"/>
                        <a:pt x="8851" y="551"/>
                      </a:cubicBezTo>
                      <a:cubicBezTo>
                        <a:pt x="12536" y="-839"/>
                        <a:pt x="16009" y="510"/>
                        <a:pt x="18748" y="337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49" name="Google Shape;2049;p2"/>
              <p:cNvGrpSpPr/>
              <p:nvPr/>
            </p:nvGrpSpPr>
            <p:grpSpPr>
              <a:xfrm>
                <a:off x="7127942" y="914124"/>
                <a:ext cx="24510" cy="37471"/>
                <a:chOff x="7127942" y="914124"/>
                <a:chExt cx="24510" cy="37471"/>
              </a:xfrm>
            </p:grpSpPr>
            <p:sp>
              <p:nvSpPr>
                <p:cNvPr id="2050" name="Google Shape;2050;p2"/>
                <p:cNvSpPr/>
                <p:nvPr/>
              </p:nvSpPr>
              <p:spPr>
                <a:xfrm>
                  <a:off x="7127942" y="914124"/>
                  <a:ext cx="24510" cy="37471"/>
                </a:xfrm>
                <a:custGeom>
                  <a:avLst/>
                  <a:gdLst/>
                  <a:ahLst/>
                  <a:cxnLst/>
                  <a:rect l="l" t="t" r="r" b="b"/>
                  <a:pathLst>
                    <a:path w="24510" h="37471" extrusionOk="0">
                      <a:moveTo>
                        <a:pt x="12733" y="37472"/>
                      </a:moveTo>
                      <a:cubicBezTo>
                        <a:pt x="4819" y="33860"/>
                        <a:pt x="-9299" y="18004"/>
                        <a:pt x="8854" y="553"/>
                      </a:cubicBezTo>
                      <a:cubicBezTo>
                        <a:pt x="22830" y="-4712"/>
                        <a:pt x="33837" y="29155"/>
                        <a:pt x="12733" y="37472"/>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51" name="Google Shape;2051;p2"/>
                <p:cNvSpPr/>
                <p:nvPr/>
              </p:nvSpPr>
              <p:spPr>
                <a:xfrm>
                  <a:off x="7140589" y="934854"/>
                  <a:ext cx="8103" cy="14419"/>
                </a:xfrm>
                <a:custGeom>
                  <a:avLst/>
                  <a:gdLst/>
                  <a:ahLst/>
                  <a:cxnLst/>
                  <a:rect l="l" t="t" r="r" b="b"/>
                  <a:pathLst>
                    <a:path w="8103" h="14419" extrusionOk="0">
                      <a:moveTo>
                        <a:pt x="1330" y="14362"/>
                      </a:moveTo>
                      <a:cubicBezTo>
                        <a:pt x="3459" y="13249"/>
                        <a:pt x="8979" y="4751"/>
                        <a:pt x="7985" y="1409"/>
                      </a:cubicBezTo>
                      <a:cubicBezTo>
                        <a:pt x="6990" y="-1933"/>
                        <a:pt x="3822" y="2925"/>
                        <a:pt x="2231" y="269"/>
                      </a:cubicBezTo>
                      <a:cubicBezTo>
                        <a:pt x="640" y="-2388"/>
                        <a:pt x="-1383" y="15562"/>
                        <a:pt x="1330" y="1436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52" name="Google Shape;2052;p2"/>
                <p:cNvSpPr/>
                <p:nvPr/>
              </p:nvSpPr>
              <p:spPr>
                <a:xfrm>
                  <a:off x="7127942" y="914127"/>
                  <a:ext cx="18749" cy="30681"/>
                </a:xfrm>
                <a:custGeom>
                  <a:avLst/>
                  <a:gdLst/>
                  <a:ahLst/>
                  <a:cxnLst/>
                  <a:rect l="l" t="t" r="r" b="b"/>
                  <a:pathLst>
                    <a:path w="18749" h="30681" extrusionOk="0">
                      <a:moveTo>
                        <a:pt x="18750" y="3380"/>
                      </a:moveTo>
                      <a:cubicBezTo>
                        <a:pt x="6373" y="-3065"/>
                        <a:pt x="-135" y="22568"/>
                        <a:pt x="4565" y="30681"/>
                      </a:cubicBezTo>
                      <a:cubicBezTo>
                        <a:pt x="-887" y="23643"/>
                        <a:pt x="-3548" y="12471"/>
                        <a:pt x="8851" y="549"/>
                      </a:cubicBezTo>
                      <a:cubicBezTo>
                        <a:pt x="12539" y="-838"/>
                        <a:pt x="16011" y="511"/>
                        <a:pt x="18750" y="338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53" name="Google Shape;2053;p2"/>
              <p:cNvGrpSpPr/>
              <p:nvPr/>
            </p:nvGrpSpPr>
            <p:grpSpPr>
              <a:xfrm>
                <a:off x="7076526" y="850331"/>
                <a:ext cx="24510" cy="37471"/>
                <a:chOff x="7076526" y="850331"/>
                <a:chExt cx="24510" cy="37471"/>
              </a:xfrm>
            </p:grpSpPr>
            <p:sp>
              <p:nvSpPr>
                <p:cNvPr id="2054" name="Google Shape;2054;p2"/>
                <p:cNvSpPr/>
                <p:nvPr/>
              </p:nvSpPr>
              <p:spPr>
                <a:xfrm>
                  <a:off x="7076526" y="850331"/>
                  <a:ext cx="24510" cy="37471"/>
                </a:xfrm>
                <a:custGeom>
                  <a:avLst/>
                  <a:gdLst/>
                  <a:ahLst/>
                  <a:cxnLst/>
                  <a:rect l="l" t="t" r="r" b="b"/>
                  <a:pathLst>
                    <a:path w="24510" h="37471" extrusionOk="0">
                      <a:moveTo>
                        <a:pt x="12733" y="37471"/>
                      </a:moveTo>
                      <a:cubicBezTo>
                        <a:pt x="4819" y="33859"/>
                        <a:pt x="-9299" y="18004"/>
                        <a:pt x="8854" y="552"/>
                      </a:cubicBezTo>
                      <a:cubicBezTo>
                        <a:pt x="22830" y="-4710"/>
                        <a:pt x="33838" y="29155"/>
                        <a:pt x="12733" y="3747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55" name="Google Shape;2055;p2"/>
                <p:cNvSpPr/>
                <p:nvPr/>
              </p:nvSpPr>
              <p:spPr>
                <a:xfrm>
                  <a:off x="7089172" y="871063"/>
                  <a:ext cx="8103" cy="14419"/>
                </a:xfrm>
                <a:custGeom>
                  <a:avLst/>
                  <a:gdLst/>
                  <a:ahLst/>
                  <a:cxnLst/>
                  <a:rect l="l" t="t" r="r" b="b"/>
                  <a:pathLst>
                    <a:path w="8103" h="14419" extrusionOk="0">
                      <a:moveTo>
                        <a:pt x="1330" y="14362"/>
                      </a:moveTo>
                      <a:cubicBezTo>
                        <a:pt x="3458" y="13249"/>
                        <a:pt x="8979" y="4752"/>
                        <a:pt x="7985" y="1410"/>
                      </a:cubicBezTo>
                      <a:cubicBezTo>
                        <a:pt x="6990" y="-1932"/>
                        <a:pt x="3822" y="2925"/>
                        <a:pt x="2231" y="269"/>
                      </a:cubicBezTo>
                      <a:cubicBezTo>
                        <a:pt x="640" y="-2390"/>
                        <a:pt x="-1383" y="15562"/>
                        <a:pt x="1330" y="1436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56" name="Google Shape;2056;p2"/>
                <p:cNvSpPr/>
                <p:nvPr/>
              </p:nvSpPr>
              <p:spPr>
                <a:xfrm>
                  <a:off x="7076528" y="850335"/>
                  <a:ext cx="18747" cy="30680"/>
                </a:xfrm>
                <a:custGeom>
                  <a:avLst/>
                  <a:gdLst/>
                  <a:ahLst/>
                  <a:cxnLst/>
                  <a:rect l="l" t="t" r="r" b="b"/>
                  <a:pathLst>
                    <a:path w="18747" h="30680" extrusionOk="0">
                      <a:moveTo>
                        <a:pt x="18747" y="3379"/>
                      </a:moveTo>
                      <a:cubicBezTo>
                        <a:pt x="6371" y="-3066"/>
                        <a:pt x="-137" y="22567"/>
                        <a:pt x="4565" y="30680"/>
                      </a:cubicBezTo>
                      <a:cubicBezTo>
                        <a:pt x="-887" y="23642"/>
                        <a:pt x="-3548" y="12470"/>
                        <a:pt x="8851" y="551"/>
                      </a:cubicBezTo>
                      <a:cubicBezTo>
                        <a:pt x="12539" y="-839"/>
                        <a:pt x="16009" y="510"/>
                        <a:pt x="18747" y="337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57" name="Google Shape;2057;p2"/>
              <p:cNvGrpSpPr/>
              <p:nvPr/>
            </p:nvGrpSpPr>
            <p:grpSpPr>
              <a:xfrm>
                <a:off x="7003033" y="824497"/>
                <a:ext cx="24510" cy="37471"/>
                <a:chOff x="7003033" y="824497"/>
                <a:chExt cx="24510" cy="37471"/>
              </a:xfrm>
            </p:grpSpPr>
            <p:sp>
              <p:nvSpPr>
                <p:cNvPr id="2058" name="Google Shape;2058;p2"/>
                <p:cNvSpPr/>
                <p:nvPr/>
              </p:nvSpPr>
              <p:spPr>
                <a:xfrm>
                  <a:off x="7003033" y="824497"/>
                  <a:ext cx="24510" cy="37471"/>
                </a:xfrm>
                <a:custGeom>
                  <a:avLst/>
                  <a:gdLst/>
                  <a:ahLst/>
                  <a:cxnLst/>
                  <a:rect l="l" t="t" r="r" b="b"/>
                  <a:pathLst>
                    <a:path w="24510" h="37471" extrusionOk="0">
                      <a:moveTo>
                        <a:pt x="12733" y="37472"/>
                      </a:moveTo>
                      <a:cubicBezTo>
                        <a:pt x="4819" y="33860"/>
                        <a:pt x="-9299" y="18004"/>
                        <a:pt x="8854" y="553"/>
                      </a:cubicBezTo>
                      <a:cubicBezTo>
                        <a:pt x="22830" y="-4712"/>
                        <a:pt x="33837" y="29155"/>
                        <a:pt x="12733" y="37472"/>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59" name="Google Shape;2059;p2"/>
                <p:cNvSpPr/>
                <p:nvPr/>
              </p:nvSpPr>
              <p:spPr>
                <a:xfrm>
                  <a:off x="7015679" y="845227"/>
                  <a:ext cx="8103" cy="14419"/>
                </a:xfrm>
                <a:custGeom>
                  <a:avLst/>
                  <a:gdLst/>
                  <a:ahLst/>
                  <a:cxnLst/>
                  <a:rect l="l" t="t" r="r" b="b"/>
                  <a:pathLst>
                    <a:path w="8103" h="14419" extrusionOk="0">
                      <a:moveTo>
                        <a:pt x="1330" y="14362"/>
                      </a:moveTo>
                      <a:cubicBezTo>
                        <a:pt x="3459" y="13249"/>
                        <a:pt x="8979" y="4751"/>
                        <a:pt x="7985" y="1409"/>
                      </a:cubicBezTo>
                      <a:cubicBezTo>
                        <a:pt x="6990" y="-1933"/>
                        <a:pt x="3822" y="2925"/>
                        <a:pt x="2231" y="269"/>
                      </a:cubicBezTo>
                      <a:cubicBezTo>
                        <a:pt x="640" y="-2388"/>
                        <a:pt x="-1383" y="15562"/>
                        <a:pt x="1330" y="1436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60" name="Google Shape;2060;p2"/>
                <p:cNvSpPr/>
                <p:nvPr/>
              </p:nvSpPr>
              <p:spPr>
                <a:xfrm>
                  <a:off x="7003035" y="824500"/>
                  <a:ext cx="18747" cy="30681"/>
                </a:xfrm>
                <a:custGeom>
                  <a:avLst/>
                  <a:gdLst/>
                  <a:ahLst/>
                  <a:cxnLst/>
                  <a:rect l="l" t="t" r="r" b="b"/>
                  <a:pathLst>
                    <a:path w="18747" h="30681" extrusionOk="0">
                      <a:moveTo>
                        <a:pt x="18748" y="3380"/>
                      </a:moveTo>
                      <a:cubicBezTo>
                        <a:pt x="6371" y="-3065"/>
                        <a:pt x="-137" y="22568"/>
                        <a:pt x="4565" y="30681"/>
                      </a:cubicBezTo>
                      <a:cubicBezTo>
                        <a:pt x="-887" y="23643"/>
                        <a:pt x="-3548" y="12471"/>
                        <a:pt x="8851" y="549"/>
                      </a:cubicBezTo>
                      <a:cubicBezTo>
                        <a:pt x="12539" y="-838"/>
                        <a:pt x="16009" y="511"/>
                        <a:pt x="18748" y="338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61" name="Google Shape;2061;p2"/>
              <p:cNvGrpSpPr/>
              <p:nvPr/>
            </p:nvGrpSpPr>
            <p:grpSpPr>
              <a:xfrm>
                <a:off x="6895750" y="878181"/>
                <a:ext cx="36006" cy="52305"/>
                <a:chOff x="6895750" y="878181"/>
                <a:chExt cx="36006" cy="52305"/>
              </a:xfrm>
            </p:grpSpPr>
            <p:sp>
              <p:nvSpPr>
                <p:cNvPr id="2062" name="Google Shape;2062;p2"/>
                <p:cNvSpPr/>
                <p:nvPr/>
              </p:nvSpPr>
              <p:spPr>
                <a:xfrm>
                  <a:off x="6895750" y="878181"/>
                  <a:ext cx="36006" cy="52305"/>
                </a:xfrm>
                <a:custGeom>
                  <a:avLst/>
                  <a:gdLst/>
                  <a:ahLst/>
                  <a:cxnLst/>
                  <a:rect l="l" t="t" r="r" b="b"/>
                  <a:pathLst>
                    <a:path w="36006" h="52305" extrusionOk="0">
                      <a:moveTo>
                        <a:pt x="11600" y="52305"/>
                      </a:moveTo>
                      <a:cubicBezTo>
                        <a:pt x="23776" y="49720"/>
                        <a:pt x="48419" y="31962"/>
                        <a:pt x="28489" y="1954"/>
                      </a:cubicBezTo>
                      <a:cubicBezTo>
                        <a:pt x="10604" y="-9742"/>
                        <a:pt x="-15288" y="34136"/>
                        <a:pt x="11600" y="52305"/>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63" name="Google Shape;2063;p2"/>
                <p:cNvSpPr/>
                <p:nvPr/>
              </p:nvSpPr>
              <p:spPr>
                <a:xfrm>
                  <a:off x="6900444" y="905258"/>
                  <a:ext cx="10345" cy="21694"/>
                </a:xfrm>
                <a:custGeom>
                  <a:avLst/>
                  <a:gdLst/>
                  <a:ahLst/>
                  <a:cxnLst/>
                  <a:rect l="l" t="t" r="r" b="b"/>
                  <a:pathLst>
                    <a:path w="10345" h="21694" extrusionOk="0">
                      <a:moveTo>
                        <a:pt x="5910" y="21520"/>
                      </a:moveTo>
                      <a:cubicBezTo>
                        <a:pt x="3283" y="19305"/>
                        <a:pt x="-1787" y="5722"/>
                        <a:pt x="640" y="1365"/>
                      </a:cubicBezTo>
                      <a:cubicBezTo>
                        <a:pt x="3068" y="-2995"/>
                        <a:pt x="5983" y="4773"/>
                        <a:pt x="9030" y="1559"/>
                      </a:cubicBezTo>
                      <a:cubicBezTo>
                        <a:pt x="12077" y="-1658"/>
                        <a:pt x="9327" y="24039"/>
                        <a:pt x="5910" y="21520"/>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64" name="Google Shape;2064;p2"/>
                <p:cNvSpPr/>
                <p:nvPr/>
              </p:nvSpPr>
              <p:spPr>
                <a:xfrm>
                  <a:off x="6909538" y="878190"/>
                  <a:ext cx="22217" cy="45353"/>
                </a:xfrm>
                <a:custGeom>
                  <a:avLst/>
                  <a:gdLst/>
                  <a:ahLst/>
                  <a:cxnLst/>
                  <a:rect l="l" t="t" r="r" b="b"/>
                  <a:pathLst>
                    <a:path w="22217" h="45353" extrusionOk="0">
                      <a:moveTo>
                        <a:pt x="0" y="2821"/>
                      </a:moveTo>
                      <a:cubicBezTo>
                        <a:pt x="19287" y="-2332"/>
                        <a:pt x="20412" y="35485"/>
                        <a:pt x="11327" y="45354"/>
                      </a:cubicBezTo>
                      <a:cubicBezTo>
                        <a:pt x="21129" y="37220"/>
                        <a:pt x="28314" y="22444"/>
                        <a:pt x="14699" y="1943"/>
                      </a:cubicBezTo>
                      <a:cubicBezTo>
                        <a:pt x="9983" y="-1141"/>
                        <a:pt x="4716" y="-334"/>
                        <a:pt x="0" y="2821"/>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65" name="Google Shape;2065;p2"/>
              <p:cNvGrpSpPr/>
              <p:nvPr/>
            </p:nvGrpSpPr>
            <p:grpSpPr>
              <a:xfrm>
                <a:off x="7011233" y="1168525"/>
                <a:ext cx="36771" cy="50720"/>
                <a:chOff x="7011233" y="1168525"/>
                <a:chExt cx="36771" cy="50720"/>
              </a:xfrm>
            </p:grpSpPr>
            <p:sp>
              <p:nvSpPr>
                <p:cNvPr id="2066" name="Google Shape;2066;p2"/>
                <p:cNvSpPr/>
                <p:nvPr/>
              </p:nvSpPr>
              <p:spPr>
                <a:xfrm>
                  <a:off x="7011233" y="1168525"/>
                  <a:ext cx="36771" cy="50720"/>
                </a:xfrm>
                <a:custGeom>
                  <a:avLst/>
                  <a:gdLst/>
                  <a:ahLst/>
                  <a:cxnLst/>
                  <a:rect l="l" t="t" r="r" b="b"/>
                  <a:pathLst>
                    <a:path w="36771" h="50720" extrusionOk="0">
                      <a:moveTo>
                        <a:pt x="7973" y="50706"/>
                      </a:moveTo>
                      <a:cubicBezTo>
                        <a:pt x="-382" y="41479"/>
                        <a:pt x="-9962" y="12658"/>
                        <a:pt x="23765" y="0"/>
                      </a:cubicBezTo>
                      <a:cubicBezTo>
                        <a:pt x="45112" y="992"/>
                        <a:pt x="40410" y="51721"/>
                        <a:pt x="7973" y="50706"/>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67" name="Google Shape;2067;p2"/>
                <p:cNvSpPr/>
                <p:nvPr/>
              </p:nvSpPr>
              <p:spPr>
                <a:xfrm>
                  <a:off x="7021325" y="1198232"/>
                  <a:ext cx="16968" cy="18578"/>
                </a:xfrm>
                <a:custGeom>
                  <a:avLst/>
                  <a:gdLst/>
                  <a:ahLst/>
                  <a:cxnLst/>
                  <a:rect l="l" t="t" r="r" b="b"/>
                  <a:pathLst>
                    <a:path w="16968" h="18578" extrusionOk="0">
                      <a:moveTo>
                        <a:pt x="860" y="18579"/>
                      </a:moveTo>
                      <a:cubicBezTo>
                        <a:pt x="4287" y="18320"/>
                        <a:pt x="16350" y="10278"/>
                        <a:pt x="16933" y="5324"/>
                      </a:cubicBezTo>
                      <a:cubicBezTo>
                        <a:pt x="17518" y="371"/>
                        <a:pt x="10605" y="4959"/>
                        <a:pt x="10018" y="570"/>
                      </a:cubicBezTo>
                      <a:cubicBezTo>
                        <a:pt x="9433" y="-3822"/>
                        <a:pt x="-3385" y="18620"/>
                        <a:pt x="860" y="18579"/>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68" name="Google Shape;2068;p2"/>
                <p:cNvSpPr/>
                <p:nvPr/>
              </p:nvSpPr>
              <p:spPr>
                <a:xfrm>
                  <a:off x="7011236" y="1168525"/>
                  <a:ext cx="35164" cy="37165"/>
                </a:xfrm>
                <a:custGeom>
                  <a:avLst/>
                  <a:gdLst/>
                  <a:ahLst/>
                  <a:cxnLst/>
                  <a:rect l="l" t="t" r="r" b="b"/>
                  <a:pathLst>
                    <a:path w="35164" h="37165" extrusionOk="0">
                      <a:moveTo>
                        <a:pt x="35165" y="9318"/>
                      </a:moveTo>
                      <a:cubicBezTo>
                        <a:pt x="22548" y="-6152"/>
                        <a:pt x="-508" y="23845"/>
                        <a:pt x="1078" y="37166"/>
                      </a:cubicBezTo>
                      <a:cubicBezTo>
                        <a:pt x="-2104" y="24833"/>
                        <a:pt x="724" y="8646"/>
                        <a:pt x="23762" y="0"/>
                      </a:cubicBezTo>
                      <a:cubicBezTo>
                        <a:pt x="29393" y="261"/>
                        <a:pt x="33190" y="3998"/>
                        <a:pt x="35165" y="931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69" name="Google Shape;2069;p2"/>
              <p:cNvGrpSpPr/>
              <p:nvPr/>
            </p:nvGrpSpPr>
            <p:grpSpPr>
              <a:xfrm>
                <a:off x="7017172" y="1083091"/>
                <a:ext cx="36771" cy="50720"/>
                <a:chOff x="7017172" y="1083091"/>
                <a:chExt cx="36771" cy="50720"/>
              </a:xfrm>
            </p:grpSpPr>
            <p:sp>
              <p:nvSpPr>
                <p:cNvPr id="2070" name="Google Shape;2070;p2"/>
                <p:cNvSpPr/>
                <p:nvPr/>
              </p:nvSpPr>
              <p:spPr>
                <a:xfrm>
                  <a:off x="7017172" y="1083091"/>
                  <a:ext cx="36771" cy="50720"/>
                </a:xfrm>
                <a:custGeom>
                  <a:avLst/>
                  <a:gdLst/>
                  <a:ahLst/>
                  <a:cxnLst/>
                  <a:rect l="l" t="t" r="r" b="b"/>
                  <a:pathLst>
                    <a:path w="36771" h="50720" extrusionOk="0">
                      <a:moveTo>
                        <a:pt x="7973" y="50706"/>
                      </a:moveTo>
                      <a:cubicBezTo>
                        <a:pt x="-382" y="41479"/>
                        <a:pt x="-9962" y="12658"/>
                        <a:pt x="23765" y="0"/>
                      </a:cubicBezTo>
                      <a:cubicBezTo>
                        <a:pt x="45112" y="992"/>
                        <a:pt x="40410" y="51721"/>
                        <a:pt x="7973" y="50706"/>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71" name="Google Shape;2071;p2"/>
                <p:cNvSpPr/>
                <p:nvPr/>
              </p:nvSpPr>
              <p:spPr>
                <a:xfrm>
                  <a:off x="7027264" y="1112795"/>
                  <a:ext cx="16968" cy="18578"/>
                </a:xfrm>
                <a:custGeom>
                  <a:avLst/>
                  <a:gdLst/>
                  <a:ahLst/>
                  <a:cxnLst/>
                  <a:rect l="l" t="t" r="r" b="b"/>
                  <a:pathLst>
                    <a:path w="16968" h="18578" extrusionOk="0">
                      <a:moveTo>
                        <a:pt x="860" y="18578"/>
                      </a:moveTo>
                      <a:cubicBezTo>
                        <a:pt x="4287" y="18320"/>
                        <a:pt x="16350" y="10278"/>
                        <a:pt x="16933" y="5324"/>
                      </a:cubicBezTo>
                      <a:cubicBezTo>
                        <a:pt x="17518" y="368"/>
                        <a:pt x="10605" y="4958"/>
                        <a:pt x="10018" y="569"/>
                      </a:cubicBezTo>
                      <a:cubicBezTo>
                        <a:pt x="9433" y="-3820"/>
                        <a:pt x="-3385" y="18622"/>
                        <a:pt x="860" y="18578"/>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72" name="Google Shape;2072;p2"/>
                <p:cNvSpPr/>
                <p:nvPr/>
              </p:nvSpPr>
              <p:spPr>
                <a:xfrm>
                  <a:off x="7017177" y="1083091"/>
                  <a:ext cx="35164" cy="37165"/>
                </a:xfrm>
                <a:custGeom>
                  <a:avLst/>
                  <a:gdLst/>
                  <a:ahLst/>
                  <a:cxnLst/>
                  <a:rect l="l" t="t" r="r" b="b"/>
                  <a:pathLst>
                    <a:path w="35164" h="37165" extrusionOk="0">
                      <a:moveTo>
                        <a:pt x="35165" y="9318"/>
                      </a:moveTo>
                      <a:cubicBezTo>
                        <a:pt x="22548" y="-6152"/>
                        <a:pt x="-508" y="23845"/>
                        <a:pt x="1078" y="37166"/>
                      </a:cubicBezTo>
                      <a:cubicBezTo>
                        <a:pt x="-2104" y="24833"/>
                        <a:pt x="724" y="8646"/>
                        <a:pt x="23762" y="0"/>
                      </a:cubicBezTo>
                      <a:cubicBezTo>
                        <a:pt x="29390" y="261"/>
                        <a:pt x="33190" y="3998"/>
                        <a:pt x="35165" y="931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73" name="Google Shape;2073;p2"/>
              <p:cNvGrpSpPr/>
              <p:nvPr/>
            </p:nvGrpSpPr>
            <p:grpSpPr>
              <a:xfrm>
                <a:off x="7088248" y="1054198"/>
                <a:ext cx="36771" cy="50720"/>
                <a:chOff x="7088248" y="1054198"/>
                <a:chExt cx="36771" cy="50720"/>
              </a:xfrm>
            </p:grpSpPr>
            <p:sp>
              <p:nvSpPr>
                <p:cNvPr id="2074" name="Google Shape;2074;p2"/>
                <p:cNvSpPr/>
                <p:nvPr/>
              </p:nvSpPr>
              <p:spPr>
                <a:xfrm>
                  <a:off x="7088248" y="1054198"/>
                  <a:ext cx="36771" cy="50720"/>
                </a:xfrm>
                <a:custGeom>
                  <a:avLst/>
                  <a:gdLst/>
                  <a:ahLst/>
                  <a:cxnLst/>
                  <a:rect l="l" t="t" r="r" b="b"/>
                  <a:pathLst>
                    <a:path w="36771" h="50720" extrusionOk="0">
                      <a:moveTo>
                        <a:pt x="7974" y="50706"/>
                      </a:moveTo>
                      <a:cubicBezTo>
                        <a:pt x="-382" y="41480"/>
                        <a:pt x="-9962" y="12658"/>
                        <a:pt x="23765" y="0"/>
                      </a:cubicBezTo>
                      <a:cubicBezTo>
                        <a:pt x="45112" y="992"/>
                        <a:pt x="40410" y="51721"/>
                        <a:pt x="7974" y="50706"/>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75" name="Google Shape;2075;p2"/>
                <p:cNvSpPr/>
                <p:nvPr/>
              </p:nvSpPr>
              <p:spPr>
                <a:xfrm>
                  <a:off x="7098340" y="1083904"/>
                  <a:ext cx="16968" cy="18578"/>
                </a:xfrm>
                <a:custGeom>
                  <a:avLst/>
                  <a:gdLst/>
                  <a:ahLst/>
                  <a:cxnLst/>
                  <a:rect l="l" t="t" r="r" b="b"/>
                  <a:pathLst>
                    <a:path w="16968" h="18578" extrusionOk="0">
                      <a:moveTo>
                        <a:pt x="860" y="18579"/>
                      </a:moveTo>
                      <a:cubicBezTo>
                        <a:pt x="4287" y="18320"/>
                        <a:pt x="16350" y="10278"/>
                        <a:pt x="16933" y="5324"/>
                      </a:cubicBezTo>
                      <a:cubicBezTo>
                        <a:pt x="17518" y="368"/>
                        <a:pt x="10605" y="4959"/>
                        <a:pt x="10018" y="570"/>
                      </a:cubicBezTo>
                      <a:cubicBezTo>
                        <a:pt x="9433" y="-3822"/>
                        <a:pt x="-3385" y="18620"/>
                        <a:pt x="860" y="18579"/>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76" name="Google Shape;2076;p2"/>
                <p:cNvSpPr/>
                <p:nvPr/>
              </p:nvSpPr>
              <p:spPr>
                <a:xfrm>
                  <a:off x="7088251" y="1054198"/>
                  <a:ext cx="35164" cy="37165"/>
                </a:xfrm>
                <a:custGeom>
                  <a:avLst/>
                  <a:gdLst/>
                  <a:ahLst/>
                  <a:cxnLst/>
                  <a:rect l="l" t="t" r="r" b="b"/>
                  <a:pathLst>
                    <a:path w="35164" h="37165" extrusionOk="0">
                      <a:moveTo>
                        <a:pt x="35165" y="9318"/>
                      </a:moveTo>
                      <a:cubicBezTo>
                        <a:pt x="22548" y="-6152"/>
                        <a:pt x="-508" y="23845"/>
                        <a:pt x="1078" y="37166"/>
                      </a:cubicBezTo>
                      <a:cubicBezTo>
                        <a:pt x="-2104" y="24833"/>
                        <a:pt x="722" y="8646"/>
                        <a:pt x="23762" y="0"/>
                      </a:cubicBezTo>
                      <a:cubicBezTo>
                        <a:pt x="29393" y="261"/>
                        <a:pt x="33190" y="3998"/>
                        <a:pt x="35165" y="931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77" name="Google Shape;2077;p2"/>
              <p:cNvGrpSpPr/>
              <p:nvPr/>
            </p:nvGrpSpPr>
            <p:grpSpPr>
              <a:xfrm>
                <a:off x="7074831" y="1149103"/>
                <a:ext cx="42987" cy="42815"/>
                <a:chOff x="7074831" y="1149103"/>
                <a:chExt cx="42987" cy="42815"/>
              </a:xfrm>
            </p:grpSpPr>
            <p:sp>
              <p:nvSpPr>
                <p:cNvPr id="2078" name="Google Shape;2078;p2"/>
                <p:cNvSpPr/>
                <p:nvPr/>
              </p:nvSpPr>
              <p:spPr>
                <a:xfrm>
                  <a:off x="7074831" y="1149105"/>
                  <a:ext cx="42987" cy="42813"/>
                </a:xfrm>
                <a:custGeom>
                  <a:avLst/>
                  <a:gdLst/>
                  <a:ahLst/>
                  <a:cxnLst/>
                  <a:rect l="l" t="t" r="r" b="b"/>
                  <a:pathLst>
                    <a:path w="42987" h="42813" extrusionOk="0">
                      <a:moveTo>
                        <a:pt x="1325" y="40100"/>
                      </a:moveTo>
                      <a:cubicBezTo>
                        <a:pt x="-2591" y="28283"/>
                        <a:pt x="293" y="-1951"/>
                        <a:pt x="36261" y="99"/>
                      </a:cubicBezTo>
                      <a:cubicBezTo>
                        <a:pt x="55384" y="9632"/>
                        <a:pt x="30583" y="54136"/>
                        <a:pt x="1325" y="4010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79" name="Google Shape;2079;p2"/>
                <p:cNvSpPr/>
                <p:nvPr/>
              </p:nvSpPr>
              <p:spPr>
                <a:xfrm>
                  <a:off x="7079371" y="1174678"/>
                  <a:ext cx="21038" cy="13793"/>
                </a:xfrm>
                <a:custGeom>
                  <a:avLst/>
                  <a:gdLst/>
                  <a:ahLst/>
                  <a:cxnLst/>
                  <a:rect l="l" t="t" r="r" b="b"/>
                  <a:pathLst>
                    <a:path w="21038" h="13793" extrusionOk="0">
                      <a:moveTo>
                        <a:pt x="488" y="13514"/>
                      </a:moveTo>
                      <a:cubicBezTo>
                        <a:pt x="3727" y="14661"/>
                        <a:pt x="18010" y="12181"/>
                        <a:pt x="20547" y="7885"/>
                      </a:cubicBezTo>
                      <a:cubicBezTo>
                        <a:pt x="23085" y="3590"/>
                        <a:pt x="14908" y="4994"/>
                        <a:pt x="16145" y="742"/>
                      </a:cubicBezTo>
                      <a:cubicBezTo>
                        <a:pt x="17381" y="-3510"/>
                        <a:pt x="-3412" y="11836"/>
                        <a:pt x="488" y="13514"/>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80" name="Google Shape;2080;p2"/>
                <p:cNvSpPr/>
                <p:nvPr/>
              </p:nvSpPr>
              <p:spPr>
                <a:xfrm>
                  <a:off x="7075323" y="1149103"/>
                  <a:ext cx="42470" cy="24929"/>
                </a:xfrm>
                <a:custGeom>
                  <a:avLst/>
                  <a:gdLst/>
                  <a:ahLst/>
                  <a:cxnLst/>
                  <a:rect l="l" t="t" r="r" b="b"/>
                  <a:pathLst>
                    <a:path w="42470" h="24929" extrusionOk="0">
                      <a:moveTo>
                        <a:pt x="42433" y="13232"/>
                      </a:moveTo>
                      <a:cubicBezTo>
                        <a:pt x="37143" y="-6016"/>
                        <a:pt x="3932" y="12105"/>
                        <a:pt x="0" y="24930"/>
                      </a:cubicBezTo>
                      <a:cubicBezTo>
                        <a:pt x="2073" y="12364"/>
                        <a:pt x="11199" y="-1300"/>
                        <a:pt x="35767" y="99"/>
                      </a:cubicBezTo>
                      <a:cubicBezTo>
                        <a:pt x="40812" y="2616"/>
                        <a:pt x="42775" y="7570"/>
                        <a:pt x="42433" y="13232"/>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81" name="Google Shape;2081;p2"/>
              <p:cNvGrpSpPr/>
              <p:nvPr/>
            </p:nvGrpSpPr>
            <p:grpSpPr>
              <a:xfrm>
                <a:off x="7137332" y="1132389"/>
                <a:ext cx="42987" cy="42816"/>
                <a:chOff x="7137332" y="1132389"/>
                <a:chExt cx="42987" cy="42816"/>
              </a:xfrm>
            </p:grpSpPr>
            <p:sp>
              <p:nvSpPr>
                <p:cNvPr id="2082" name="Google Shape;2082;p2"/>
                <p:cNvSpPr/>
                <p:nvPr/>
              </p:nvSpPr>
              <p:spPr>
                <a:xfrm>
                  <a:off x="7137332" y="1132392"/>
                  <a:ext cx="42987" cy="42813"/>
                </a:xfrm>
                <a:custGeom>
                  <a:avLst/>
                  <a:gdLst/>
                  <a:ahLst/>
                  <a:cxnLst/>
                  <a:rect l="l" t="t" r="r" b="b"/>
                  <a:pathLst>
                    <a:path w="42987" h="42813" extrusionOk="0">
                      <a:moveTo>
                        <a:pt x="1325" y="40100"/>
                      </a:moveTo>
                      <a:cubicBezTo>
                        <a:pt x="-2591" y="28283"/>
                        <a:pt x="293" y="-1951"/>
                        <a:pt x="36261" y="99"/>
                      </a:cubicBezTo>
                      <a:cubicBezTo>
                        <a:pt x="55384" y="9632"/>
                        <a:pt x="30583" y="54136"/>
                        <a:pt x="1325" y="4010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83" name="Google Shape;2083;p2"/>
                <p:cNvSpPr/>
                <p:nvPr/>
              </p:nvSpPr>
              <p:spPr>
                <a:xfrm>
                  <a:off x="7141872" y="1157966"/>
                  <a:ext cx="21039" cy="13793"/>
                </a:xfrm>
                <a:custGeom>
                  <a:avLst/>
                  <a:gdLst/>
                  <a:ahLst/>
                  <a:cxnLst/>
                  <a:rect l="l" t="t" r="r" b="b"/>
                  <a:pathLst>
                    <a:path w="21039" h="13793" extrusionOk="0">
                      <a:moveTo>
                        <a:pt x="488" y="13513"/>
                      </a:moveTo>
                      <a:cubicBezTo>
                        <a:pt x="3727" y="14661"/>
                        <a:pt x="18010" y="12181"/>
                        <a:pt x="20548" y="7885"/>
                      </a:cubicBezTo>
                      <a:cubicBezTo>
                        <a:pt x="23085" y="3590"/>
                        <a:pt x="14908" y="4996"/>
                        <a:pt x="16145" y="741"/>
                      </a:cubicBezTo>
                      <a:cubicBezTo>
                        <a:pt x="17382" y="-3510"/>
                        <a:pt x="-3412" y="11838"/>
                        <a:pt x="488" y="1351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84" name="Google Shape;2084;p2"/>
                <p:cNvSpPr/>
                <p:nvPr/>
              </p:nvSpPr>
              <p:spPr>
                <a:xfrm>
                  <a:off x="7137825" y="1132389"/>
                  <a:ext cx="42470" cy="24929"/>
                </a:xfrm>
                <a:custGeom>
                  <a:avLst/>
                  <a:gdLst/>
                  <a:ahLst/>
                  <a:cxnLst/>
                  <a:rect l="l" t="t" r="r" b="b"/>
                  <a:pathLst>
                    <a:path w="42470" h="24929" extrusionOk="0">
                      <a:moveTo>
                        <a:pt x="42433" y="13233"/>
                      </a:moveTo>
                      <a:cubicBezTo>
                        <a:pt x="37143" y="-6018"/>
                        <a:pt x="3932" y="12105"/>
                        <a:pt x="0" y="24930"/>
                      </a:cubicBezTo>
                      <a:cubicBezTo>
                        <a:pt x="2073" y="12362"/>
                        <a:pt x="11199" y="-1302"/>
                        <a:pt x="35767" y="99"/>
                      </a:cubicBezTo>
                      <a:cubicBezTo>
                        <a:pt x="40812" y="2616"/>
                        <a:pt x="42776" y="7568"/>
                        <a:pt x="42433" y="13233"/>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85" name="Google Shape;2085;p2"/>
              <p:cNvGrpSpPr/>
              <p:nvPr/>
            </p:nvGrpSpPr>
            <p:grpSpPr>
              <a:xfrm>
                <a:off x="7137332" y="1132392"/>
                <a:ext cx="42987" cy="42813"/>
                <a:chOff x="7137332" y="1132392"/>
                <a:chExt cx="42987" cy="42813"/>
              </a:xfrm>
            </p:grpSpPr>
            <p:sp>
              <p:nvSpPr>
                <p:cNvPr id="2086" name="Google Shape;2086;p2"/>
                <p:cNvSpPr/>
                <p:nvPr/>
              </p:nvSpPr>
              <p:spPr>
                <a:xfrm>
                  <a:off x="7137332" y="1132392"/>
                  <a:ext cx="42987" cy="42813"/>
                </a:xfrm>
                <a:custGeom>
                  <a:avLst/>
                  <a:gdLst/>
                  <a:ahLst/>
                  <a:cxnLst/>
                  <a:rect l="l" t="t" r="r" b="b"/>
                  <a:pathLst>
                    <a:path w="42987" h="42813" extrusionOk="0">
                      <a:moveTo>
                        <a:pt x="1325" y="40100"/>
                      </a:moveTo>
                      <a:cubicBezTo>
                        <a:pt x="-2591" y="28283"/>
                        <a:pt x="293" y="-1951"/>
                        <a:pt x="36261" y="99"/>
                      </a:cubicBezTo>
                      <a:cubicBezTo>
                        <a:pt x="55384" y="9632"/>
                        <a:pt x="30583" y="54136"/>
                        <a:pt x="1325" y="40100"/>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87" name="Google Shape;2087;p2"/>
                <p:cNvSpPr/>
                <p:nvPr/>
              </p:nvSpPr>
              <p:spPr>
                <a:xfrm>
                  <a:off x="7141872" y="1157966"/>
                  <a:ext cx="21039" cy="13793"/>
                </a:xfrm>
                <a:custGeom>
                  <a:avLst/>
                  <a:gdLst/>
                  <a:ahLst/>
                  <a:cxnLst/>
                  <a:rect l="l" t="t" r="r" b="b"/>
                  <a:pathLst>
                    <a:path w="21039" h="13793" extrusionOk="0">
                      <a:moveTo>
                        <a:pt x="488" y="13513"/>
                      </a:moveTo>
                      <a:cubicBezTo>
                        <a:pt x="3727" y="14661"/>
                        <a:pt x="18010" y="12181"/>
                        <a:pt x="20548" y="7885"/>
                      </a:cubicBezTo>
                      <a:cubicBezTo>
                        <a:pt x="23085" y="3590"/>
                        <a:pt x="14908" y="4996"/>
                        <a:pt x="16145" y="741"/>
                      </a:cubicBezTo>
                      <a:cubicBezTo>
                        <a:pt x="17382" y="-3510"/>
                        <a:pt x="-3412" y="11838"/>
                        <a:pt x="488" y="13513"/>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88" name="Google Shape;2088;p2"/>
              <p:cNvGrpSpPr/>
              <p:nvPr/>
            </p:nvGrpSpPr>
            <p:grpSpPr>
              <a:xfrm>
                <a:off x="7164723" y="1072072"/>
                <a:ext cx="28415" cy="38774"/>
                <a:chOff x="7164723" y="1072072"/>
                <a:chExt cx="28415" cy="38774"/>
              </a:xfrm>
            </p:grpSpPr>
            <p:sp>
              <p:nvSpPr>
                <p:cNvPr id="2089" name="Google Shape;2089;p2"/>
                <p:cNvSpPr/>
                <p:nvPr/>
              </p:nvSpPr>
              <p:spPr>
                <a:xfrm>
                  <a:off x="7164723" y="1072072"/>
                  <a:ext cx="28415" cy="38774"/>
                </a:xfrm>
                <a:custGeom>
                  <a:avLst/>
                  <a:gdLst/>
                  <a:ahLst/>
                  <a:cxnLst/>
                  <a:rect l="l" t="t" r="r" b="b"/>
                  <a:pathLst>
                    <a:path w="28415" h="38774" extrusionOk="0">
                      <a:moveTo>
                        <a:pt x="5817" y="38745"/>
                      </a:moveTo>
                      <a:cubicBezTo>
                        <a:pt x="-472" y="31533"/>
                        <a:pt x="-7417" y="9242"/>
                        <a:pt x="18689" y="0"/>
                      </a:cubicBezTo>
                      <a:cubicBezTo>
                        <a:pt x="35080" y="1072"/>
                        <a:pt x="30732" y="39996"/>
                        <a:pt x="5817" y="38745"/>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90" name="Google Shape;2090;p2"/>
                <p:cNvSpPr/>
                <p:nvPr/>
              </p:nvSpPr>
              <p:spPr>
                <a:xfrm>
                  <a:off x="7172219" y="1094845"/>
                  <a:ext cx="13224" cy="14154"/>
                </a:xfrm>
                <a:custGeom>
                  <a:avLst/>
                  <a:gdLst/>
                  <a:ahLst/>
                  <a:cxnLst/>
                  <a:rect l="l" t="t" r="r" b="b"/>
                  <a:pathLst>
                    <a:path w="13224" h="14154" extrusionOk="0">
                      <a:moveTo>
                        <a:pt x="644" y="14155"/>
                      </a:moveTo>
                      <a:cubicBezTo>
                        <a:pt x="3282" y="14006"/>
                        <a:pt x="12668" y="8001"/>
                        <a:pt x="13189" y="4199"/>
                      </a:cubicBezTo>
                      <a:cubicBezTo>
                        <a:pt x="13710" y="400"/>
                        <a:pt x="8332" y="3827"/>
                        <a:pt x="7943" y="443"/>
                      </a:cubicBezTo>
                      <a:cubicBezTo>
                        <a:pt x="7559" y="-2938"/>
                        <a:pt x="-2618" y="14125"/>
                        <a:pt x="644" y="14155"/>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91" name="Google Shape;2091;p2"/>
                <p:cNvSpPr/>
                <p:nvPr/>
              </p:nvSpPr>
              <p:spPr>
                <a:xfrm>
                  <a:off x="7164726" y="1072074"/>
                  <a:ext cx="27316" cy="28236"/>
                </a:xfrm>
                <a:custGeom>
                  <a:avLst/>
                  <a:gdLst/>
                  <a:ahLst/>
                  <a:cxnLst/>
                  <a:rect l="l" t="t" r="r" b="b"/>
                  <a:pathLst>
                    <a:path w="27316" h="28236" extrusionOk="0">
                      <a:moveTo>
                        <a:pt x="27316" y="7327"/>
                      </a:moveTo>
                      <a:cubicBezTo>
                        <a:pt x="17843" y="-4746"/>
                        <a:pt x="-313" y="17975"/>
                        <a:pt x="714" y="28237"/>
                      </a:cubicBezTo>
                      <a:cubicBezTo>
                        <a:pt x="-1554" y="18711"/>
                        <a:pt x="853" y="6312"/>
                        <a:pt x="18686" y="0"/>
                      </a:cubicBezTo>
                      <a:cubicBezTo>
                        <a:pt x="23009" y="281"/>
                        <a:pt x="25874" y="3210"/>
                        <a:pt x="27316" y="732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92" name="Google Shape;2092;p2"/>
              <p:cNvGrpSpPr/>
              <p:nvPr/>
            </p:nvGrpSpPr>
            <p:grpSpPr>
              <a:xfrm>
                <a:off x="7120443" y="1088728"/>
                <a:ext cx="28416" cy="38774"/>
                <a:chOff x="7120443" y="1088728"/>
                <a:chExt cx="28416" cy="38774"/>
              </a:xfrm>
            </p:grpSpPr>
            <p:sp>
              <p:nvSpPr>
                <p:cNvPr id="2093" name="Google Shape;2093;p2"/>
                <p:cNvSpPr/>
                <p:nvPr/>
              </p:nvSpPr>
              <p:spPr>
                <a:xfrm>
                  <a:off x="7120443" y="1088730"/>
                  <a:ext cx="28416" cy="38772"/>
                </a:xfrm>
                <a:custGeom>
                  <a:avLst/>
                  <a:gdLst/>
                  <a:ahLst/>
                  <a:cxnLst/>
                  <a:rect l="l" t="t" r="r" b="b"/>
                  <a:pathLst>
                    <a:path w="28416" h="38772" extrusionOk="0">
                      <a:moveTo>
                        <a:pt x="5817" y="38743"/>
                      </a:moveTo>
                      <a:cubicBezTo>
                        <a:pt x="-472" y="31531"/>
                        <a:pt x="-7417" y="9240"/>
                        <a:pt x="18689" y="0"/>
                      </a:cubicBezTo>
                      <a:cubicBezTo>
                        <a:pt x="35082" y="1070"/>
                        <a:pt x="30732" y="39994"/>
                        <a:pt x="5817" y="3874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94" name="Google Shape;2094;p2"/>
                <p:cNvSpPr/>
                <p:nvPr/>
              </p:nvSpPr>
              <p:spPr>
                <a:xfrm>
                  <a:off x="7127941" y="1111499"/>
                  <a:ext cx="13225" cy="14154"/>
                </a:xfrm>
                <a:custGeom>
                  <a:avLst/>
                  <a:gdLst/>
                  <a:ahLst/>
                  <a:cxnLst/>
                  <a:rect l="l" t="t" r="r" b="b"/>
                  <a:pathLst>
                    <a:path w="13225" h="14154" extrusionOk="0">
                      <a:moveTo>
                        <a:pt x="644" y="14154"/>
                      </a:moveTo>
                      <a:cubicBezTo>
                        <a:pt x="3282" y="14006"/>
                        <a:pt x="12668" y="8000"/>
                        <a:pt x="13190" y="4199"/>
                      </a:cubicBezTo>
                      <a:cubicBezTo>
                        <a:pt x="13711" y="399"/>
                        <a:pt x="8332" y="3826"/>
                        <a:pt x="7943" y="443"/>
                      </a:cubicBezTo>
                      <a:cubicBezTo>
                        <a:pt x="7557" y="-2936"/>
                        <a:pt x="-2618" y="14125"/>
                        <a:pt x="644" y="14154"/>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95" name="Google Shape;2095;p2"/>
                <p:cNvSpPr/>
                <p:nvPr/>
              </p:nvSpPr>
              <p:spPr>
                <a:xfrm>
                  <a:off x="7120446" y="1088728"/>
                  <a:ext cx="27316" cy="28236"/>
                </a:xfrm>
                <a:custGeom>
                  <a:avLst/>
                  <a:gdLst/>
                  <a:ahLst/>
                  <a:cxnLst/>
                  <a:rect l="l" t="t" r="r" b="b"/>
                  <a:pathLst>
                    <a:path w="27316" h="28236" extrusionOk="0">
                      <a:moveTo>
                        <a:pt x="27316" y="7327"/>
                      </a:moveTo>
                      <a:cubicBezTo>
                        <a:pt x="17843" y="-4746"/>
                        <a:pt x="-313" y="17975"/>
                        <a:pt x="714" y="28237"/>
                      </a:cubicBezTo>
                      <a:cubicBezTo>
                        <a:pt x="-1554" y="18711"/>
                        <a:pt x="853" y="6312"/>
                        <a:pt x="18686" y="0"/>
                      </a:cubicBezTo>
                      <a:cubicBezTo>
                        <a:pt x="23009" y="283"/>
                        <a:pt x="25876" y="3212"/>
                        <a:pt x="27316" y="732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096" name="Google Shape;2096;p2"/>
              <p:cNvGrpSpPr/>
              <p:nvPr/>
            </p:nvGrpSpPr>
            <p:grpSpPr>
              <a:xfrm>
                <a:off x="7147784" y="989129"/>
                <a:ext cx="27604" cy="40014"/>
                <a:chOff x="7147784" y="989129"/>
                <a:chExt cx="27604" cy="40014"/>
              </a:xfrm>
            </p:grpSpPr>
            <p:sp>
              <p:nvSpPr>
                <p:cNvPr id="2097" name="Google Shape;2097;p2"/>
                <p:cNvSpPr/>
                <p:nvPr/>
              </p:nvSpPr>
              <p:spPr>
                <a:xfrm>
                  <a:off x="7147784" y="989131"/>
                  <a:ext cx="27604" cy="40012"/>
                </a:xfrm>
                <a:custGeom>
                  <a:avLst/>
                  <a:gdLst/>
                  <a:ahLst/>
                  <a:cxnLst/>
                  <a:rect l="l" t="t" r="r" b="b"/>
                  <a:pathLst>
                    <a:path w="27604" h="40012" extrusionOk="0">
                      <a:moveTo>
                        <a:pt x="7886" y="40013"/>
                      </a:moveTo>
                      <a:cubicBezTo>
                        <a:pt x="786" y="33598"/>
                        <a:pt x="-8756" y="12288"/>
                        <a:pt x="16070" y="15"/>
                      </a:cubicBezTo>
                      <a:cubicBezTo>
                        <a:pt x="32474" y="-868"/>
                        <a:pt x="32773" y="38298"/>
                        <a:pt x="7886" y="4001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98" name="Google Shape;2098;p2"/>
                <p:cNvSpPr/>
                <p:nvPr/>
              </p:nvSpPr>
              <p:spPr>
                <a:xfrm>
                  <a:off x="7156997" y="1012177"/>
                  <a:ext cx="12041" cy="14888"/>
                </a:xfrm>
                <a:custGeom>
                  <a:avLst/>
                  <a:gdLst/>
                  <a:ahLst/>
                  <a:cxnLst/>
                  <a:rect l="l" t="t" r="r" b="b"/>
                  <a:pathLst>
                    <a:path w="12041" h="14888" extrusionOk="0">
                      <a:moveTo>
                        <a:pt x="764" y="14884"/>
                      </a:moveTo>
                      <a:cubicBezTo>
                        <a:pt x="3366" y="14422"/>
                        <a:pt x="11975" y="7347"/>
                        <a:pt x="12041" y="3511"/>
                      </a:cubicBezTo>
                      <a:cubicBezTo>
                        <a:pt x="12107" y="-325"/>
                        <a:pt x="7174" y="3717"/>
                        <a:pt x="6388" y="404"/>
                      </a:cubicBezTo>
                      <a:cubicBezTo>
                        <a:pt x="5602" y="-2908"/>
                        <a:pt x="-2480" y="15243"/>
                        <a:pt x="764" y="14884"/>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099" name="Google Shape;2099;p2"/>
                <p:cNvSpPr/>
                <p:nvPr/>
              </p:nvSpPr>
              <p:spPr>
                <a:xfrm>
                  <a:off x="7147786" y="989129"/>
                  <a:ext cx="25505" cy="30185"/>
                </a:xfrm>
                <a:custGeom>
                  <a:avLst/>
                  <a:gdLst/>
                  <a:ahLst/>
                  <a:cxnLst/>
                  <a:rect l="l" t="t" r="r" b="b"/>
                  <a:pathLst>
                    <a:path w="25505" h="30185" extrusionOk="0">
                      <a:moveTo>
                        <a:pt x="25506" y="6267"/>
                      </a:moveTo>
                      <a:cubicBezTo>
                        <a:pt x="14668" y="-4596"/>
                        <a:pt x="-664" y="20117"/>
                        <a:pt x="1571" y="30185"/>
                      </a:cubicBezTo>
                      <a:cubicBezTo>
                        <a:pt x="-1810" y="20995"/>
                        <a:pt x="-891" y="8397"/>
                        <a:pt x="16067" y="14"/>
                      </a:cubicBezTo>
                      <a:cubicBezTo>
                        <a:pt x="20394" y="-217"/>
                        <a:pt x="23585" y="2351"/>
                        <a:pt x="25506" y="626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00" name="Google Shape;2100;p2"/>
              <p:cNvGrpSpPr/>
              <p:nvPr/>
            </p:nvGrpSpPr>
            <p:grpSpPr>
              <a:xfrm>
                <a:off x="7085735" y="953227"/>
                <a:ext cx="27604" cy="40012"/>
                <a:chOff x="7085735" y="953227"/>
                <a:chExt cx="27604" cy="40012"/>
              </a:xfrm>
            </p:grpSpPr>
            <p:sp>
              <p:nvSpPr>
                <p:cNvPr id="2101" name="Google Shape;2101;p2"/>
                <p:cNvSpPr/>
                <p:nvPr/>
              </p:nvSpPr>
              <p:spPr>
                <a:xfrm>
                  <a:off x="7085735" y="953227"/>
                  <a:ext cx="27604" cy="40012"/>
                </a:xfrm>
                <a:custGeom>
                  <a:avLst/>
                  <a:gdLst/>
                  <a:ahLst/>
                  <a:cxnLst/>
                  <a:rect l="l" t="t" r="r" b="b"/>
                  <a:pathLst>
                    <a:path w="27604" h="40012" extrusionOk="0">
                      <a:moveTo>
                        <a:pt x="7885" y="40013"/>
                      </a:moveTo>
                      <a:cubicBezTo>
                        <a:pt x="785" y="33598"/>
                        <a:pt x="-8757" y="12288"/>
                        <a:pt x="16072" y="15"/>
                      </a:cubicBezTo>
                      <a:cubicBezTo>
                        <a:pt x="32474" y="-865"/>
                        <a:pt x="32773" y="38298"/>
                        <a:pt x="7885" y="4001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02" name="Google Shape;2102;p2"/>
                <p:cNvSpPr/>
                <p:nvPr/>
              </p:nvSpPr>
              <p:spPr>
                <a:xfrm>
                  <a:off x="7094948" y="976276"/>
                  <a:ext cx="12041" cy="14888"/>
                </a:xfrm>
                <a:custGeom>
                  <a:avLst/>
                  <a:gdLst/>
                  <a:ahLst/>
                  <a:cxnLst/>
                  <a:rect l="l" t="t" r="r" b="b"/>
                  <a:pathLst>
                    <a:path w="12041" h="14888" extrusionOk="0">
                      <a:moveTo>
                        <a:pt x="764" y="14884"/>
                      </a:moveTo>
                      <a:cubicBezTo>
                        <a:pt x="3366" y="14422"/>
                        <a:pt x="11975" y="7347"/>
                        <a:pt x="12041" y="3511"/>
                      </a:cubicBezTo>
                      <a:cubicBezTo>
                        <a:pt x="12108" y="-325"/>
                        <a:pt x="7174" y="3717"/>
                        <a:pt x="6388" y="404"/>
                      </a:cubicBezTo>
                      <a:cubicBezTo>
                        <a:pt x="5601" y="-2908"/>
                        <a:pt x="-2479" y="15243"/>
                        <a:pt x="764" y="14884"/>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03" name="Google Shape;2103;p2"/>
                <p:cNvSpPr/>
                <p:nvPr/>
              </p:nvSpPr>
              <p:spPr>
                <a:xfrm>
                  <a:off x="7085737" y="953227"/>
                  <a:ext cx="25505" cy="30185"/>
                </a:xfrm>
                <a:custGeom>
                  <a:avLst/>
                  <a:gdLst/>
                  <a:ahLst/>
                  <a:cxnLst/>
                  <a:rect l="l" t="t" r="r" b="b"/>
                  <a:pathLst>
                    <a:path w="25505" h="30185" extrusionOk="0">
                      <a:moveTo>
                        <a:pt x="25506" y="6267"/>
                      </a:moveTo>
                      <a:cubicBezTo>
                        <a:pt x="14668" y="-4596"/>
                        <a:pt x="-664" y="20120"/>
                        <a:pt x="1571" y="30185"/>
                      </a:cubicBezTo>
                      <a:cubicBezTo>
                        <a:pt x="-1810" y="20995"/>
                        <a:pt x="-891" y="8397"/>
                        <a:pt x="16067" y="14"/>
                      </a:cubicBezTo>
                      <a:cubicBezTo>
                        <a:pt x="20394" y="-216"/>
                        <a:pt x="23585" y="2351"/>
                        <a:pt x="25506" y="626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2104" name="Google Shape;2104;p2"/>
              <p:cNvSpPr/>
              <p:nvPr/>
            </p:nvSpPr>
            <p:spPr>
              <a:xfrm>
                <a:off x="6805112" y="963766"/>
                <a:ext cx="142588" cy="219721"/>
              </a:xfrm>
              <a:custGeom>
                <a:avLst/>
                <a:gdLst/>
                <a:ahLst/>
                <a:cxnLst/>
                <a:rect l="l" t="t" r="r" b="b"/>
                <a:pathLst>
                  <a:path w="142588" h="219721" extrusionOk="0">
                    <a:moveTo>
                      <a:pt x="84415" y="219313"/>
                    </a:moveTo>
                    <a:cubicBezTo>
                      <a:pt x="94848" y="222213"/>
                      <a:pt x="82917" y="209439"/>
                      <a:pt x="100936" y="188781"/>
                    </a:cubicBezTo>
                    <a:cubicBezTo>
                      <a:pt x="118956" y="168122"/>
                      <a:pt x="141091" y="154749"/>
                      <a:pt x="142358" y="126213"/>
                    </a:cubicBezTo>
                    <a:cubicBezTo>
                      <a:pt x="143624" y="97677"/>
                      <a:pt x="140371" y="76801"/>
                      <a:pt x="114757" y="77247"/>
                    </a:cubicBezTo>
                    <a:cubicBezTo>
                      <a:pt x="89142" y="77693"/>
                      <a:pt x="84234" y="104292"/>
                      <a:pt x="84234" y="104292"/>
                    </a:cubicBezTo>
                    <a:cubicBezTo>
                      <a:pt x="84234" y="104292"/>
                      <a:pt x="97573" y="85641"/>
                      <a:pt x="106886" y="84388"/>
                    </a:cubicBezTo>
                    <a:cubicBezTo>
                      <a:pt x="116199" y="83136"/>
                      <a:pt x="138792" y="98472"/>
                      <a:pt x="132601" y="121037"/>
                    </a:cubicBezTo>
                    <a:cubicBezTo>
                      <a:pt x="126411" y="143602"/>
                      <a:pt x="107032" y="161262"/>
                      <a:pt x="96300" y="149843"/>
                    </a:cubicBezTo>
                    <a:cubicBezTo>
                      <a:pt x="85567" y="138425"/>
                      <a:pt x="75918" y="100415"/>
                      <a:pt x="61632" y="104736"/>
                    </a:cubicBezTo>
                    <a:cubicBezTo>
                      <a:pt x="47347" y="109056"/>
                      <a:pt x="41106" y="113743"/>
                      <a:pt x="30179" y="90558"/>
                    </a:cubicBezTo>
                    <a:cubicBezTo>
                      <a:pt x="19252" y="67374"/>
                      <a:pt x="16792" y="44692"/>
                      <a:pt x="23936" y="34087"/>
                    </a:cubicBezTo>
                    <a:cubicBezTo>
                      <a:pt x="31082" y="23482"/>
                      <a:pt x="60882" y="-8188"/>
                      <a:pt x="71288" y="39690"/>
                    </a:cubicBezTo>
                    <a:cubicBezTo>
                      <a:pt x="62412" y="-1817"/>
                      <a:pt x="47050" y="-6908"/>
                      <a:pt x="27964" y="6824"/>
                    </a:cubicBezTo>
                    <a:cubicBezTo>
                      <a:pt x="8878" y="20556"/>
                      <a:pt x="12444" y="72165"/>
                      <a:pt x="3449" y="58438"/>
                    </a:cubicBezTo>
                    <a:cubicBezTo>
                      <a:pt x="-5546" y="44710"/>
                      <a:pt x="4832" y="106800"/>
                      <a:pt x="14271" y="105760"/>
                    </a:cubicBezTo>
                    <a:cubicBezTo>
                      <a:pt x="23708" y="104720"/>
                      <a:pt x="29299" y="96285"/>
                      <a:pt x="39664" y="117515"/>
                    </a:cubicBezTo>
                    <a:cubicBezTo>
                      <a:pt x="50029" y="138745"/>
                      <a:pt x="32655" y="151956"/>
                      <a:pt x="35842" y="166012"/>
                    </a:cubicBezTo>
                    <a:cubicBezTo>
                      <a:pt x="39028" y="180069"/>
                      <a:pt x="40235" y="205025"/>
                      <a:pt x="49747" y="210937"/>
                    </a:cubicBezTo>
                    <a:cubicBezTo>
                      <a:pt x="59259" y="216848"/>
                      <a:pt x="48300" y="197202"/>
                      <a:pt x="44355" y="178466"/>
                    </a:cubicBezTo>
                    <a:cubicBezTo>
                      <a:pt x="40409" y="159728"/>
                      <a:pt x="48410" y="136548"/>
                      <a:pt x="58402" y="131167"/>
                    </a:cubicBezTo>
                    <a:cubicBezTo>
                      <a:pt x="68394" y="125785"/>
                      <a:pt x="92212" y="148904"/>
                      <a:pt x="91389" y="160773"/>
                    </a:cubicBezTo>
                    <a:cubicBezTo>
                      <a:pt x="90564" y="172639"/>
                      <a:pt x="65137" y="213079"/>
                      <a:pt x="84415" y="219313"/>
                    </a:cubicBezTo>
                    <a:close/>
                  </a:path>
                </a:pathLst>
              </a:custGeom>
              <a:solidFill>
                <a:srgbClr val="737373"/>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05" name="Google Shape;2105;p2"/>
              <p:cNvSpPr/>
              <p:nvPr/>
            </p:nvSpPr>
            <p:spPr>
              <a:xfrm>
                <a:off x="6743103" y="1021965"/>
                <a:ext cx="62260" cy="85042"/>
              </a:xfrm>
              <a:custGeom>
                <a:avLst/>
                <a:gdLst/>
                <a:ahLst/>
                <a:cxnLst/>
                <a:rect l="l" t="t" r="r" b="b"/>
                <a:pathLst>
                  <a:path w="62260" h="85042" extrusionOk="0">
                    <a:moveTo>
                      <a:pt x="12948" y="61517"/>
                    </a:moveTo>
                    <a:cubicBezTo>
                      <a:pt x="-5934" y="50901"/>
                      <a:pt x="-1588" y="3238"/>
                      <a:pt x="9645" y="222"/>
                    </a:cubicBezTo>
                    <a:cubicBezTo>
                      <a:pt x="20879" y="-2793"/>
                      <a:pt x="5119" y="25487"/>
                      <a:pt x="19928" y="46896"/>
                    </a:cubicBezTo>
                    <a:cubicBezTo>
                      <a:pt x="34736" y="68304"/>
                      <a:pt x="49979" y="69772"/>
                      <a:pt x="58076" y="62072"/>
                    </a:cubicBezTo>
                    <a:cubicBezTo>
                      <a:pt x="66171" y="54373"/>
                      <a:pt x="62363" y="90986"/>
                      <a:pt x="48023" y="84199"/>
                    </a:cubicBezTo>
                    <a:cubicBezTo>
                      <a:pt x="33682" y="77411"/>
                      <a:pt x="12948" y="61517"/>
                      <a:pt x="12948" y="61517"/>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06" name="Google Shape;2106;p2"/>
              <p:cNvSpPr/>
              <p:nvPr/>
            </p:nvSpPr>
            <p:spPr>
              <a:xfrm>
                <a:off x="6762205" y="947881"/>
                <a:ext cx="41708" cy="62055"/>
              </a:xfrm>
              <a:custGeom>
                <a:avLst/>
                <a:gdLst/>
                <a:ahLst/>
                <a:cxnLst/>
                <a:rect l="l" t="t" r="r" b="b"/>
                <a:pathLst>
                  <a:path w="41708" h="62055" extrusionOk="0">
                    <a:moveTo>
                      <a:pt x="33874" y="62056"/>
                    </a:moveTo>
                    <a:cubicBezTo>
                      <a:pt x="43775" y="46607"/>
                      <a:pt x="24273" y="-3137"/>
                      <a:pt x="0" y="8607"/>
                    </a:cubicBezTo>
                    <a:cubicBezTo>
                      <a:pt x="11400" y="-12525"/>
                      <a:pt x="60570" y="5244"/>
                      <a:pt x="33874" y="62056"/>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07" name="Google Shape;2107;p2"/>
              <p:cNvSpPr/>
              <p:nvPr/>
            </p:nvSpPr>
            <p:spPr>
              <a:xfrm>
                <a:off x="6918514" y="1214264"/>
                <a:ext cx="27337" cy="56400"/>
              </a:xfrm>
              <a:custGeom>
                <a:avLst/>
                <a:gdLst/>
                <a:ahLst/>
                <a:cxnLst/>
                <a:rect l="l" t="t" r="r" b="b"/>
                <a:pathLst>
                  <a:path w="27337" h="56400" extrusionOk="0">
                    <a:moveTo>
                      <a:pt x="19112" y="56400"/>
                    </a:moveTo>
                    <a:cubicBezTo>
                      <a:pt x="6445" y="38066"/>
                      <a:pt x="10128" y="6460"/>
                      <a:pt x="27337" y="0"/>
                    </a:cubicBezTo>
                    <a:cubicBezTo>
                      <a:pt x="-7703" y="974"/>
                      <a:pt x="-7518" y="25807"/>
                      <a:pt x="19112" y="5640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08" name="Google Shape;2108;p2"/>
              <p:cNvSpPr/>
              <p:nvPr/>
            </p:nvSpPr>
            <p:spPr>
              <a:xfrm>
                <a:off x="6993654" y="1233811"/>
                <a:ext cx="70289" cy="80531"/>
              </a:xfrm>
              <a:custGeom>
                <a:avLst/>
                <a:gdLst/>
                <a:ahLst/>
                <a:cxnLst/>
                <a:rect l="l" t="t" r="r" b="b"/>
                <a:pathLst>
                  <a:path w="70289" h="80531" extrusionOk="0">
                    <a:moveTo>
                      <a:pt x="70290" y="80531"/>
                    </a:moveTo>
                    <a:cubicBezTo>
                      <a:pt x="17762" y="42383"/>
                      <a:pt x="10323" y="0"/>
                      <a:pt x="10323" y="0"/>
                    </a:cubicBezTo>
                    <a:cubicBezTo>
                      <a:pt x="10323" y="0"/>
                      <a:pt x="-36793" y="11318"/>
                      <a:pt x="70290" y="80531"/>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2109" name="Google Shape;2109;p2"/>
              <p:cNvGrpSpPr/>
              <p:nvPr/>
            </p:nvGrpSpPr>
            <p:grpSpPr>
              <a:xfrm>
                <a:off x="6637159" y="1170383"/>
                <a:ext cx="435439" cy="112234"/>
                <a:chOff x="6637159" y="1170383"/>
                <a:chExt cx="435439" cy="112234"/>
              </a:xfrm>
            </p:grpSpPr>
            <p:sp>
              <p:nvSpPr>
                <p:cNvPr id="2110" name="Google Shape;2110;p2"/>
                <p:cNvSpPr/>
                <p:nvPr/>
              </p:nvSpPr>
              <p:spPr>
                <a:xfrm>
                  <a:off x="6684255" y="1170383"/>
                  <a:ext cx="388343" cy="112234"/>
                </a:xfrm>
                <a:custGeom>
                  <a:avLst/>
                  <a:gdLst/>
                  <a:ahLst/>
                  <a:cxnLst/>
                  <a:rect l="l" t="t" r="r" b="b"/>
                  <a:pathLst>
                    <a:path w="388343" h="112234" extrusionOk="0">
                      <a:moveTo>
                        <a:pt x="172287" y="24548"/>
                      </a:moveTo>
                      <a:cubicBezTo>
                        <a:pt x="172287" y="24548"/>
                        <a:pt x="162320" y="28254"/>
                        <a:pt x="173059" y="41805"/>
                      </a:cubicBezTo>
                      <a:cubicBezTo>
                        <a:pt x="178447" y="50476"/>
                        <a:pt x="245215" y="50650"/>
                        <a:pt x="245215" y="50650"/>
                      </a:cubicBezTo>
                      <a:cubicBezTo>
                        <a:pt x="245215" y="50650"/>
                        <a:pt x="284147" y="52815"/>
                        <a:pt x="303204" y="65938"/>
                      </a:cubicBezTo>
                      <a:cubicBezTo>
                        <a:pt x="320534" y="77871"/>
                        <a:pt x="358495" y="81591"/>
                        <a:pt x="388343" y="112234"/>
                      </a:cubicBezTo>
                      <a:cubicBezTo>
                        <a:pt x="366684" y="88243"/>
                        <a:pt x="343746" y="70279"/>
                        <a:pt x="328247" y="65868"/>
                      </a:cubicBezTo>
                      <a:cubicBezTo>
                        <a:pt x="292256" y="55622"/>
                        <a:pt x="263448" y="46844"/>
                        <a:pt x="262529" y="44400"/>
                      </a:cubicBezTo>
                      <a:cubicBezTo>
                        <a:pt x="261610" y="41956"/>
                        <a:pt x="209928" y="39460"/>
                        <a:pt x="196073" y="32060"/>
                      </a:cubicBezTo>
                      <a:cubicBezTo>
                        <a:pt x="182217" y="24660"/>
                        <a:pt x="178550" y="25485"/>
                        <a:pt x="178550" y="25485"/>
                      </a:cubicBezTo>
                      <a:cubicBezTo>
                        <a:pt x="178550" y="25485"/>
                        <a:pt x="176797" y="-4571"/>
                        <a:pt x="92263" y="598"/>
                      </a:cubicBezTo>
                      <a:cubicBezTo>
                        <a:pt x="55024" y="2874"/>
                        <a:pt x="23562" y="10526"/>
                        <a:pt x="0" y="18376"/>
                      </a:cubicBezTo>
                      <a:cubicBezTo>
                        <a:pt x="84228" y="-5705"/>
                        <a:pt x="172287" y="24548"/>
                        <a:pt x="172287" y="2454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11" name="Google Shape;2111;p2"/>
                <p:cNvSpPr/>
                <p:nvPr/>
              </p:nvSpPr>
              <p:spPr>
                <a:xfrm>
                  <a:off x="6637159" y="1208759"/>
                  <a:ext cx="448" cy="260"/>
                </a:xfrm>
                <a:custGeom>
                  <a:avLst/>
                  <a:gdLst/>
                  <a:ahLst/>
                  <a:cxnLst/>
                  <a:rect l="l" t="t" r="r" b="b"/>
                  <a:pathLst>
                    <a:path w="448" h="260" extrusionOk="0">
                      <a:moveTo>
                        <a:pt x="448" y="0"/>
                      </a:moveTo>
                      <a:cubicBezTo>
                        <a:pt x="174" y="158"/>
                        <a:pt x="0" y="261"/>
                        <a:pt x="0" y="261"/>
                      </a:cubicBezTo>
                      <a:cubicBezTo>
                        <a:pt x="146" y="171"/>
                        <a:pt x="297" y="89"/>
                        <a:pt x="448"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2112" name="Google Shape;2112;p2"/>
              <p:cNvSpPr/>
              <p:nvPr/>
            </p:nvSpPr>
            <p:spPr>
              <a:xfrm>
                <a:off x="6771134" y="1199103"/>
                <a:ext cx="107007" cy="102835"/>
              </a:xfrm>
              <a:custGeom>
                <a:avLst/>
                <a:gdLst/>
                <a:ahLst/>
                <a:cxnLst/>
                <a:rect l="l" t="t" r="r" b="b"/>
                <a:pathLst>
                  <a:path w="107007" h="102835" extrusionOk="0">
                    <a:moveTo>
                      <a:pt x="0" y="102836"/>
                    </a:moveTo>
                    <a:cubicBezTo>
                      <a:pt x="74796" y="75545"/>
                      <a:pt x="102459" y="0"/>
                      <a:pt x="102459" y="0"/>
                    </a:cubicBezTo>
                    <a:cubicBezTo>
                      <a:pt x="102459" y="0"/>
                      <a:pt x="139892" y="38924"/>
                      <a:pt x="0" y="10283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2113" name="Google Shape;2113;p2"/>
              <p:cNvGrpSpPr/>
              <p:nvPr/>
            </p:nvGrpSpPr>
            <p:grpSpPr>
              <a:xfrm>
                <a:off x="6870655" y="1205314"/>
                <a:ext cx="46887" cy="140065"/>
                <a:chOff x="6870655" y="1205314"/>
                <a:chExt cx="46887" cy="140065"/>
              </a:xfrm>
            </p:grpSpPr>
            <p:sp>
              <p:nvSpPr>
                <p:cNvPr id="2114" name="Google Shape;2114;p2"/>
                <p:cNvSpPr/>
                <p:nvPr/>
              </p:nvSpPr>
              <p:spPr>
                <a:xfrm>
                  <a:off x="6872439" y="1205314"/>
                  <a:ext cx="16184" cy="47649"/>
                </a:xfrm>
                <a:custGeom>
                  <a:avLst/>
                  <a:gdLst/>
                  <a:ahLst/>
                  <a:cxnLst/>
                  <a:rect l="l" t="t" r="r" b="b"/>
                  <a:pathLst>
                    <a:path w="16184" h="47649" extrusionOk="0">
                      <a:moveTo>
                        <a:pt x="16185" y="89"/>
                      </a:moveTo>
                      <a:cubicBezTo>
                        <a:pt x="16073" y="59"/>
                        <a:pt x="15963" y="30"/>
                        <a:pt x="15853" y="0"/>
                      </a:cubicBezTo>
                      <a:cubicBezTo>
                        <a:pt x="14223" y="5562"/>
                        <a:pt x="7621" y="27679"/>
                        <a:pt x="0" y="47649"/>
                      </a:cubicBezTo>
                      <a:cubicBezTo>
                        <a:pt x="13679" y="35819"/>
                        <a:pt x="15860" y="6801"/>
                        <a:pt x="16185" y="8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15" name="Google Shape;2115;p2"/>
                <p:cNvSpPr/>
                <p:nvPr/>
              </p:nvSpPr>
              <p:spPr>
                <a:xfrm>
                  <a:off x="6870655" y="1252963"/>
                  <a:ext cx="1783" cy="1405"/>
                </a:xfrm>
                <a:custGeom>
                  <a:avLst/>
                  <a:gdLst/>
                  <a:ahLst/>
                  <a:cxnLst/>
                  <a:rect l="l" t="t" r="r" b="b"/>
                  <a:pathLst>
                    <a:path w="1783" h="1405" extrusionOk="0">
                      <a:moveTo>
                        <a:pt x="0" y="1406"/>
                      </a:moveTo>
                      <a:cubicBezTo>
                        <a:pt x="460" y="1269"/>
                        <a:pt x="921" y="1145"/>
                        <a:pt x="1385" y="1038"/>
                      </a:cubicBezTo>
                      <a:cubicBezTo>
                        <a:pt x="1518" y="693"/>
                        <a:pt x="1651" y="347"/>
                        <a:pt x="1783" y="0"/>
                      </a:cubicBezTo>
                      <a:cubicBezTo>
                        <a:pt x="1207" y="496"/>
                        <a:pt x="617" y="974"/>
                        <a:pt x="0" y="140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16" name="Google Shape;2116;p2"/>
                <p:cNvSpPr/>
                <p:nvPr/>
              </p:nvSpPr>
              <p:spPr>
                <a:xfrm>
                  <a:off x="6871714" y="1253359"/>
                  <a:ext cx="45828" cy="92020"/>
                </a:xfrm>
                <a:custGeom>
                  <a:avLst/>
                  <a:gdLst/>
                  <a:ahLst/>
                  <a:cxnLst/>
                  <a:rect l="l" t="t" r="r" b="b"/>
                  <a:pathLst>
                    <a:path w="45828" h="92020" extrusionOk="0">
                      <a:moveTo>
                        <a:pt x="30587" y="89718"/>
                      </a:moveTo>
                      <a:cubicBezTo>
                        <a:pt x="67115" y="46314"/>
                        <a:pt x="30315" y="-6429"/>
                        <a:pt x="325" y="642"/>
                      </a:cubicBezTo>
                      <a:cubicBezTo>
                        <a:pt x="217" y="923"/>
                        <a:pt x="107" y="1204"/>
                        <a:pt x="0" y="1483"/>
                      </a:cubicBezTo>
                      <a:cubicBezTo>
                        <a:pt x="35895" y="17830"/>
                        <a:pt x="28575" y="92020"/>
                        <a:pt x="28575" y="92020"/>
                      </a:cubicBezTo>
                      <a:cubicBezTo>
                        <a:pt x="29019" y="91531"/>
                        <a:pt x="29441" y="91040"/>
                        <a:pt x="29867" y="90548"/>
                      </a:cubicBezTo>
                      <a:cubicBezTo>
                        <a:pt x="30086" y="90299"/>
                        <a:pt x="30319" y="90029"/>
                        <a:pt x="30587" y="8971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2117" name="Google Shape;2117;p2"/>
              <p:cNvSpPr/>
              <p:nvPr/>
            </p:nvSpPr>
            <p:spPr>
              <a:xfrm>
                <a:off x="6762132" y="1195868"/>
                <a:ext cx="100670" cy="29656"/>
              </a:xfrm>
              <a:custGeom>
                <a:avLst/>
                <a:gdLst/>
                <a:ahLst/>
                <a:cxnLst/>
                <a:rect l="l" t="t" r="r" b="b"/>
                <a:pathLst>
                  <a:path w="100670" h="29656" extrusionOk="0">
                    <a:moveTo>
                      <a:pt x="0" y="13019"/>
                    </a:moveTo>
                    <a:cubicBezTo>
                      <a:pt x="63126" y="29732"/>
                      <a:pt x="100671" y="0"/>
                      <a:pt x="100671" y="0"/>
                    </a:cubicBezTo>
                    <a:cubicBezTo>
                      <a:pt x="100671" y="0"/>
                      <a:pt x="70336" y="56944"/>
                      <a:pt x="0" y="1301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18" name="Google Shape;2118;p2"/>
              <p:cNvSpPr/>
              <p:nvPr/>
            </p:nvSpPr>
            <p:spPr>
              <a:xfrm>
                <a:off x="6808702" y="1038203"/>
                <a:ext cx="20823" cy="34522"/>
              </a:xfrm>
              <a:custGeom>
                <a:avLst/>
                <a:gdLst/>
                <a:ahLst/>
                <a:cxnLst/>
                <a:rect l="l" t="t" r="r" b="b"/>
                <a:pathLst>
                  <a:path w="20823" h="34522" extrusionOk="0">
                    <a:moveTo>
                      <a:pt x="17875" y="17984"/>
                    </a:moveTo>
                    <a:cubicBezTo>
                      <a:pt x="26473" y="33284"/>
                      <a:pt x="14035" y="38923"/>
                      <a:pt x="8955" y="30840"/>
                    </a:cubicBezTo>
                    <a:cubicBezTo>
                      <a:pt x="3876" y="22757"/>
                      <a:pt x="-3542" y="7034"/>
                      <a:pt x="1919" y="1835"/>
                    </a:cubicBezTo>
                    <a:cubicBezTo>
                      <a:pt x="7380" y="-3363"/>
                      <a:pt x="7353" y="3479"/>
                      <a:pt x="12787" y="9960"/>
                    </a:cubicBezTo>
                    <a:cubicBezTo>
                      <a:pt x="18218" y="16440"/>
                      <a:pt x="17875" y="17984"/>
                      <a:pt x="17875" y="17984"/>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19" name="Google Shape;2119;p2"/>
              <p:cNvSpPr/>
              <p:nvPr/>
            </p:nvSpPr>
            <p:spPr>
              <a:xfrm>
                <a:off x="6747725" y="798666"/>
                <a:ext cx="451714" cy="442739"/>
              </a:xfrm>
              <a:custGeom>
                <a:avLst/>
                <a:gdLst/>
                <a:ahLst/>
                <a:cxnLst/>
                <a:rect l="l" t="t" r="r" b="b"/>
                <a:pathLst>
                  <a:path w="451714" h="442739" extrusionOk="0">
                    <a:moveTo>
                      <a:pt x="87529" y="36626"/>
                    </a:moveTo>
                    <a:cubicBezTo>
                      <a:pt x="48082" y="44657"/>
                      <a:pt x="37443" y="62950"/>
                      <a:pt x="37443" y="62950"/>
                    </a:cubicBezTo>
                    <a:cubicBezTo>
                      <a:pt x="37443" y="62950"/>
                      <a:pt x="-5726" y="88509"/>
                      <a:pt x="641" y="107963"/>
                    </a:cubicBezTo>
                    <a:cubicBezTo>
                      <a:pt x="67456" y="39870"/>
                      <a:pt x="125363" y="59450"/>
                      <a:pt x="176137" y="74729"/>
                    </a:cubicBezTo>
                    <a:cubicBezTo>
                      <a:pt x="232235" y="91612"/>
                      <a:pt x="234172" y="166567"/>
                      <a:pt x="278941" y="170403"/>
                    </a:cubicBezTo>
                    <a:cubicBezTo>
                      <a:pt x="323710" y="174239"/>
                      <a:pt x="309882" y="214141"/>
                      <a:pt x="316772" y="238693"/>
                    </a:cubicBezTo>
                    <a:cubicBezTo>
                      <a:pt x="323664" y="263244"/>
                      <a:pt x="364291" y="255529"/>
                      <a:pt x="364538" y="300111"/>
                    </a:cubicBezTo>
                    <a:cubicBezTo>
                      <a:pt x="364785" y="344692"/>
                      <a:pt x="323884" y="405340"/>
                      <a:pt x="289811" y="426858"/>
                    </a:cubicBezTo>
                    <a:cubicBezTo>
                      <a:pt x="255738" y="448376"/>
                      <a:pt x="250256" y="416807"/>
                      <a:pt x="201359" y="400857"/>
                    </a:cubicBezTo>
                    <a:cubicBezTo>
                      <a:pt x="152463" y="384910"/>
                      <a:pt x="156393" y="391491"/>
                      <a:pt x="115076" y="397202"/>
                    </a:cubicBezTo>
                    <a:lnTo>
                      <a:pt x="114020" y="405381"/>
                    </a:lnTo>
                    <a:cubicBezTo>
                      <a:pt x="115727" y="406179"/>
                      <a:pt x="117401" y="406970"/>
                      <a:pt x="119010" y="407749"/>
                    </a:cubicBezTo>
                    <a:cubicBezTo>
                      <a:pt x="191382" y="404067"/>
                      <a:pt x="246080" y="437502"/>
                      <a:pt x="246080" y="437502"/>
                    </a:cubicBezTo>
                    <a:cubicBezTo>
                      <a:pt x="296826" y="452966"/>
                      <a:pt x="321353" y="429718"/>
                      <a:pt x="336095" y="425036"/>
                    </a:cubicBezTo>
                    <a:cubicBezTo>
                      <a:pt x="350838" y="420354"/>
                      <a:pt x="394455" y="370209"/>
                      <a:pt x="402431" y="371843"/>
                    </a:cubicBezTo>
                    <a:cubicBezTo>
                      <a:pt x="410406" y="373478"/>
                      <a:pt x="433877" y="359336"/>
                      <a:pt x="430804" y="333774"/>
                    </a:cubicBezTo>
                    <a:cubicBezTo>
                      <a:pt x="456965" y="302550"/>
                      <a:pt x="445993" y="283882"/>
                      <a:pt x="447853" y="269366"/>
                    </a:cubicBezTo>
                    <a:cubicBezTo>
                      <a:pt x="460630" y="235703"/>
                      <a:pt x="438687" y="198370"/>
                      <a:pt x="425800" y="156408"/>
                    </a:cubicBezTo>
                    <a:cubicBezTo>
                      <a:pt x="415049" y="99073"/>
                      <a:pt x="387727" y="95907"/>
                      <a:pt x="377611" y="77518"/>
                    </a:cubicBezTo>
                    <a:cubicBezTo>
                      <a:pt x="348773" y="32288"/>
                      <a:pt x="332271" y="30731"/>
                      <a:pt x="313425" y="21802"/>
                    </a:cubicBezTo>
                    <a:cubicBezTo>
                      <a:pt x="294579" y="12873"/>
                      <a:pt x="238426" y="-3397"/>
                      <a:pt x="205796" y="4003"/>
                    </a:cubicBezTo>
                    <a:cubicBezTo>
                      <a:pt x="135753" y="-7308"/>
                      <a:pt x="130497" y="8945"/>
                      <a:pt x="130497" y="8945"/>
                    </a:cubicBezTo>
                    <a:cubicBezTo>
                      <a:pt x="130497" y="8945"/>
                      <a:pt x="83049" y="12500"/>
                      <a:pt x="87529" y="36626"/>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20" name="Google Shape;2120;p2"/>
              <p:cNvSpPr/>
              <p:nvPr/>
            </p:nvSpPr>
            <p:spPr>
              <a:xfrm>
                <a:off x="6909083" y="956690"/>
                <a:ext cx="31178" cy="40124"/>
              </a:xfrm>
              <a:custGeom>
                <a:avLst/>
                <a:gdLst/>
                <a:ahLst/>
                <a:cxnLst/>
                <a:rect l="l" t="t" r="r" b="b"/>
                <a:pathLst>
                  <a:path w="31178" h="40124" extrusionOk="0">
                    <a:moveTo>
                      <a:pt x="21340" y="40125"/>
                    </a:moveTo>
                    <a:cubicBezTo>
                      <a:pt x="26563" y="8388"/>
                      <a:pt x="18688" y="106"/>
                      <a:pt x="0" y="7010"/>
                    </a:cubicBezTo>
                    <a:cubicBezTo>
                      <a:pt x="33755" y="-13850"/>
                      <a:pt x="38835" y="16218"/>
                      <a:pt x="21340" y="40125"/>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21" name="Google Shape;2121;p2"/>
              <p:cNvSpPr/>
              <p:nvPr/>
            </p:nvSpPr>
            <p:spPr>
              <a:xfrm>
                <a:off x="6748862" y="1051241"/>
                <a:ext cx="53666" cy="50399"/>
              </a:xfrm>
              <a:custGeom>
                <a:avLst/>
                <a:gdLst/>
                <a:ahLst/>
                <a:cxnLst/>
                <a:rect l="l" t="t" r="r" b="b"/>
                <a:pathLst>
                  <a:path w="53666" h="50399" extrusionOk="0">
                    <a:moveTo>
                      <a:pt x="29179" y="34216"/>
                    </a:moveTo>
                    <a:cubicBezTo>
                      <a:pt x="37893" y="41405"/>
                      <a:pt x="52690" y="24158"/>
                      <a:pt x="53623" y="35716"/>
                    </a:cubicBezTo>
                    <a:cubicBezTo>
                      <a:pt x="54556" y="47274"/>
                      <a:pt x="40417" y="57126"/>
                      <a:pt x="21205" y="44489"/>
                    </a:cubicBezTo>
                    <a:cubicBezTo>
                      <a:pt x="1994" y="31852"/>
                      <a:pt x="-4306" y="3604"/>
                      <a:pt x="2888" y="239"/>
                    </a:cubicBezTo>
                    <a:cubicBezTo>
                      <a:pt x="10082" y="-3126"/>
                      <a:pt x="24147" y="30067"/>
                      <a:pt x="29179" y="34216"/>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22" name="Google Shape;2122;p2"/>
              <p:cNvSpPr/>
              <p:nvPr/>
            </p:nvSpPr>
            <p:spPr>
              <a:xfrm>
                <a:off x="6718636" y="933874"/>
                <a:ext cx="26711" cy="91128"/>
              </a:xfrm>
              <a:custGeom>
                <a:avLst/>
                <a:gdLst/>
                <a:ahLst/>
                <a:cxnLst/>
                <a:rect l="l" t="t" r="r" b="b"/>
                <a:pathLst>
                  <a:path w="26711" h="91128" extrusionOk="0">
                    <a:moveTo>
                      <a:pt x="752" y="82479"/>
                    </a:moveTo>
                    <a:cubicBezTo>
                      <a:pt x="1244" y="50395"/>
                      <a:pt x="-2128" y="29256"/>
                      <a:pt x="2382" y="21978"/>
                    </a:cubicBezTo>
                    <a:cubicBezTo>
                      <a:pt x="6893" y="14701"/>
                      <a:pt x="15319" y="1893"/>
                      <a:pt x="21939" y="206"/>
                    </a:cubicBezTo>
                    <a:cubicBezTo>
                      <a:pt x="28562" y="-1483"/>
                      <a:pt x="28765" y="7052"/>
                      <a:pt x="19543" y="32125"/>
                    </a:cubicBezTo>
                    <a:cubicBezTo>
                      <a:pt x="10322" y="57198"/>
                      <a:pt x="19866" y="66411"/>
                      <a:pt x="17216" y="82040"/>
                    </a:cubicBezTo>
                    <a:cubicBezTo>
                      <a:pt x="14567" y="97674"/>
                      <a:pt x="638" y="89947"/>
                      <a:pt x="752" y="82479"/>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23" name="Google Shape;2123;p2"/>
            <p:cNvGrpSpPr/>
            <p:nvPr/>
          </p:nvGrpSpPr>
          <p:grpSpPr>
            <a:xfrm>
              <a:off x="6101187" y="793452"/>
              <a:ext cx="641054" cy="598584"/>
              <a:chOff x="6101187" y="793452"/>
              <a:chExt cx="641054" cy="598584"/>
            </a:xfrm>
          </p:grpSpPr>
          <p:sp>
            <p:nvSpPr>
              <p:cNvPr id="2124" name="Google Shape;2124;p2"/>
              <p:cNvSpPr/>
              <p:nvPr/>
            </p:nvSpPr>
            <p:spPr>
              <a:xfrm>
                <a:off x="6103338" y="793456"/>
                <a:ext cx="471857" cy="471673"/>
              </a:xfrm>
              <a:custGeom>
                <a:avLst/>
                <a:gdLst/>
                <a:ahLst/>
                <a:cxnLst/>
                <a:rect l="l" t="t" r="r" b="b"/>
                <a:pathLst>
                  <a:path w="471857" h="471673" extrusionOk="0">
                    <a:moveTo>
                      <a:pt x="433310" y="312721"/>
                    </a:moveTo>
                    <a:cubicBezTo>
                      <a:pt x="473676" y="278296"/>
                      <a:pt x="467298" y="245108"/>
                      <a:pt x="471294" y="230167"/>
                    </a:cubicBezTo>
                    <a:cubicBezTo>
                      <a:pt x="475290" y="215225"/>
                      <a:pt x="456536" y="151464"/>
                      <a:pt x="462210" y="145623"/>
                    </a:cubicBezTo>
                    <a:cubicBezTo>
                      <a:pt x="467883" y="139785"/>
                      <a:pt x="468610" y="112392"/>
                      <a:pt x="445419" y="101213"/>
                    </a:cubicBezTo>
                    <a:cubicBezTo>
                      <a:pt x="433202" y="62354"/>
                      <a:pt x="411566" y="61542"/>
                      <a:pt x="400337" y="52156"/>
                    </a:cubicBezTo>
                    <a:cubicBezTo>
                      <a:pt x="378857" y="23258"/>
                      <a:pt x="335583" y="21638"/>
                      <a:pt x="293288" y="9890"/>
                    </a:cubicBezTo>
                    <a:cubicBezTo>
                      <a:pt x="239192" y="-11937"/>
                      <a:pt x="221807" y="9378"/>
                      <a:pt x="200865" y="7995"/>
                    </a:cubicBezTo>
                    <a:cubicBezTo>
                      <a:pt x="147224" y="7926"/>
                      <a:pt x="137021" y="20993"/>
                      <a:pt x="119346" y="32060"/>
                    </a:cubicBezTo>
                    <a:cubicBezTo>
                      <a:pt x="101673" y="43126"/>
                      <a:pt x="57715" y="81675"/>
                      <a:pt x="46375" y="113153"/>
                    </a:cubicBezTo>
                    <a:cubicBezTo>
                      <a:pt x="-886" y="166072"/>
                      <a:pt x="9977" y="179255"/>
                      <a:pt x="9977" y="179255"/>
                    </a:cubicBezTo>
                    <a:cubicBezTo>
                      <a:pt x="9977" y="179255"/>
                      <a:pt x="-12588" y="221146"/>
                      <a:pt x="10153" y="230365"/>
                    </a:cubicBezTo>
                    <a:cubicBezTo>
                      <a:pt x="-4329" y="267927"/>
                      <a:pt x="5350" y="286743"/>
                      <a:pt x="5350" y="286743"/>
                    </a:cubicBezTo>
                    <a:cubicBezTo>
                      <a:pt x="5350" y="286743"/>
                      <a:pt x="3567" y="338304"/>
                      <a:pt x="24264" y="342217"/>
                    </a:cubicBezTo>
                    <a:cubicBezTo>
                      <a:pt x="28187" y="361118"/>
                      <a:pt x="37258" y="386262"/>
                      <a:pt x="54691" y="397525"/>
                    </a:cubicBezTo>
                    <a:cubicBezTo>
                      <a:pt x="76698" y="414338"/>
                      <a:pt x="114187" y="441457"/>
                      <a:pt x="114187" y="441457"/>
                    </a:cubicBezTo>
                    <a:cubicBezTo>
                      <a:pt x="114187" y="441457"/>
                      <a:pt x="116196" y="487801"/>
                      <a:pt x="161950" y="460586"/>
                    </a:cubicBezTo>
                    <a:cubicBezTo>
                      <a:pt x="187094" y="455011"/>
                      <a:pt x="191913" y="458031"/>
                      <a:pt x="191913" y="458031"/>
                    </a:cubicBezTo>
                    <a:cubicBezTo>
                      <a:pt x="191913" y="458031"/>
                      <a:pt x="223190" y="484681"/>
                      <a:pt x="241841" y="463487"/>
                    </a:cubicBezTo>
                    <a:cubicBezTo>
                      <a:pt x="267559" y="455111"/>
                      <a:pt x="310373" y="421775"/>
                      <a:pt x="339787" y="403752"/>
                    </a:cubicBezTo>
                    <a:cubicBezTo>
                      <a:pt x="375673" y="340795"/>
                      <a:pt x="433310" y="312721"/>
                      <a:pt x="433310" y="312721"/>
                    </a:cubicBezTo>
                    <a:close/>
                  </a:path>
                </a:pathLst>
              </a:custGeom>
              <a:solidFill>
                <a:srgbClr val="E9261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25" name="Google Shape;2125;p2"/>
              <p:cNvSpPr/>
              <p:nvPr/>
            </p:nvSpPr>
            <p:spPr>
              <a:xfrm>
                <a:off x="6321661" y="1060474"/>
                <a:ext cx="420580" cy="331562"/>
              </a:xfrm>
              <a:custGeom>
                <a:avLst/>
                <a:gdLst/>
                <a:ahLst/>
                <a:cxnLst/>
                <a:rect l="l" t="t" r="r" b="b"/>
                <a:pathLst>
                  <a:path w="420580" h="331562" extrusionOk="0">
                    <a:moveTo>
                      <a:pt x="318630" y="28720"/>
                    </a:moveTo>
                    <a:cubicBezTo>
                      <a:pt x="365856" y="-2342"/>
                      <a:pt x="394061" y="10590"/>
                      <a:pt x="420581" y="13525"/>
                    </a:cubicBezTo>
                    <a:cubicBezTo>
                      <a:pt x="364318" y="-14067"/>
                      <a:pt x="253145" y="5193"/>
                      <a:pt x="225125" y="29996"/>
                    </a:cubicBezTo>
                    <a:cubicBezTo>
                      <a:pt x="197106" y="54799"/>
                      <a:pt x="174191" y="74342"/>
                      <a:pt x="171637" y="73802"/>
                    </a:cubicBezTo>
                    <a:cubicBezTo>
                      <a:pt x="169084" y="73261"/>
                      <a:pt x="139142" y="115458"/>
                      <a:pt x="125444" y="123146"/>
                    </a:cubicBezTo>
                    <a:cubicBezTo>
                      <a:pt x="111747" y="130834"/>
                      <a:pt x="110466" y="134368"/>
                      <a:pt x="110466" y="134368"/>
                    </a:cubicBezTo>
                    <a:cubicBezTo>
                      <a:pt x="110466" y="134368"/>
                      <a:pt x="84200" y="119655"/>
                      <a:pt x="43018" y="193662"/>
                    </a:cubicBezTo>
                    <a:cubicBezTo>
                      <a:pt x="1836" y="267667"/>
                      <a:pt x="0" y="331563"/>
                      <a:pt x="0" y="331563"/>
                    </a:cubicBezTo>
                    <a:cubicBezTo>
                      <a:pt x="0" y="331563"/>
                      <a:pt x="16455" y="267603"/>
                      <a:pt x="67208" y="226199"/>
                    </a:cubicBezTo>
                    <a:cubicBezTo>
                      <a:pt x="33097" y="286528"/>
                      <a:pt x="62449" y="317703"/>
                      <a:pt x="62449" y="317703"/>
                    </a:cubicBezTo>
                    <a:cubicBezTo>
                      <a:pt x="62449" y="317703"/>
                      <a:pt x="46294" y="284743"/>
                      <a:pt x="76768" y="243522"/>
                    </a:cubicBezTo>
                    <a:cubicBezTo>
                      <a:pt x="107243" y="202301"/>
                      <a:pt x="111459" y="197882"/>
                      <a:pt x="111459" y="197882"/>
                    </a:cubicBezTo>
                    <a:cubicBezTo>
                      <a:pt x="111459" y="197882"/>
                      <a:pt x="122294" y="298139"/>
                      <a:pt x="159154" y="313627"/>
                    </a:cubicBezTo>
                    <a:cubicBezTo>
                      <a:pt x="146910" y="296861"/>
                      <a:pt x="150458" y="268739"/>
                      <a:pt x="150458" y="268739"/>
                    </a:cubicBezTo>
                    <a:lnTo>
                      <a:pt x="176365" y="287466"/>
                    </a:lnTo>
                    <a:cubicBezTo>
                      <a:pt x="176365" y="287466"/>
                      <a:pt x="178226" y="180998"/>
                      <a:pt x="163986" y="159267"/>
                    </a:cubicBezTo>
                    <a:cubicBezTo>
                      <a:pt x="196907" y="136274"/>
                      <a:pt x="256629" y="183322"/>
                      <a:pt x="256629" y="183322"/>
                    </a:cubicBezTo>
                    <a:cubicBezTo>
                      <a:pt x="256629" y="183322"/>
                      <a:pt x="238716" y="118348"/>
                      <a:pt x="213789" y="111620"/>
                    </a:cubicBezTo>
                    <a:cubicBezTo>
                      <a:pt x="253943" y="119022"/>
                      <a:pt x="310279" y="173406"/>
                      <a:pt x="349765" y="152025"/>
                    </a:cubicBezTo>
                    <a:cubicBezTo>
                      <a:pt x="297276" y="135371"/>
                      <a:pt x="257459" y="85141"/>
                      <a:pt x="245276" y="79892"/>
                    </a:cubicBezTo>
                    <a:cubicBezTo>
                      <a:pt x="282298" y="66327"/>
                      <a:pt x="330448" y="92340"/>
                      <a:pt x="330448" y="92340"/>
                    </a:cubicBezTo>
                    <a:cubicBezTo>
                      <a:pt x="330448" y="92340"/>
                      <a:pt x="308087" y="45490"/>
                      <a:pt x="283859" y="48515"/>
                    </a:cubicBezTo>
                    <a:cubicBezTo>
                      <a:pt x="307478" y="44752"/>
                      <a:pt x="355711" y="56239"/>
                      <a:pt x="355711" y="56239"/>
                    </a:cubicBezTo>
                    <a:cubicBezTo>
                      <a:pt x="355711" y="56239"/>
                      <a:pt x="334323" y="24878"/>
                      <a:pt x="318630" y="28720"/>
                    </a:cubicBezTo>
                    <a:close/>
                  </a:path>
                </a:pathLst>
              </a:custGeom>
              <a:solidFill>
                <a:srgbClr val="9EA60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2126" name="Google Shape;2126;p2"/>
              <p:cNvGrpSpPr/>
              <p:nvPr/>
            </p:nvGrpSpPr>
            <p:grpSpPr>
              <a:xfrm>
                <a:off x="6339920" y="1060451"/>
                <a:ext cx="45922" cy="45169"/>
                <a:chOff x="6339920" y="1060451"/>
                <a:chExt cx="45922" cy="45169"/>
              </a:xfrm>
            </p:grpSpPr>
            <p:sp>
              <p:nvSpPr>
                <p:cNvPr id="2127" name="Google Shape;2127;p2"/>
                <p:cNvSpPr/>
                <p:nvPr/>
              </p:nvSpPr>
              <p:spPr>
                <a:xfrm>
                  <a:off x="6339920" y="1060451"/>
                  <a:ext cx="45922" cy="45169"/>
                </a:xfrm>
                <a:custGeom>
                  <a:avLst/>
                  <a:gdLst/>
                  <a:ahLst/>
                  <a:cxnLst/>
                  <a:rect l="l" t="t" r="r" b="b"/>
                  <a:pathLst>
                    <a:path w="45922" h="45169" extrusionOk="0">
                      <a:moveTo>
                        <a:pt x="44647" y="42118"/>
                      </a:moveTo>
                      <a:cubicBezTo>
                        <a:pt x="48632" y="29516"/>
                        <a:pt x="45125" y="-2543"/>
                        <a:pt x="6970" y="161"/>
                      </a:cubicBezTo>
                      <a:cubicBezTo>
                        <a:pt x="-13195" y="10562"/>
                        <a:pt x="13789" y="57448"/>
                        <a:pt x="44647" y="4211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28" name="Google Shape;2128;p2"/>
                <p:cNvSpPr/>
                <p:nvPr/>
              </p:nvSpPr>
              <p:spPr>
                <a:xfrm>
                  <a:off x="6358697" y="1087424"/>
                  <a:ext cx="22430" cy="14460"/>
                </a:xfrm>
                <a:custGeom>
                  <a:avLst/>
                  <a:gdLst/>
                  <a:ahLst/>
                  <a:cxnLst/>
                  <a:rect l="l" t="t" r="r" b="b"/>
                  <a:pathLst>
                    <a:path w="22430" h="14460" extrusionOk="0">
                      <a:moveTo>
                        <a:pt x="21922" y="14126"/>
                      </a:moveTo>
                      <a:cubicBezTo>
                        <a:pt x="18500" y="15392"/>
                        <a:pt x="3300" y="12967"/>
                        <a:pt x="543" y="8443"/>
                      </a:cubicBezTo>
                      <a:cubicBezTo>
                        <a:pt x="-2214" y="3919"/>
                        <a:pt x="6489" y="5290"/>
                        <a:pt x="5113" y="794"/>
                      </a:cubicBezTo>
                      <a:cubicBezTo>
                        <a:pt x="3739" y="-3703"/>
                        <a:pt x="26039" y="12288"/>
                        <a:pt x="21922" y="14126"/>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29" name="Google Shape;2129;p2"/>
                <p:cNvSpPr/>
                <p:nvPr/>
              </p:nvSpPr>
              <p:spPr>
                <a:xfrm>
                  <a:off x="6339946" y="1060451"/>
                  <a:ext cx="45282" cy="25999"/>
                </a:xfrm>
                <a:custGeom>
                  <a:avLst/>
                  <a:gdLst/>
                  <a:ahLst/>
                  <a:cxnLst/>
                  <a:rect l="l" t="t" r="r" b="b"/>
                  <a:pathLst>
                    <a:path w="45282" h="25999" extrusionOk="0">
                      <a:moveTo>
                        <a:pt x="61" y="14202"/>
                      </a:moveTo>
                      <a:cubicBezTo>
                        <a:pt x="5394" y="-6313"/>
                        <a:pt x="40920" y="12441"/>
                        <a:pt x="45282" y="26000"/>
                      </a:cubicBezTo>
                      <a:cubicBezTo>
                        <a:pt x="42898" y="12688"/>
                        <a:pt x="33009" y="-1686"/>
                        <a:pt x="6944" y="161"/>
                      </a:cubicBezTo>
                      <a:cubicBezTo>
                        <a:pt x="1626" y="2904"/>
                        <a:pt x="-388" y="8194"/>
                        <a:pt x="61" y="14202"/>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30" name="Google Shape;2130;p2"/>
              <p:cNvGrpSpPr/>
              <p:nvPr/>
            </p:nvGrpSpPr>
            <p:grpSpPr>
              <a:xfrm>
                <a:off x="6356898" y="1131785"/>
                <a:ext cx="46367" cy="39843"/>
                <a:chOff x="6356898" y="1131785"/>
                <a:chExt cx="46367" cy="39843"/>
              </a:xfrm>
            </p:grpSpPr>
            <p:sp>
              <p:nvSpPr>
                <p:cNvPr id="2131" name="Google Shape;2131;p2"/>
                <p:cNvSpPr/>
                <p:nvPr/>
              </p:nvSpPr>
              <p:spPr>
                <a:xfrm>
                  <a:off x="6356898" y="1131786"/>
                  <a:ext cx="46367" cy="39842"/>
                </a:xfrm>
                <a:custGeom>
                  <a:avLst/>
                  <a:gdLst/>
                  <a:ahLst/>
                  <a:cxnLst/>
                  <a:rect l="l" t="t" r="r" b="b"/>
                  <a:pathLst>
                    <a:path w="46367" h="39842" extrusionOk="0">
                      <a:moveTo>
                        <a:pt x="46124" y="34846"/>
                      </a:moveTo>
                      <a:cubicBezTo>
                        <a:pt x="47957" y="22536"/>
                        <a:pt x="39938" y="-6761"/>
                        <a:pt x="4855" y="1420"/>
                      </a:cubicBezTo>
                      <a:cubicBezTo>
                        <a:pt x="-12354" y="14087"/>
                        <a:pt x="19700" y="53685"/>
                        <a:pt x="46124" y="34846"/>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32" name="Google Shape;2132;p2"/>
                <p:cNvSpPr/>
                <p:nvPr/>
              </p:nvSpPr>
              <p:spPr>
                <a:xfrm>
                  <a:off x="6377716" y="1155540"/>
                  <a:ext cx="21856" cy="11808"/>
                </a:xfrm>
                <a:custGeom>
                  <a:avLst/>
                  <a:gdLst/>
                  <a:ahLst/>
                  <a:cxnLst/>
                  <a:rect l="l" t="t" r="r" b="b"/>
                  <a:pathLst>
                    <a:path w="21856" h="11808" extrusionOk="0">
                      <a:moveTo>
                        <a:pt x="21484" y="10729"/>
                      </a:moveTo>
                      <a:cubicBezTo>
                        <a:pt x="18490" y="12416"/>
                        <a:pt x="3994" y="12416"/>
                        <a:pt x="757" y="8619"/>
                      </a:cubicBezTo>
                      <a:cubicBezTo>
                        <a:pt x="-2477" y="4822"/>
                        <a:pt x="5818" y="4803"/>
                        <a:pt x="3873" y="826"/>
                      </a:cubicBezTo>
                      <a:cubicBezTo>
                        <a:pt x="1925" y="-3152"/>
                        <a:pt x="25039" y="8408"/>
                        <a:pt x="21484" y="10729"/>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33" name="Google Shape;2133;p2"/>
                <p:cNvSpPr/>
                <p:nvPr/>
              </p:nvSpPr>
              <p:spPr>
                <a:xfrm>
                  <a:off x="6356919" y="1131785"/>
                  <a:ext cx="44324" cy="19757"/>
                </a:xfrm>
                <a:custGeom>
                  <a:avLst/>
                  <a:gdLst/>
                  <a:ahLst/>
                  <a:cxnLst/>
                  <a:rect l="l" t="t" r="r" b="b"/>
                  <a:pathLst>
                    <a:path w="44324" h="19757" extrusionOk="0">
                      <a:moveTo>
                        <a:pt x="516" y="15499"/>
                      </a:moveTo>
                      <a:cubicBezTo>
                        <a:pt x="2432" y="-4371"/>
                        <a:pt x="38256" y="7795"/>
                        <a:pt x="44325" y="19758"/>
                      </a:cubicBezTo>
                      <a:cubicBezTo>
                        <a:pt x="40130" y="7731"/>
                        <a:pt x="28798" y="-4167"/>
                        <a:pt x="4834" y="1420"/>
                      </a:cubicBezTo>
                      <a:cubicBezTo>
                        <a:pt x="294" y="4762"/>
                        <a:pt x="-792" y="9979"/>
                        <a:pt x="516" y="1549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34" name="Google Shape;2134;p2"/>
              <p:cNvGrpSpPr/>
              <p:nvPr/>
            </p:nvGrpSpPr>
            <p:grpSpPr>
              <a:xfrm>
                <a:off x="6308174" y="1151351"/>
                <a:ext cx="46367" cy="39844"/>
                <a:chOff x="6308174" y="1151351"/>
                <a:chExt cx="46367" cy="39844"/>
              </a:xfrm>
            </p:grpSpPr>
            <p:sp>
              <p:nvSpPr>
                <p:cNvPr id="2135" name="Google Shape;2135;p2"/>
                <p:cNvSpPr/>
                <p:nvPr/>
              </p:nvSpPr>
              <p:spPr>
                <a:xfrm>
                  <a:off x="6308174" y="1151351"/>
                  <a:ext cx="46367" cy="39844"/>
                </a:xfrm>
                <a:custGeom>
                  <a:avLst/>
                  <a:gdLst/>
                  <a:ahLst/>
                  <a:cxnLst/>
                  <a:rect l="l" t="t" r="r" b="b"/>
                  <a:pathLst>
                    <a:path w="46367" h="39844" extrusionOk="0">
                      <a:moveTo>
                        <a:pt x="46124" y="34848"/>
                      </a:moveTo>
                      <a:cubicBezTo>
                        <a:pt x="47957" y="22536"/>
                        <a:pt x="39938" y="-6760"/>
                        <a:pt x="4855" y="1420"/>
                      </a:cubicBezTo>
                      <a:cubicBezTo>
                        <a:pt x="-12354" y="14089"/>
                        <a:pt x="19700" y="53687"/>
                        <a:pt x="46124" y="3484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36" name="Google Shape;2136;p2"/>
                <p:cNvSpPr/>
                <p:nvPr/>
              </p:nvSpPr>
              <p:spPr>
                <a:xfrm>
                  <a:off x="6328992" y="1175109"/>
                  <a:ext cx="21856" cy="11807"/>
                </a:xfrm>
                <a:custGeom>
                  <a:avLst/>
                  <a:gdLst/>
                  <a:ahLst/>
                  <a:cxnLst/>
                  <a:rect l="l" t="t" r="r" b="b"/>
                  <a:pathLst>
                    <a:path w="21856" h="11807" extrusionOk="0">
                      <a:moveTo>
                        <a:pt x="21484" y="10729"/>
                      </a:moveTo>
                      <a:cubicBezTo>
                        <a:pt x="18490" y="12414"/>
                        <a:pt x="3992" y="12416"/>
                        <a:pt x="757" y="8619"/>
                      </a:cubicBezTo>
                      <a:cubicBezTo>
                        <a:pt x="-2477" y="4822"/>
                        <a:pt x="5819" y="4806"/>
                        <a:pt x="3873" y="826"/>
                      </a:cubicBezTo>
                      <a:cubicBezTo>
                        <a:pt x="1925" y="-3152"/>
                        <a:pt x="25039" y="8408"/>
                        <a:pt x="21484" y="10729"/>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37" name="Google Shape;2137;p2"/>
                <p:cNvSpPr/>
                <p:nvPr/>
              </p:nvSpPr>
              <p:spPr>
                <a:xfrm>
                  <a:off x="6308195" y="1151351"/>
                  <a:ext cx="44324" cy="19757"/>
                </a:xfrm>
                <a:custGeom>
                  <a:avLst/>
                  <a:gdLst/>
                  <a:ahLst/>
                  <a:cxnLst/>
                  <a:rect l="l" t="t" r="r" b="b"/>
                  <a:pathLst>
                    <a:path w="44324" h="19757" extrusionOk="0">
                      <a:moveTo>
                        <a:pt x="516" y="15499"/>
                      </a:moveTo>
                      <a:cubicBezTo>
                        <a:pt x="2432" y="-4371"/>
                        <a:pt x="38255" y="7795"/>
                        <a:pt x="44325" y="19758"/>
                      </a:cubicBezTo>
                      <a:cubicBezTo>
                        <a:pt x="40130" y="7731"/>
                        <a:pt x="28798" y="-4167"/>
                        <a:pt x="4834" y="1420"/>
                      </a:cubicBezTo>
                      <a:cubicBezTo>
                        <a:pt x="294" y="4762"/>
                        <a:pt x="-792" y="9978"/>
                        <a:pt x="516" y="1549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38" name="Google Shape;2138;p2"/>
              <p:cNvGrpSpPr/>
              <p:nvPr/>
            </p:nvGrpSpPr>
            <p:grpSpPr>
              <a:xfrm>
                <a:off x="6248652" y="1090894"/>
                <a:ext cx="46367" cy="39842"/>
                <a:chOff x="6248652" y="1090894"/>
                <a:chExt cx="46367" cy="39842"/>
              </a:xfrm>
            </p:grpSpPr>
            <p:sp>
              <p:nvSpPr>
                <p:cNvPr id="2139" name="Google Shape;2139;p2"/>
                <p:cNvSpPr/>
                <p:nvPr/>
              </p:nvSpPr>
              <p:spPr>
                <a:xfrm>
                  <a:off x="6248652" y="1090894"/>
                  <a:ext cx="46367" cy="39842"/>
                </a:xfrm>
                <a:custGeom>
                  <a:avLst/>
                  <a:gdLst/>
                  <a:ahLst/>
                  <a:cxnLst/>
                  <a:rect l="l" t="t" r="r" b="b"/>
                  <a:pathLst>
                    <a:path w="46367" h="39842" extrusionOk="0">
                      <a:moveTo>
                        <a:pt x="46124" y="34846"/>
                      </a:moveTo>
                      <a:cubicBezTo>
                        <a:pt x="47957" y="22536"/>
                        <a:pt x="39938" y="-6761"/>
                        <a:pt x="4855" y="1420"/>
                      </a:cubicBezTo>
                      <a:cubicBezTo>
                        <a:pt x="-12354" y="14087"/>
                        <a:pt x="19700" y="53685"/>
                        <a:pt x="46124" y="34846"/>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40" name="Google Shape;2140;p2"/>
                <p:cNvSpPr/>
                <p:nvPr/>
              </p:nvSpPr>
              <p:spPr>
                <a:xfrm>
                  <a:off x="6269469" y="1114651"/>
                  <a:ext cx="21856" cy="11808"/>
                </a:xfrm>
                <a:custGeom>
                  <a:avLst/>
                  <a:gdLst/>
                  <a:ahLst/>
                  <a:cxnLst/>
                  <a:rect l="l" t="t" r="r" b="b"/>
                  <a:pathLst>
                    <a:path w="21856" h="11808" extrusionOk="0">
                      <a:moveTo>
                        <a:pt x="21484" y="10729"/>
                      </a:moveTo>
                      <a:cubicBezTo>
                        <a:pt x="18490" y="12416"/>
                        <a:pt x="3994" y="12416"/>
                        <a:pt x="757" y="8619"/>
                      </a:cubicBezTo>
                      <a:cubicBezTo>
                        <a:pt x="-2477" y="4822"/>
                        <a:pt x="5818" y="4806"/>
                        <a:pt x="3873" y="826"/>
                      </a:cubicBezTo>
                      <a:cubicBezTo>
                        <a:pt x="1925" y="-3152"/>
                        <a:pt x="25039" y="8408"/>
                        <a:pt x="21484" y="10729"/>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41" name="Google Shape;2141;p2"/>
                <p:cNvSpPr/>
                <p:nvPr/>
              </p:nvSpPr>
              <p:spPr>
                <a:xfrm>
                  <a:off x="6248672" y="1090895"/>
                  <a:ext cx="44324" cy="19758"/>
                </a:xfrm>
                <a:custGeom>
                  <a:avLst/>
                  <a:gdLst/>
                  <a:ahLst/>
                  <a:cxnLst/>
                  <a:rect l="l" t="t" r="r" b="b"/>
                  <a:pathLst>
                    <a:path w="44324" h="19758" extrusionOk="0">
                      <a:moveTo>
                        <a:pt x="516" y="15499"/>
                      </a:moveTo>
                      <a:cubicBezTo>
                        <a:pt x="2431" y="-4371"/>
                        <a:pt x="38255" y="7795"/>
                        <a:pt x="44325" y="19758"/>
                      </a:cubicBezTo>
                      <a:cubicBezTo>
                        <a:pt x="40130" y="7731"/>
                        <a:pt x="28798" y="-4167"/>
                        <a:pt x="4834" y="1420"/>
                      </a:cubicBezTo>
                      <a:cubicBezTo>
                        <a:pt x="296" y="4760"/>
                        <a:pt x="-792" y="9976"/>
                        <a:pt x="516" y="1549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42" name="Google Shape;2142;p2"/>
              <p:cNvGrpSpPr/>
              <p:nvPr/>
            </p:nvGrpSpPr>
            <p:grpSpPr>
              <a:xfrm>
                <a:off x="6189040" y="1142341"/>
                <a:ext cx="46367" cy="39844"/>
                <a:chOff x="6189040" y="1142341"/>
                <a:chExt cx="46367" cy="39844"/>
              </a:xfrm>
            </p:grpSpPr>
            <p:sp>
              <p:nvSpPr>
                <p:cNvPr id="2143" name="Google Shape;2143;p2"/>
                <p:cNvSpPr/>
                <p:nvPr/>
              </p:nvSpPr>
              <p:spPr>
                <a:xfrm>
                  <a:off x="6189040" y="1142341"/>
                  <a:ext cx="46367" cy="39844"/>
                </a:xfrm>
                <a:custGeom>
                  <a:avLst/>
                  <a:gdLst/>
                  <a:ahLst/>
                  <a:cxnLst/>
                  <a:rect l="l" t="t" r="r" b="b"/>
                  <a:pathLst>
                    <a:path w="46367" h="39844" extrusionOk="0">
                      <a:moveTo>
                        <a:pt x="46124" y="34848"/>
                      </a:moveTo>
                      <a:cubicBezTo>
                        <a:pt x="47957" y="22536"/>
                        <a:pt x="39938" y="-6760"/>
                        <a:pt x="4855" y="1420"/>
                      </a:cubicBezTo>
                      <a:cubicBezTo>
                        <a:pt x="-12355" y="14089"/>
                        <a:pt x="19702" y="53687"/>
                        <a:pt x="46124" y="3484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44" name="Google Shape;2144;p2"/>
                <p:cNvSpPr/>
                <p:nvPr/>
              </p:nvSpPr>
              <p:spPr>
                <a:xfrm>
                  <a:off x="6209859" y="1166097"/>
                  <a:ext cx="21856" cy="11807"/>
                </a:xfrm>
                <a:custGeom>
                  <a:avLst/>
                  <a:gdLst/>
                  <a:ahLst/>
                  <a:cxnLst/>
                  <a:rect l="l" t="t" r="r" b="b"/>
                  <a:pathLst>
                    <a:path w="21856" h="11807" extrusionOk="0">
                      <a:moveTo>
                        <a:pt x="21484" y="10729"/>
                      </a:moveTo>
                      <a:cubicBezTo>
                        <a:pt x="18490" y="12413"/>
                        <a:pt x="3994" y="12416"/>
                        <a:pt x="757" y="8619"/>
                      </a:cubicBezTo>
                      <a:cubicBezTo>
                        <a:pt x="-2477" y="4822"/>
                        <a:pt x="5818" y="4806"/>
                        <a:pt x="3873" y="826"/>
                      </a:cubicBezTo>
                      <a:cubicBezTo>
                        <a:pt x="1925" y="-3152"/>
                        <a:pt x="25039" y="8408"/>
                        <a:pt x="21484" y="10729"/>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45" name="Google Shape;2145;p2"/>
                <p:cNvSpPr/>
                <p:nvPr/>
              </p:nvSpPr>
              <p:spPr>
                <a:xfrm>
                  <a:off x="6189061" y="1142341"/>
                  <a:ext cx="44323" cy="19758"/>
                </a:xfrm>
                <a:custGeom>
                  <a:avLst/>
                  <a:gdLst/>
                  <a:ahLst/>
                  <a:cxnLst/>
                  <a:rect l="l" t="t" r="r" b="b"/>
                  <a:pathLst>
                    <a:path w="44323" h="19758" extrusionOk="0">
                      <a:moveTo>
                        <a:pt x="515" y="15499"/>
                      </a:moveTo>
                      <a:cubicBezTo>
                        <a:pt x="2430" y="-4371"/>
                        <a:pt x="38254" y="7795"/>
                        <a:pt x="44323" y="19758"/>
                      </a:cubicBezTo>
                      <a:cubicBezTo>
                        <a:pt x="40129" y="7731"/>
                        <a:pt x="28797" y="-4167"/>
                        <a:pt x="4833" y="1420"/>
                      </a:cubicBezTo>
                      <a:cubicBezTo>
                        <a:pt x="295" y="4762"/>
                        <a:pt x="-791" y="9978"/>
                        <a:pt x="515" y="1549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46" name="Google Shape;2146;p2"/>
              <p:cNvGrpSpPr/>
              <p:nvPr/>
            </p:nvGrpSpPr>
            <p:grpSpPr>
              <a:xfrm>
                <a:off x="6250654" y="1158211"/>
                <a:ext cx="46367" cy="39844"/>
                <a:chOff x="6250654" y="1158211"/>
                <a:chExt cx="46367" cy="39844"/>
              </a:xfrm>
            </p:grpSpPr>
            <p:sp>
              <p:nvSpPr>
                <p:cNvPr id="2147" name="Google Shape;2147;p2"/>
                <p:cNvSpPr/>
                <p:nvPr/>
              </p:nvSpPr>
              <p:spPr>
                <a:xfrm>
                  <a:off x="6250654" y="1158211"/>
                  <a:ext cx="46367" cy="39844"/>
                </a:xfrm>
                <a:custGeom>
                  <a:avLst/>
                  <a:gdLst/>
                  <a:ahLst/>
                  <a:cxnLst/>
                  <a:rect l="l" t="t" r="r" b="b"/>
                  <a:pathLst>
                    <a:path w="46367" h="39844" extrusionOk="0">
                      <a:moveTo>
                        <a:pt x="46124" y="34848"/>
                      </a:moveTo>
                      <a:cubicBezTo>
                        <a:pt x="47957" y="22536"/>
                        <a:pt x="39938" y="-6760"/>
                        <a:pt x="4855" y="1420"/>
                      </a:cubicBezTo>
                      <a:cubicBezTo>
                        <a:pt x="-12354" y="14089"/>
                        <a:pt x="19700" y="53687"/>
                        <a:pt x="46124" y="3484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48" name="Google Shape;2148;p2"/>
                <p:cNvSpPr/>
                <p:nvPr/>
              </p:nvSpPr>
              <p:spPr>
                <a:xfrm>
                  <a:off x="6271471" y="1181967"/>
                  <a:ext cx="21856" cy="11808"/>
                </a:xfrm>
                <a:custGeom>
                  <a:avLst/>
                  <a:gdLst/>
                  <a:ahLst/>
                  <a:cxnLst/>
                  <a:rect l="l" t="t" r="r" b="b"/>
                  <a:pathLst>
                    <a:path w="21856" h="11808" extrusionOk="0">
                      <a:moveTo>
                        <a:pt x="21484" y="10729"/>
                      </a:moveTo>
                      <a:cubicBezTo>
                        <a:pt x="18490" y="12416"/>
                        <a:pt x="3994" y="12416"/>
                        <a:pt x="757" y="8619"/>
                      </a:cubicBezTo>
                      <a:cubicBezTo>
                        <a:pt x="-2477" y="4822"/>
                        <a:pt x="5818" y="4806"/>
                        <a:pt x="3873" y="826"/>
                      </a:cubicBezTo>
                      <a:cubicBezTo>
                        <a:pt x="1925" y="-3152"/>
                        <a:pt x="25039" y="8408"/>
                        <a:pt x="21484" y="10729"/>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49" name="Google Shape;2149;p2"/>
                <p:cNvSpPr/>
                <p:nvPr/>
              </p:nvSpPr>
              <p:spPr>
                <a:xfrm>
                  <a:off x="6250675" y="1158211"/>
                  <a:ext cx="44324" cy="19757"/>
                </a:xfrm>
                <a:custGeom>
                  <a:avLst/>
                  <a:gdLst/>
                  <a:ahLst/>
                  <a:cxnLst/>
                  <a:rect l="l" t="t" r="r" b="b"/>
                  <a:pathLst>
                    <a:path w="44324" h="19757" extrusionOk="0">
                      <a:moveTo>
                        <a:pt x="516" y="15499"/>
                      </a:moveTo>
                      <a:cubicBezTo>
                        <a:pt x="2431" y="-4371"/>
                        <a:pt x="38255" y="7795"/>
                        <a:pt x="44324" y="19758"/>
                      </a:cubicBezTo>
                      <a:cubicBezTo>
                        <a:pt x="40130" y="7731"/>
                        <a:pt x="28798" y="-4167"/>
                        <a:pt x="4834" y="1420"/>
                      </a:cubicBezTo>
                      <a:cubicBezTo>
                        <a:pt x="296" y="4762"/>
                        <a:pt x="-792" y="9979"/>
                        <a:pt x="516" y="1549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50" name="Google Shape;2150;p2"/>
              <p:cNvGrpSpPr/>
              <p:nvPr/>
            </p:nvGrpSpPr>
            <p:grpSpPr>
              <a:xfrm>
                <a:off x="6214326" y="1225176"/>
                <a:ext cx="46368" cy="39842"/>
                <a:chOff x="6214326" y="1225176"/>
                <a:chExt cx="46368" cy="39842"/>
              </a:xfrm>
            </p:grpSpPr>
            <p:sp>
              <p:nvSpPr>
                <p:cNvPr id="2151" name="Google Shape;2151;p2"/>
                <p:cNvSpPr/>
                <p:nvPr/>
              </p:nvSpPr>
              <p:spPr>
                <a:xfrm>
                  <a:off x="6214326" y="1225176"/>
                  <a:ext cx="46368" cy="39842"/>
                </a:xfrm>
                <a:custGeom>
                  <a:avLst/>
                  <a:gdLst/>
                  <a:ahLst/>
                  <a:cxnLst/>
                  <a:rect l="l" t="t" r="r" b="b"/>
                  <a:pathLst>
                    <a:path w="46368" h="39842" extrusionOk="0">
                      <a:moveTo>
                        <a:pt x="46125" y="34846"/>
                      </a:moveTo>
                      <a:cubicBezTo>
                        <a:pt x="47958" y="22534"/>
                        <a:pt x="39939" y="-6761"/>
                        <a:pt x="4856" y="1421"/>
                      </a:cubicBezTo>
                      <a:cubicBezTo>
                        <a:pt x="-12356" y="14087"/>
                        <a:pt x="19701" y="53685"/>
                        <a:pt x="46125" y="34846"/>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52" name="Google Shape;2152;p2"/>
                <p:cNvSpPr/>
                <p:nvPr/>
              </p:nvSpPr>
              <p:spPr>
                <a:xfrm>
                  <a:off x="6235145" y="1248933"/>
                  <a:ext cx="21856" cy="11807"/>
                </a:xfrm>
                <a:custGeom>
                  <a:avLst/>
                  <a:gdLst/>
                  <a:ahLst/>
                  <a:cxnLst/>
                  <a:rect l="l" t="t" r="r" b="b"/>
                  <a:pathLst>
                    <a:path w="21856" h="11807" extrusionOk="0">
                      <a:moveTo>
                        <a:pt x="21484" y="10729"/>
                      </a:moveTo>
                      <a:cubicBezTo>
                        <a:pt x="18490" y="12414"/>
                        <a:pt x="3992" y="12416"/>
                        <a:pt x="757" y="8619"/>
                      </a:cubicBezTo>
                      <a:cubicBezTo>
                        <a:pt x="-2477" y="4822"/>
                        <a:pt x="5818" y="4806"/>
                        <a:pt x="3873" y="826"/>
                      </a:cubicBezTo>
                      <a:cubicBezTo>
                        <a:pt x="1925" y="-3152"/>
                        <a:pt x="25039" y="8408"/>
                        <a:pt x="21484" y="10729"/>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53" name="Google Shape;2153;p2"/>
                <p:cNvSpPr/>
                <p:nvPr/>
              </p:nvSpPr>
              <p:spPr>
                <a:xfrm>
                  <a:off x="6214346" y="1225177"/>
                  <a:ext cx="44324" cy="19757"/>
                </a:xfrm>
                <a:custGeom>
                  <a:avLst/>
                  <a:gdLst/>
                  <a:ahLst/>
                  <a:cxnLst/>
                  <a:rect l="l" t="t" r="r" b="b"/>
                  <a:pathLst>
                    <a:path w="44324" h="19757" extrusionOk="0">
                      <a:moveTo>
                        <a:pt x="516" y="15499"/>
                      </a:moveTo>
                      <a:cubicBezTo>
                        <a:pt x="2431" y="-4371"/>
                        <a:pt x="38255" y="7795"/>
                        <a:pt x="44325" y="19758"/>
                      </a:cubicBezTo>
                      <a:cubicBezTo>
                        <a:pt x="40130" y="7731"/>
                        <a:pt x="28798" y="-4167"/>
                        <a:pt x="4834" y="1420"/>
                      </a:cubicBezTo>
                      <a:cubicBezTo>
                        <a:pt x="296" y="4760"/>
                        <a:pt x="-792" y="9976"/>
                        <a:pt x="516" y="1549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54" name="Google Shape;2154;p2"/>
              <p:cNvGrpSpPr/>
              <p:nvPr/>
            </p:nvGrpSpPr>
            <p:grpSpPr>
              <a:xfrm>
                <a:off x="6277362" y="1222676"/>
                <a:ext cx="51374" cy="36602"/>
                <a:chOff x="6277362" y="1222676"/>
                <a:chExt cx="51374" cy="36602"/>
              </a:xfrm>
            </p:grpSpPr>
            <p:sp>
              <p:nvSpPr>
                <p:cNvPr id="2155" name="Google Shape;2155;p2"/>
                <p:cNvSpPr/>
                <p:nvPr/>
              </p:nvSpPr>
              <p:spPr>
                <a:xfrm>
                  <a:off x="6277362" y="1222676"/>
                  <a:ext cx="51374" cy="36602"/>
                </a:xfrm>
                <a:custGeom>
                  <a:avLst/>
                  <a:gdLst/>
                  <a:ahLst/>
                  <a:cxnLst/>
                  <a:rect l="l" t="t" r="r" b="b"/>
                  <a:pathLst>
                    <a:path w="51374" h="36602" extrusionOk="0">
                      <a:moveTo>
                        <a:pt x="51374" y="26635"/>
                      </a:moveTo>
                      <a:cubicBezTo>
                        <a:pt x="49735" y="14295"/>
                        <a:pt x="33932" y="-11642"/>
                        <a:pt x="2475" y="5914"/>
                      </a:cubicBezTo>
                      <a:cubicBezTo>
                        <a:pt x="-10562" y="22844"/>
                        <a:pt x="31187" y="52043"/>
                        <a:pt x="51374" y="26635"/>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56" name="Google Shape;2156;p2"/>
                <p:cNvSpPr/>
                <p:nvPr/>
              </p:nvSpPr>
              <p:spPr>
                <a:xfrm>
                  <a:off x="6303232" y="1244256"/>
                  <a:ext cx="21944" cy="10392"/>
                </a:xfrm>
                <a:custGeom>
                  <a:avLst/>
                  <a:gdLst/>
                  <a:ahLst/>
                  <a:cxnLst/>
                  <a:rect l="l" t="t" r="r" b="b"/>
                  <a:pathLst>
                    <a:path w="21944" h="10392" extrusionOk="0">
                      <a:moveTo>
                        <a:pt x="21733" y="5763"/>
                      </a:moveTo>
                      <a:cubicBezTo>
                        <a:pt x="19321" y="8211"/>
                        <a:pt x="5390" y="12219"/>
                        <a:pt x="1230" y="9462"/>
                      </a:cubicBezTo>
                      <a:cubicBezTo>
                        <a:pt x="-2929" y="6705"/>
                        <a:pt x="5040" y="4398"/>
                        <a:pt x="2071" y="1113"/>
                      </a:cubicBezTo>
                      <a:cubicBezTo>
                        <a:pt x="-901" y="-2172"/>
                        <a:pt x="24508" y="2549"/>
                        <a:pt x="21733" y="576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57" name="Google Shape;2157;p2"/>
                <p:cNvSpPr/>
                <p:nvPr/>
              </p:nvSpPr>
              <p:spPr>
                <a:xfrm>
                  <a:off x="6277374" y="1222678"/>
                  <a:ext cx="45484" cy="20636"/>
                </a:xfrm>
                <a:custGeom>
                  <a:avLst/>
                  <a:gdLst/>
                  <a:ahLst/>
                  <a:cxnLst/>
                  <a:rect l="l" t="t" r="r" b="b"/>
                  <a:pathLst>
                    <a:path w="45484" h="20636" extrusionOk="0">
                      <a:moveTo>
                        <a:pt x="2204" y="20637"/>
                      </a:moveTo>
                      <a:cubicBezTo>
                        <a:pt x="-1447" y="1011"/>
                        <a:pt x="36345" y="2804"/>
                        <a:pt x="45484" y="12624"/>
                      </a:cubicBezTo>
                      <a:cubicBezTo>
                        <a:pt x="38130" y="2225"/>
                        <a:pt x="23950" y="-6080"/>
                        <a:pt x="2462" y="5915"/>
                      </a:cubicBezTo>
                      <a:cubicBezTo>
                        <a:pt x="-976" y="10377"/>
                        <a:pt x="-578" y="15692"/>
                        <a:pt x="2204" y="2063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58" name="Google Shape;2158;p2"/>
              <p:cNvGrpSpPr/>
              <p:nvPr/>
            </p:nvGrpSpPr>
            <p:grpSpPr>
              <a:xfrm>
                <a:off x="6101187" y="1084748"/>
                <a:ext cx="36387" cy="51304"/>
                <a:chOff x="6101187" y="1084748"/>
                <a:chExt cx="36387" cy="51304"/>
              </a:xfrm>
            </p:grpSpPr>
            <p:sp>
              <p:nvSpPr>
                <p:cNvPr id="2159" name="Google Shape;2159;p2"/>
                <p:cNvSpPr/>
                <p:nvPr/>
              </p:nvSpPr>
              <p:spPr>
                <a:xfrm>
                  <a:off x="6101187" y="1084748"/>
                  <a:ext cx="36387" cy="51304"/>
                </a:xfrm>
                <a:custGeom>
                  <a:avLst/>
                  <a:gdLst/>
                  <a:ahLst/>
                  <a:cxnLst/>
                  <a:rect l="l" t="t" r="r" b="b"/>
                  <a:pathLst>
                    <a:path w="36387" h="51304" extrusionOk="0">
                      <a:moveTo>
                        <a:pt x="27513" y="51305"/>
                      </a:moveTo>
                      <a:cubicBezTo>
                        <a:pt x="36236" y="42426"/>
                        <a:pt x="46976" y="14015"/>
                        <a:pt x="13790" y="0"/>
                      </a:cubicBezTo>
                      <a:cubicBezTo>
                        <a:pt x="-7580" y="126"/>
                        <a:pt x="-4937" y="51005"/>
                        <a:pt x="27513" y="51305"/>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60" name="Google Shape;2160;p2"/>
                <p:cNvSpPr/>
                <p:nvPr/>
              </p:nvSpPr>
              <p:spPr>
                <a:xfrm>
                  <a:off x="6110284" y="1114593"/>
                  <a:ext cx="16447" cy="18921"/>
                </a:xfrm>
                <a:custGeom>
                  <a:avLst/>
                  <a:gdLst/>
                  <a:ahLst/>
                  <a:cxnLst/>
                  <a:rect l="l" t="t" r="r" b="b"/>
                  <a:pathLst>
                    <a:path w="16447" h="18921" extrusionOk="0">
                      <a:moveTo>
                        <a:pt x="15538" y="18920"/>
                      </a:moveTo>
                      <a:cubicBezTo>
                        <a:pt x="12125" y="18522"/>
                        <a:pt x="398" y="9997"/>
                        <a:pt x="16" y="5023"/>
                      </a:cubicBezTo>
                      <a:cubicBezTo>
                        <a:pt x="-368" y="49"/>
                        <a:pt x="6353" y="4916"/>
                        <a:pt x="7118" y="552"/>
                      </a:cubicBezTo>
                      <a:cubicBezTo>
                        <a:pt x="7880" y="-3810"/>
                        <a:pt x="19776" y="19132"/>
                        <a:pt x="15538" y="18920"/>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61" name="Google Shape;2161;p2"/>
                <p:cNvSpPr/>
                <p:nvPr/>
              </p:nvSpPr>
              <p:spPr>
                <a:xfrm>
                  <a:off x="6103206" y="1084748"/>
                  <a:ext cx="34364" cy="38055"/>
                </a:xfrm>
                <a:custGeom>
                  <a:avLst/>
                  <a:gdLst/>
                  <a:ahLst/>
                  <a:cxnLst/>
                  <a:rect l="l" t="t" r="r" b="b"/>
                  <a:pathLst>
                    <a:path w="34364" h="38055" extrusionOk="0">
                      <a:moveTo>
                        <a:pt x="0" y="8847"/>
                      </a:moveTo>
                      <a:cubicBezTo>
                        <a:pt x="13234" y="-6099"/>
                        <a:pt x="35053" y="24810"/>
                        <a:pt x="32928" y="38055"/>
                      </a:cubicBezTo>
                      <a:cubicBezTo>
                        <a:pt x="36608" y="25861"/>
                        <a:pt x="34439" y="9574"/>
                        <a:pt x="11771" y="0"/>
                      </a:cubicBezTo>
                      <a:cubicBezTo>
                        <a:pt x="6136" y="32"/>
                        <a:pt x="2188" y="3614"/>
                        <a:pt x="0" y="884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62" name="Google Shape;2162;p2"/>
              <p:cNvGrpSpPr/>
              <p:nvPr/>
            </p:nvGrpSpPr>
            <p:grpSpPr>
              <a:xfrm>
                <a:off x="6141652" y="1048206"/>
                <a:ext cx="39487" cy="47080"/>
                <a:chOff x="6141652" y="1048206"/>
                <a:chExt cx="39487" cy="47080"/>
              </a:xfrm>
            </p:grpSpPr>
            <p:sp>
              <p:nvSpPr>
                <p:cNvPr id="2163" name="Google Shape;2163;p2"/>
                <p:cNvSpPr/>
                <p:nvPr/>
              </p:nvSpPr>
              <p:spPr>
                <a:xfrm>
                  <a:off x="6141652" y="1048206"/>
                  <a:ext cx="39487" cy="47080"/>
                </a:xfrm>
                <a:custGeom>
                  <a:avLst/>
                  <a:gdLst/>
                  <a:ahLst/>
                  <a:cxnLst/>
                  <a:rect l="l" t="t" r="r" b="b"/>
                  <a:pathLst>
                    <a:path w="39487" h="47080" extrusionOk="0">
                      <a:moveTo>
                        <a:pt x="35580" y="46225"/>
                      </a:moveTo>
                      <a:cubicBezTo>
                        <a:pt x="41797" y="35442"/>
                        <a:pt x="45071" y="5246"/>
                        <a:pt x="9430" y="0"/>
                      </a:cubicBezTo>
                      <a:cubicBezTo>
                        <a:pt x="-11224" y="5482"/>
                        <a:pt x="4090" y="54071"/>
                        <a:pt x="35580" y="46225"/>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64" name="Google Shape;2164;p2"/>
                <p:cNvSpPr/>
                <p:nvPr/>
              </p:nvSpPr>
              <p:spPr>
                <a:xfrm>
                  <a:off x="6155072" y="1076369"/>
                  <a:ext cx="19381" cy="16354"/>
                </a:xfrm>
                <a:custGeom>
                  <a:avLst/>
                  <a:gdLst/>
                  <a:ahLst/>
                  <a:cxnLst/>
                  <a:rect l="l" t="t" r="r" b="b"/>
                  <a:pathLst>
                    <a:path w="19381" h="16354" extrusionOk="0">
                      <a:moveTo>
                        <a:pt x="18735" y="16326"/>
                      </a:moveTo>
                      <a:cubicBezTo>
                        <a:pt x="15331" y="16797"/>
                        <a:pt x="1842" y="11486"/>
                        <a:pt x="223" y="6766"/>
                      </a:cubicBezTo>
                      <a:cubicBezTo>
                        <a:pt x="-1395" y="2047"/>
                        <a:pt x="6331" y="5072"/>
                        <a:pt x="5977" y="657"/>
                      </a:cubicBezTo>
                      <a:cubicBezTo>
                        <a:pt x="5625" y="-3757"/>
                        <a:pt x="22893" y="15471"/>
                        <a:pt x="18735" y="16326"/>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65" name="Google Shape;2165;p2"/>
                <p:cNvSpPr/>
                <p:nvPr/>
              </p:nvSpPr>
              <p:spPr>
                <a:xfrm>
                  <a:off x="6141904" y="1048206"/>
                  <a:ext cx="39228" cy="31533"/>
                </a:xfrm>
                <a:custGeom>
                  <a:avLst/>
                  <a:gdLst/>
                  <a:ahLst/>
                  <a:cxnLst/>
                  <a:rect l="l" t="t" r="r" b="b"/>
                  <a:pathLst>
                    <a:path w="39228" h="31533" extrusionOk="0">
                      <a:moveTo>
                        <a:pt x="0" y="11517"/>
                      </a:moveTo>
                      <a:cubicBezTo>
                        <a:pt x="9064" y="-6270"/>
                        <a:pt x="37936" y="18178"/>
                        <a:pt x="39200" y="31533"/>
                      </a:cubicBezTo>
                      <a:cubicBezTo>
                        <a:pt x="39706" y="18807"/>
                        <a:pt x="33522" y="3582"/>
                        <a:pt x="9176" y="0"/>
                      </a:cubicBezTo>
                      <a:cubicBezTo>
                        <a:pt x="3731" y="1447"/>
                        <a:pt x="807" y="5902"/>
                        <a:pt x="0" y="1151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66" name="Google Shape;2166;p2"/>
              <p:cNvGrpSpPr/>
              <p:nvPr/>
            </p:nvGrpSpPr>
            <p:grpSpPr>
              <a:xfrm>
                <a:off x="6417136" y="1089983"/>
                <a:ext cx="39486" cy="47080"/>
                <a:chOff x="6417136" y="1089983"/>
                <a:chExt cx="39486" cy="47080"/>
              </a:xfrm>
            </p:grpSpPr>
            <p:sp>
              <p:nvSpPr>
                <p:cNvPr id="2167" name="Google Shape;2167;p2"/>
                <p:cNvSpPr/>
                <p:nvPr/>
              </p:nvSpPr>
              <p:spPr>
                <a:xfrm>
                  <a:off x="6417136" y="1089983"/>
                  <a:ext cx="39486" cy="47080"/>
                </a:xfrm>
                <a:custGeom>
                  <a:avLst/>
                  <a:gdLst/>
                  <a:ahLst/>
                  <a:cxnLst/>
                  <a:rect l="l" t="t" r="r" b="b"/>
                  <a:pathLst>
                    <a:path w="39486" h="47080" extrusionOk="0">
                      <a:moveTo>
                        <a:pt x="35579" y="46225"/>
                      </a:moveTo>
                      <a:cubicBezTo>
                        <a:pt x="41797" y="35442"/>
                        <a:pt x="45071" y="5246"/>
                        <a:pt x="9430" y="0"/>
                      </a:cubicBezTo>
                      <a:cubicBezTo>
                        <a:pt x="-11225" y="5480"/>
                        <a:pt x="4092" y="54071"/>
                        <a:pt x="35579" y="46225"/>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68" name="Google Shape;2168;p2"/>
                <p:cNvSpPr/>
                <p:nvPr/>
              </p:nvSpPr>
              <p:spPr>
                <a:xfrm>
                  <a:off x="6430558" y="1118145"/>
                  <a:ext cx="19381" cy="16355"/>
                </a:xfrm>
                <a:custGeom>
                  <a:avLst/>
                  <a:gdLst/>
                  <a:ahLst/>
                  <a:cxnLst/>
                  <a:rect l="l" t="t" r="r" b="b"/>
                  <a:pathLst>
                    <a:path w="19381" h="16355" extrusionOk="0">
                      <a:moveTo>
                        <a:pt x="18735" y="16326"/>
                      </a:moveTo>
                      <a:cubicBezTo>
                        <a:pt x="15331" y="16797"/>
                        <a:pt x="1842" y="11486"/>
                        <a:pt x="223" y="6766"/>
                      </a:cubicBezTo>
                      <a:cubicBezTo>
                        <a:pt x="-1395" y="2047"/>
                        <a:pt x="6331" y="5072"/>
                        <a:pt x="5977" y="658"/>
                      </a:cubicBezTo>
                      <a:cubicBezTo>
                        <a:pt x="5623" y="-3757"/>
                        <a:pt x="22893" y="15469"/>
                        <a:pt x="18735" y="16326"/>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69" name="Google Shape;2169;p2"/>
                <p:cNvSpPr/>
                <p:nvPr/>
              </p:nvSpPr>
              <p:spPr>
                <a:xfrm>
                  <a:off x="6417390" y="1089983"/>
                  <a:ext cx="39228" cy="31533"/>
                </a:xfrm>
                <a:custGeom>
                  <a:avLst/>
                  <a:gdLst/>
                  <a:ahLst/>
                  <a:cxnLst/>
                  <a:rect l="l" t="t" r="r" b="b"/>
                  <a:pathLst>
                    <a:path w="39228" h="31533" extrusionOk="0">
                      <a:moveTo>
                        <a:pt x="0" y="11517"/>
                      </a:moveTo>
                      <a:cubicBezTo>
                        <a:pt x="9064" y="-6271"/>
                        <a:pt x="37938" y="18178"/>
                        <a:pt x="39200" y="31533"/>
                      </a:cubicBezTo>
                      <a:cubicBezTo>
                        <a:pt x="39706" y="18805"/>
                        <a:pt x="33522" y="3582"/>
                        <a:pt x="9176" y="0"/>
                      </a:cubicBezTo>
                      <a:cubicBezTo>
                        <a:pt x="3729" y="1445"/>
                        <a:pt x="807" y="5900"/>
                        <a:pt x="0" y="1151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70" name="Google Shape;2170;p2"/>
              <p:cNvGrpSpPr/>
              <p:nvPr/>
            </p:nvGrpSpPr>
            <p:grpSpPr>
              <a:xfrm>
                <a:off x="6371446" y="999051"/>
                <a:ext cx="39486" cy="47080"/>
                <a:chOff x="6371446" y="999051"/>
                <a:chExt cx="39486" cy="47080"/>
              </a:xfrm>
            </p:grpSpPr>
            <p:sp>
              <p:nvSpPr>
                <p:cNvPr id="2171" name="Google Shape;2171;p2"/>
                <p:cNvSpPr/>
                <p:nvPr/>
              </p:nvSpPr>
              <p:spPr>
                <a:xfrm>
                  <a:off x="6371446" y="999051"/>
                  <a:ext cx="39486" cy="47080"/>
                </a:xfrm>
                <a:custGeom>
                  <a:avLst/>
                  <a:gdLst/>
                  <a:ahLst/>
                  <a:cxnLst/>
                  <a:rect l="l" t="t" r="r" b="b"/>
                  <a:pathLst>
                    <a:path w="39486" h="47080" extrusionOk="0">
                      <a:moveTo>
                        <a:pt x="35579" y="46225"/>
                      </a:moveTo>
                      <a:cubicBezTo>
                        <a:pt x="41797" y="35442"/>
                        <a:pt x="45071" y="5246"/>
                        <a:pt x="9430" y="0"/>
                      </a:cubicBezTo>
                      <a:cubicBezTo>
                        <a:pt x="-11225" y="5480"/>
                        <a:pt x="4092" y="54071"/>
                        <a:pt x="35579" y="46225"/>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72" name="Google Shape;2172;p2"/>
                <p:cNvSpPr/>
                <p:nvPr/>
              </p:nvSpPr>
              <p:spPr>
                <a:xfrm>
                  <a:off x="6384868" y="1027213"/>
                  <a:ext cx="19381" cy="16355"/>
                </a:xfrm>
                <a:custGeom>
                  <a:avLst/>
                  <a:gdLst/>
                  <a:ahLst/>
                  <a:cxnLst/>
                  <a:rect l="l" t="t" r="r" b="b"/>
                  <a:pathLst>
                    <a:path w="19381" h="16355" extrusionOk="0">
                      <a:moveTo>
                        <a:pt x="18735" y="16326"/>
                      </a:moveTo>
                      <a:cubicBezTo>
                        <a:pt x="15331" y="16797"/>
                        <a:pt x="1842" y="11486"/>
                        <a:pt x="223" y="6766"/>
                      </a:cubicBezTo>
                      <a:cubicBezTo>
                        <a:pt x="-1395" y="2045"/>
                        <a:pt x="6331" y="5072"/>
                        <a:pt x="5977" y="658"/>
                      </a:cubicBezTo>
                      <a:cubicBezTo>
                        <a:pt x="5623" y="-3757"/>
                        <a:pt x="22893" y="15469"/>
                        <a:pt x="18735" y="16326"/>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73" name="Google Shape;2173;p2"/>
                <p:cNvSpPr/>
                <p:nvPr/>
              </p:nvSpPr>
              <p:spPr>
                <a:xfrm>
                  <a:off x="6371699" y="999051"/>
                  <a:ext cx="39228" cy="31533"/>
                </a:xfrm>
                <a:custGeom>
                  <a:avLst/>
                  <a:gdLst/>
                  <a:ahLst/>
                  <a:cxnLst/>
                  <a:rect l="l" t="t" r="r" b="b"/>
                  <a:pathLst>
                    <a:path w="39228" h="31533" extrusionOk="0">
                      <a:moveTo>
                        <a:pt x="0" y="11517"/>
                      </a:moveTo>
                      <a:cubicBezTo>
                        <a:pt x="9064" y="-6270"/>
                        <a:pt x="37936" y="18178"/>
                        <a:pt x="39200" y="31533"/>
                      </a:cubicBezTo>
                      <a:cubicBezTo>
                        <a:pt x="39706" y="18805"/>
                        <a:pt x="33522" y="3582"/>
                        <a:pt x="9176" y="0"/>
                      </a:cubicBezTo>
                      <a:cubicBezTo>
                        <a:pt x="3729" y="1445"/>
                        <a:pt x="807" y="5900"/>
                        <a:pt x="0" y="1151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74" name="Google Shape;2174;p2"/>
              <p:cNvGrpSpPr/>
              <p:nvPr/>
            </p:nvGrpSpPr>
            <p:grpSpPr>
              <a:xfrm>
                <a:off x="6265265" y="1021305"/>
                <a:ext cx="39487" cy="47080"/>
                <a:chOff x="6265265" y="1021305"/>
                <a:chExt cx="39487" cy="47080"/>
              </a:xfrm>
            </p:grpSpPr>
            <p:sp>
              <p:nvSpPr>
                <p:cNvPr id="2175" name="Google Shape;2175;p2"/>
                <p:cNvSpPr/>
                <p:nvPr/>
              </p:nvSpPr>
              <p:spPr>
                <a:xfrm>
                  <a:off x="6265265" y="1021305"/>
                  <a:ext cx="39487" cy="47080"/>
                </a:xfrm>
                <a:custGeom>
                  <a:avLst/>
                  <a:gdLst/>
                  <a:ahLst/>
                  <a:cxnLst/>
                  <a:rect l="l" t="t" r="r" b="b"/>
                  <a:pathLst>
                    <a:path w="39487" h="47080" extrusionOk="0">
                      <a:moveTo>
                        <a:pt x="35579" y="46225"/>
                      </a:moveTo>
                      <a:cubicBezTo>
                        <a:pt x="41797" y="35442"/>
                        <a:pt x="45071" y="5246"/>
                        <a:pt x="9430" y="0"/>
                      </a:cubicBezTo>
                      <a:cubicBezTo>
                        <a:pt x="-11224" y="5482"/>
                        <a:pt x="4090" y="54071"/>
                        <a:pt x="35579" y="46225"/>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76" name="Google Shape;2176;p2"/>
                <p:cNvSpPr/>
                <p:nvPr/>
              </p:nvSpPr>
              <p:spPr>
                <a:xfrm>
                  <a:off x="6278685" y="1049467"/>
                  <a:ext cx="19381" cy="16355"/>
                </a:xfrm>
                <a:custGeom>
                  <a:avLst/>
                  <a:gdLst/>
                  <a:ahLst/>
                  <a:cxnLst/>
                  <a:rect l="l" t="t" r="r" b="b"/>
                  <a:pathLst>
                    <a:path w="19381" h="16355" extrusionOk="0">
                      <a:moveTo>
                        <a:pt x="18735" y="16326"/>
                      </a:moveTo>
                      <a:cubicBezTo>
                        <a:pt x="15331" y="16797"/>
                        <a:pt x="1842" y="11486"/>
                        <a:pt x="223" y="6766"/>
                      </a:cubicBezTo>
                      <a:cubicBezTo>
                        <a:pt x="-1395" y="2047"/>
                        <a:pt x="6331" y="5072"/>
                        <a:pt x="5977" y="658"/>
                      </a:cubicBezTo>
                      <a:cubicBezTo>
                        <a:pt x="5625" y="-3757"/>
                        <a:pt x="22893" y="15469"/>
                        <a:pt x="18735" y="16326"/>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77" name="Google Shape;2177;p2"/>
                <p:cNvSpPr/>
                <p:nvPr/>
              </p:nvSpPr>
              <p:spPr>
                <a:xfrm>
                  <a:off x="6265517" y="1021305"/>
                  <a:ext cx="39228" cy="31533"/>
                </a:xfrm>
                <a:custGeom>
                  <a:avLst/>
                  <a:gdLst/>
                  <a:ahLst/>
                  <a:cxnLst/>
                  <a:rect l="l" t="t" r="r" b="b"/>
                  <a:pathLst>
                    <a:path w="39228" h="31533" extrusionOk="0">
                      <a:moveTo>
                        <a:pt x="0" y="11517"/>
                      </a:moveTo>
                      <a:cubicBezTo>
                        <a:pt x="9064" y="-6271"/>
                        <a:pt x="37936" y="18178"/>
                        <a:pt x="39200" y="31533"/>
                      </a:cubicBezTo>
                      <a:cubicBezTo>
                        <a:pt x="39706" y="18807"/>
                        <a:pt x="33522" y="3582"/>
                        <a:pt x="9176" y="0"/>
                      </a:cubicBezTo>
                      <a:cubicBezTo>
                        <a:pt x="3731" y="1445"/>
                        <a:pt x="807" y="5900"/>
                        <a:pt x="0" y="1151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78" name="Google Shape;2178;p2"/>
              <p:cNvGrpSpPr/>
              <p:nvPr/>
            </p:nvGrpSpPr>
            <p:grpSpPr>
              <a:xfrm>
                <a:off x="6294715" y="957539"/>
                <a:ext cx="42250" cy="43639"/>
                <a:chOff x="6294715" y="957539"/>
                <a:chExt cx="42250" cy="43639"/>
              </a:xfrm>
            </p:grpSpPr>
            <p:sp>
              <p:nvSpPr>
                <p:cNvPr id="2179" name="Google Shape;2179;p2"/>
                <p:cNvSpPr/>
                <p:nvPr/>
              </p:nvSpPr>
              <p:spPr>
                <a:xfrm>
                  <a:off x="6294715" y="957539"/>
                  <a:ext cx="42250" cy="43639"/>
                </a:xfrm>
                <a:custGeom>
                  <a:avLst/>
                  <a:gdLst/>
                  <a:ahLst/>
                  <a:cxnLst/>
                  <a:rect l="l" t="t" r="r" b="b"/>
                  <a:pathLst>
                    <a:path w="42250" h="43639" extrusionOk="0">
                      <a:moveTo>
                        <a:pt x="40534" y="41361"/>
                      </a:moveTo>
                      <a:cubicBezTo>
                        <a:pt x="44914" y="29709"/>
                        <a:pt x="43227" y="-617"/>
                        <a:pt x="7209" y="10"/>
                      </a:cubicBezTo>
                      <a:cubicBezTo>
                        <a:pt x="-12279" y="8779"/>
                        <a:pt x="10743" y="54229"/>
                        <a:pt x="40534" y="4136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80" name="Google Shape;2180;p2"/>
                <p:cNvSpPr/>
                <p:nvPr/>
              </p:nvSpPr>
              <p:spPr>
                <a:xfrm>
                  <a:off x="6311335" y="983636"/>
                  <a:ext cx="20770" cy="14304"/>
                </a:xfrm>
                <a:custGeom>
                  <a:avLst/>
                  <a:gdLst/>
                  <a:ahLst/>
                  <a:cxnLst/>
                  <a:rect l="l" t="t" r="r" b="b"/>
                  <a:pathLst>
                    <a:path w="20770" h="14304" extrusionOk="0">
                      <a:moveTo>
                        <a:pt x="20254" y="14107"/>
                      </a:moveTo>
                      <a:cubicBezTo>
                        <a:pt x="16972" y="15126"/>
                        <a:pt x="2798" y="12081"/>
                        <a:pt x="435" y="7688"/>
                      </a:cubicBezTo>
                      <a:cubicBezTo>
                        <a:pt x="-1931" y="3294"/>
                        <a:pt x="6184" y="5022"/>
                        <a:pt x="5116" y="725"/>
                      </a:cubicBezTo>
                      <a:cubicBezTo>
                        <a:pt x="4047" y="-3573"/>
                        <a:pt x="24216" y="12584"/>
                        <a:pt x="20254" y="14107"/>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81" name="Google Shape;2181;p2"/>
                <p:cNvSpPr/>
                <p:nvPr/>
              </p:nvSpPr>
              <p:spPr>
                <a:xfrm>
                  <a:off x="6294739" y="957541"/>
                  <a:ext cx="41941" cy="26234"/>
                </a:xfrm>
                <a:custGeom>
                  <a:avLst/>
                  <a:gdLst/>
                  <a:ahLst/>
                  <a:cxnLst/>
                  <a:rect l="l" t="t" r="r" b="b"/>
                  <a:pathLst>
                    <a:path w="41941" h="26234" extrusionOk="0">
                      <a:moveTo>
                        <a:pt x="5" y="12866"/>
                      </a:moveTo>
                      <a:cubicBezTo>
                        <a:pt x="6051" y="-6158"/>
                        <a:pt x="38521" y="13264"/>
                        <a:pt x="41941" y="26235"/>
                      </a:cubicBezTo>
                      <a:cubicBezTo>
                        <a:pt x="40369" y="13595"/>
                        <a:pt x="31789" y="-418"/>
                        <a:pt x="7185" y="10"/>
                      </a:cubicBezTo>
                      <a:cubicBezTo>
                        <a:pt x="2044" y="2321"/>
                        <a:pt x="-114" y="7192"/>
                        <a:pt x="5" y="1286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82" name="Google Shape;2182;p2"/>
              <p:cNvGrpSpPr/>
              <p:nvPr/>
            </p:nvGrpSpPr>
            <p:grpSpPr>
              <a:xfrm>
                <a:off x="6360256" y="924282"/>
                <a:ext cx="42249" cy="43639"/>
                <a:chOff x="6360256" y="924282"/>
                <a:chExt cx="42249" cy="43639"/>
              </a:xfrm>
            </p:grpSpPr>
            <p:sp>
              <p:nvSpPr>
                <p:cNvPr id="2183" name="Google Shape;2183;p2"/>
                <p:cNvSpPr/>
                <p:nvPr/>
              </p:nvSpPr>
              <p:spPr>
                <a:xfrm>
                  <a:off x="6360256" y="924282"/>
                  <a:ext cx="42249" cy="43639"/>
                </a:xfrm>
                <a:custGeom>
                  <a:avLst/>
                  <a:gdLst/>
                  <a:ahLst/>
                  <a:cxnLst/>
                  <a:rect l="l" t="t" r="r" b="b"/>
                  <a:pathLst>
                    <a:path w="42249" h="43639" extrusionOk="0">
                      <a:moveTo>
                        <a:pt x="40533" y="41361"/>
                      </a:moveTo>
                      <a:cubicBezTo>
                        <a:pt x="44913" y="29709"/>
                        <a:pt x="43226" y="-617"/>
                        <a:pt x="7208" y="10"/>
                      </a:cubicBezTo>
                      <a:cubicBezTo>
                        <a:pt x="-12278" y="8779"/>
                        <a:pt x="10742" y="54229"/>
                        <a:pt x="40533" y="4136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84" name="Google Shape;2184;p2"/>
                <p:cNvSpPr/>
                <p:nvPr/>
              </p:nvSpPr>
              <p:spPr>
                <a:xfrm>
                  <a:off x="6376872" y="950379"/>
                  <a:ext cx="20773" cy="14304"/>
                </a:xfrm>
                <a:custGeom>
                  <a:avLst/>
                  <a:gdLst/>
                  <a:ahLst/>
                  <a:cxnLst/>
                  <a:rect l="l" t="t" r="r" b="b"/>
                  <a:pathLst>
                    <a:path w="20773" h="14304" extrusionOk="0">
                      <a:moveTo>
                        <a:pt x="20257" y="14107"/>
                      </a:moveTo>
                      <a:cubicBezTo>
                        <a:pt x="16974" y="15127"/>
                        <a:pt x="2801" y="12082"/>
                        <a:pt x="435" y="7688"/>
                      </a:cubicBezTo>
                      <a:cubicBezTo>
                        <a:pt x="-1931" y="3294"/>
                        <a:pt x="6184" y="5022"/>
                        <a:pt x="5116" y="725"/>
                      </a:cubicBezTo>
                      <a:cubicBezTo>
                        <a:pt x="4051" y="-3573"/>
                        <a:pt x="24220" y="12584"/>
                        <a:pt x="20257" y="14107"/>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85" name="Google Shape;2185;p2"/>
                <p:cNvSpPr/>
                <p:nvPr/>
              </p:nvSpPr>
              <p:spPr>
                <a:xfrm>
                  <a:off x="6360279" y="924282"/>
                  <a:ext cx="41941" cy="26234"/>
                </a:xfrm>
                <a:custGeom>
                  <a:avLst/>
                  <a:gdLst/>
                  <a:ahLst/>
                  <a:cxnLst/>
                  <a:rect l="l" t="t" r="r" b="b"/>
                  <a:pathLst>
                    <a:path w="41941" h="26234" extrusionOk="0">
                      <a:moveTo>
                        <a:pt x="4" y="12866"/>
                      </a:moveTo>
                      <a:cubicBezTo>
                        <a:pt x="6051" y="-6158"/>
                        <a:pt x="38521" y="13264"/>
                        <a:pt x="41941" y="26235"/>
                      </a:cubicBezTo>
                      <a:cubicBezTo>
                        <a:pt x="40368" y="13595"/>
                        <a:pt x="31789" y="-418"/>
                        <a:pt x="7185" y="10"/>
                      </a:cubicBezTo>
                      <a:cubicBezTo>
                        <a:pt x="2046" y="2323"/>
                        <a:pt x="-112" y="7194"/>
                        <a:pt x="4" y="1286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86" name="Google Shape;2186;p2"/>
              <p:cNvGrpSpPr/>
              <p:nvPr/>
            </p:nvGrpSpPr>
            <p:grpSpPr>
              <a:xfrm>
                <a:off x="6222195" y="928955"/>
                <a:ext cx="29531" cy="30502"/>
                <a:chOff x="6222195" y="928955"/>
                <a:chExt cx="29531" cy="30502"/>
              </a:xfrm>
            </p:grpSpPr>
            <p:sp>
              <p:nvSpPr>
                <p:cNvPr id="2187" name="Google Shape;2187;p2"/>
                <p:cNvSpPr/>
                <p:nvPr/>
              </p:nvSpPr>
              <p:spPr>
                <a:xfrm>
                  <a:off x="6222195" y="928955"/>
                  <a:ext cx="29531" cy="30502"/>
                </a:xfrm>
                <a:custGeom>
                  <a:avLst/>
                  <a:gdLst/>
                  <a:ahLst/>
                  <a:cxnLst/>
                  <a:rect l="l" t="t" r="r" b="b"/>
                  <a:pathLst>
                    <a:path w="29531" h="30502" extrusionOk="0">
                      <a:moveTo>
                        <a:pt x="28332" y="28911"/>
                      </a:moveTo>
                      <a:cubicBezTo>
                        <a:pt x="31393" y="20766"/>
                        <a:pt x="30214" y="-430"/>
                        <a:pt x="5038" y="7"/>
                      </a:cubicBezTo>
                      <a:cubicBezTo>
                        <a:pt x="-8582" y="6138"/>
                        <a:pt x="7509" y="37904"/>
                        <a:pt x="28332" y="2891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88" name="Google Shape;2188;p2"/>
                <p:cNvSpPr/>
                <p:nvPr/>
              </p:nvSpPr>
              <p:spPr>
                <a:xfrm>
                  <a:off x="6233811" y="947198"/>
                  <a:ext cx="14520" cy="9997"/>
                </a:xfrm>
                <a:custGeom>
                  <a:avLst/>
                  <a:gdLst/>
                  <a:ahLst/>
                  <a:cxnLst/>
                  <a:rect l="l" t="t" r="r" b="b"/>
                  <a:pathLst>
                    <a:path w="14520" h="9997" extrusionOk="0">
                      <a:moveTo>
                        <a:pt x="14159" y="9859"/>
                      </a:moveTo>
                      <a:cubicBezTo>
                        <a:pt x="11864" y="10572"/>
                        <a:pt x="1959" y="8444"/>
                        <a:pt x="303" y="5374"/>
                      </a:cubicBezTo>
                      <a:cubicBezTo>
                        <a:pt x="-1349" y="2304"/>
                        <a:pt x="4322" y="3511"/>
                        <a:pt x="3577" y="507"/>
                      </a:cubicBezTo>
                      <a:cubicBezTo>
                        <a:pt x="2832" y="-2499"/>
                        <a:pt x="16930" y="8796"/>
                        <a:pt x="14159" y="9859"/>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89" name="Google Shape;2189;p2"/>
                <p:cNvSpPr/>
                <p:nvPr/>
              </p:nvSpPr>
              <p:spPr>
                <a:xfrm>
                  <a:off x="6222212" y="928955"/>
                  <a:ext cx="29316" cy="18338"/>
                </a:xfrm>
                <a:custGeom>
                  <a:avLst/>
                  <a:gdLst/>
                  <a:ahLst/>
                  <a:cxnLst/>
                  <a:rect l="l" t="t" r="r" b="b"/>
                  <a:pathLst>
                    <a:path w="29316" h="18338" extrusionOk="0">
                      <a:moveTo>
                        <a:pt x="3" y="8995"/>
                      </a:moveTo>
                      <a:cubicBezTo>
                        <a:pt x="4230" y="-4302"/>
                        <a:pt x="26925" y="9272"/>
                        <a:pt x="29317" y="18338"/>
                      </a:cubicBezTo>
                      <a:cubicBezTo>
                        <a:pt x="28217" y="9503"/>
                        <a:pt x="22221" y="-293"/>
                        <a:pt x="5023" y="7"/>
                      </a:cubicBezTo>
                      <a:cubicBezTo>
                        <a:pt x="1430" y="1625"/>
                        <a:pt x="-79" y="5029"/>
                        <a:pt x="3" y="8995"/>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90" name="Google Shape;2190;p2"/>
              <p:cNvGrpSpPr/>
              <p:nvPr/>
            </p:nvGrpSpPr>
            <p:grpSpPr>
              <a:xfrm>
                <a:off x="6154912" y="902019"/>
                <a:ext cx="29531" cy="30503"/>
                <a:chOff x="6154912" y="902019"/>
                <a:chExt cx="29531" cy="30503"/>
              </a:xfrm>
            </p:grpSpPr>
            <p:sp>
              <p:nvSpPr>
                <p:cNvPr id="2191" name="Google Shape;2191;p2"/>
                <p:cNvSpPr/>
                <p:nvPr/>
              </p:nvSpPr>
              <p:spPr>
                <a:xfrm>
                  <a:off x="6154912" y="902019"/>
                  <a:ext cx="29531" cy="30503"/>
                </a:xfrm>
                <a:custGeom>
                  <a:avLst/>
                  <a:gdLst/>
                  <a:ahLst/>
                  <a:cxnLst/>
                  <a:rect l="l" t="t" r="r" b="b"/>
                  <a:pathLst>
                    <a:path w="29531" h="30503" extrusionOk="0">
                      <a:moveTo>
                        <a:pt x="28332" y="28911"/>
                      </a:moveTo>
                      <a:cubicBezTo>
                        <a:pt x="31393" y="20766"/>
                        <a:pt x="30214" y="-430"/>
                        <a:pt x="5038" y="7"/>
                      </a:cubicBezTo>
                      <a:cubicBezTo>
                        <a:pt x="-8582" y="6138"/>
                        <a:pt x="7509" y="37906"/>
                        <a:pt x="28332" y="2891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92" name="Google Shape;2192;p2"/>
                <p:cNvSpPr/>
                <p:nvPr/>
              </p:nvSpPr>
              <p:spPr>
                <a:xfrm>
                  <a:off x="6166529" y="920262"/>
                  <a:ext cx="14517" cy="9998"/>
                </a:xfrm>
                <a:custGeom>
                  <a:avLst/>
                  <a:gdLst/>
                  <a:ahLst/>
                  <a:cxnLst/>
                  <a:rect l="l" t="t" r="r" b="b"/>
                  <a:pathLst>
                    <a:path w="14517" h="9998" extrusionOk="0">
                      <a:moveTo>
                        <a:pt x="14157" y="9861"/>
                      </a:moveTo>
                      <a:cubicBezTo>
                        <a:pt x="11864" y="10572"/>
                        <a:pt x="1956" y="8446"/>
                        <a:pt x="303" y="5373"/>
                      </a:cubicBezTo>
                      <a:cubicBezTo>
                        <a:pt x="-1349" y="2303"/>
                        <a:pt x="4322" y="3510"/>
                        <a:pt x="3577" y="506"/>
                      </a:cubicBezTo>
                      <a:cubicBezTo>
                        <a:pt x="2829" y="-2497"/>
                        <a:pt x="16927" y="8796"/>
                        <a:pt x="14157" y="9861"/>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93" name="Google Shape;2193;p2"/>
                <p:cNvSpPr/>
                <p:nvPr/>
              </p:nvSpPr>
              <p:spPr>
                <a:xfrm>
                  <a:off x="6154929" y="902019"/>
                  <a:ext cx="29316" cy="18338"/>
                </a:xfrm>
                <a:custGeom>
                  <a:avLst/>
                  <a:gdLst/>
                  <a:ahLst/>
                  <a:cxnLst/>
                  <a:rect l="l" t="t" r="r" b="b"/>
                  <a:pathLst>
                    <a:path w="29316" h="18338" extrusionOk="0">
                      <a:moveTo>
                        <a:pt x="3" y="8995"/>
                      </a:moveTo>
                      <a:cubicBezTo>
                        <a:pt x="4230" y="-4302"/>
                        <a:pt x="26925" y="9272"/>
                        <a:pt x="29317" y="18338"/>
                      </a:cubicBezTo>
                      <a:cubicBezTo>
                        <a:pt x="28217" y="9503"/>
                        <a:pt x="22221" y="-293"/>
                        <a:pt x="5021" y="7"/>
                      </a:cubicBezTo>
                      <a:cubicBezTo>
                        <a:pt x="1430" y="1625"/>
                        <a:pt x="-79" y="5031"/>
                        <a:pt x="3" y="8995"/>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94" name="Google Shape;2194;p2"/>
              <p:cNvGrpSpPr/>
              <p:nvPr/>
            </p:nvGrpSpPr>
            <p:grpSpPr>
              <a:xfrm>
                <a:off x="6128752" y="946086"/>
                <a:ext cx="25498" cy="35759"/>
                <a:chOff x="6128752" y="946086"/>
                <a:chExt cx="25498" cy="35759"/>
              </a:xfrm>
            </p:grpSpPr>
            <p:sp>
              <p:nvSpPr>
                <p:cNvPr id="2195" name="Google Shape;2195;p2"/>
                <p:cNvSpPr/>
                <p:nvPr/>
              </p:nvSpPr>
              <p:spPr>
                <a:xfrm>
                  <a:off x="6128752" y="946086"/>
                  <a:ext cx="25498" cy="35759"/>
                </a:xfrm>
                <a:custGeom>
                  <a:avLst/>
                  <a:gdLst/>
                  <a:ahLst/>
                  <a:cxnLst/>
                  <a:rect l="l" t="t" r="r" b="b"/>
                  <a:pathLst>
                    <a:path w="25498" h="35759" extrusionOk="0">
                      <a:moveTo>
                        <a:pt x="19459" y="35760"/>
                      </a:moveTo>
                      <a:cubicBezTo>
                        <a:pt x="25491" y="29492"/>
                        <a:pt x="32793" y="9556"/>
                        <a:pt x="9496" y="0"/>
                      </a:cubicBezTo>
                      <a:cubicBezTo>
                        <a:pt x="-5438" y="242"/>
                        <a:pt x="-3223" y="35785"/>
                        <a:pt x="19459" y="3576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96" name="Google Shape;2196;p2"/>
                <p:cNvSpPr/>
                <p:nvPr/>
              </p:nvSpPr>
              <p:spPr>
                <a:xfrm>
                  <a:off x="6135217" y="966925"/>
                  <a:ext cx="11591" cy="13165"/>
                </a:xfrm>
                <a:custGeom>
                  <a:avLst/>
                  <a:gdLst/>
                  <a:ahLst/>
                  <a:cxnLst/>
                  <a:rect l="l" t="t" r="r" b="b"/>
                  <a:pathLst>
                    <a:path w="11591" h="13165" extrusionOk="0">
                      <a:moveTo>
                        <a:pt x="10964" y="13165"/>
                      </a:moveTo>
                      <a:cubicBezTo>
                        <a:pt x="8575" y="12911"/>
                        <a:pt x="318" y="7039"/>
                        <a:pt x="14" y="3564"/>
                      </a:cubicBezTo>
                      <a:cubicBezTo>
                        <a:pt x="-290" y="89"/>
                        <a:pt x="4442" y="3443"/>
                        <a:pt x="4945" y="389"/>
                      </a:cubicBezTo>
                      <a:cubicBezTo>
                        <a:pt x="5448" y="-2665"/>
                        <a:pt x="13929" y="13284"/>
                        <a:pt x="10964" y="13165"/>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197" name="Google Shape;2197;p2"/>
                <p:cNvSpPr/>
                <p:nvPr/>
              </p:nvSpPr>
              <p:spPr>
                <a:xfrm>
                  <a:off x="6130085" y="946088"/>
                  <a:ext cx="24162" cy="26444"/>
                </a:xfrm>
                <a:custGeom>
                  <a:avLst/>
                  <a:gdLst/>
                  <a:ahLst/>
                  <a:cxnLst/>
                  <a:rect l="l" t="t" r="r" b="b"/>
                  <a:pathLst>
                    <a:path w="24162" h="26444" extrusionOk="0">
                      <a:moveTo>
                        <a:pt x="0" y="6268"/>
                      </a:moveTo>
                      <a:cubicBezTo>
                        <a:pt x="9142" y="-4273"/>
                        <a:pt x="24616" y="17172"/>
                        <a:pt x="23226" y="26444"/>
                      </a:cubicBezTo>
                      <a:cubicBezTo>
                        <a:pt x="25708" y="17895"/>
                        <a:pt x="24076" y="6527"/>
                        <a:pt x="8163" y="0"/>
                      </a:cubicBezTo>
                      <a:cubicBezTo>
                        <a:pt x="4225" y="62"/>
                        <a:pt x="1493" y="2592"/>
                        <a:pt x="0" y="626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198" name="Google Shape;2198;p2"/>
              <p:cNvGrpSpPr/>
              <p:nvPr/>
            </p:nvGrpSpPr>
            <p:grpSpPr>
              <a:xfrm>
                <a:off x="6276798" y="892928"/>
                <a:ext cx="33575" cy="27077"/>
                <a:chOff x="6276798" y="892928"/>
                <a:chExt cx="33575" cy="27077"/>
              </a:xfrm>
            </p:grpSpPr>
            <p:sp>
              <p:nvSpPr>
                <p:cNvPr id="2199" name="Google Shape;2199;p2"/>
                <p:cNvSpPr/>
                <p:nvPr/>
              </p:nvSpPr>
              <p:spPr>
                <a:xfrm>
                  <a:off x="6276798" y="892928"/>
                  <a:ext cx="33575" cy="27077"/>
                </a:xfrm>
                <a:custGeom>
                  <a:avLst/>
                  <a:gdLst/>
                  <a:ahLst/>
                  <a:cxnLst/>
                  <a:rect l="l" t="t" r="r" b="b"/>
                  <a:pathLst>
                    <a:path w="33575" h="27077" extrusionOk="0">
                      <a:moveTo>
                        <a:pt x="33195" y="23749"/>
                      </a:moveTo>
                      <a:cubicBezTo>
                        <a:pt x="25889" y="28471"/>
                        <a:pt x="4924" y="31825"/>
                        <a:pt x="0" y="7132"/>
                      </a:cubicBezTo>
                      <a:cubicBezTo>
                        <a:pt x="3093" y="-7478"/>
                        <a:pt x="37554" y="1490"/>
                        <a:pt x="33195" y="23749"/>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00" name="Google Shape;2200;p2"/>
                <p:cNvSpPr/>
                <p:nvPr/>
              </p:nvSpPr>
              <p:spPr>
                <a:xfrm>
                  <a:off x="6296824" y="901648"/>
                  <a:ext cx="11841" cy="13185"/>
                </a:xfrm>
                <a:custGeom>
                  <a:avLst/>
                  <a:gdLst/>
                  <a:ahLst/>
                  <a:cxnLst/>
                  <a:rect l="l" t="t" r="r" b="b"/>
                  <a:pathLst>
                    <a:path w="11841" h="13185" extrusionOk="0">
                      <a:moveTo>
                        <a:pt x="11834" y="12702"/>
                      </a:moveTo>
                      <a:cubicBezTo>
                        <a:pt x="12042" y="10308"/>
                        <a:pt x="7857" y="1080"/>
                        <a:pt x="4505" y="117"/>
                      </a:cubicBezTo>
                      <a:cubicBezTo>
                        <a:pt x="1154" y="-845"/>
                        <a:pt x="3538" y="4440"/>
                        <a:pt x="445" y="4351"/>
                      </a:cubicBezTo>
                      <a:cubicBezTo>
                        <a:pt x="-2650" y="4259"/>
                        <a:pt x="11384" y="15635"/>
                        <a:pt x="11834" y="1270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01" name="Google Shape;2201;p2"/>
                <p:cNvSpPr/>
                <p:nvPr/>
              </p:nvSpPr>
              <p:spPr>
                <a:xfrm>
                  <a:off x="6276798" y="893248"/>
                  <a:ext cx="23077" cy="26755"/>
                </a:xfrm>
                <a:custGeom>
                  <a:avLst/>
                  <a:gdLst/>
                  <a:ahLst/>
                  <a:cxnLst/>
                  <a:rect l="l" t="t" r="r" b="b"/>
                  <a:pathLst>
                    <a:path w="23077" h="26755" extrusionOk="0">
                      <a:moveTo>
                        <a:pt x="7715" y="0"/>
                      </a:moveTo>
                      <a:cubicBezTo>
                        <a:pt x="-4380" y="6956"/>
                        <a:pt x="13709" y="26248"/>
                        <a:pt x="23077" y="26655"/>
                      </a:cubicBezTo>
                      <a:cubicBezTo>
                        <a:pt x="14210" y="27457"/>
                        <a:pt x="3365" y="23681"/>
                        <a:pt x="0" y="6812"/>
                      </a:cubicBezTo>
                      <a:cubicBezTo>
                        <a:pt x="816" y="2960"/>
                        <a:pt x="3822" y="761"/>
                        <a:pt x="7715"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02" name="Google Shape;2202;p2"/>
              <p:cNvGrpSpPr/>
              <p:nvPr/>
            </p:nvGrpSpPr>
            <p:grpSpPr>
              <a:xfrm>
                <a:off x="6342804" y="805396"/>
                <a:ext cx="33575" cy="27078"/>
                <a:chOff x="6342804" y="805396"/>
                <a:chExt cx="33575" cy="27078"/>
              </a:xfrm>
            </p:grpSpPr>
            <p:sp>
              <p:nvSpPr>
                <p:cNvPr id="2203" name="Google Shape;2203;p2"/>
                <p:cNvSpPr/>
                <p:nvPr/>
              </p:nvSpPr>
              <p:spPr>
                <a:xfrm>
                  <a:off x="6342804" y="805396"/>
                  <a:ext cx="33575" cy="27078"/>
                </a:xfrm>
                <a:custGeom>
                  <a:avLst/>
                  <a:gdLst/>
                  <a:ahLst/>
                  <a:cxnLst/>
                  <a:rect l="l" t="t" r="r" b="b"/>
                  <a:pathLst>
                    <a:path w="33575" h="27078" extrusionOk="0">
                      <a:moveTo>
                        <a:pt x="33195" y="23750"/>
                      </a:moveTo>
                      <a:cubicBezTo>
                        <a:pt x="25889" y="28472"/>
                        <a:pt x="4924" y="31826"/>
                        <a:pt x="0" y="7133"/>
                      </a:cubicBezTo>
                      <a:cubicBezTo>
                        <a:pt x="3095" y="-7479"/>
                        <a:pt x="37557" y="1491"/>
                        <a:pt x="33195" y="2375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04" name="Google Shape;2204;p2"/>
                <p:cNvSpPr/>
                <p:nvPr/>
              </p:nvSpPr>
              <p:spPr>
                <a:xfrm>
                  <a:off x="6362832" y="814117"/>
                  <a:ext cx="11841" cy="13184"/>
                </a:xfrm>
                <a:custGeom>
                  <a:avLst/>
                  <a:gdLst/>
                  <a:ahLst/>
                  <a:cxnLst/>
                  <a:rect l="l" t="t" r="r" b="b"/>
                  <a:pathLst>
                    <a:path w="11841" h="13184" extrusionOk="0">
                      <a:moveTo>
                        <a:pt x="11834" y="12702"/>
                      </a:moveTo>
                      <a:cubicBezTo>
                        <a:pt x="12042" y="10308"/>
                        <a:pt x="7857" y="1080"/>
                        <a:pt x="4505" y="117"/>
                      </a:cubicBezTo>
                      <a:cubicBezTo>
                        <a:pt x="1154" y="-845"/>
                        <a:pt x="3538" y="4440"/>
                        <a:pt x="445" y="4351"/>
                      </a:cubicBezTo>
                      <a:cubicBezTo>
                        <a:pt x="-2650" y="4259"/>
                        <a:pt x="11384" y="15635"/>
                        <a:pt x="11834" y="1270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05" name="Google Shape;2205;p2"/>
                <p:cNvSpPr/>
                <p:nvPr/>
              </p:nvSpPr>
              <p:spPr>
                <a:xfrm>
                  <a:off x="6342804" y="805714"/>
                  <a:ext cx="23077" cy="26755"/>
                </a:xfrm>
                <a:custGeom>
                  <a:avLst/>
                  <a:gdLst/>
                  <a:ahLst/>
                  <a:cxnLst/>
                  <a:rect l="l" t="t" r="r" b="b"/>
                  <a:pathLst>
                    <a:path w="23077" h="26755" extrusionOk="0">
                      <a:moveTo>
                        <a:pt x="7715" y="0"/>
                      </a:moveTo>
                      <a:cubicBezTo>
                        <a:pt x="-4380" y="6956"/>
                        <a:pt x="13709" y="26248"/>
                        <a:pt x="23077" y="26655"/>
                      </a:cubicBezTo>
                      <a:cubicBezTo>
                        <a:pt x="14210" y="27457"/>
                        <a:pt x="3365" y="23681"/>
                        <a:pt x="0" y="6812"/>
                      </a:cubicBezTo>
                      <a:cubicBezTo>
                        <a:pt x="818" y="2960"/>
                        <a:pt x="3824" y="764"/>
                        <a:pt x="7715"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06" name="Google Shape;2206;p2"/>
              <p:cNvGrpSpPr/>
              <p:nvPr/>
            </p:nvGrpSpPr>
            <p:grpSpPr>
              <a:xfrm>
                <a:off x="6261361" y="814353"/>
                <a:ext cx="33576" cy="27078"/>
                <a:chOff x="6261361" y="814353"/>
                <a:chExt cx="33576" cy="27078"/>
              </a:xfrm>
            </p:grpSpPr>
            <p:sp>
              <p:nvSpPr>
                <p:cNvPr id="2207" name="Google Shape;2207;p2"/>
                <p:cNvSpPr/>
                <p:nvPr/>
              </p:nvSpPr>
              <p:spPr>
                <a:xfrm>
                  <a:off x="6261361" y="814353"/>
                  <a:ext cx="33576" cy="27078"/>
                </a:xfrm>
                <a:custGeom>
                  <a:avLst/>
                  <a:gdLst/>
                  <a:ahLst/>
                  <a:cxnLst/>
                  <a:rect l="l" t="t" r="r" b="b"/>
                  <a:pathLst>
                    <a:path w="33576" h="27078" extrusionOk="0">
                      <a:moveTo>
                        <a:pt x="33195" y="23750"/>
                      </a:moveTo>
                      <a:cubicBezTo>
                        <a:pt x="25889" y="28472"/>
                        <a:pt x="4924" y="31826"/>
                        <a:pt x="0" y="7133"/>
                      </a:cubicBezTo>
                      <a:cubicBezTo>
                        <a:pt x="3095" y="-7479"/>
                        <a:pt x="37557" y="1491"/>
                        <a:pt x="33195" y="2375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08" name="Google Shape;2208;p2"/>
                <p:cNvSpPr/>
                <p:nvPr/>
              </p:nvSpPr>
              <p:spPr>
                <a:xfrm>
                  <a:off x="6281389" y="823074"/>
                  <a:ext cx="11841" cy="13185"/>
                </a:xfrm>
                <a:custGeom>
                  <a:avLst/>
                  <a:gdLst/>
                  <a:ahLst/>
                  <a:cxnLst/>
                  <a:rect l="l" t="t" r="r" b="b"/>
                  <a:pathLst>
                    <a:path w="11841" h="13185" extrusionOk="0">
                      <a:moveTo>
                        <a:pt x="11834" y="12702"/>
                      </a:moveTo>
                      <a:cubicBezTo>
                        <a:pt x="12042" y="10308"/>
                        <a:pt x="7857" y="1080"/>
                        <a:pt x="4505" y="117"/>
                      </a:cubicBezTo>
                      <a:cubicBezTo>
                        <a:pt x="1154" y="-845"/>
                        <a:pt x="3538" y="4440"/>
                        <a:pt x="445" y="4351"/>
                      </a:cubicBezTo>
                      <a:cubicBezTo>
                        <a:pt x="-2650" y="4259"/>
                        <a:pt x="11384" y="15635"/>
                        <a:pt x="11834" y="1270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09" name="Google Shape;2209;p2"/>
                <p:cNvSpPr/>
                <p:nvPr/>
              </p:nvSpPr>
              <p:spPr>
                <a:xfrm>
                  <a:off x="6261361" y="814671"/>
                  <a:ext cx="23077" cy="26757"/>
                </a:xfrm>
                <a:custGeom>
                  <a:avLst/>
                  <a:gdLst/>
                  <a:ahLst/>
                  <a:cxnLst/>
                  <a:rect l="l" t="t" r="r" b="b"/>
                  <a:pathLst>
                    <a:path w="23077" h="26757" extrusionOk="0">
                      <a:moveTo>
                        <a:pt x="7715" y="0"/>
                      </a:moveTo>
                      <a:cubicBezTo>
                        <a:pt x="-4380" y="6956"/>
                        <a:pt x="13709" y="26248"/>
                        <a:pt x="23077" y="26657"/>
                      </a:cubicBezTo>
                      <a:cubicBezTo>
                        <a:pt x="14210" y="27459"/>
                        <a:pt x="3365" y="23683"/>
                        <a:pt x="0" y="6815"/>
                      </a:cubicBezTo>
                      <a:cubicBezTo>
                        <a:pt x="818" y="2960"/>
                        <a:pt x="3824" y="764"/>
                        <a:pt x="7715"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10" name="Google Shape;2210;p2"/>
              <p:cNvGrpSpPr/>
              <p:nvPr/>
            </p:nvGrpSpPr>
            <p:grpSpPr>
              <a:xfrm>
                <a:off x="6200009" y="862357"/>
                <a:ext cx="33575" cy="27078"/>
                <a:chOff x="6200009" y="862357"/>
                <a:chExt cx="33575" cy="27078"/>
              </a:xfrm>
            </p:grpSpPr>
            <p:sp>
              <p:nvSpPr>
                <p:cNvPr id="2211" name="Google Shape;2211;p2"/>
                <p:cNvSpPr/>
                <p:nvPr/>
              </p:nvSpPr>
              <p:spPr>
                <a:xfrm>
                  <a:off x="6200009" y="862357"/>
                  <a:ext cx="33575" cy="27078"/>
                </a:xfrm>
                <a:custGeom>
                  <a:avLst/>
                  <a:gdLst/>
                  <a:ahLst/>
                  <a:cxnLst/>
                  <a:rect l="l" t="t" r="r" b="b"/>
                  <a:pathLst>
                    <a:path w="33575" h="27078" extrusionOk="0">
                      <a:moveTo>
                        <a:pt x="33195" y="23750"/>
                      </a:moveTo>
                      <a:cubicBezTo>
                        <a:pt x="25889" y="28472"/>
                        <a:pt x="4924" y="31826"/>
                        <a:pt x="0" y="7133"/>
                      </a:cubicBezTo>
                      <a:cubicBezTo>
                        <a:pt x="3093" y="-7479"/>
                        <a:pt x="37557" y="1491"/>
                        <a:pt x="33195" y="2375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12" name="Google Shape;2212;p2"/>
                <p:cNvSpPr/>
                <p:nvPr/>
              </p:nvSpPr>
              <p:spPr>
                <a:xfrm>
                  <a:off x="6220035" y="871075"/>
                  <a:ext cx="11841" cy="13185"/>
                </a:xfrm>
                <a:custGeom>
                  <a:avLst/>
                  <a:gdLst/>
                  <a:ahLst/>
                  <a:cxnLst/>
                  <a:rect l="l" t="t" r="r" b="b"/>
                  <a:pathLst>
                    <a:path w="11841" h="13185" extrusionOk="0">
                      <a:moveTo>
                        <a:pt x="11834" y="12702"/>
                      </a:moveTo>
                      <a:cubicBezTo>
                        <a:pt x="12042" y="10308"/>
                        <a:pt x="7857" y="1080"/>
                        <a:pt x="4505" y="117"/>
                      </a:cubicBezTo>
                      <a:cubicBezTo>
                        <a:pt x="1154" y="-845"/>
                        <a:pt x="3538" y="4440"/>
                        <a:pt x="445" y="4351"/>
                      </a:cubicBezTo>
                      <a:cubicBezTo>
                        <a:pt x="-2650" y="4262"/>
                        <a:pt x="11384" y="15637"/>
                        <a:pt x="11834" y="1270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13" name="Google Shape;2213;p2"/>
                <p:cNvSpPr/>
                <p:nvPr/>
              </p:nvSpPr>
              <p:spPr>
                <a:xfrm>
                  <a:off x="6200009" y="862675"/>
                  <a:ext cx="23077" cy="26755"/>
                </a:xfrm>
                <a:custGeom>
                  <a:avLst/>
                  <a:gdLst/>
                  <a:ahLst/>
                  <a:cxnLst/>
                  <a:rect l="l" t="t" r="r" b="b"/>
                  <a:pathLst>
                    <a:path w="23077" h="26755" extrusionOk="0">
                      <a:moveTo>
                        <a:pt x="7715" y="0"/>
                      </a:moveTo>
                      <a:cubicBezTo>
                        <a:pt x="-4380" y="6956"/>
                        <a:pt x="13709" y="26248"/>
                        <a:pt x="23077" y="26655"/>
                      </a:cubicBezTo>
                      <a:cubicBezTo>
                        <a:pt x="14210" y="27457"/>
                        <a:pt x="3365" y="23681"/>
                        <a:pt x="0" y="6812"/>
                      </a:cubicBezTo>
                      <a:cubicBezTo>
                        <a:pt x="816" y="2960"/>
                        <a:pt x="3822" y="763"/>
                        <a:pt x="7715"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14" name="Google Shape;2214;p2"/>
              <p:cNvGrpSpPr/>
              <p:nvPr/>
            </p:nvGrpSpPr>
            <p:grpSpPr>
              <a:xfrm>
                <a:off x="6191998" y="972997"/>
                <a:ext cx="42250" cy="43639"/>
                <a:chOff x="6191998" y="972997"/>
                <a:chExt cx="42250" cy="43639"/>
              </a:xfrm>
            </p:grpSpPr>
            <p:sp>
              <p:nvSpPr>
                <p:cNvPr id="2215" name="Google Shape;2215;p2"/>
                <p:cNvSpPr/>
                <p:nvPr/>
              </p:nvSpPr>
              <p:spPr>
                <a:xfrm>
                  <a:off x="6191998" y="972997"/>
                  <a:ext cx="42250" cy="43639"/>
                </a:xfrm>
                <a:custGeom>
                  <a:avLst/>
                  <a:gdLst/>
                  <a:ahLst/>
                  <a:cxnLst/>
                  <a:rect l="l" t="t" r="r" b="b"/>
                  <a:pathLst>
                    <a:path w="42250" h="43639" extrusionOk="0">
                      <a:moveTo>
                        <a:pt x="40534" y="41361"/>
                      </a:moveTo>
                      <a:cubicBezTo>
                        <a:pt x="44914" y="29709"/>
                        <a:pt x="43227" y="-617"/>
                        <a:pt x="7209" y="10"/>
                      </a:cubicBezTo>
                      <a:cubicBezTo>
                        <a:pt x="-12279" y="8779"/>
                        <a:pt x="10743" y="54229"/>
                        <a:pt x="40534" y="4136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16" name="Google Shape;2216;p2"/>
                <p:cNvSpPr/>
                <p:nvPr/>
              </p:nvSpPr>
              <p:spPr>
                <a:xfrm>
                  <a:off x="6208616" y="999094"/>
                  <a:ext cx="20771" cy="14304"/>
                </a:xfrm>
                <a:custGeom>
                  <a:avLst/>
                  <a:gdLst/>
                  <a:ahLst/>
                  <a:cxnLst/>
                  <a:rect l="l" t="t" r="r" b="b"/>
                  <a:pathLst>
                    <a:path w="20771" h="14304" extrusionOk="0">
                      <a:moveTo>
                        <a:pt x="20254" y="14107"/>
                      </a:moveTo>
                      <a:cubicBezTo>
                        <a:pt x="16972" y="15127"/>
                        <a:pt x="2798" y="12082"/>
                        <a:pt x="435" y="7688"/>
                      </a:cubicBezTo>
                      <a:cubicBezTo>
                        <a:pt x="-1931" y="3294"/>
                        <a:pt x="6184" y="5022"/>
                        <a:pt x="5116" y="725"/>
                      </a:cubicBezTo>
                      <a:cubicBezTo>
                        <a:pt x="4049" y="-3573"/>
                        <a:pt x="24218" y="12584"/>
                        <a:pt x="20254" y="14107"/>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17" name="Google Shape;2217;p2"/>
                <p:cNvSpPr/>
                <p:nvPr/>
              </p:nvSpPr>
              <p:spPr>
                <a:xfrm>
                  <a:off x="6192022" y="972999"/>
                  <a:ext cx="41941" cy="26234"/>
                </a:xfrm>
                <a:custGeom>
                  <a:avLst/>
                  <a:gdLst/>
                  <a:ahLst/>
                  <a:cxnLst/>
                  <a:rect l="l" t="t" r="r" b="b"/>
                  <a:pathLst>
                    <a:path w="41941" h="26234" extrusionOk="0">
                      <a:moveTo>
                        <a:pt x="5" y="12866"/>
                      </a:moveTo>
                      <a:cubicBezTo>
                        <a:pt x="6051" y="-6158"/>
                        <a:pt x="38521" y="13264"/>
                        <a:pt x="41941" y="26235"/>
                      </a:cubicBezTo>
                      <a:cubicBezTo>
                        <a:pt x="40366" y="13595"/>
                        <a:pt x="31789" y="-418"/>
                        <a:pt x="7185" y="10"/>
                      </a:cubicBezTo>
                      <a:cubicBezTo>
                        <a:pt x="2044" y="2321"/>
                        <a:pt x="-114" y="7192"/>
                        <a:pt x="5" y="1286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18" name="Google Shape;2218;p2"/>
              <p:cNvGrpSpPr/>
              <p:nvPr/>
            </p:nvGrpSpPr>
            <p:grpSpPr>
              <a:xfrm>
                <a:off x="6500637" y="1029986"/>
                <a:ext cx="40132" cy="45983"/>
                <a:chOff x="6500637" y="1029986"/>
                <a:chExt cx="40132" cy="45983"/>
              </a:xfrm>
            </p:grpSpPr>
            <p:sp>
              <p:nvSpPr>
                <p:cNvPr id="2219" name="Google Shape;2219;p2"/>
                <p:cNvSpPr/>
                <p:nvPr/>
              </p:nvSpPr>
              <p:spPr>
                <a:xfrm>
                  <a:off x="6500637" y="1029986"/>
                  <a:ext cx="40132" cy="45983"/>
                </a:xfrm>
                <a:custGeom>
                  <a:avLst/>
                  <a:gdLst/>
                  <a:ahLst/>
                  <a:cxnLst/>
                  <a:rect l="l" t="t" r="r" b="b"/>
                  <a:pathLst>
                    <a:path w="40132" h="45983" extrusionOk="0">
                      <a:moveTo>
                        <a:pt x="35421" y="45666"/>
                      </a:moveTo>
                      <a:cubicBezTo>
                        <a:pt x="23148" y="47737"/>
                        <a:pt x="-6296" y="40283"/>
                        <a:pt x="1207" y="5046"/>
                      </a:cubicBezTo>
                      <a:cubicBezTo>
                        <a:pt x="13540" y="-12401"/>
                        <a:pt x="53748" y="18886"/>
                        <a:pt x="35421" y="45666"/>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20" name="Google Shape;2220;p2"/>
                <p:cNvSpPr/>
                <p:nvPr/>
              </p:nvSpPr>
              <p:spPr>
                <a:xfrm>
                  <a:off x="6524566" y="1050431"/>
                  <a:ext cx="11995" cy="21792"/>
                </a:xfrm>
                <a:custGeom>
                  <a:avLst/>
                  <a:gdLst/>
                  <a:ahLst/>
                  <a:cxnLst/>
                  <a:rect l="l" t="t" r="r" b="b"/>
                  <a:pathLst>
                    <a:path w="11995" h="21792" extrusionOk="0">
                      <a:moveTo>
                        <a:pt x="11056" y="21408"/>
                      </a:moveTo>
                      <a:cubicBezTo>
                        <a:pt x="12683" y="18381"/>
                        <a:pt x="12407" y="3888"/>
                        <a:pt x="8545" y="726"/>
                      </a:cubicBezTo>
                      <a:cubicBezTo>
                        <a:pt x="4687" y="-2435"/>
                        <a:pt x="4831" y="5861"/>
                        <a:pt x="814" y="3991"/>
                      </a:cubicBezTo>
                      <a:cubicBezTo>
                        <a:pt x="-3198" y="2119"/>
                        <a:pt x="8804" y="25006"/>
                        <a:pt x="11056" y="21408"/>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21" name="Google Shape;2221;p2"/>
                <p:cNvSpPr/>
                <p:nvPr/>
              </p:nvSpPr>
              <p:spPr>
                <a:xfrm>
                  <a:off x="6500637" y="1030008"/>
                  <a:ext cx="20301" cy="44158"/>
                </a:xfrm>
                <a:custGeom>
                  <a:avLst/>
                  <a:gdLst/>
                  <a:ahLst/>
                  <a:cxnLst/>
                  <a:rect l="l" t="t" r="r" b="b"/>
                  <a:pathLst>
                    <a:path w="20301" h="44158" extrusionOk="0">
                      <a:moveTo>
                        <a:pt x="15199" y="438"/>
                      </a:moveTo>
                      <a:cubicBezTo>
                        <a:pt x="-4632" y="2736"/>
                        <a:pt x="8222" y="38320"/>
                        <a:pt x="20302" y="44158"/>
                      </a:cubicBezTo>
                      <a:cubicBezTo>
                        <a:pt x="8197" y="40197"/>
                        <a:pt x="-3918" y="29096"/>
                        <a:pt x="1207" y="5026"/>
                      </a:cubicBezTo>
                      <a:cubicBezTo>
                        <a:pt x="4460" y="425"/>
                        <a:pt x="9654" y="-764"/>
                        <a:pt x="15199" y="43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22" name="Google Shape;2222;p2"/>
              <p:cNvGrpSpPr/>
              <p:nvPr/>
            </p:nvGrpSpPr>
            <p:grpSpPr>
              <a:xfrm>
                <a:off x="6431856" y="978962"/>
                <a:ext cx="40132" cy="45984"/>
                <a:chOff x="6431856" y="978962"/>
                <a:chExt cx="40132" cy="45984"/>
              </a:xfrm>
            </p:grpSpPr>
            <p:sp>
              <p:nvSpPr>
                <p:cNvPr id="2223" name="Google Shape;2223;p2"/>
                <p:cNvSpPr/>
                <p:nvPr/>
              </p:nvSpPr>
              <p:spPr>
                <a:xfrm>
                  <a:off x="6431856" y="978962"/>
                  <a:ext cx="40132" cy="45984"/>
                </a:xfrm>
                <a:custGeom>
                  <a:avLst/>
                  <a:gdLst/>
                  <a:ahLst/>
                  <a:cxnLst/>
                  <a:rect l="l" t="t" r="r" b="b"/>
                  <a:pathLst>
                    <a:path w="40132" h="45984" extrusionOk="0">
                      <a:moveTo>
                        <a:pt x="35421" y="45667"/>
                      </a:moveTo>
                      <a:cubicBezTo>
                        <a:pt x="23148" y="47738"/>
                        <a:pt x="-6296" y="40283"/>
                        <a:pt x="1207" y="5047"/>
                      </a:cubicBezTo>
                      <a:cubicBezTo>
                        <a:pt x="13542" y="-12402"/>
                        <a:pt x="53748" y="18886"/>
                        <a:pt x="35421" y="45667"/>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24" name="Google Shape;2224;p2"/>
                <p:cNvSpPr/>
                <p:nvPr/>
              </p:nvSpPr>
              <p:spPr>
                <a:xfrm>
                  <a:off x="6455785" y="999405"/>
                  <a:ext cx="11994" cy="21792"/>
                </a:xfrm>
                <a:custGeom>
                  <a:avLst/>
                  <a:gdLst/>
                  <a:ahLst/>
                  <a:cxnLst/>
                  <a:rect l="l" t="t" r="r" b="b"/>
                  <a:pathLst>
                    <a:path w="11994" h="21792" extrusionOk="0">
                      <a:moveTo>
                        <a:pt x="11055" y="21408"/>
                      </a:moveTo>
                      <a:cubicBezTo>
                        <a:pt x="12683" y="18381"/>
                        <a:pt x="12406" y="3888"/>
                        <a:pt x="8545" y="726"/>
                      </a:cubicBezTo>
                      <a:cubicBezTo>
                        <a:pt x="4687" y="-2435"/>
                        <a:pt x="4831" y="5861"/>
                        <a:pt x="814" y="3991"/>
                      </a:cubicBezTo>
                      <a:cubicBezTo>
                        <a:pt x="-3198" y="2119"/>
                        <a:pt x="8804" y="25008"/>
                        <a:pt x="11055" y="21408"/>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25" name="Google Shape;2225;p2"/>
                <p:cNvSpPr/>
                <p:nvPr/>
              </p:nvSpPr>
              <p:spPr>
                <a:xfrm>
                  <a:off x="6431856" y="978983"/>
                  <a:ext cx="20301" cy="44157"/>
                </a:xfrm>
                <a:custGeom>
                  <a:avLst/>
                  <a:gdLst/>
                  <a:ahLst/>
                  <a:cxnLst/>
                  <a:rect l="l" t="t" r="r" b="b"/>
                  <a:pathLst>
                    <a:path w="20301" h="44157" extrusionOk="0">
                      <a:moveTo>
                        <a:pt x="15199" y="437"/>
                      </a:moveTo>
                      <a:cubicBezTo>
                        <a:pt x="-4632" y="2735"/>
                        <a:pt x="8223" y="38319"/>
                        <a:pt x="20302" y="44157"/>
                      </a:cubicBezTo>
                      <a:cubicBezTo>
                        <a:pt x="8195" y="40196"/>
                        <a:pt x="-3918" y="29095"/>
                        <a:pt x="1207" y="5026"/>
                      </a:cubicBezTo>
                      <a:cubicBezTo>
                        <a:pt x="4460" y="424"/>
                        <a:pt x="9654" y="-763"/>
                        <a:pt x="15199" y="43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26" name="Google Shape;2226;p2"/>
              <p:cNvGrpSpPr/>
              <p:nvPr/>
            </p:nvGrpSpPr>
            <p:grpSpPr>
              <a:xfrm>
                <a:off x="6445798" y="903514"/>
                <a:ext cx="40132" cy="45984"/>
                <a:chOff x="6445798" y="903514"/>
                <a:chExt cx="40132" cy="45984"/>
              </a:xfrm>
            </p:grpSpPr>
            <p:sp>
              <p:nvSpPr>
                <p:cNvPr id="2227" name="Google Shape;2227;p2"/>
                <p:cNvSpPr/>
                <p:nvPr/>
              </p:nvSpPr>
              <p:spPr>
                <a:xfrm>
                  <a:off x="6445798" y="903514"/>
                  <a:ext cx="40132" cy="45984"/>
                </a:xfrm>
                <a:custGeom>
                  <a:avLst/>
                  <a:gdLst/>
                  <a:ahLst/>
                  <a:cxnLst/>
                  <a:rect l="l" t="t" r="r" b="b"/>
                  <a:pathLst>
                    <a:path w="40132" h="45984" extrusionOk="0">
                      <a:moveTo>
                        <a:pt x="35421" y="45667"/>
                      </a:moveTo>
                      <a:cubicBezTo>
                        <a:pt x="23148" y="47738"/>
                        <a:pt x="-6296" y="40283"/>
                        <a:pt x="1207" y="5047"/>
                      </a:cubicBezTo>
                      <a:cubicBezTo>
                        <a:pt x="13542" y="-12402"/>
                        <a:pt x="53748" y="18886"/>
                        <a:pt x="35421" y="45667"/>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28" name="Google Shape;2228;p2"/>
                <p:cNvSpPr/>
                <p:nvPr/>
              </p:nvSpPr>
              <p:spPr>
                <a:xfrm>
                  <a:off x="6469729" y="923958"/>
                  <a:ext cx="11993" cy="21794"/>
                </a:xfrm>
                <a:custGeom>
                  <a:avLst/>
                  <a:gdLst/>
                  <a:ahLst/>
                  <a:cxnLst/>
                  <a:rect l="l" t="t" r="r" b="b"/>
                  <a:pathLst>
                    <a:path w="11993" h="21794" extrusionOk="0">
                      <a:moveTo>
                        <a:pt x="11054" y="21410"/>
                      </a:moveTo>
                      <a:cubicBezTo>
                        <a:pt x="12681" y="18383"/>
                        <a:pt x="12405" y="3890"/>
                        <a:pt x="8546" y="726"/>
                      </a:cubicBezTo>
                      <a:cubicBezTo>
                        <a:pt x="4687" y="-2435"/>
                        <a:pt x="4831" y="5861"/>
                        <a:pt x="815" y="3991"/>
                      </a:cubicBezTo>
                      <a:cubicBezTo>
                        <a:pt x="-3199" y="2121"/>
                        <a:pt x="8804" y="25008"/>
                        <a:pt x="11054" y="21410"/>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29" name="Google Shape;2229;p2"/>
                <p:cNvSpPr/>
                <p:nvPr/>
              </p:nvSpPr>
              <p:spPr>
                <a:xfrm>
                  <a:off x="6445798" y="903537"/>
                  <a:ext cx="20301" cy="44158"/>
                </a:xfrm>
                <a:custGeom>
                  <a:avLst/>
                  <a:gdLst/>
                  <a:ahLst/>
                  <a:cxnLst/>
                  <a:rect l="l" t="t" r="r" b="b"/>
                  <a:pathLst>
                    <a:path w="20301" h="44158" extrusionOk="0">
                      <a:moveTo>
                        <a:pt x="15199" y="439"/>
                      </a:moveTo>
                      <a:cubicBezTo>
                        <a:pt x="-4632" y="2736"/>
                        <a:pt x="8223" y="38320"/>
                        <a:pt x="20302" y="44158"/>
                      </a:cubicBezTo>
                      <a:cubicBezTo>
                        <a:pt x="8197" y="40197"/>
                        <a:pt x="-3918" y="29096"/>
                        <a:pt x="1207" y="5027"/>
                      </a:cubicBezTo>
                      <a:cubicBezTo>
                        <a:pt x="4460" y="423"/>
                        <a:pt x="9656" y="-764"/>
                        <a:pt x="15199" y="43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30" name="Google Shape;2230;p2"/>
              <p:cNvGrpSpPr/>
              <p:nvPr/>
            </p:nvGrpSpPr>
            <p:grpSpPr>
              <a:xfrm>
                <a:off x="6518165" y="958810"/>
                <a:ext cx="35752" cy="52688"/>
                <a:chOff x="6518165" y="958810"/>
                <a:chExt cx="35752" cy="52688"/>
              </a:xfrm>
            </p:grpSpPr>
            <p:sp>
              <p:nvSpPr>
                <p:cNvPr id="2231" name="Google Shape;2231;p2"/>
                <p:cNvSpPr/>
                <p:nvPr/>
              </p:nvSpPr>
              <p:spPr>
                <a:xfrm>
                  <a:off x="6518165" y="958810"/>
                  <a:ext cx="35752" cy="52688"/>
                </a:xfrm>
                <a:custGeom>
                  <a:avLst/>
                  <a:gdLst/>
                  <a:ahLst/>
                  <a:cxnLst/>
                  <a:rect l="l" t="t" r="r" b="b"/>
                  <a:pathLst>
                    <a:path w="35752" h="52688" extrusionOk="0">
                      <a:moveTo>
                        <a:pt x="23270" y="52688"/>
                      </a:moveTo>
                      <a:cubicBezTo>
                        <a:pt x="11207" y="49623"/>
                        <a:pt x="-12714" y="30905"/>
                        <a:pt x="8388" y="1708"/>
                      </a:cubicBezTo>
                      <a:cubicBezTo>
                        <a:pt x="26722" y="-9269"/>
                        <a:pt x="50857" y="35598"/>
                        <a:pt x="23270" y="5268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32" name="Google Shape;2232;p2"/>
                <p:cNvSpPr/>
                <p:nvPr/>
              </p:nvSpPr>
              <p:spPr>
                <a:xfrm>
                  <a:off x="6538773" y="986468"/>
                  <a:ext cx="10389" cy="21520"/>
                </a:xfrm>
                <a:custGeom>
                  <a:avLst/>
                  <a:gdLst/>
                  <a:ahLst/>
                  <a:cxnLst/>
                  <a:rect l="l" t="t" r="r" b="b"/>
                  <a:pathLst>
                    <a:path w="10389" h="21520" extrusionOk="0">
                      <a:moveTo>
                        <a:pt x="3805" y="21365"/>
                      </a:moveTo>
                      <a:cubicBezTo>
                        <a:pt x="6516" y="19255"/>
                        <a:pt x="12119" y="5884"/>
                        <a:pt x="9867" y="1433"/>
                      </a:cubicBezTo>
                      <a:cubicBezTo>
                        <a:pt x="7613" y="-3018"/>
                        <a:pt x="4395" y="4629"/>
                        <a:pt x="1478" y="1296"/>
                      </a:cubicBezTo>
                      <a:cubicBezTo>
                        <a:pt x="-1439" y="-2039"/>
                        <a:pt x="291" y="23747"/>
                        <a:pt x="3805" y="21365"/>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33" name="Google Shape;2233;p2"/>
                <p:cNvSpPr/>
                <p:nvPr/>
              </p:nvSpPr>
              <p:spPr>
                <a:xfrm>
                  <a:off x="6518165" y="958817"/>
                  <a:ext cx="23040" cy="45207"/>
                </a:xfrm>
                <a:custGeom>
                  <a:avLst/>
                  <a:gdLst/>
                  <a:ahLst/>
                  <a:cxnLst/>
                  <a:rect l="l" t="t" r="r" b="b"/>
                  <a:pathLst>
                    <a:path w="23040" h="45207" extrusionOk="0">
                      <a:moveTo>
                        <a:pt x="23041" y="3157"/>
                      </a:moveTo>
                      <a:cubicBezTo>
                        <a:pt x="3973" y="-2755"/>
                        <a:pt x="1351" y="34987"/>
                        <a:pt x="10040" y="45208"/>
                      </a:cubicBezTo>
                      <a:cubicBezTo>
                        <a:pt x="569" y="36692"/>
                        <a:pt x="-6028" y="21641"/>
                        <a:pt x="8387" y="1698"/>
                      </a:cubicBezTo>
                      <a:cubicBezTo>
                        <a:pt x="13222" y="-1196"/>
                        <a:pt x="18455" y="-181"/>
                        <a:pt x="23041" y="315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34" name="Google Shape;2234;p2"/>
              <p:cNvGrpSpPr/>
              <p:nvPr/>
            </p:nvGrpSpPr>
            <p:grpSpPr>
              <a:xfrm>
                <a:off x="6537751" y="897147"/>
                <a:ext cx="35752" cy="52688"/>
                <a:chOff x="6537751" y="897147"/>
                <a:chExt cx="35752" cy="52688"/>
              </a:xfrm>
            </p:grpSpPr>
            <p:sp>
              <p:nvSpPr>
                <p:cNvPr id="2235" name="Google Shape;2235;p2"/>
                <p:cNvSpPr/>
                <p:nvPr/>
              </p:nvSpPr>
              <p:spPr>
                <a:xfrm>
                  <a:off x="6537751" y="897147"/>
                  <a:ext cx="35752" cy="52688"/>
                </a:xfrm>
                <a:custGeom>
                  <a:avLst/>
                  <a:gdLst/>
                  <a:ahLst/>
                  <a:cxnLst/>
                  <a:rect l="l" t="t" r="r" b="b"/>
                  <a:pathLst>
                    <a:path w="35752" h="52688" extrusionOk="0">
                      <a:moveTo>
                        <a:pt x="23270" y="52688"/>
                      </a:moveTo>
                      <a:cubicBezTo>
                        <a:pt x="11207" y="49623"/>
                        <a:pt x="-12714" y="30905"/>
                        <a:pt x="8388" y="1708"/>
                      </a:cubicBezTo>
                      <a:cubicBezTo>
                        <a:pt x="26722" y="-9269"/>
                        <a:pt x="50858" y="35598"/>
                        <a:pt x="23270" y="52688"/>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36" name="Google Shape;2236;p2"/>
                <p:cNvSpPr/>
                <p:nvPr/>
              </p:nvSpPr>
              <p:spPr>
                <a:xfrm>
                  <a:off x="6558359" y="924806"/>
                  <a:ext cx="10389" cy="21520"/>
                </a:xfrm>
                <a:custGeom>
                  <a:avLst/>
                  <a:gdLst/>
                  <a:ahLst/>
                  <a:cxnLst/>
                  <a:rect l="l" t="t" r="r" b="b"/>
                  <a:pathLst>
                    <a:path w="10389" h="21520" extrusionOk="0">
                      <a:moveTo>
                        <a:pt x="3805" y="21365"/>
                      </a:moveTo>
                      <a:cubicBezTo>
                        <a:pt x="6516" y="19255"/>
                        <a:pt x="12119" y="5884"/>
                        <a:pt x="9867" y="1434"/>
                      </a:cubicBezTo>
                      <a:cubicBezTo>
                        <a:pt x="7613" y="-3017"/>
                        <a:pt x="4392" y="4627"/>
                        <a:pt x="1478" y="1294"/>
                      </a:cubicBezTo>
                      <a:cubicBezTo>
                        <a:pt x="-1439" y="-2039"/>
                        <a:pt x="291" y="23747"/>
                        <a:pt x="3805" y="21365"/>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37" name="Google Shape;2237;p2"/>
                <p:cNvSpPr/>
                <p:nvPr/>
              </p:nvSpPr>
              <p:spPr>
                <a:xfrm>
                  <a:off x="6537752" y="897155"/>
                  <a:ext cx="23040" cy="45209"/>
                </a:xfrm>
                <a:custGeom>
                  <a:avLst/>
                  <a:gdLst/>
                  <a:ahLst/>
                  <a:cxnLst/>
                  <a:rect l="l" t="t" r="r" b="b"/>
                  <a:pathLst>
                    <a:path w="23040" h="45209" extrusionOk="0">
                      <a:moveTo>
                        <a:pt x="23041" y="3158"/>
                      </a:moveTo>
                      <a:cubicBezTo>
                        <a:pt x="3973" y="-2753"/>
                        <a:pt x="1351" y="34989"/>
                        <a:pt x="10040" y="45209"/>
                      </a:cubicBezTo>
                      <a:cubicBezTo>
                        <a:pt x="569" y="36694"/>
                        <a:pt x="-6028" y="21643"/>
                        <a:pt x="8388" y="1700"/>
                      </a:cubicBezTo>
                      <a:cubicBezTo>
                        <a:pt x="13222" y="-1197"/>
                        <a:pt x="18455" y="-182"/>
                        <a:pt x="23041" y="315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38" name="Google Shape;2238;p2"/>
              <p:cNvGrpSpPr/>
              <p:nvPr/>
            </p:nvGrpSpPr>
            <p:grpSpPr>
              <a:xfrm>
                <a:off x="6537751" y="897147"/>
                <a:ext cx="35752" cy="52688"/>
                <a:chOff x="6537751" y="897147"/>
                <a:chExt cx="35752" cy="52688"/>
              </a:xfrm>
            </p:grpSpPr>
            <p:sp>
              <p:nvSpPr>
                <p:cNvPr id="2239" name="Google Shape;2239;p2"/>
                <p:cNvSpPr/>
                <p:nvPr/>
              </p:nvSpPr>
              <p:spPr>
                <a:xfrm>
                  <a:off x="6537751" y="897147"/>
                  <a:ext cx="35752" cy="52688"/>
                </a:xfrm>
                <a:custGeom>
                  <a:avLst/>
                  <a:gdLst/>
                  <a:ahLst/>
                  <a:cxnLst/>
                  <a:rect l="l" t="t" r="r" b="b"/>
                  <a:pathLst>
                    <a:path w="35752" h="52688" extrusionOk="0">
                      <a:moveTo>
                        <a:pt x="23270" y="52688"/>
                      </a:moveTo>
                      <a:cubicBezTo>
                        <a:pt x="11207" y="49623"/>
                        <a:pt x="-12714" y="30905"/>
                        <a:pt x="8388" y="1708"/>
                      </a:cubicBezTo>
                      <a:cubicBezTo>
                        <a:pt x="26722" y="-9269"/>
                        <a:pt x="50858" y="35598"/>
                        <a:pt x="23270" y="52688"/>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40" name="Google Shape;2240;p2"/>
                <p:cNvSpPr/>
                <p:nvPr/>
              </p:nvSpPr>
              <p:spPr>
                <a:xfrm>
                  <a:off x="6558359" y="924806"/>
                  <a:ext cx="10389" cy="21520"/>
                </a:xfrm>
                <a:custGeom>
                  <a:avLst/>
                  <a:gdLst/>
                  <a:ahLst/>
                  <a:cxnLst/>
                  <a:rect l="l" t="t" r="r" b="b"/>
                  <a:pathLst>
                    <a:path w="10389" h="21520" extrusionOk="0">
                      <a:moveTo>
                        <a:pt x="3805" y="21365"/>
                      </a:moveTo>
                      <a:cubicBezTo>
                        <a:pt x="6516" y="19255"/>
                        <a:pt x="12119" y="5884"/>
                        <a:pt x="9867" y="1434"/>
                      </a:cubicBezTo>
                      <a:cubicBezTo>
                        <a:pt x="7613" y="-3017"/>
                        <a:pt x="4392" y="4627"/>
                        <a:pt x="1478" y="1294"/>
                      </a:cubicBezTo>
                      <a:cubicBezTo>
                        <a:pt x="-1439" y="-2039"/>
                        <a:pt x="291" y="23747"/>
                        <a:pt x="3805" y="21365"/>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41" name="Google Shape;2241;p2"/>
              <p:cNvGrpSpPr/>
              <p:nvPr/>
            </p:nvGrpSpPr>
            <p:grpSpPr>
              <a:xfrm>
                <a:off x="6499436" y="854304"/>
                <a:ext cx="30635" cy="35639"/>
                <a:chOff x="6499436" y="854304"/>
                <a:chExt cx="30635" cy="35639"/>
              </a:xfrm>
            </p:grpSpPr>
            <p:sp>
              <p:nvSpPr>
                <p:cNvPr id="2242" name="Google Shape;2242;p2"/>
                <p:cNvSpPr/>
                <p:nvPr/>
              </p:nvSpPr>
              <p:spPr>
                <a:xfrm>
                  <a:off x="6499439" y="854304"/>
                  <a:ext cx="30632" cy="35639"/>
                </a:xfrm>
                <a:custGeom>
                  <a:avLst/>
                  <a:gdLst/>
                  <a:ahLst/>
                  <a:cxnLst/>
                  <a:rect l="l" t="t" r="r" b="b"/>
                  <a:pathLst>
                    <a:path w="30632" h="35639" extrusionOk="0">
                      <a:moveTo>
                        <a:pt x="26796" y="35451"/>
                      </a:moveTo>
                      <a:cubicBezTo>
                        <a:pt x="17332" y="36864"/>
                        <a:pt x="-5189" y="30708"/>
                        <a:pt x="1088" y="3735"/>
                      </a:cubicBezTo>
                      <a:cubicBezTo>
                        <a:pt x="10820" y="-9499"/>
                        <a:pt x="41269" y="15133"/>
                        <a:pt x="26796" y="3545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43" name="Google Shape;2243;p2"/>
                <p:cNvSpPr/>
                <p:nvPr/>
              </p:nvSpPr>
              <p:spPr>
                <a:xfrm>
                  <a:off x="6517702" y="870300"/>
                  <a:ext cx="9079" cy="16801"/>
                </a:xfrm>
                <a:custGeom>
                  <a:avLst/>
                  <a:gdLst/>
                  <a:ahLst/>
                  <a:cxnLst/>
                  <a:rect l="l" t="t" r="r" b="b"/>
                  <a:pathLst>
                    <a:path w="9079" h="16801" extrusionOk="0">
                      <a:moveTo>
                        <a:pt x="8252" y="16515"/>
                      </a:moveTo>
                      <a:cubicBezTo>
                        <a:pt x="9548" y="14213"/>
                        <a:pt x="9543" y="3068"/>
                        <a:pt x="6624" y="581"/>
                      </a:cubicBezTo>
                      <a:cubicBezTo>
                        <a:pt x="3703" y="-1904"/>
                        <a:pt x="3693" y="4474"/>
                        <a:pt x="635" y="2979"/>
                      </a:cubicBezTo>
                      <a:cubicBezTo>
                        <a:pt x="-2424" y="1484"/>
                        <a:pt x="6469" y="19249"/>
                        <a:pt x="8252" y="16515"/>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44" name="Google Shape;2244;p2"/>
                <p:cNvSpPr/>
                <p:nvPr/>
              </p:nvSpPr>
              <p:spPr>
                <a:xfrm>
                  <a:off x="6499436" y="854319"/>
                  <a:ext cx="15197" cy="34072"/>
                </a:xfrm>
                <a:custGeom>
                  <a:avLst/>
                  <a:gdLst/>
                  <a:ahLst/>
                  <a:cxnLst/>
                  <a:rect l="l" t="t" r="r" b="b"/>
                  <a:pathLst>
                    <a:path w="15197" h="34072" extrusionOk="0">
                      <a:moveTo>
                        <a:pt x="11910" y="395"/>
                      </a:moveTo>
                      <a:cubicBezTo>
                        <a:pt x="-3365" y="1874"/>
                        <a:pt x="5999" y="29409"/>
                        <a:pt x="15197" y="34073"/>
                      </a:cubicBezTo>
                      <a:cubicBezTo>
                        <a:pt x="5951" y="30852"/>
                        <a:pt x="-3200" y="22144"/>
                        <a:pt x="1088" y="3719"/>
                      </a:cubicBezTo>
                      <a:cubicBezTo>
                        <a:pt x="3655" y="228"/>
                        <a:pt x="7665" y="-608"/>
                        <a:pt x="11910" y="395"/>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45" name="Google Shape;2245;p2"/>
              <p:cNvGrpSpPr/>
              <p:nvPr/>
            </p:nvGrpSpPr>
            <p:grpSpPr>
              <a:xfrm>
                <a:off x="6489618" y="900580"/>
                <a:ext cx="30633" cy="35638"/>
                <a:chOff x="6489618" y="900580"/>
                <a:chExt cx="30633" cy="35638"/>
              </a:xfrm>
            </p:grpSpPr>
            <p:sp>
              <p:nvSpPr>
                <p:cNvPr id="2246" name="Google Shape;2246;p2"/>
                <p:cNvSpPr/>
                <p:nvPr/>
              </p:nvSpPr>
              <p:spPr>
                <a:xfrm>
                  <a:off x="6489618" y="900580"/>
                  <a:ext cx="30633" cy="35638"/>
                </a:xfrm>
                <a:custGeom>
                  <a:avLst/>
                  <a:gdLst/>
                  <a:ahLst/>
                  <a:cxnLst/>
                  <a:rect l="l" t="t" r="r" b="b"/>
                  <a:pathLst>
                    <a:path w="30633" h="35638" extrusionOk="0">
                      <a:moveTo>
                        <a:pt x="26796" y="35450"/>
                      </a:moveTo>
                      <a:cubicBezTo>
                        <a:pt x="17332" y="36863"/>
                        <a:pt x="-5189" y="30707"/>
                        <a:pt x="1088" y="3734"/>
                      </a:cubicBezTo>
                      <a:cubicBezTo>
                        <a:pt x="10822" y="-9497"/>
                        <a:pt x="41271" y="15132"/>
                        <a:pt x="26796" y="3545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47" name="Google Shape;2247;p2"/>
                <p:cNvSpPr/>
                <p:nvPr/>
              </p:nvSpPr>
              <p:spPr>
                <a:xfrm>
                  <a:off x="6507884" y="916577"/>
                  <a:ext cx="9079" cy="16802"/>
                </a:xfrm>
                <a:custGeom>
                  <a:avLst/>
                  <a:gdLst/>
                  <a:ahLst/>
                  <a:cxnLst/>
                  <a:rect l="l" t="t" r="r" b="b"/>
                  <a:pathLst>
                    <a:path w="9079" h="16802" extrusionOk="0">
                      <a:moveTo>
                        <a:pt x="8252" y="16516"/>
                      </a:moveTo>
                      <a:cubicBezTo>
                        <a:pt x="9548" y="14214"/>
                        <a:pt x="9543" y="3069"/>
                        <a:pt x="6624" y="582"/>
                      </a:cubicBezTo>
                      <a:cubicBezTo>
                        <a:pt x="3703" y="-1905"/>
                        <a:pt x="3694" y="4475"/>
                        <a:pt x="635" y="2978"/>
                      </a:cubicBezTo>
                      <a:cubicBezTo>
                        <a:pt x="-2424" y="1481"/>
                        <a:pt x="6469" y="19250"/>
                        <a:pt x="8252" y="16516"/>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48" name="Google Shape;2248;p2"/>
                <p:cNvSpPr/>
                <p:nvPr/>
              </p:nvSpPr>
              <p:spPr>
                <a:xfrm>
                  <a:off x="6489618" y="900596"/>
                  <a:ext cx="15197" cy="34071"/>
                </a:xfrm>
                <a:custGeom>
                  <a:avLst/>
                  <a:gdLst/>
                  <a:ahLst/>
                  <a:cxnLst/>
                  <a:rect l="l" t="t" r="r" b="b"/>
                  <a:pathLst>
                    <a:path w="15197" h="34071" extrusionOk="0">
                      <a:moveTo>
                        <a:pt x="11910" y="394"/>
                      </a:moveTo>
                      <a:cubicBezTo>
                        <a:pt x="-3365" y="1873"/>
                        <a:pt x="5999" y="29408"/>
                        <a:pt x="15197" y="34071"/>
                      </a:cubicBezTo>
                      <a:cubicBezTo>
                        <a:pt x="5951" y="30850"/>
                        <a:pt x="-3200" y="22143"/>
                        <a:pt x="1088" y="3718"/>
                      </a:cubicBezTo>
                      <a:cubicBezTo>
                        <a:pt x="3655" y="229"/>
                        <a:pt x="7665" y="-607"/>
                        <a:pt x="11910" y="394"/>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49" name="Google Shape;2249;p2"/>
              <p:cNvGrpSpPr/>
              <p:nvPr/>
            </p:nvGrpSpPr>
            <p:grpSpPr>
              <a:xfrm>
                <a:off x="6419849" y="825143"/>
                <a:ext cx="32136" cy="33824"/>
                <a:chOff x="6419849" y="825143"/>
                <a:chExt cx="32136" cy="33824"/>
              </a:xfrm>
            </p:grpSpPr>
            <p:sp>
              <p:nvSpPr>
                <p:cNvPr id="2250" name="Google Shape;2250;p2"/>
                <p:cNvSpPr/>
                <p:nvPr/>
              </p:nvSpPr>
              <p:spPr>
                <a:xfrm>
                  <a:off x="6419849" y="825143"/>
                  <a:ext cx="32136" cy="33824"/>
                </a:xfrm>
                <a:custGeom>
                  <a:avLst/>
                  <a:gdLst/>
                  <a:ahLst/>
                  <a:cxnLst/>
                  <a:rect l="l" t="t" r="r" b="b"/>
                  <a:pathLst>
                    <a:path w="32136" h="33824" extrusionOk="0">
                      <a:moveTo>
                        <a:pt x="29563" y="33143"/>
                      </a:moveTo>
                      <a:cubicBezTo>
                        <a:pt x="20334" y="35669"/>
                        <a:pt x="-2761" y="32228"/>
                        <a:pt x="273" y="4700"/>
                      </a:cubicBezTo>
                      <a:cubicBezTo>
                        <a:pt x="8367" y="-9592"/>
                        <a:pt x="41523" y="11252"/>
                        <a:pt x="29563" y="3314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51" name="Google Shape;2251;p2"/>
                <p:cNvSpPr/>
                <p:nvPr/>
              </p:nvSpPr>
              <p:spPr>
                <a:xfrm>
                  <a:off x="6439027" y="839338"/>
                  <a:ext cx="10091" cy="16411"/>
                </a:xfrm>
                <a:custGeom>
                  <a:avLst/>
                  <a:gdLst/>
                  <a:ahLst/>
                  <a:cxnLst/>
                  <a:rect l="l" t="t" r="r" b="b"/>
                  <a:pathLst>
                    <a:path w="10091" h="16411" extrusionOk="0">
                      <a:moveTo>
                        <a:pt x="9758" y="16065"/>
                      </a:moveTo>
                      <a:cubicBezTo>
                        <a:pt x="10771" y="13626"/>
                        <a:pt x="9445" y="2559"/>
                        <a:pt x="6251" y="438"/>
                      </a:cubicBezTo>
                      <a:cubicBezTo>
                        <a:pt x="3056" y="-1683"/>
                        <a:pt x="3803" y="4651"/>
                        <a:pt x="589" y="3529"/>
                      </a:cubicBezTo>
                      <a:cubicBezTo>
                        <a:pt x="-2627" y="2406"/>
                        <a:pt x="8311" y="18989"/>
                        <a:pt x="9758" y="16065"/>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52" name="Google Shape;2252;p2"/>
                <p:cNvSpPr/>
                <p:nvPr/>
              </p:nvSpPr>
              <p:spPr>
                <a:xfrm>
                  <a:off x="6419849" y="825161"/>
                  <a:ext cx="17883" cy="33147"/>
                </a:xfrm>
                <a:custGeom>
                  <a:avLst/>
                  <a:gdLst/>
                  <a:ahLst/>
                  <a:cxnLst/>
                  <a:rect l="l" t="t" r="r" b="b"/>
                  <a:pathLst>
                    <a:path w="17883" h="33147" extrusionOk="0">
                      <a:moveTo>
                        <a:pt x="10623" y="99"/>
                      </a:moveTo>
                      <a:cubicBezTo>
                        <a:pt x="-4368" y="3379"/>
                        <a:pt x="8196" y="29609"/>
                        <a:pt x="17884" y="33148"/>
                      </a:cubicBezTo>
                      <a:cubicBezTo>
                        <a:pt x="8319" y="31047"/>
                        <a:pt x="-1799" y="23487"/>
                        <a:pt x="272" y="4683"/>
                      </a:cubicBezTo>
                      <a:cubicBezTo>
                        <a:pt x="2407" y="915"/>
                        <a:pt x="6289" y="-392"/>
                        <a:pt x="10623" y="9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53" name="Google Shape;2253;p2"/>
              <p:cNvGrpSpPr/>
              <p:nvPr/>
            </p:nvGrpSpPr>
            <p:grpSpPr>
              <a:xfrm>
                <a:off x="6356177" y="858083"/>
                <a:ext cx="32136" cy="33823"/>
                <a:chOff x="6356177" y="858083"/>
                <a:chExt cx="32136" cy="33823"/>
              </a:xfrm>
            </p:grpSpPr>
            <p:sp>
              <p:nvSpPr>
                <p:cNvPr id="2254" name="Google Shape;2254;p2"/>
                <p:cNvSpPr/>
                <p:nvPr/>
              </p:nvSpPr>
              <p:spPr>
                <a:xfrm>
                  <a:off x="6356177" y="858083"/>
                  <a:ext cx="32136" cy="33823"/>
                </a:xfrm>
                <a:custGeom>
                  <a:avLst/>
                  <a:gdLst/>
                  <a:ahLst/>
                  <a:cxnLst/>
                  <a:rect l="l" t="t" r="r" b="b"/>
                  <a:pathLst>
                    <a:path w="32136" h="33823" extrusionOk="0">
                      <a:moveTo>
                        <a:pt x="29563" y="33142"/>
                      </a:moveTo>
                      <a:cubicBezTo>
                        <a:pt x="20334" y="35668"/>
                        <a:pt x="-2761" y="32227"/>
                        <a:pt x="273" y="4702"/>
                      </a:cubicBezTo>
                      <a:cubicBezTo>
                        <a:pt x="8367" y="-9593"/>
                        <a:pt x="41523" y="11251"/>
                        <a:pt x="29563" y="33142"/>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55" name="Google Shape;2255;p2"/>
                <p:cNvSpPr/>
                <p:nvPr/>
              </p:nvSpPr>
              <p:spPr>
                <a:xfrm>
                  <a:off x="6375356" y="872277"/>
                  <a:ext cx="10091" cy="16411"/>
                </a:xfrm>
                <a:custGeom>
                  <a:avLst/>
                  <a:gdLst/>
                  <a:ahLst/>
                  <a:cxnLst/>
                  <a:rect l="l" t="t" r="r" b="b"/>
                  <a:pathLst>
                    <a:path w="10091" h="16411" extrusionOk="0">
                      <a:moveTo>
                        <a:pt x="9758" y="16065"/>
                      </a:moveTo>
                      <a:cubicBezTo>
                        <a:pt x="10771" y="13626"/>
                        <a:pt x="9445" y="2559"/>
                        <a:pt x="6251" y="438"/>
                      </a:cubicBezTo>
                      <a:cubicBezTo>
                        <a:pt x="3056" y="-1683"/>
                        <a:pt x="3803" y="4651"/>
                        <a:pt x="589" y="3529"/>
                      </a:cubicBezTo>
                      <a:cubicBezTo>
                        <a:pt x="-2628" y="2406"/>
                        <a:pt x="8313" y="18989"/>
                        <a:pt x="9758" y="16065"/>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56" name="Google Shape;2256;p2"/>
                <p:cNvSpPr/>
                <p:nvPr/>
              </p:nvSpPr>
              <p:spPr>
                <a:xfrm>
                  <a:off x="6356177" y="858100"/>
                  <a:ext cx="17883" cy="33147"/>
                </a:xfrm>
                <a:custGeom>
                  <a:avLst/>
                  <a:gdLst/>
                  <a:ahLst/>
                  <a:cxnLst/>
                  <a:rect l="l" t="t" r="r" b="b"/>
                  <a:pathLst>
                    <a:path w="17883" h="33147" extrusionOk="0">
                      <a:moveTo>
                        <a:pt x="10623" y="99"/>
                      </a:moveTo>
                      <a:cubicBezTo>
                        <a:pt x="-4368" y="3379"/>
                        <a:pt x="8196" y="29609"/>
                        <a:pt x="17884" y="33148"/>
                      </a:cubicBezTo>
                      <a:cubicBezTo>
                        <a:pt x="8319" y="31047"/>
                        <a:pt x="-1799" y="23487"/>
                        <a:pt x="272" y="4683"/>
                      </a:cubicBezTo>
                      <a:cubicBezTo>
                        <a:pt x="2407" y="915"/>
                        <a:pt x="6289" y="-392"/>
                        <a:pt x="10623" y="9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2257" name="Google Shape;2257;p2"/>
              <p:cNvSpPr/>
              <p:nvPr/>
            </p:nvSpPr>
            <p:spPr>
              <a:xfrm>
                <a:off x="6226226" y="1050239"/>
                <a:ext cx="211621" cy="140988"/>
              </a:xfrm>
              <a:custGeom>
                <a:avLst/>
                <a:gdLst/>
                <a:ahLst/>
                <a:cxnLst/>
                <a:rect l="l" t="t" r="r" b="b"/>
                <a:pathLst>
                  <a:path w="211621" h="140988" extrusionOk="0">
                    <a:moveTo>
                      <a:pt x="209518" y="115198"/>
                    </a:moveTo>
                    <a:cubicBezTo>
                      <a:pt x="217583" y="107969"/>
                      <a:pt x="200392" y="111142"/>
                      <a:pt x="192693" y="84833"/>
                    </a:cubicBezTo>
                    <a:cubicBezTo>
                      <a:pt x="184994" y="58523"/>
                      <a:pt x="185652" y="32669"/>
                      <a:pt x="162291" y="16230"/>
                    </a:cubicBezTo>
                    <a:cubicBezTo>
                      <a:pt x="138931" y="-209"/>
                      <a:pt x="119589" y="-8713"/>
                      <a:pt x="106170" y="13110"/>
                    </a:cubicBezTo>
                    <a:cubicBezTo>
                      <a:pt x="92749" y="34932"/>
                      <a:pt x="112516" y="53393"/>
                      <a:pt x="112516" y="53393"/>
                    </a:cubicBezTo>
                    <a:cubicBezTo>
                      <a:pt x="112516" y="53393"/>
                      <a:pt x="103987" y="32108"/>
                      <a:pt x="107949" y="23586"/>
                    </a:cubicBezTo>
                    <a:cubicBezTo>
                      <a:pt x="111910" y="15064"/>
                      <a:pt x="137001" y="4292"/>
                      <a:pt x="152679" y="21664"/>
                    </a:cubicBezTo>
                    <a:cubicBezTo>
                      <a:pt x="168356" y="39035"/>
                      <a:pt x="172796" y="64874"/>
                      <a:pt x="157395" y="67765"/>
                    </a:cubicBezTo>
                    <a:cubicBezTo>
                      <a:pt x="141994" y="70657"/>
                      <a:pt x="104774" y="58313"/>
                      <a:pt x="100718" y="72676"/>
                    </a:cubicBezTo>
                    <a:cubicBezTo>
                      <a:pt x="96663" y="87039"/>
                      <a:pt x="97250" y="94820"/>
                      <a:pt x="71830" y="91538"/>
                    </a:cubicBezTo>
                    <a:cubicBezTo>
                      <a:pt x="46410" y="88255"/>
                      <a:pt x="25975" y="78110"/>
                      <a:pt x="20889" y="66378"/>
                    </a:cubicBezTo>
                    <a:cubicBezTo>
                      <a:pt x="15805" y="54646"/>
                      <a:pt x="5172" y="12479"/>
                      <a:pt x="51116" y="29500"/>
                    </a:cubicBezTo>
                    <a:cubicBezTo>
                      <a:pt x="11365" y="14621"/>
                      <a:pt x="-1199" y="24821"/>
                      <a:pt x="88" y="48298"/>
                    </a:cubicBezTo>
                    <a:cubicBezTo>
                      <a:pt x="1378" y="71775"/>
                      <a:pt x="46778" y="96571"/>
                      <a:pt x="30369" y="96754"/>
                    </a:cubicBezTo>
                    <a:cubicBezTo>
                      <a:pt x="13957" y="96939"/>
                      <a:pt x="71860" y="121640"/>
                      <a:pt x="76068" y="113129"/>
                    </a:cubicBezTo>
                    <a:cubicBezTo>
                      <a:pt x="80277" y="104618"/>
                      <a:pt x="76180" y="95364"/>
                      <a:pt x="99651" y="98066"/>
                    </a:cubicBezTo>
                    <a:cubicBezTo>
                      <a:pt x="123121" y="100768"/>
                      <a:pt x="124890" y="122524"/>
                      <a:pt x="138451" y="127410"/>
                    </a:cubicBezTo>
                    <a:cubicBezTo>
                      <a:pt x="152011" y="132297"/>
                      <a:pt x="173687" y="144724"/>
                      <a:pt x="183791" y="139893"/>
                    </a:cubicBezTo>
                    <a:cubicBezTo>
                      <a:pt x="193895" y="135063"/>
                      <a:pt x="171440" y="133714"/>
                      <a:pt x="153529" y="126945"/>
                    </a:cubicBezTo>
                    <a:cubicBezTo>
                      <a:pt x="135616" y="120177"/>
                      <a:pt x="120398" y="100949"/>
                      <a:pt x="121246" y="89633"/>
                    </a:cubicBezTo>
                    <a:cubicBezTo>
                      <a:pt x="122094" y="78318"/>
                      <a:pt x="154402" y="70701"/>
                      <a:pt x="163958" y="77790"/>
                    </a:cubicBezTo>
                    <a:cubicBezTo>
                      <a:pt x="173507" y="84876"/>
                      <a:pt x="193882" y="128082"/>
                      <a:pt x="209518" y="115198"/>
                    </a:cubicBezTo>
                    <a:close/>
                  </a:path>
                </a:pathLst>
              </a:custGeom>
              <a:solidFill>
                <a:srgbClr val="737373"/>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58" name="Google Shape;2258;p2"/>
              <p:cNvSpPr/>
              <p:nvPr/>
            </p:nvSpPr>
            <p:spPr>
              <a:xfrm>
                <a:off x="6226285" y="1183610"/>
                <a:ext cx="95241" cy="42747"/>
              </a:xfrm>
              <a:custGeom>
                <a:avLst/>
                <a:gdLst/>
                <a:ahLst/>
                <a:cxnLst/>
                <a:rect l="l" t="t" r="r" b="b"/>
                <a:pathLst>
                  <a:path w="95241" h="42747" extrusionOk="0">
                    <a:moveTo>
                      <a:pt x="53650" y="40632"/>
                    </a:moveTo>
                    <a:cubicBezTo>
                      <a:pt x="34535" y="50823"/>
                      <a:pt x="-3283" y="21486"/>
                      <a:pt x="229" y="10399"/>
                    </a:cubicBezTo>
                    <a:cubicBezTo>
                      <a:pt x="3740" y="-688"/>
                      <a:pt x="19077" y="27821"/>
                      <a:pt x="45091" y="26877"/>
                    </a:cubicBezTo>
                    <a:cubicBezTo>
                      <a:pt x="71106" y="25930"/>
                      <a:pt x="80552" y="13879"/>
                      <a:pt x="78426" y="2913"/>
                    </a:cubicBezTo>
                    <a:cubicBezTo>
                      <a:pt x="76300" y="-8053"/>
                      <a:pt x="105094" y="14875"/>
                      <a:pt x="91653" y="23301"/>
                    </a:cubicBezTo>
                    <a:cubicBezTo>
                      <a:pt x="78209" y="31728"/>
                      <a:pt x="53650" y="40632"/>
                      <a:pt x="53650" y="40632"/>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59" name="Google Shape;2259;p2"/>
              <p:cNvSpPr/>
              <p:nvPr/>
            </p:nvSpPr>
            <p:spPr>
              <a:xfrm>
                <a:off x="6174243" y="1121831"/>
                <a:ext cx="65289" cy="29071"/>
              </a:xfrm>
              <a:custGeom>
                <a:avLst/>
                <a:gdLst/>
                <a:ahLst/>
                <a:cxnLst/>
                <a:rect l="l" t="t" r="r" b="b"/>
                <a:pathLst>
                  <a:path w="65289" h="29071" extrusionOk="0">
                    <a:moveTo>
                      <a:pt x="65289" y="29072"/>
                    </a:moveTo>
                    <a:cubicBezTo>
                      <a:pt x="57606" y="12409"/>
                      <a:pt x="5190" y="2044"/>
                      <a:pt x="2010" y="28820"/>
                    </a:cubicBezTo>
                    <a:cubicBezTo>
                      <a:pt x="-9653" y="7835"/>
                      <a:pt x="31804" y="-24021"/>
                      <a:pt x="65289" y="29072"/>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60" name="Google Shape;2260;p2"/>
              <p:cNvSpPr/>
              <p:nvPr/>
            </p:nvSpPr>
            <p:spPr>
              <a:xfrm>
                <a:off x="6485832" y="1134779"/>
                <a:ext cx="49616" cy="38708"/>
              </a:xfrm>
              <a:custGeom>
                <a:avLst/>
                <a:gdLst/>
                <a:ahLst/>
                <a:cxnLst/>
                <a:rect l="l" t="t" r="r" b="b"/>
                <a:pathLst>
                  <a:path w="49616" h="38708" extrusionOk="0">
                    <a:moveTo>
                      <a:pt x="49616" y="37312"/>
                    </a:moveTo>
                    <a:cubicBezTo>
                      <a:pt x="27346" y="38108"/>
                      <a:pt x="2703" y="17979"/>
                      <a:pt x="6527" y="0"/>
                    </a:cubicBezTo>
                    <a:cubicBezTo>
                      <a:pt x="-11528" y="30047"/>
                      <a:pt x="9497" y="43269"/>
                      <a:pt x="49616" y="37312"/>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61" name="Google Shape;2261;p2"/>
              <p:cNvSpPr/>
              <p:nvPr/>
            </p:nvSpPr>
            <p:spPr>
              <a:xfrm>
                <a:off x="6539411" y="1089194"/>
                <a:ext cx="100879" cy="25532"/>
              </a:xfrm>
              <a:custGeom>
                <a:avLst/>
                <a:gdLst/>
                <a:ahLst/>
                <a:cxnLst/>
                <a:rect l="l" t="t" r="r" b="b"/>
                <a:pathLst>
                  <a:path w="100879" h="25532" extrusionOk="0">
                    <a:moveTo>
                      <a:pt x="100879" y="0"/>
                    </a:moveTo>
                    <a:cubicBezTo>
                      <a:pt x="40442" y="23708"/>
                      <a:pt x="730" y="7144"/>
                      <a:pt x="730" y="7144"/>
                    </a:cubicBezTo>
                    <a:cubicBezTo>
                      <a:pt x="730" y="7144"/>
                      <a:pt x="-15117" y="52935"/>
                      <a:pt x="100879"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2262" name="Google Shape;2262;p2"/>
              <p:cNvGrpSpPr/>
              <p:nvPr/>
            </p:nvGrpSpPr>
            <p:grpSpPr>
              <a:xfrm>
                <a:off x="6321659" y="1064816"/>
                <a:ext cx="296565" cy="327220"/>
                <a:chOff x="6321659" y="1064816"/>
                <a:chExt cx="296565" cy="327220"/>
              </a:xfrm>
            </p:grpSpPr>
            <p:sp>
              <p:nvSpPr>
                <p:cNvPr id="2263" name="Google Shape;2263;p2"/>
                <p:cNvSpPr/>
                <p:nvPr/>
              </p:nvSpPr>
              <p:spPr>
                <a:xfrm>
                  <a:off x="6329962" y="1064816"/>
                  <a:ext cx="288262" cy="276631"/>
                </a:xfrm>
                <a:custGeom>
                  <a:avLst/>
                  <a:gdLst/>
                  <a:ahLst/>
                  <a:cxnLst/>
                  <a:rect l="l" t="t" r="r" b="b"/>
                  <a:pathLst>
                    <a:path w="288262" h="276631" extrusionOk="0">
                      <a:moveTo>
                        <a:pt x="98001" y="134796"/>
                      </a:moveTo>
                      <a:cubicBezTo>
                        <a:pt x="98001" y="134796"/>
                        <a:pt x="95754" y="145191"/>
                        <a:pt x="112956" y="143442"/>
                      </a:cubicBezTo>
                      <a:cubicBezTo>
                        <a:pt x="123163" y="143574"/>
                        <a:pt x="159277" y="87414"/>
                        <a:pt x="159277" y="87414"/>
                      </a:cubicBezTo>
                      <a:cubicBezTo>
                        <a:pt x="159277" y="87414"/>
                        <a:pt x="182071" y="55778"/>
                        <a:pt x="203395" y="46792"/>
                      </a:cubicBezTo>
                      <a:cubicBezTo>
                        <a:pt x="222784" y="38620"/>
                        <a:pt x="246367" y="8639"/>
                        <a:pt x="288262" y="0"/>
                      </a:cubicBezTo>
                      <a:cubicBezTo>
                        <a:pt x="256382" y="5326"/>
                        <a:pt x="228890" y="14976"/>
                        <a:pt x="216825" y="25656"/>
                      </a:cubicBezTo>
                      <a:cubicBezTo>
                        <a:pt x="188805" y="50459"/>
                        <a:pt x="165890" y="70002"/>
                        <a:pt x="163339" y="69462"/>
                      </a:cubicBezTo>
                      <a:cubicBezTo>
                        <a:pt x="160786" y="68921"/>
                        <a:pt x="130844" y="111118"/>
                        <a:pt x="117146" y="118806"/>
                      </a:cubicBezTo>
                      <a:cubicBezTo>
                        <a:pt x="103448" y="126493"/>
                        <a:pt x="102168" y="130028"/>
                        <a:pt x="102168" y="130028"/>
                      </a:cubicBezTo>
                      <a:cubicBezTo>
                        <a:pt x="102168" y="130028"/>
                        <a:pt x="75902" y="115315"/>
                        <a:pt x="34720" y="189322"/>
                      </a:cubicBezTo>
                      <a:cubicBezTo>
                        <a:pt x="16578" y="221923"/>
                        <a:pt x="6078" y="252553"/>
                        <a:pt x="0" y="276631"/>
                      </a:cubicBezTo>
                      <a:cubicBezTo>
                        <a:pt x="25080" y="192692"/>
                        <a:pt x="98001" y="134796"/>
                        <a:pt x="98001" y="13479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64" name="Google Shape;2264;p2"/>
                <p:cNvSpPr/>
                <p:nvPr/>
              </p:nvSpPr>
              <p:spPr>
                <a:xfrm>
                  <a:off x="6321659" y="1391518"/>
                  <a:ext cx="20" cy="518"/>
                </a:xfrm>
                <a:custGeom>
                  <a:avLst/>
                  <a:gdLst/>
                  <a:ahLst/>
                  <a:cxnLst/>
                  <a:rect l="l" t="t" r="r" b="b"/>
                  <a:pathLst>
                    <a:path w="20" h="518" extrusionOk="0">
                      <a:moveTo>
                        <a:pt x="21" y="0"/>
                      </a:moveTo>
                      <a:cubicBezTo>
                        <a:pt x="7" y="315"/>
                        <a:pt x="0" y="519"/>
                        <a:pt x="0" y="519"/>
                      </a:cubicBezTo>
                      <a:cubicBezTo>
                        <a:pt x="4" y="345"/>
                        <a:pt x="16" y="174"/>
                        <a:pt x="21"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2265" name="Google Shape;2265;p2"/>
              <p:cNvSpPr/>
              <p:nvPr/>
            </p:nvSpPr>
            <p:spPr>
              <a:xfrm>
                <a:off x="6440663" y="1187335"/>
                <a:ext cx="36589" cy="141875"/>
              </a:xfrm>
              <a:custGeom>
                <a:avLst/>
                <a:gdLst/>
                <a:ahLst/>
                <a:cxnLst/>
                <a:rect l="l" t="t" r="r" b="b"/>
                <a:pathLst>
                  <a:path w="36589" h="141875" extrusionOk="0">
                    <a:moveTo>
                      <a:pt x="31451" y="141875"/>
                    </a:moveTo>
                    <a:cubicBezTo>
                      <a:pt x="48749" y="64158"/>
                      <a:pt x="0" y="157"/>
                      <a:pt x="0" y="157"/>
                    </a:cubicBezTo>
                    <a:cubicBezTo>
                      <a:pt x="0" y="157"/>
                      <a:pt x="52958" y="-10416"/>
                      <a:pt x="31451" y="141875"/>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2266" name="Google Shape;2266;p2"/>
              <p:cNvGrpSpPr/>
              <p:nvPr/>
            </p:nvGrpSpPr>
            <p:grpSpPr>
              <a:xfrm>
                <a:off x="6453813" y="1178223"/>
                <a:ext cx="124472" cy="65570"/>
                <a:chOff x="6453813" y="1178223"/>
                <a:chExt cx="124472" cy="65570"/>
              </a:xfrm>
            </p:grpSpPr>
            <p:sp>
              <p:nvSpPr>
                <p:cNvPr id="2267" name="Google Shape;2267;p2"/>
                <p:cNvSpPr/>
                <p:nvPr/>
              </p:nvSpPr>
              <p:spPr>
                <a:xfrm>
                  <a:off x="6453813" y="1178223"/>
                  <a:ext cx="31606" cy="39257"/>
                </a:xfrm>
                <a:custGeom>
                  <a:avLst/>
                  <a:gdLst/>
                  <a:ahLst/>
                  <a:cxnLst/>
                  <a:rect l="l" t="t" r="r" b="b"/>
                  <a:pathLst>
                    <a:path w="31606" h="39257" extrusionOk="0">
                      <a:moveTo>
                        <a:pt x="254" y="0"/>
                      </a:moveTo>
                      <a:cubicBezTo>
                        <a:pt x="169" y="80"/>
                        <a:pt x="85" y="156"/>
                        <a:pt x="0" y="233"/>
                      </a:cubicBezTo>
                      <a:cubicBezTo>
                        <a:pt x="3808" y="4602"/>
                        <a:pt x="18887" y="22078"/>
                        <a:pt x="31606" y="39257"/>
                      </a:cubicBezTo>
                      <a:cubicBezTo>
                        <a:pt x="29009" y="21358"/>
                        <a:pt x="5736" y="3889"/>
                        <a:pt x="254"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68" name="Google Shape;2268;p2"/>
                <p:cNvSpPr/>
                <p:nvPr/>
              </p:nvSpPr>
              <p:spPr>
                <a:xfrm>
                  <a:off x="6485419" y="1217480"/>
                  <a:ext cx="660" cy="2258"/>
                </a:xfrm>
                <a:custGeom>
                  <a:avLst/>
                  <a:gdLst/>
                  <a:ahLst/>
                  <a:cxnLst/>
                  <a:rect l="l" t="t" r="r" b="b"/>
                  <a:pathLst>
                    <a:path w="660" h="2258" extrusionOk="0">
                      <a:moveTo>
                        <a:pt x="226" y="2259"/>
                      </a:moveTo>
                      <a:cubicBezTo>
                        <a:pt x="357" y="1797"/>
                        <a:pt x="503" y="1342"/>
                        <a:pt x="661" y="894"/>
                      </a:cubicBezTo>
                      <a:cubicBezTo>
                        <a:pt x="441" y="597"/>
                        <a:pt x="222" y="297"/>
                        <a:pt x="0" y="0"/>
                      </a:cubicBezTo>
                      <a:cubicBezTo>
                        <a:pt x="110" y="752"/>
                        <a:pt x="192" y="1504"/>
                        <a:pt x="226" y="225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69" name="Google Shape;2269;p2"/>
                <p:cNvSpPr/>
                <p:nvPr/>
              </p:nvSpPr>
              <p:spPr>
                <a:xfrm>
                  <a:off x="6486077" y="1197953"/>
                  <a:ext cx="92208" cy="45840"/>
                </a:xfrm>
                <a:custGeom>
                  <a:avLst/>
                  <a:gdLst/>
                  <a:ahLst/>
                  <a:cxnLst/>
                  <a:rect l="l" t="t" r="r" b="b"/>
                  <a:pathLst>
                    <a:path w="92208" h="45840" extrusionOk="0">
                      <a:moveTo>
                        <a:pt x="91351" y="42908"/>
                      </a:moveTo>
                      <a:cubicBezTo>
                        <a:pt x="74457" y="-11248"/>
                        <a:pt x="10198" y="-8655"/>
                        <a:pt x="0" y="20420"/>
                      </a:cubicBezTo>
                      <a:cubicBezTo>
                        <a:pt x="178" y="20663"/>
                        <a:pt x="357" y="20905"/>
                        <a:pt x="535" y="21147"/>
                      </a:cubicBezTo>
                      <a:cubicBezTo>
                        <a:pt x="33643" y="-288"/>
                        <a:pt x="92208" y="45841"/>
                        <a:pt x="92208" y="45841"/>
                      </a:cubicBezTo>
                      <a:cubicBezTo>
                        <a:pt x="92037" y="45203"/>
                        <a:pt x="91849" y="44581"/>
                        <a:pt x="91664" y="43959"/>
                      </a:cubicBezTo>
                      <a:cubicBezTo>
                        <a:pt x="91570" y="43642"/>
                        <a:pt x="91470" y="43299"/>
                        <a:pt x="91351" y="4290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2270" name="Google Shape;2270;p2"/>
              <p:cNvSpPr/>
              <p:nvPr/>
            </p:nvSpPr>
            <p:spPr>
              <a:xfrm>
                <a:off x="6388867" y="1194844"/>
                <a:ext cx="49893" cy="91828"/>
              </a:xfrm>
              <a:custGeom>
                <a:avLst/>
                <a:gdLst/>
                <a:ahLst/>
                <a:cxnLst/>
                <a:rect l="l" t="t" r="r" b="b"/>
                <a:pathLst>
                  <a:path w="49893" h="91828" extrusionOk="0">
                    <a:moveTo>
                      <a:pt x="0" y="91829"/>
                    </a:moveTo>
                    <a:cubicBezTo>
                      <a:pt x="48086" y="47647"/>
                      <a:pt x="43260" y="0"/>
                      <a:pt x="43260" y="0"/>
                    </a:cubicBezTo>
                    <a:cubicBezTo>
                      <a:pt x="43260" y="0"/>
                      <a:pt x="74894" y="56229"/>
                      <a:pt x="0" y="9182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71" name="Google Shape;2271;p2"/>
              <p:cNvSpPr/>
              <p:nvPr/>
            </p:nvSpPr>
            <p:spPr>
              <a:xfrm>
                <a:off x="6272506" y="1149615"/>
                <a:ext cx="35642" cy="14949"/>
              </a:xfrm>
              <a:custGeom>
                <a:avLst/>
                <a:gdLst/>
                <a:ahLst/>
                <a:cxnLst/>
                <a:rect l="l" t="t" r="r" b="b"/>
                <a:pathLst>
                  <a:path w="35642" h="14949" extrusionOk="0">
                    <a:moveTo>
                      <a:pt x="22420" y="508"/>
                    </a:moveTo>
                    <a:cubicBezTo>
                      <a:pt x="39942" y="1507"/>
                      <a:pt x="37994" y="15022"/>
                      <a:pt x="28448" y="14949"/>
                    </a:cubicBezTo>
                    <a:cubicBezTo>
                      <a:pt x="18902" y="14876"/>
                      <a:pt x="1659" y="12656"/>
                      <a:pt x="221" y="5254"/>
                    </a:cubicBezTo>
                    <a:cubicBezTo>
                      <a:pt x="-1217" y="-2146"/>
                      <a:pt x="4532" y="1560"/>
                      <a:pt x="12919" y="474"/>
                    </a:cubicBezTo>
                    <a:cubicBezTo>
                      <a:pt x="21304" y="-612"/>
                      <a:pt x="22420" y="508"/>
                      <a:pt x="22420" y="508"/>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72" name="Google Shape;2272;p2"/>
              <p:cNvSpPr/>
              <p:nvPr/>
            </p:nvSpPr>
            <p:spPr>
              <a:xfrm>
                <a:off x="6103339" y="793452"/>
                <a:ext cx="471852" cy="406682"/>
              </a:xfrm>
              <a:custGeom>
                <a:avLst/>
                <a:gdLst/>
                <a:ahLst/>
                <a:cxnLst/>
                <a:rect l="l" t="t" r="r" b="b"/>
                <a:pathLst>
                  <a:path w="471852" h="406682" extrusionOk="0">
                    <a:moveTo>
                      <a:pt x="10154" y="230372"/>
                    </a:moveTo>
                    <a:cubicBezTo>
                      <a:pt x="-4328" y="267934"/>
                      <a:pt x="5351" y="286750"/>
                      <a:pt x="5351" y="286750"/>
                    </a:cubicBezTo>
                    <a:cubicBezTo>
                      <a:pt x="5351" y="286750"/>
                      <a:pt x="3632" y="336886"/>
                      <a:pt x="23452" y="342005"/>
                    </a:cubicBezTo>
                    <a:cubicBezTo>
                      <a:pt x="2073" y="249031"/>
                      <a:pt x="49761" y="210790"/>
                      <a:pt x="89984" y="176242"/>
                    </a:cubicBezTo>
                    <a:cubicBezTo>
                      <a:pt x="134426" y="138071"/>
                      <a:pt x="198619" y="176816"/>
                      <a:pt x="225966" y="141164"/>
                    </a:cubicBezTo>
                    <a:cubicBezTo>
                      <a:pt x="253314" y="105511"/>
                      <a:pt x="279484" y="138656"/>
                      <a:pt x="303880" y="146074"/>
                    </a:cubicBezTo>
                    <a:cubicBezTo>
                      <a:pt x="328279" y="153492"/>
                      <a:pt x="343663" y="115108"/>
                      <a:pt x="381357" y="138914"/>
                    </a:cubicBezTo>
                    <a:cubicBezTo>
                      <a:pt x="419051" y="162721"/>
                      <a:pt x="448115" y="229849"/>
                      <a:pt x="447891" y="270146"/>
                    </a:cubicBezTo>
                    <a:cubicBezTo>
                      <a:pt x="447667" y="310444"/>
                      <a:pt x="418114" y="298059"/>
                      <a:pt x="378340" y="330664"/>
                    </a:cubicBezTo>
                    <a:cubicBezTo>
                      <a:pt x="338566" y="363269"/>
                      <a:pt x="346228" y="363502"/>
                      <a:pt x="328781" y="401388"/>
                    </a:cubicBezTo>
                    <a:lnTo>
                      <a:pt x="335105" y="406682"/>
                    </a:lnTo>
                    <a:cubicBezTo>
                      <a:pt x="336696" y="405672"/>
                      <a:pt x="338264" y="404689"/>
                      <a:pt x="339789" y="403754"/>
                    </a:cubicBezTo>
                    <a:cubicBezTo>
                      <a:pt x="375670" y="340795"/>
                      <a:pt x="433304" y="312721"/>
                      <a:pt x="433304" y="312721"/>
                    </a:cubicBezTo>
                    <a:cubicBezTo>
                      <a:pt x="473670" y="278296"/>
                      <a:pt x="467293" y="245108"/>
                      <a:pt x="471288" y="230167"/>
                    </a:cubicBezTo>
                    <a:cubicBezTo>
                      <a:pt x="475284" y="215225"/>
                      <a:pt x="456530" y="151464"/>
                      <a:pt x="462204" y="145624"/>
                    </a:cubicBezTo>
                    <a:cubicBezTo>
                      <a:pt x="467878" y="139785"/>
                      <a:pt x="468605" y="112392"/>
                      <a:pt x="445413" y="101213"/>
                    </a:cubicBezTo>
                    <a:cubicBezTo>
                      <a:pt x="433197" y="62351"/>
                      <a:pt x="411560" y="61542"/>
                      <a:pt x="400331" y="52156"/>
                    </a:cubicBezTo>
                    <a:cubicBezTo>
                      <a:pt x="378852" y="23258"/>
                      <a:pt x="335578" y="21638"/>
                      <a:pt x="293282" y="9890"/>
                    </a:cubicBezTo>
                    <a:cubicBezTo>
                      <a:pt x="239186" y="-11937"/>
                      <a:pt x="221801" y="9378"/>
                      <a:pt x="200859" y="7995"/>
                    </a:cubicBezTo>
                    <a:cubicBezTo>
                      <a:pt x="147218" y="7926"/>
                      <a:pt x="137016" y="20993"/>
                      <a:pt x="119343" y="32060"/>
                    </a:cubicBezTo>
                    <a:cubicBezTo>
                      <a:pt x="101670" y="43126"/>
                      <a:pt x="57712" y="81675"/>
                      <a:pt x="46371" y="113153"/>
                    </a:cubicBezTo>
                    <a:cubicBezTo>
                      <a:pt x="-887" y="166072"/>
                      <a:pt x="9974" y="179255"/>
                      <a:pt x="9974" y="179255"/>
                    </a:cubicBezTo>
                    <a:cubicBezTo>
                      <a:pt x="9974" y="179255"/>
                      <a:pt x="-12587" y="221153"/>
                      <a:pt x="10154" y="230372"/>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73" name="Google Shape;2273;p2"/>
              <p:cNvSpPr/>
              <p:nvPr/>
            </p:nvSpPr>
            <p:spPr>
              <a:xfrm>
                <a:off x="6261448" y="1005294"/>
                <a:ext cx="39394" cy="25497"/>
              </a:xfrm>
              <a:custGeom>
                <a:avLst/>
                <a:gdLst/>
                <a:ahLst/>
                <a:cxnLst/>
                <a:rect l="l" t="t" r="r" b="b"/>
                <a:pathLst>
                  <a:path w="39394" h="25497" extrusionOk="0">
                    <a:moveTo>
                      <a:pt x="39395" y="25356"/>
                    </a:moveTo>
                    <a:cubicBezTo>
                      <a:pt x="15469" y="3861"/>
                      <a:pt x="4250" y="6035"/>
                      <a:pt x="0" y="25498"/>
                    </a:cubicBezTo>
                    <a:cubicBezTo>
                      <a:pt x="606" y="-14180"/>
                      <a:pt x="28676" y="-2264"/>
                      <a:pt x="39395" y="25356"/>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74" name="Google Shape;2274;p2"/>
              <p:cNvSpPr/>
              <p:nvPr/>
            </p:nvSpPr>
            <p:spPr>
              <a:xfrm>
                <a:off x="6250624" y="1186125"/>
                <a:ext cx="64197" cy="36720"/>
              </a:xfrm>
              <a:custGeom>
                <a:avLst/>
                <a:gdLst/>
                <a:ahLst/>
                <a:cxnLst/>
                <a:rect l="l" t="t" r="r" b="b"/>
                <a:pathLst>
                  <a:path w="64197" h="36720" extrusionOk="0">
                    <a:moveTo>
                      <a:pt x="42818" y="20656"/>
                    </a:moveTo>
                    <a:cubicBezTo>
                      <a:pt x="53569" y="17186"/>
                      <a:pt x="47009" y="-4572"/>
                      <a:pt x="57250" y="869"/>
                    </a:cubicBezTo>
                    <a:cubicBezTo>
                      <a:pt x="67489" y="6309"/>
                      <a:pt x="68175" y="23527"/>
                      <a:pt x="47178" y="32907"/>
                    </a:cubicBezTo>
                    <a:cubicBezTo>
                      <a:pt x="26181" y="42286"/>
                      <a:pt x="-1011" y="32377"/>
                      <a:pt x="29" y="24504"/>
                    </a:cubicBezTo>
                    <a:cubicBezTo>
                      <a:pt x="1069" y="16631"/>
                      <a:pt x="36614" y="22659"/>
                      <a:pt x="42818" y="20656"/>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75" name="Google Shape;2275;p2"/>
              <p:cNvSpPr/>
              <p:nvPr/>
            </p:nvSpPr>
            <p:spPr>
              <a:xfrm>
                <a:off x="6145287" y="1154050"/>
                <a:ext cx="71383" cy="66063"/>
              </a:xfrm>
              <a:custGeom>
                <a:avLst/>
                <a:gdLst/>
                <a:ahLst/>
                <a:cxnLst/>
                <a:rect l="l" t="t" r="r" b="b"/>
                <a:pathLst>
                  <a:path w="71383" h="66063" extrusionOk="0">
                    <a:moveTo>
                      <a:pt x="58341" y="64923"/>
                    </a:moveTo>
                    <a:cubicBezTo>
                      <a:pt x="31575" y="47225"/>
                      <a:pt x="11947" y="38682"/>
                      <a:pt x="8246" y="30960"/>
                    </a:cubicBezTo>
                    <a:cubicBezTo>
                      <a:pt x="4545" y="23240"/>
                      <a:pt x="-1707" y="9243"/>
                      <a:pt x="437" y="2753"/>
                    </a:cubicBezTo>
                    <a:cubicBezTo>
                      <a:pt x="2581" y="-3735"/>
                      <a:pt x="9880" y="691"/>
                      <a:pt x="26040" y="21967"/>
                    </a:cubicBezTo>
                    <a:cubicBezTo>
                      <a:pt x="42198" y="43243"/>
                      <a:pt x="55097" y="40163"/>
                      <a:pt x="66841" y="50816"/>
                    </a:cubicBezTo>
                    <a:cubicBezTo>
                      <a:pt x="78584" y="61469"/>
                      <a:pt x="64573" y="69042"/>
                      <a:pt x="58341" y="64923"/>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76" name="Google Shape;2276;p2"/>
            <p:cNvGrpSpPr/>
            <p:nvPr/>
          </p:nvGrpSpPr>
          <p:grpSpPr>
            <a:xfrm>
              <a:off x="6328263" y="1108358"/>
              <a:ext cx="427077" cy="442655"/>
              <a:chOff x="6328263" y="1108358"/>
              <a:chExt cx="427077" cy="442655"/>
            </a:xfrm>
          </p:grpSpPr>
          <p:sp>
            <p:nvSpPr>
              <p:cNvPr id="2277" name="Google Shape;2277;p2"/>
              <p:cNvSpPr/>
              <p:nvPr/>
            </p:nvSpPr>
            <p:spPr>
              <a:xfrm>
                <a:off x="6328263" y="1198413"/>
                <a:ext cx="325359" cy="346177"/>
              </a:xfrm>
              <a:custGeom>
                <a:avLst/>
                <a:gdLst/>
                <a:ahLst/>
                <a:cxnLst/>
                <a:rect l="l" t="t" r="r" b="b"/>
                <a:pathLst>
                  <a:path w="325359" h="346177" extrusionOk="0">
                    <a:moveTo>
                      <a:pt x="255045" y="55734"/>
                    </a:moveTo>
                    <a:cubicBezTo>
                      <a:pt x="239036" y="21949"/>
                      <a:pt x="215285" y="20194"/>
                      <a:pt x="205853" y="14730"/>
                    </a:cubicBezTo>
                    <a:cubicBezTo>
                      <a:pt x="196420" y="9267"/>
                      <a:pt x="149596" y="10318"/>
                      <a:pt x="146663" y="5387"/>
                    </a:cubicBezTo>
                    <a:cubicBezTo>
                      <a:pt x="143733" y="454"/>
                      <a:pt x="125228" y="-5069"/>
                      <a:pt x="113363" y="8656"/>
                    </a:cubicBezTo>
                    <a:cubicBezTo>
                      <a:pt x="84681" y="9831"/>
                      <a:pt x="80157" y="24405"/>
                      <a:pt x="71708" y="30321"/>
                    </a:cubicBezTo>
                    <a:cubicBezTo>
                      <a:pt x="48102" y="39629"/>
                      <a:pt x="39054" y="68774"/>
                      <a:pt x="23295" y="95394"/>
                    </a:cubicBezTo>
                    <a:cubicBezTo>
                      <a:pt x="-1488" y="128191"/>
                      <a:pt x="9821" y="143935"/>
                      <a:pt x="5034" y="157930"/>
                    </a:cubicBezTo>
                    <a:cubicBezTo>
                      <a:pt x="-4862" y="194414"/>
                      <a:pt x="2154" y="203755"/>
                      <a:pt x="6440" y="217812"/>
                    </a:cubicBezTo>
                    <a:cubicBezTo>
                      <a:pt x="10726" y="231868"/>
                      <a:pt x="28882" y="268853"/>
                      <a:pt x="48215" y="282350"/>
                    </a:cubicBezTo>
                    <a:cubicBezTo>
                      <a:pt x="75541" y="324220"/>
                      <a:pt x="86505" y="319251"/>
                      <a:pt x="86505" y="319251"/>
                    </a:cubicBezTo>
                    <a:cubicBezTo>
                      <a:pt x="86505" y="319251"/>
                      <a:pt x="110862" y="342296"/>
                      <a:pt x="121312" y="328516"/>
                    </a:cubicBezTo>
                    <a:cubicBezTo>
                      <a:pt x="144208" y="345268"/>
                      <a:pt x="158788" y="342136"/>
                      <a:pt x="158788" y="342136"/>
                    </a:cubicBezTo>
                    <a:cubicBezTo>
                      <a:pt x="158788" y="342136"/>
                      <a:pt x="193540" y="352816"/>
                      <a:pt x="200005" y="339452"/>
                    </a:cubicBezTo>
                    <a:cubicBezTo>
                      <a:pt x="213584" y="340252"/>
                      <a:pt x="232359" y="338700"/>
                      <a:pt x="243222" y="328904"/>
                    </a:cubicBezTo>
                    <a:cubicBezTo>
                      <a:pt x="258702" y="317017"/>
                      <a:pt x="284036" y="296491"/>
                      <a:pt x="284036" y="296491"/>
                    </a:cubicBezTo>
                    <a:cubicBezTo>
                      <a:pt x="284036" y="296491"/>
                      <a:pt x="315937" y="303635"/>
                      <a:pt x="305822" y="267507"/>
                    </a:cubicBezTo>
                    <a:cubicBezTo>
                      <a:pt x="306647" y="249377"/>
                      <a:pt x="309584" y="246652"/>
                      <a:pt x="309584" y="246652"/>
                    </a:cubicBezTo>
                    <a:cubicBezTo>
                      <a:pt x="309584" y="246652"/>
                      <a:pt x="333459" y="230266"/>
                      <a:pt x="322466" y="213683"/>
                    </a:cubicBezTo>
                    <a:cubicBezTo>
                      <a:pt x="321490" y="194648"/>
                      <a:pt x="306670" y="159398"/>
                      <a:pt x="299807" y="136073"/>
                    </a:cubicBezTo>
                    <a:cubicBezTo>
                      <a:pt x="263563" y="100101"/>
                      <a:pt x="255045" y="55734"/>
                      <a:pt x="255045" y="55734"/>
                    </a:cubicBezTo>
                    <a:close/>
                  </a:path>
                </a:pathLst>
              </a:custGeom>
              <a:solidFill>
                <a:srgbClr val="E9261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78" name="Google Shape;2278;p2"/>
              <p:cNvSpPr/>
              <p:nvPr/>
            </p:nvSpPr>
            <p:spPr>
              <a:xfrm>
                <a:off x="6569140" y="1108358"/>
                <a:ext cx="186200" cy="344550"/>
              </a:xfrm>
              <a:custGeom>
                <a:avLst/>
                <a:gdLst/>
                <a:ahLst/>
                <a:cxnLst/>
                <a:rect l="l" t="t" r="r" b="b"/>
                <a:pathLst>
                  <a:path w="186200" h="344550" extrusionOk="0">
                    <a:moveTo>
                      <a:pt x="21643" y="72155"/>
                    </a:moveTo>
                    <a:cubicBezTo>
                      <a:pt x="9180" y="34320"/>
                      <a:pt x="23159" y="17504"/>
                      <a:pt x="30026" y="0"/>
                    </a:cubicBezTo>
                    <a:cubicBezTo>
                      <a:pt x="923" y="33213"/>
                      <a:pt x="-6388" y="112389"/>
                      <a:pt x="5341" y="136008"/>
                    </a:cubicBezTo>
                    <a:cubicBezTo>
                      <a:pt x="17073" y="159627"/>
                      <a:pt x="26162" y="178804"/>
                      <a:pt x="25323" y="180443"/>
                    </a:cubicBezTo>
                    <a:cubicBezTo>
                      <a:pt x="24487" y="182080"/>
                      <a:pt x="47699" y="210200"/>
                      <a:pt x="50415" y="220933"/>
                    </a:cubicBezTo>
                    <a:cubicBezTo>
                      <a:pt x="53130" y="231666"/>
                      <a:pt x="55300" y="233183"/>
                      <a:pt x="55300" y="233183"/>
                    </a:cubicBezTo>
                    <a:cubicBezTo>
                      <a:pt x="55300" y="233183"/>
                      <a:pt x="40466" y="248353"/>
                      <a:pt x="83255" y="289961"/>
                    </a:cubicBezTo>
                    <a:cubicBezTo>
                      <a:pt x="126045" y="331568"/>
                      <a:pt x="169181" y="344550"/>
                      <a:pt x="169181" y="344550"/>
                    </a:cubicBezTo>
                    <a:cubicBezTo>
                      <a:pt x="169181" y="344550"/>
                      <a:pt x="128687" y="321611"/>
                      <a:pt x="109835" y="279477"/>
                    </a:cubicBezTo>
                    <a:cubicBezTo>
                      <a:pt x="144618" y="313765"/>
                      <a:pt x="171218" y="299516"/>
                      <a:pt x="171218" y="299516"/>
                    </a:cubicBezTo>
                    <a:cubicBezTo>
                      <a:pt x="171218" y="299516"/>
                      <a:pt x="145828" y="304456"/>
                      <a:pt x="123377" y="276153"/>
                    </a:cubicBezTo>
                    <a:cubicBezTo>
                      <a:pt x="100926" y="247850"/>
                      <a:pt x="98695" y="244170"/>
                      <a:pt x="98695" y="244170"/>
                    </a:cubicBezTo>
                    <a:cubicBezTo>
                      <a:pt x="98695" y="244170"/>
                      <a:pt x="168898" y="255207"/>
                      <a:pt x="186201" y="232973"/>
                    </a:cubicBezTo>
                    <a:cubicBezTo>
                      <a:pt x="172546" y="238224"/>
                      <a:pt x="154064" y="230648"/>
                      <a:pt x="154064" y="230648"/>
                    </a:cubicBezTo>
                    <a:lnTo>
                      <a:pt x="171561" y="216459"/>
                    </a:lnTo>
                    <a:cubicBezTo>
                      <a:pt x="171561" y="216459"/>
                      <a:pt x="99465" y="195643"/>
                      <a:pt x="82064" y="201342"/>
                    </a:cubicBezTo>
                    <a:cubicBezTo>
                      <a:pt x="72465" y="174721"/>
                      <a:pt x="115442" y="142726"/>
                      <a:pt x="115442" y="142726"/>
                    </a:cubicBezTo>
                    <a:cubicBezTo>
                      <a:pt x="115442" y="142726"/>
                      <a:pt x="67946" y="142982"/>
                      <a:pt x="58793" y="158708"/>
                    </a:cubicBezTo>
                    <a:cubicBezTo>
                      <a:pt x="71201" y="132748"/>
                      <a:pt x="118549" y="104404"/>
                      <a:pt x="111252" y="73614"/>
                    </a:cubicBezTo>
                    <a:cubicBezTo>
                      <a:pt x="90282" y="106269"/>
                      <a:pt x="48796" y="124134"/>
                      <a:pt x="42987" y="131461"/>
                    </a:cubicBezTo>
                    <a:cubicBezTo>
                      <a:pt x="40555" y="103782"/>
                      <a:pt x="67096" y="75797"/>
                      <a:pt x="67096" y="75797"/>
                    </a:cubicBezTo>
                    <a:cubicBezTo>
                      <a:pt x="67096" y="75797"/>
                      <a:pt x="31114" y="82408"/>
                      <a:pt x="28723" y="99448"/>
                    </a:cubicBezTo>
                    <a:cubicBezTo>
                      <a:pt x="30501" y="82687"/>
                      <a:pt x="47171" y="51981"/>
                      <a:pt x="47171" y="51981"/>
                    </a:cubicBezTo>
                    <a:cubicBezTo>
                      <a:pt x="47171" y="51981"/>
                      <a:pt x="21911" y="60771"/>
                      <a:pt x="21643" y="72155"/>
                    </a:cubicBezTo>
                    <a:close/>
                  </a:path>
                </a:pathLst>
              </a:custGeom>
              <a:solidFill>
                <a:srgbClr val="9EA60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2279" name="Google Shape;2279;p2"/>
              <p:cNvGrpSpPr/>
              <p:nvPr/>
            </p:nvGrpSpPr>
            <p:grpSpPr>
              <a:xfrm>
                <a:off x="6517462" y="1353444"/>
                <a:ext cx="35889" cy="29030"/>
                <a:chOff x="6517462" y="1353444"/>
                <a:chExt cx="35889" cy="29030"/>
              </a:xfrm>
            </p:grpSpPr>
            <p:sp>
              <p:nvSpPr>
                <p:cNvPr id="2280" name="Google Shape;2280;p2"/>
                <p:cNvSpPr/>
                <p:nvPr/>
              </p:nvSpPr>
              <p:spPr>
                <a:xfrm>
                  <a:off x="6517462" y="1353444"/>
                  <a:ext cx="35889" cy="29030"/>
                </a:xfrm>
                <a:custGeom>
                  <a:avLst/>
                  <a:gdLst/>
                  <a:ahLst/>
                  <a:cxnLst/>
                  <a:rect l="l" t="t" r="r" b="b"/>
                  <a:pathLst>
                    <a:path w="35889" h="29030" extrusionOk="0">
                      <a:moveTo>
                        <a:pt x="35465" y="3512"/>
                      </a:moveTo>
                      <a:cubicBezTo>
                        <a:pt x="27622" y="-1513"/>
                        <a:pt x="5166" y="-5015"/>
                        <a:pt x="0" y="21443"/>
                      </a:cubicBezTo>
                      <a:cubicBezTo>
                        <a:pt x="3376" y="37070"/>
                        <a:pt x="40229" y="27323"/>
                        <a:pt x="35465" y="3512"/>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81" name="Google Shape;2281;p2"/>
                <p:cNvSpPr/>
                <p:nvPr/>
              </p:nvSpPr>
              <p:spPr>
                <a:xfrm>
                  <a:off x="6538874" y="1358939"/>
                  <a:ext cx="12643" cy="14146"/>
                </a:xfrm>
                <a:custGeom>
                  <a:avLst/>
                  <a:gdLst/>
                  <a:ahLst/>
                  <a:cxnLst/>
                  <a:rect l="l" t="t" r="r" b="b"/>
                  <a:pathLst>
                    <a:path w="12643" h="14146" extrusionOk="0">
                      <a:moveTo>
                        <a:pt x="12635" y="515"/>
                      </a:moveTo>
                      <a:cubicBezTo>
                        <a:pt x="12868" y="3075"/>
                        <a:pt x="8426" y="12971"/>
                        <a:pt x="4842" y="14018"/>
                      </a:cubicBezTo>
                      <a:cubicBezTo>
                        <a:pt x="1257" y="15063"/>
                        <a:pt x="3790" y="9394"/>
                        <a:pt x="478" y="9504"/>
                      </a:cubicBezTo>
                      <a:cubicBezTo>
                        <a:pt x="-2834" y="9613"/>
                        <a:pt x="12139" y="-2624"/>
                        <a:pt x="12635" y="515"/>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82" name="Google Shape;2282;p2"/>
                <p:cNvSpPr/>
                <p:nvPr/>
              </p:nvSpPr>
              <p:spPr>
                <a:xfrm>
                  <a:off x="6517462" y="1353449"/>
                  <a:ext cx="24620" cy="28698"/>
                </a:xfrm>
                <a:custGeom>
                  <a:avLst/>
                  <a:gdLst/>
                  <a:ahLst/>
                  <a:cxnLst/>
                  <a:rect l="l" t="t" r="r" b="b"/>
                  <a:pathLst>
                    <a:path w="24620" h="28698" extrusionOk="0">
                      <a:moveTo>
                        <a:pt x="8289" y="28699"/>
                      </a:moveTo>
                      <a:cubicBezTo>
                        <a:pt x="-4689" y="21304"/>
                        <a:pt x="14594" y="576"/>
                        <a:pt x="24620" y="99"/>
                      </a:cubicBezTo>
                      <a:cubicBezTo>
                        <a:pt x="15124" y="-724"/>
                        <a:pt x="3530" y="3365"/>
                        <a:pt x="0" y="21438"/>
                      </a:cubicBezTo>
                      <a:cubicBezTo>
                        <a:pt x="892" y="25560"/>
                        <a:pt x="4119" y="27901"/>
                        <a:pt x="8289" y="2869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83" name="Google Shape;2283;p2"/>
              <p:cNvGrpSpPr/>
              <p:nvPr/>
            </p:nvGrpSpPr>
            <p:grpSpPr>
              <a:xfrm>
                <a:off x="6569582" y="1354532"/>
                <a:ext cx="31560" cy="29118"/>
                <a:chOff x="6569582" y="1354532"/>
                <a:chExt cx="31560" cy="29118"/>
              </a:xfrm>
            </p:grpSpPr>
            <p:sp>
              <p:nvSpPr>
                <p:cNvPr id="2284" name="Google Shape;2284;p2"/>
                <p:cNvSpPr/>
                <p:nvPr/>
              </p:nvSpPr>
              <p:spPr>
                <a:xfrm>
                  <a:off x="6569582" y="1354532"/>
                  <a:ext cx="31560" cy="29118"/>
                </a:xfrm>
                <a:custGeom>
                  <a:avLst/>
                  <a:gdLst/>
                  <a:ahLst/>
                  <a:cxnLst/>
                  <a:rect l="l" t="t" r="r" b="b"/>
                  <a:pathLst>
                    <a:path w="31560" h="29118" extrusionOk="0">
                      <a:moveTo>
                        <a:pt x="30322" y="1631"/>
                      </a:moveTo>
                      <a:cubicBezTo>
                        <a:pt x="22282" y="-1878"/>
                        <a:pt x="878" y="-1801"/>
                        <a:pt x="0" y="23572"/>
                      </a:cubicBezTo>
                      <a:cubicBezTo>
                        <a:pt x="5459" y="37605"/>
                        <a:pt x="38286" y="23069"/>
                        <a:pt x="30322" y="163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85" name="Google Shape;2285;p2"/>
                <p:cNvSpPr/>
                <p:nvPr/>
              </p:nvSpPr>
              <p:spPr>
                <a:xfrm>
                  <a:off x="6588488" y="1358306"/>
                  <a:ext cx="10551" cy="14361"/>
                </a:xfrm>
                <a:custGeom>
                  <a:avLst/>
                  <a:gdLst/>
                  <a:ahLst/>
                  <a:cxnLst/>
                  <a:rect l="l" t="t" r="r" b="b"/>
                  <a:pathLst>
                    <a:path w="10551" h="14361" extrusionOk="0">
                      <a:moveTo>
                        <a:pt x="10467" y="392"/>
                      </a:moveTo>
                      <a:cubicBezTo>
                        <a:pt x="11064" y="2740"/>
                        <a:pt x="8403" y="12602"/>
                        <a:pt x="5226" y="14106"/>
                      </a:cubicBezTo>
                      <a:cubicBezTo>
                        <a:pt x="2048" y="15610"/>
                        <a:pt x="3559" y="9961"/>
                        <a:pt x="496" y="10556"/>
                      </a:cubicBezTo>
                      <a:cubicBezTo>
                        <a:pt x="-2570" y="11150"/>
                        <a:pt x="9542" y="-2454"/>
                        <a:pt x="10467" y="39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86" name="Google Shape;2286;p2"/>
                <p:cNvSpPr/>
                <p:nvPr/>
              </p:nvSpPr>
              <p:spPr>
                <a:xfrm>
                  <a:off x="6569582" y="1354604"/>
                  <a:ext cx="19728" cy="29023"/>
                </a:xfrm>
                <a:custGeom>
                  <a:avLst/>
                  <a:gdLst/>
                  <a:ahLst/>
                  <a:cxnLst/>
                  <a:rect l="l" t="t" r="r" b="b"/>
                  <a:pathLst>
                    <a:path w="19728" h="29023" extrusionOk="0">
                      <a:moveTo>
                        <a:pt x="8785" y="29023"/>
                      </a:moveTo>
                      <a:cubicBezTo>
                        <a:pt x="-4382" y="24072"/>
                        <a:pt x="10475" y="1932"/>
                        <a:pt x="19728" y="0"/>
                      </a:cubicBezTo>
                      <a:cubicBezTo>
                        <a:pt x="10776" y="645"/>
                        <a:pt x="599" y="6170"/>
                        <a:pt x="0" y="23502"/>
                      </a:cubicBezTo>
                      <a:cubicBezTo>
                        <a:pt x="1438" y="27201"/>
                        <a:pt x="4789" y="28900"/>
                        <a:pt x="8785" y="29023"/>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87" name="Google Shape;2287;p2"/>
              <p:cNvGrpSpPr/>
              <p:nvPr/>
            </p:nvGrpSpPr>
            <p:grpSpPr>
              <a:xfrm>
                <a:off x="6573946" y="1391275"/>
                <a:ext cx="31561" cy="29119"/>
                <a:chOff x="6573946" y="1391275"/>
                <a:chExt cx="31561" cy="29119"/>
              </a:xfrm>
            </p:grpSpPr>
            <p:sp>
              <p:nvSpPr>
                <p:cNvPr id="2288" name="Google Shape;2288;p2"/>
                <p:cNvSpPr/>
                <p:nvPr/>
              </p:nvSpPr>
              <p:spPr>
                <a:xfrm>
                  <a:off x="6573946" y="1391275"/>
                  <a:ext cx="31561" cy="29119"/>
                </a:xfrm>
                <a:custGeom>
                  <a:avLst/>
                  <a:gdLst/>
                  <a:ahLst/>
                  <a:cxnLst/>
                  <a:rect l="l" t="t" r="r" b="b"/>
                  <a:pathLst>
                    <a:path w="31561" h="29119" extrusionOk="0">
                      <a:moveTo>
                        <a:pt x="30321" y="1631"/>
                      </a:moveTo>
                      <a:cubicBezTo>
                        <a:pt x="22282" y="-1878"/>
                        <a:pt x="878" y="-1801"/>
                        <a:pt x="0" y="23572"/>
                      </a:cubicBezTo>
                      <a:cubicBezTo>
                        <a:pt x="5461" y="37608"/>
                        <a:pt x="38288" y="23069"/>
                        <a:pt x="30321" y="163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89" name="Google Shape;2289;p2"/>
                <p:cNvSpPr/>
                <p:nvPr/>
              </p:nvSpPr>
              <p:spPr>
                <a:xfrm>
                  <a:off x="6592854" y="1395049"/>
                  <a:ext cx="10551" cy="14361"/>
                </a:xfrm>
                <a:custGeom>
                  <a:avLst/>
                  <a:gdLst/>
                  <a:ahLst/>
                  <a:cxnLst/>
                  <a:rect l="l" t="t" r="r" b="b"/>
                  <a:pathLst>
                    <a:path w="10551" h="14361" extrusionOk="0">
                      <a:moveTo>
                        <a:pt x="10468" y="392"/>
                      </a:moveTo>
                      <a:cubicBezTo>
                        <a:pt x="11064" y="2740"/>
                        <a:pt x="8403" y="12602"/>
                        <a:pt x="5226" y="14106"/>
                      </a:cubicBezTo>
                      <a:cubicBezTo>
                        <a:pt x="2048" y="15610"/>
                        <a:pt x="3559" y="9961"/>
                        <a:pt x="496" y="10556"/>
                      </a:cubicBezTo>
                      <a:cubicBezTo>
                        <a:pt x="-2570" y="11150"/>
                        <a:pt x="9539" y="-2454"/>
                        <a:pt x="10468" y="39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90" name="Google Shape;2290;p2"/>
                <p:cNvSpPr/>
                <p:nvPr/>
              </p:nvSpPr>
              <p:spPr>
                <a:xfrm>
                  <a:off x="6573949" y="1391344"/>
                  <a:ext cx="19728" cy="29025"/>
                </a:xfrm>
                <a:custGeom>
                  <a:avLst/>
                  <a:gdLst/>
                  <a:ahLst/>
                  <a:cxnLst/>
                  <a:rect l="l" t="t" r="r" b="b"/>
                  <a:pathLst>
                    <a:path w="19728" h="29025" extrusionOk="0">
                      <a:moveTo>
                        <a:pt x="8785" y="29025"/>
                      </a:moveTo>
                      <a:cubicBezTo>
                        <a:pt x="-4382" y="24074"/>
                        <a:pt x="10474" y="1934"/>
                        <a:pt x="19728" y="0"/>
                      </a:cubicBezTo>
                      <a:cubicBezTo>
                        <a:pt x="10776" y="645"/>
                        <a:pt x="599" y="6170"/>
                        <a:pt x="0" y="23502"/>
                      </a:cubicBezTo>
                      <a:cubicBezTo>
                        <a:pt x="1438" y="27203"/>
                        <a:pt x="4789" y="28902"/>
                        <a:pt x="8785" y="29025"/>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91" name="Google Shape;2291;p2"/>
              <p:cNvGrpSpPr/>
              <p:nvPr/>
            </p:nvGrpSpPr>
            <p:grpSpPr>
              <a:xfrm>
                <a:off x="6521885" y="1420673"/>
                <a:ext cx="31560" cy="29117"/>
                <a:chOff x="6521885" y="1420673"/>
                <a:chExt cx="31560" cy="29117"/>
              </a:xfrm>
            </p:grpSpPr>
            <p:sp>
              <p:nvSpPr>
                <p:cNvPr id="2292" name="Google Shape;2292;p2"/>
                <p:cNvSpPr/>
                <p:nvPr/>
              </p:nvSpPr>
              <p:spPr>
                <a:xfrm>
                  <a:off x="6521885" y="1420673"/>
                  <a:ext cx="31560" cy="29117"/>
                </a:xfrm>
                <a:custGeom>
                  <a:avLst/>
                  <a:gdLst/>
                  <a:ahLst/>
                  <a:cxnLst/>
                  <a:rect l="l" t="t" r="r" b="b"/>
                  <a:pathLst>
                    <a:path w="31560" h="29117" extrusionOk="0">
                      <a:moveTo>
                        <a:pt x="30322" y="1631"/>
                      </a:moveTo>
                      <a:cubicBezTo>
                        <a:pt x="22282" y="-1878"/>
                        <a:pt x="878" y="-1801"/>
                        <a:pt x="0" y="23572"/>
                      </a:cubicBezTo>
                      <a:cubicBezTo>
                        <a:pt x="5459" y="37605"/>
                        <a:pt x="38286" y="23066"/>
                        <a:pt x="30322" y="163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93" name="Google Shape;2293;p2"/>
                <p:cNvSpPr/>
                <p:nvPr/>
              </p:nvSpPr>
              <p:spPr>
                <a:xfrm>
                  <a:off x="6540790" y="1424444"/>
                  <a:ext cx="10551" cy="14361"/>
                </a:xfrm>
                <a:custGeom>
                  <a:avLst/>
                  <a:gdLst/>
                  <a:ahLst/>
                  <a:cxnLst/>
                  <a:rect l="l" t="t" r="r" b="b"/>
                  <a:pathLst>
                    <a:path w="10551" h="14361" extrusionOk="0">
                      <a:moveTo>
                        <a:pt x="10467" y="392"/>
                      </a:moveTo>
                      <a:cubicBezTo>
                        <a:pt x="11064" y="2740"/>
                        <a:pt x="8403" y="12602"/>
                        <a:pt x="5226" y="14106"/>
                      </a:cubicBezTo>
                      <a:cubicBezTo>
                        <a:pt x="2048" y="15610"/>
                        <a:pt x="3561" y="9961"/>
                        <a:pt x="496" y="10556"/>
                      </a:cubicBezTo>
                      <a:cubicBezTo>
                        <a:pt x="-2570" y="11150"/>
                        <a:pt x="9542" y="-2454"/>
                        <a:pt x="10467" y="39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94" name="Google Shape;2294;p2"/>
                <p:cNvSpPr/>
                <p:nvPr/>
              </p:nvSpPr>
              <p:spPr>
                <a:xfrm>
                  <a:off x="6521885" y="1420740"/>
                  <a:ext cx="19728" cy="29025"/>
                </a:xfrm>
                <a:custGeom>
                  <a:avLst/>
                  <a:gdLst/>
                  <a:ahLst/>
                  <a:cxnLst/>
                  <a:rect l="l" t="t" r="r" b="b"/>
                  <a:pathLst>
                    <a:path w="19728" h="29025" extrusionOk="0">
                      <a:moveTo>
                        <a:pt x="8785" y="29025"/>
                      </a:moveTo>
                      <a:cubicBezTo>
                        <a:pt x="-4382" y="24074"/>
                        <a:pt x="10475" y="1934"/>
                        <a:pt x="19728" y="0"/>
                      </a:cubicBezTo>
                      <a:cubicBezTo>
                        <a:pt x="10776" y="645"/>
                        <a:pt x="599" y="6170"/>
                        <a:pt x="0" y="23502"/>
                      </a:cubicBezTo>
                      <a:cubicBezTo>
                        <a:pt x="1440" y="27203"/>
                        <a:pt x="4789" y="28902"/>
                        <a:pt x="8785" y="29025"/>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95" name="Google Shape;2295;p2"/>
              <p:cNvGrpSpPr/>
              <p:nvPr/>
            </p:nvGrpSpPr>
            <p:grpSpPr>
              <a:xfrm>
                <a:off x="6545941" y="1470677"/>
                <a:ext cx="31561" cy="29117"/>
                <a:chOff x="6545941" y="1470677"/>
                <a:chExt cx="31561" cy="29117"/>
              </a:xfrm>
            </p:grpSpPr>
            <p:sp>
              <p:nvSpPr>
                <p:cNvPr id="2296" name="Google Shape;2296;p2"/>
                <p:cNvSpPr/>
                <p:nvPr/>
              </p:nvSpPr>
              <p:spPr>
                <a:xfrm>
                  <a:off x="6545941" y="1470677"/>
                  <a:ext cx="31561" cy="29117"/>
                </a:xfrm>
                <a:custGeom>
                  <a:avLst/>
                  <a:gdLst/>
                  <a:ahLst/>
                  <a:cxnLst/>
                  <a:rect l="l" t="t" r="r" b="b"/>
                  <a:pathLst>
                    <a:path w="31561" h="29117" extrusionOk="0">
                      <a:moveTo>
                        <a:pt x="30322" y="1631"/>
                      </a:moveTo>
                      <a:cubicBezTo>
                        <a:pt x="22282" y="-1878"/>
                        <a:pt x="878" y="-1801"/>
                        <a:pt x="0" y="23572"/>
                      </a:cubicBezTo>
                      <a:cubicBezTo>
                        <a:pt x="5459" y="37605"/>
                        <a:pt x="38288" y="23067"/>
                        <a:pt x="30322" y="163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97" name="Google Shape;2297;p2"/>
                <p:cNvSpPr/>
                <p:nvPr/>
              </p:nvSpPr>
              <p:spPr>
                <a:xfrm>
                  <a:off x="6564848" y="1474449"/>
                  <a:ext cx="10551" cy="14360"/>
                </a:xfrm>
                <a:custGeom>
                  <a:avLst/>
                  <a:gdLst/>
                  <a:ahLst/>
                  <a:cxnLst/>
                  <a:rect l="l" t="t" r="r" b="b"/>
                  <a:pathLst>
                    <a:path w="10551" h="14360" extrusionOk="0">
                      <a:moveTo>
                        <a:pt x="10467" y="391"/>
                      </a:moveTo>
                      <a:cubicBezTo>
                        <a:pt x="11064" y="2739"/>
                        <a:pt x="8403" y="12601"/>
                        <a:pt x="5226" y="14105"/>
                      </a:cubicBezTo>
                      <a:cubicBezTo>
                        <a:pt x="2048" y="15609"/>
                        <a:pt x="3559" y="9961"/>
                        <a:pt x="496" y="10555"/>
                      </a:cubicBezTo>
                      <a:cubicBezTo>
                        <a:pt x="-2570" y="11152"/>
                        <a:pt x="9542" y="-2452"/>
                        <a:pt x="10467" y="391"/>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298" name="Google Shape;2298;p2"/>
                <p:cNvSpPr/>
                <p:nvPr/>
              </p:nvSpPr>
              <p:spPr>
                <a:xfrm>
                  <a:off x="6545943" y="1470748"/>
                  <a:ext cx="19728" cy="29023"/>
                </a:xfrm>
                <a:custGeom>
                  <a:avLst/>
                  <a:gdLst/>
                  <a:ahLst/>
                  <a:cxnLst/>
                  <a:rect l="l" t="t" r="r" b="b"/>
                  <a:pathLst>
                    <a:path w="19728" h="29023" extrusionOk="0">
                      <a:moveTo>
                        <a:pt x="8785" y="29023"/>
                      </a:moveTo>
                      <a:cubicBezTo>
                        <a:pt x="-4382" y="24072"/>
                        <a:pt x="10474" y="1932"/>
                        <a:pt x="19728" y="0"/>
                      </a:cubicBezTo>
                      <a:cubicBezTo>
                        <a:pt x="10776" y="645"/>
                        <a:pt x="599" y="6170"/>
                        <a:pt x="0" y="23502"/>
                      </a:cubicBezTo>
                      <a:cubicBezTo>
                        <a:pt x="1438" y="27201"/>
                        <a:pt x="4789" y="28897"/>
                        <a:pt x="8785" y="29023"/>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299" name="Google Shape;2299;p2"/>
              <p:cNvGrpSpPr/>
              <p:nvPr/>
            </p:nvGrpSpPr>
            <p:grpSpPr>
              <a:xfrm>
                <a:off x="6568053" y="1431671"/>
                <a:ext cx="31560" cy="29117"/>
                <a:chOff x="6568053" y="1431671"/>
                <a:chExt cx="31560" cy="29117"/>
              </a:xfrm>
            </p:grpSpPr>
            <p:sp>
              <p:nvSpPr>
                <p:cNvPr id="2300" name="Google Shape;2300;p2"/>
                <p:cNvSpPr/>
                <p:nvPr/>
              </p:nvSpPr>
              <p:spPr>
                <a:xfrm>
                  <a:off x="6568053" y="1431671"/>
                  <a:ext cx="31560" cy="29117"/>
                </a:xfrm>
                <a:custGeom>
                  <a:avLst/>
                  <a:gdLst/>
                  <a:ahLst/>
                  <a:cxnLst/>
                  <a:rect l="l" t="t" r="r" b="b"/>
                  <a:pathLst>
                    <a:path w="31560" h="29117" extrusionOk="0">
                      <a:moveTo>
                        <a:pt x="30321" y="1631"/>
                      </a:moveTo>
                      <a:cubicBezTo>
                        <a:pt x="22282" y="-1878"/>
                        <a:pt x="878" y="-1801"/>
                        <a:pt x="0" y="23572"/>
                      </a:cubicBezTo>
                      <a:cubicBezTo>
                        <a:pt x="5459" y="37605"/>
                        <a:pt x="38286" y="23066"/>
                        <a:pt x="30321" y="163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01" name="Google Shape;2301;p2"/>
                <p:cNvSpPr/>
                <p:nvPr/>
              </p:nvSpPr>
              <p:spPr>
                <a:xfrm>
                  <a:off x="6586959" y="1435443"/>
                  <a:ext cx="10551" cy="14360"/>
                </a:xfrm>
                <a:custGeom>
                  <a:avLst/>
                  <a:gdLst/>
                  <a:ahLst/>
                  <a:cxnLst/>
                  <a:rect l="l" t="t" r="r" b="b"/>
                  <a:pathLst>
                    <a:path w="10551" h="14360" extrusionOk="0">
                      <a:moveTo>
                        <a:pt x="10467" y="391"/>
                      </a:moveTo>
                      <a:cubicBezTo>
                        <a:pt x="11063" y="2739"/>
                        <a:pt x="8403" y="12601"/>
                        <a:pt x="5225" y="14105"/>
                      </a:cubicBezTo>
                      <a:cubicBezTo>
                        <a:pt x="2047" y="15609"/>
                        <a:pt x="3558" y="9961"/>
                        <a:pt x="495" y="10555"/>
                      </a:cubicBezTo>
                      <a:cubicBezTo>
                        <a:pt x="-2568" y="11149"/>
                        <a:pt x="9541" y="-2452"/>
                        <a:pt x="10467" y="391"/>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02" name="Google Shape;2302;p2"/>
                <p:cNvSpPr/>
                <p:nvPr/>
              </p:nvSpPr>
              <p:spPr>
                <a:xfrm>
                  <a:off x="6568053" y="1431740"/>
                  <a:ext cx="19728" cy="29025"/>
                </a:xfrm>
                <a:custGeom>
                  <a:avLst/>
                  <a:gdLst/>
                  <a:ahLst/>
                  <a:cxnLst/>
                  <a:rect l="l" t="t" r="r" b="b"/>
                  <a:pathLst>
                    <a:path w="19728" h="29025" extrusionOk="0">
                      <a:moveTo>
                        <a:pt x="8785" y="29025"/>
                      </a:moveTo>
                      <a:cubicBezTo>
                        <a:pt x="-4382" y="24074"/>
                        <a:pt x="10474" y="1934"/>
                        <a:pt x="19728" y="0"/>
                      </a:cubicBezTo>
                      <a:cubicBezTo>
                        <a:pt x="10776" y="645"/>
                        <a:pt x="599" y="6170"/>
                        <a:pt x="0" y="23502"/>
                      </a:cubicBezTo>
                      <a:cubicBezTo>
                        <a:pt x="1440" y="27203"/>
                        <a:pt x="4789" y="28900"/>
                        <a:pt x="8785" y="29025"/>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03" name="Google Shape;2303;p2"/>
              <p:cNvGrpSpPr/>
              <p:nvPr/>
            </p:nvGrpSpPr>
            <p:grpSpPr>
              <a:xfrm>
                <a:off x="6606942" y="1468683"/>
                <a:ext cx="31561" cy="29117"/>
                <a:chOff x="6606942" y="1468683"/>
                <a:chExt cx="31561" cy="29117"/>
              </a:xfrm>
            </p:grpSpPr>
            <p:sp>
              <p:nvSpPr>
                <p:cNvPr id="2304" name="Google Shape;2304;p2"/>
                <p:cNvSpPr/>
                <p:nvPr/>
              </p:nvSpPr>
              <p:spPr>
                <a:xfrm>
                  <a:off x="6606942" y="1468683"/>
                  <a:ext cx="31561" cy="29117"/>
                </a:xfrm>
                <a:custGeom>
                  <a:avLst/>
                  <a:gdLst/>
                  <a:ahLst/>
                  <a:cxnLst/>
                  <a:rect l="l" t="t" r="r" b="b"/>
                  <a:pathLst>
                    <a:path w="31561" h="29117" extrusionOk="0">
                      <a:moveTo>
                        <a:pt x="30322" y="1631"/>
                      </a:moveTo>
                      <a:cubicBezTo>
                        <a:pt x="22282" y="-1878"/>
                        <a:pt x="878" y="-1801"/>
                        <a:pt x="0" y="23572"/>
                      </a:cubicBezTo>
                      <a:cubicBezTo>
                        <a:pt x="5459" y="37605"/>
                        <a:pt x="38288" y="23066"/>
                        <a:pt x="30322" y="163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05" name="Google Shape;2305;p2"/>
                <p:cNvSpPr/>
                <p:nvPr/>
              </p:nvSpPr>
              <p:spPr>
                <a:xfrm>
                  <a:off x="6625848" y="1472455"/>
                  <a:ext cx="10551" cy="14360"/>
                </a:xfrm>
                <a:custGeom>
                  <a:avLst/>
                  <a:gdLst/>
                  <a:ahLst/>
                  <a:cxnLst/>
                  <a:rect l="l" t="t" r="r" b="b"/>
                  <a:pathLst>
                    <a:path w="10551" h="14360" extrusionOk="0">
                      <a:moveTo>
                        <a:pt x="10467" y="391"/>
                      </a:moveTo>
                      <a:cubicBezTo>
                        <a:pt x="11063" y="2739"/>
                        <a:pt x="8403" y="12601"/>
                        <a:pt x="5225" y="14105"/>
                      </a:cubicBezTo>
                      <a:cubicBezTo>
                        <a:pt x="2048" y="15609"/>
                        <a:pt x="3559" y="9961"/>
                        <a:pt x="495" y="10555"/>
                      </a:cubicBezTo>
                      <a:cubicBezTo>
                        <a:pt x="-2568" y="11152"/>
                        <a:pt x="9541" y="-2452"/>
                        <a:pt x="10467" y="391"/>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06" name="Google Shape;2306;p2"/>
                <p:cNvSpPr/>
                <p:nvPr/>
              </p:nvSpPr>
              <p:spPr>
                <a:xfrm>
                  <a:off x="6606945" y="1468753"/>
                  <a:ext cx="19728" cy="29025"/>
                </a:xfrm>
                <a:custGeom>
                  <a:avLst/>
                  <a:gdLst/>
                  <a:ahLst/>
                  <a:cxnLst/>
                  <a:rect l="l" t="t" r="r" b="b"/>
                  <a:pathLst>
                    <a:path w="19728" h="29025" extrusionOk="0">
                      <a:moveTo>
                        <a:pt x="8785" y="29025"/>
                      </a:moveTo>
                      <a:cubicBezTo>
                        <a:pt x="-4382" y="24074"/>
                        <a:pt x="10474" y="1934"/>
                        <a:pt x="19728" y="0"/>
                      </a:cubicBezTo>
                      <a:cubicBezTo>
                        <a:pt x="10776" y="645"/>
                        <a:pt x="599" y="6170"/>
                        <a:pt x="0" y="23502"/>
                      </a:cubicBezTo>
                      <a:cubicBezTo>
                        <a:pt x="1438" y="27203"/>
                        <a:pt x="4789" y="28900"/>
                        <a:pt x="8785" y="29025"/>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07" name="Google Shape;2307;p2"/>
              <p:cNvGrpSpPr/>
              <p:nvPr/>
            </p:nvGrpSpPr>
            <p:grpSpPr>
              <a:xfrm>
                <a:off x="6618302" y="1421752"/>
                <a:ext cx="27909" cy="32907"/>
                <a:chOff x="6618302" y="1421752"/>
                <a:chExt cx="27909" cy="32907"/>
              </a:xfrm>
            </p:grpSpPr>
            <p:sp>
              <p:nvSpPr>
                <p:cNvPr id="2308" name="Google Shape;2308;p2"/>
                <p:cNvSpPr/>
                <p:nvPr/>
              </p:nvSpPr>
              <p:spPr>
                <a:xfrm>
                  <a:off x="6618302" y="1421752"/>
                  <a:ext cx="27909" cy="32907"/>
                </a:xfrm>
                <a:custGeom>
                  <a:avLst/>
                  <a:gdLst/>
                  <a:ahLst/>
                  <a:cxnLst/>
                  <a:rect l="l" t="t" r="r" b="b"/>
                  <a:pathLst>
                    <a:path w="27909" h="32907" extrusionOk="0">
                      <a:moveTo>
                        <a:pt x="24213" y="133"/>
                      </a:moveTo>
                      <a:cubicBezTo>
                        <a:pt x="15517" y="-1016"/>
                        <a:pt x="-5031" y="4973"/>
                        <a:pt x="1136" y="29600"/>
                      </a:cubicBezTo>
                      <a:cubicBezTo>
                        <a:pt x="10262" y="41579"/>
                        <a:pt x="37792" y="18536"/>
                        <a:pt x="24213" y="13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09" name="Google Shape;2309;p2"/>
                <p:cNvSpPr/>
                <p:nvPr/>
              </p:nvSpPr>
              <p:spPr>
                <a:xfrm>
                  <a:off x="6634940" y="1424327"/>
                  <a:ext cx="8215" cy="15435"/>
                </a:xfrm>
                <a:custGeom>
                  <a:avLst/>
                  <a:gdLst/>
                  <a:ahLst/>
                  <a:cxnLst/>
                  <a:rect l="l" t="t" r="r" b="b"/>
                  <a:pathLst>
                    <a:path w="8215" h="15435" extrusionOk="0">
                      <a:moveTo>
                        <a:pt x="7362" y="255"/>
                      </a:moveTo>
                      <a:cubicBezTo>
                        <a:pt x="8585" y="2345"/>
                        <a:pt x="8754" y="12561"/>
                        <a:pt x="6114" y="14883"/>
                      </a:cubicBezTo>
                      <a:cubicBezTo>
                        <a:pt x="3476" y="17206"/>
                        <a:pt x="3368" y="11361"/>
                        <a:pt x="589" y="12778"/>
                      </a:cubicBezTo>
                      <a:cubicBezTo>
                        <a:pt x="-2191" y="14197"/>
                        <a:pt x="5686" y="-2223"/>
                        <a:pt x="7362" y="255"/>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10" name="Google Shape;2310;p2"/>
                <p:cNvSpPr/>
                <p:nvPr/>
              </p:nvSpPr>
              <p:spPr>
                <a:xfrm>
                  <a:off x="6618302" y="1423314"/>
                  <a:ext cx="13601" cy="31331"/>
                </a:xfrm>
                <a:custGeom>
                  <a:avLst/>
                  <a:gdLst/>
                  <a:ahLst/>
                  <a:cxnLst/>
                  <a:rect l="l" t="t" r="r" b="b"/>
                  <a:pathLst>
                    <a:path w="13601" h="31331" extrusionOk="0">
                      <a:moveTo>
                        <a:pt x="11108" y="30918"/>
                      </a:moveTo>
                      <a:cubicBezTo>
                        <a:pt x="-2917" y="29798"/>
                        <a:pt x="5244" y="4414"/>
                        <a:pt x="13602" y="0"/>
                      </a:cubicBezTo>
                      <a:cubicBezTo>
                        <a:pt x="5176" y="3095"/>
                        <a:pt x="-3077" y="11217"/>
                        <a:pt x="1136" y="28038"/>
                      </a:cubicBezTo>
                      <a:cubicBezTo>
                        <a:pt x="3543" y="31197"/>
                        <a:pt x="7231" y="31903"/>
                        <a:pt x="11108" y="3091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11" name="Google Shape;2311;p2"/>
              <p:cNvGrpSpPr/>
              <p:nvPr/>
            </p:nvGrpSpPr>
            <p:grpSpPr>
              <a:xfrm>
                <a:off x="6491008" y="1526315"/>
                <a:ext cx="37718" cy="24698"/>
                <a:chOff x="6491008" y="1526315"/>
                <a:chExt cx="37718" cy="24698"/>
              </a:xfrm>
            </p:grpSpPr>
            <p:sp>
              <p:nvSpPr>
                <p:cNvPr id="2312" name="Google Shape;2312;p2"/>
                <p:cNvSpPr/>
                <p:nvPr/>
              </p:nvSpPr>
              <p:spPr>
                <a:xfrm>
                  <a:off x="6491008" y="1526315"/>
                  <a:ext cx="37718" cy="24698"/>
                </a:xfrm>
                <a:custGeom>
                  <a:avLst/>
                  <a:gdLst/>
                  <a:ahLst/>
                  <a:cxnLst/>
                  <a:rect l="l" t="t" r="r" b="b"/>
                  <a:pathLst>
                    <a:path w="37718" h="24698" extrusionOk="0">
                      <a:moveTo>
                        <a:pt x="37719" y="10876"/>
                      </a:moveTo>
                      <a:cubicBezTo>
                        <a:pt x="33279" y="3309"/>
                        <a:pt x="15922" y="-9213"/>
                        <a:pt x="292" y="10792"/>
                      </a:cubicBezTo>
                      <a:cubicBezTo>
                        <a:pt x="-3546" y="25353"/>
                        <a:pt x="31553" y="32897"/>
                        <a:pt x="37719" y="10876"/>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13" name="Google Shape;2313;p2"/>
                <p:cNvSpPr/>
                <p:nvPr/>
              </p:nvSpPr>
              <p:spPr>
                <a:xfrm>
                  <a:off x="6512121" y="1537662"/>
                  <a:ext cx="14382" cy="9075"/>
                </a:xfrm>
                <a:custGeom>
                  <a:avLst/>
                  <a:gdLst/>
                  <a:ahLst/>
                  <a:cxnLst/>
                  <a:rect l="l" t="t" r="r" b="b"/>
                  <a:pathLst>
                    <a:path w="14382" h="9075" extrusionOk="0">
                      <a:moveTo>
                        <a:pt x="14348" y="1019"/>
                      </a:moveTo>
                      <a:cubicBezTo>
                        <a:pt x="13449" y="3268"/>
                        <a:pt x="5499" y="9681"/>
                        <a:pt x="2042" y="9029"/>
                      </a:cubicBezTo>
                      <a:cubicBezTo>
                        <a:pt x="-1412" y="8375"/>
                        <a:pt x="3133" y="4697"/>
                        <a:pt x="305" y="3376"/>
                      </a:cubicBezTo>
                      <a:cubicBezTo>
                        <a:pt x="-2523" y="2054"/>
                        <a:pt x="15274" y="-1827"/>
                        <a:pt x="14348" y="1019"/>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14" name="Google Shape;2314;p2"/>
                <p:cNvSpPr/>
                <p:nvPr/>
              </p:nvSpPr>
              <p:spPr>
                <a:xfrm>
                  <a:off x="6491008" y="1526316"/>
                  <a:ext cx="30067" cy="20423"/>
                </a:xfrm>
                <a:custGeom>
                  <a:avLst/>
                  <a:gdLst/>
                  <a:ahLst/>
                  <a:cxnLst/>
                  <a:rect l="l" t="t" r="r" b="b"/>
                  <a:pathLst>
                    <a:path w="30067" h="20423" extrusionOk="0">
                      <a:moveTo>
                        <a:pt x="4149" y="20423"/>
                      </a:moveTo>
                      <a:cubicBezTo>
                        <a:pt x="-3589" y="8676"/>
                        <a:pt x="21447" y="-496"/>
                        <a:pt x="30068" y="3383"/>
                      </a:cubicBezTo>
                      <a:cubicBezTo>
                        <a:pt x="22446" y="-1360"/>
                        <a:pt x="10968" y="-2876"/>
                        <a:pt x="290" y="10790"/>
                      </a:cubicBezTo>
                      <a:cubicBezTo>
                        <a:pt x="-720" y="14631"/>
                        <a:pt x="990" y="17973"/>
                        <a:pt x="4149" y="20423"/>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15" name="Google Shape;2315;p2"/>
              <p:cNvGrpSpPr/>
              <p:nvPr/>
            </p:nvGrpSpPr>
            <p:grpSpPr>
              <a:xfrm>
                <a:off x="6473067" y="1490111"/>
                <a:ext cx="36251" cy="25579"/>
                <a:chOff x="6473067" y="1490111"/>
                <a:chExt cx="36251" cy="25579"/>
              </a:xfrm>
            </p:grpSpPr>
            <p:sp>
              <p:nvSpPr>
                <p:cNvPr id="2316" name="Google Shape;2316;p2"/>
                <p:cNvSpPr/>
                <p:nvPr/>
              </p:nvSpPr>
              <p:spPr>
                <a:xfrm>
                  <a:off x="6473067" y="1490111"/>
                  <a:ext cx="36251" cy="25579"/>
                </a:xfrm>
                <a:custGeom>
                  <a:avLst/>
                  <a:gdLst/>
                  <a:ahLst/>
                  <a:cxnLst/>
                  <a:rect l="l" t="t" r="r" b="b"/>
                  <a:pathLst>
                    <a:path w="36251" h="25579" extrusionOk="0">
                      <a:moveTo>
                        <a:pt x="36251" y="6417"/>
                      </a:moveTo>
                      <a:cubicBezTo>
                        <a:pt x="30056" y="206"/>
                        <a:pt x="10113" y="-7565"/>
                        <a:pt x="0" y="15721"/>
                      </a:cubicBezTo>
                      <a:cubicBezTo>
                        <a:pt x="-64" y="30779"/>
                        <a:pt x="35808" y="29281"/>
                        <a:pt x="36251" y="6417"/>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17" name="Google Shape;2317;p2"/>
                <p:cNvSpPr/>
                <p:nvPr/>
              </p:nvSpPr>
              <p:spPr>
                <a:xfrm>
                  <a:off x="6494120" y="1497886"/>
                  <a:ext cx="13389" cy="11499"/>
                </a:xfrm>
                <a:custGeom>
                  <a:avLst/>
                  <a:gdLst/>
                  <a:ahLst/>
                  <a:cxnLst/>
                  <a:rect l="l" t="t" r="r" b="b"/>
                  <a:pathLst>
                    <a:path w="13389" h="11499" extrusionOk="0">
                      <a:moveTo>
                        <a:pt x="13388" y="651"/>
                      </a:moveTo>
                      <a:cubicBezTo>
                        <a:pt x="13084" y="3053"/>
                        <a:pt x="6994" y="11256"/>
                        <a:pt x="3485" y="11491"/>
                      </a:cubicBezTo>
                      <a:cubicBezTo>
                        <a:pt x="-24" y="11727"/>
                        <a:pt x="3456" y="7024"/>
                        <a:pt x="386" y="6455"/>
                      </a:cubicBezTo>
                      <a:cubicBezTo>
                        <a:pt x="-2682" y="5886"/>
                        <a:pt x="13569" y="-2335"/>
                        <a:pt x="13388" y="651"/>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18" name="Google Shape;2318;p2"/>
                <p:cNvSpPr/>
                <p:nvPr/>
              </p:nvSpPr>
              <p:spPr>
                <a:xfrm>
                  <a:off x="6473067" y="1490113"/>
                  <a:ext cx="26968" cy="24075"/>
                </a:xfrm>
                <a:custGeom>
                  <a:avLst/>
                  <a:gdLst/>
                  <a:ahLst/>
                  <a:cxnLst/>
                  <a:rect l="l" t="t" r="r" b="b"/>
                  <a:pathLst>
                    <a:path w="26968" h="24075" extrusionOk="0">
                      <a:moveTo>
                        <a:pt x="6152" y="24076"/>
                      </a:moveTo>
                      <a:cubicBezTo>
                        <a:pt x="-4286" y="14644"/>
                        <a:pt x="17650" y="-512"/>
                        <a:pt x="26968" y="1081"/>
                      </a:cubicBezTo>
                      <a:cubicBezTo>
                        <a:pt x="18402" y="-1600"/>
                        <a:pt x="6908" y="-188"/>
                        <a:pt x="0" y="15718"/>
                      </a:cubicBezTo>
                      <a:cubicBezTo>
                        <a:pt x="-16" y="19689"/>
                        <a:pt x="2478" y="22496"/>
                        <a:pt x="6152" y="2407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19" name="Google Shape;2319;p2"/>
              <p:cNvGrpSpPr/>
              <p:nvPr/>
            </p:nvGrpSpPr>
            <p:grpSpPr>
              <a:xfrm>
                <a:off x="6552076" y="1310349"/>
                <a:ext cx="36251" cy="25579"/>
                <a:chOff x="6552076" y="1310349"/>
                <a:chExt cx="36251" cy="25579"/>
              </a:xfrm>
            </p:grpSpPr>
            <p:sp>
              <p:nvSpPr>
                <p:cNvPr id="2320" name="Google Shape;2320;p2"/>
                <p:cNvSpPr/>
                <p:nvPr/>
              </p:nvSpPr>
              <p:spPr>
                <a:xfrm>
                  <a:off x="6552076" y="1310349"/>
                  <a:ext cx="36251" cy="25579"/>
                </a:xfrm>
                <a:custGeom>
                  <a:avLst/>
                  <a:gdLst/>
                  <a:ahLst/>
                  <a:cxnLst/>
                  <a:rect l="l" t="t" r="r" b="b"/>
                  <a:pathLst>
                    <a:path w="36251" h="25579" extrusionOk="0">
                      <a:moveTo>
                        <a:pt x="36251" y="6417"/>
                      </a:moveTo>
                      <a:cubicBezTo>
                        <a:pt x="30056" y="206"/>
                        <a:pt x="10113" y="-7565"/>
                        <a:pt x="0" y="15721"/>
                      </a:cubicBezTo>
                      <a:cubicBezTo>
                        <a:pt x="-64" y="30779"/>
                        <a:pt x="35808" y="29281"/>
                        <a:pt x="36251" y="6417"/>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21" name="Google Shape;2321;p2"/>
                <p:cNvSpPr/>
                <p:nvPr/>
              </p:nvSpPr>
              <p:spPr>
                <a:xfrm>
                  <a:off x="6573129" y="1318124"/>
                  <a:ext cx="13389" cy="11499"/>
                </a:xfrm>
                <a:custGeom>
                  <a:avLst/>
                  <a:gdLst/>
                  <a:ahLst/>
                  <a:cxnLst/>
                  <a:rect l="l" t="t" r="r" b="b"/>
                  <a:pathLst>
                    <a:path w="13389" h="11499" extrusionOk="0">
                      <a:moveTo>
                        <a:pt x="13388" y="651"/>
                      </a:moveTo>
                      <a:cubicBezTo>
                        <a:pt x="13084" y="3053"/>
                        <a:pt x="6994" y="11256"/>
                        <a:pt x="3485" y="11491"/>
                      </a:cubicBezTo>
                      <a:cubicBezTo>
                        <a:pt x="-24" y="11727"/>
                        <a:pt x="3453" y="7024"/>
                        <a:pt x="386" y="6455"/>
                      </a:cubicBezTo>
                      <a:cubicBezTo>
                        <a:pt x="-2682" y="5886"/>
                        <a:pt x="13569" y="-2335"/>
                        <a:pt x="13388" y="651"/>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22" name="Google Shape;2322;p2"/>
                <p:cNvSpPr/>
                <p:nvPr/>
              </p:nvSpPr>
              <p:spPr>
                <a:xfrm>
                  <a:off x="6552076" y="1310351"/>
                  <a:ext cx="26968" cy="24075"/>
                </a:xfrm>
                <a:custGeom>
                  <a:avLst/>
                  <a:gdLst/>
                  <a:ahLst/>
                  <a:cxnLst/>
                  <a:rect l="l" t="t" r="r" b="b"/>
                  <a:pathLst>
                    <a:path w="26968" h="24075" extrusionOk="0">
                      <a:moveTo>
                        <a:pt x="6152" y="24076"/>
                      </a:moveTo>
                      <a:cubicBezTo>
                        <a:pt x="-4286" y="14644"/>
                        <a:pt x="17650" y="-512"/>
                        <a:pt x="26968" y="1081"/>
                      </a:cubicBezTo>
                      <a:cubicBezTo>
                        <a:pt x="18402" y="-1600"/>
                        <a:pt x="6908" y="-188"/>
                        <a:pt x="0" y="15718"/>
                      </a:cubicBezTo>
                      <a:cubicBezTo>
                        <a:pt x="-16" y="19689"/>
                        <a:pt x="2478" y="22496"/>
                        <a:pt x="6152" y="2407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23" name="Google Shape;2323;p2"/>
              <p:cNvGrpSpPr/>
              <p:nvPr/>
            </p:nvGrpSpPr>
            <p:grpSpPr>
              <a:xfrm>
                <a:off x="6481818" y="1324739"/>
                <a:ext cx="36251" cy="25579"/>
                <a:chOff x="6481818" y="1324739"/>
                <a:chExt cx="36251" cy="25579"/>
              </a:xfrm>
            </p:grpSpPr>
            <p:sp>
              <p:nvSpPr>
                <p:cNvPr id="2324" name="Google Shape;2324;p2"/>
                <p:cNvSpPr/>
                <p:nvPr/>
              </p:nvSpPr>
              <p:spPr>
                <a:xfrm>
                  <a:off x="6481818" y="1324739"/>
                  <a:ext cx="36251" cy="25579"/>
                </a:xfrm>
                <a:custGeom>
                  <a:avLst/>
                  <a:gdLst/>
                  <a:ahLst/>
                  <a:cxnLst/>
                  <a:rect l="l" t="t" r="r" b="b"/>
                  <a:pathLst>
                    <a:path w="36251" h="25579" extrusionOk="0">
                      <a:moveTo>
                        <a:pt x="36251" y="6417"/>
                      </a:moveTo>
                      <a:cubicBezTo>
                        <a:pt x="30056" y="206"/>
                        <a:pt x="10113" y="-7565"/>
                        <a:pt x="0" y="15721"/>
                      </a:cubicBezTo>
                      <a:cubicBezTo>
                        <a:pt x="-64" y="30779"/>
                        <a:pt x="35808" y="29281"/>
                        <a:pt x="36251" y="6417"/>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25" name="Google Shape;2325;p2"/>
                <p:cNvSpPr/>
                <p:nvPr/>
              </p:nvSpPr>
              <p:spPr>
                <a:xfrm>
                  <a:off x="6502871" y="1332514"/>
                  <a:ext cx="13389" cy="11499"/>
                </a:xfrm>
                <a:custGeom>
                  <a:avLst/>
                  <a:gdLst/>
                  <a:ahLst/>
                  <a:cxnLst/>
                  <a:rect l="l" t="t" r="r" b="b"/>
                  <a:pathLst>
                    <a:path w="13389" h="11499" extrusionOk="0">
                      <a:moveTo>
                        <a:pt x="13388" y="651"/>
                      </a:moveTo>
                      <a:cubicBezTo>
                        <a:pt x="13084" y="3054"/>
                        <a:pt x="6994" y="11256"/>
                        <a:pt x="3485" y="11491"/>
                      </a:cubicBezTo>
                      <a:cubicBezTo>
                        <a:pt x="-24" y="11727"/>
                        <a:pt x="3456" y="7024"/>
                        <a:pt x="386" y="6455"/>
                      </a:cubicBezTo>
                      <a:cubicBezTo>
                        <a:pt x="-2682" y="5884"/>
                        <a:pt x="13569" y="-2334"/>
                        <a:pt x="13388" y="651"/>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26" name="Google Shape;2326;p2"/>
                <p:cNvSpPr/>
                <p:nvPr/>
              </p:nvSpPr>
              <p:spPr>
                <a:xfrm>
                  <a:off x="6481818" y="1324743"/>
                  <a:ext cx="26968" cy="24074"/>
                </a:xfrm>
                <a:custGeom>
                  <a:avLst/>
                  <a:gdLst/>
                  <a:ahLst/>
                  <a:cxnLst/>
                  <a:rect l="l" t="t" r="r" b="b"/>
                  <a:pathLst>
                    <a:path w="26968" h="24074" extrusionOk="0">
                      <a:moveTo>
                        <a:pt x="6152" y="24075"/>
                      </a:moveTo>
                      <a:cubicBezTo>
                        <a:pt x="-4286" y="14643"/>
                        <a:pt x="17650" y="-513"/>
                        <a:pt x="26968" y="1080"/>
                      </a:cubicBezTo>
                      <a:cubicBezTo>
                        <a:pt x="18402" y="-1599"/>
                        <a:pt x="6908" y="-189"/>
                        <a:pt x="0" y="15717"/>
                      </a:cubicBezTo>
                      <a:cubicBezTo>
                        <a:pt x="-16" y="19688"/>
                        <a:pt x="2478" y="22495"/>
                        <a:pt x="6152" y="24075"/>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27" name="Google Shape;2327;p2"/>
              <p:cNvGrpSpPr/>
              <p:nvPr/>
            </p:nvGrpSpPr>
            <p:grpSpPr>
              <a:xfrm>
                <a:off x="6477461" y="1401069"/>
                <a:ext cx="36253" cy="25579"/>
                <a:chOff x="6477461" y="1401069"/>
                <a:chExt cx="36253" cy="25579"/>
              </a:xfrm>
            </p:grpSpPr>
            <p:sp>
              <p:nvSpPr>
                <p:cNvPr id="2328" name="Google Shape;2328;p2"/>
                <p:cNvSpPr/>
                <p:nvPr/>
              </p:nvSpPr>
              <p:spPr>
                <a:xfrm>
                  <a:off x="6477463" y="1401069"/>
                  <a:ext cx="36251" cy="25579"/>
                </a:xfrm>
                <a:custGeom>
                  <a:avLst/>
                  <a:gdLst/>
                  <a:ahLst/>
                  <a:cxnLst/>
                  <a:rect l="l" t="t" r="r" b="b"/>
                  <a:pathLst>
                    <a:path w="36251" h="25579" extrusionOk="0">
                      <a:moveTo>
                        <a:pt x="36252" y="6417"/>
                      </a:moveTo>
                      <a:cubicBezTo>
                        <a:pt x="30056" y="206"/>
                        <a:pt x="10113" y="-7565"/>
                        <a:pt x="0" y="15721"/>
                      </a:cubicBezTo>
                      <a:cubicBezTo>
                        <a:pt x="-66" y="30778"/>
                        <a:pt x="35808" y="29281"/>
                        <a:pt x="36252" y="6417"/>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29" name="Google Shape;2329;p2"/>
                <p:cNvSpPr/>
                <p:nvPr/>
              </p:nvSpPr>
              <p:spPr>
                <a:xfrm>
                  <a:off x="6498516" y="1408844"/>
                  <a:ext cx="13390" cy="11499"/>
                </a:xfrm>
                <a:custGeom>
                  <a:avLst/>
                  <a:gdLst/>
                  <a:ahLst/>
                  <a:cxnLst/>
                  <a:rect l="l" t="t" r="r" b="b"/>
                  <a:pathLst>
                    <a:path w="13390" h="11499" extrusionOk="0">
                      <a:moveTo>
                        <a:pt x="13389" y="651"/>
                      </a:moveTo>
                      <a:cubicBezTo>
                        <a:pt x="13085" y="3054"/>
                        <a:pt x="6995" y="11256"/>
                        <a:pt x="3486" y="11491"/>
                      </a:cubicBezTo>
                      <a:cubicBezTo>
                        <a:pt x="-23" y="11727"/>
                        <a:pt x="3456" y="7024"/>
                        <a:pt x="386" y="6455"/>
                      </a:cubicBezTo>
                      <a:cubicBezTo>
                        <a:pt x="-2684" y="5884"/>
                        <a:pt x="13569" y="-2334"/>
                        <a:pt x="13389" y="651"/>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30" name="Google Shape;2330;p2"/>
                <p:cNvSpPr/>
                <p:nvPr/>
              </p:nvSpPr>
              <p:spPr>
                <a:xfrm>
                  <a:off x="6477461" y="1401072"/>
                  <a:ext cx="26968" cy="24074"/>
                </a:xfrm>
                <a:custGeom>
                  <a:avLst/>
                  <a:gdLst/>
                  <a:ahLst/>
                  <a:cxnLst/>
                  <a:rect l="l" t="t" r="r" b="b"/>
                  <a:pathLst>
                    <a:path w="26968" h="24074" extrusionOk="0">
                      <a:moveTo>
                        <a:pt x="6152" y="24075"/>
                      </a:moveTo>
                      <a:cubicBezTo>
                        <a:pt x="-4286" y="14643"/>
                        <a:pt x="17650" y="-513"/>
                        <a:pt x="26968" y="1080"/>
                      </a:cubicBezTo>
                      <a:cubicBezTo>
                        <a:pt x="18402" y="-1599"/>
                        <a:pt x="6908" y="-189"/>
                        <a:pt x="0" y="15717"/>
                      </a:cubicBezTo>
                      <a:cubicBezTo>
                        <a:pt x="-16" y="19688"/>
                        <a:pt x="2478" y="22495"/>
                        <a:pt x="6152" y="24075"/>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31" name="Google Shape;2331;p2"/>
              <p:cNvGrpSpPr/>
              <p:nvPr/>
            </p:nvGrpSpPr>
            <p:grpSpPr>
              <a:xfrm>
                <a:off x="6439084" y="1367481"/>
                <a:ext cx="34469" cy="26828"/>
                <a:chOff x="6439084" y="1367481"/>
                <a:chExt cx="34469" cy="26828"/>
              </a:xfrm>
            </p:grpSpPr>
            <p:sp>
              <p:nvSpPr>
                <p:cNvPr id="2332" name="Google Shape;2332;p2"/>
                <p:cNvSpPr/>
                <p:nvPr/>
              </p:nvSpPr>
              <p:spPr>
                <a:xfrm>
                  <a:off x="6439084" y="1367481"/>
                  <a:ext cx="34469" cy="26828"/>
                </a:xfrm>
                <a:custGeom>
                  <a:avLst/>
                  <a:gdLst/>
                  <a:ahLst/>
                  <a:cxnLst/>
                  <a:rect l="l" t="t" r="r" b="b"/>
                  <a:pathLst>
                    <a:path w="34469" h="26828" extrusionOk="0">
                      <a:moveTo>
                        <a:pt x="34253" y="3993"/>
                      </a:moveTo>
                      <a:cubicBezTo>
                        <a:pt x="27130" y="-1125"/>
                        <a:pt x="6188" y="-5546"/>
                        <a:pt x="0" y="19074"/>
                      </a:cubicBezTo>
                      <a:cubicBezTo>
                        <a:pt x="2389" y="33942"/>
                        <a:pt x="37538" y="26625"/>
                        <a:pt x="34253" y="399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33" name="Google Shape;2333;p2"/>
                <p:cNvSpPr/>
                <p:nvPr/>
              </p:nvSpPr>
              <p:spPr>
                <a:xfrm>
                  <a:off x="6459561" y="1373233"/>
                  <a:ext cx="12319" cy="12912"/>
                </a:xfrm>
                <a:custGeom>
                  <a:avLst/>
                  <a:gdLst/>
                  <a:ahLst/>
                  <a:cxnLst/>
                  <a:rect l="l" t="t" r="r" b="b"/>
                  <a:pathLst>
                    <a:path w="12319" h="12912" extrusionOk="0">
                      <a:moveTo>
                        <a:pt x="12318" y="521"/>
                      </a:moveTo>
                      <a:cubicBezTo>
                        <a:pt x="12409" y="2941"/>
                        <a:pt x="7734" y="12024"/>
                        <a:pt x="4312" y="12828"/>
                      </a:cubicBezTo>
                      <a:cubicBezTo>
                        <a:pt x="890" y="13631"/>
                        <a:pt x="3556" y="8428"/>
                        <a:pt x="435" y="8364"/>
                      </a:cubicBezTo>
                      <a:cubicBezTo>
                        <a:pt x="-2687" y="8300"/>
                        <a:pt x="12009" y="-2456"/>
                        <a:pt x="12318" y="521"/>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34" name="Google Shape;2334;p2"/>
                <p:cNvSpPr/>
                <p:nvPr/>
              </p:nvSpPr>
              <p:spPr>
                <a:xfrm>
                  <a:off x="6439084" y="1367483"/>
                  <a:ext cx="24224" cy="26318"/>
                </a:xfrm>
                <a:custGeom>
                  <a:avLst/>
                  <a:gdLst/>
                  <a:ahLst/>
                  <a:cxnLst/>
                  <a:rect l="l" t="t" r="r" b="b"/>
                  <a:pathLst>
                    <a:path w="24224" h="26318" extrusionOk="0">
                      <a:moveTo>
                        <a:pt x="7430" y="26318"/>
                      </a:moveTo>
                      <a:cubicBezTo>
                        <a:pt x="-4405" y="18711"/>
                        <a:pt x="14772" y="187"/>
                        <a:pt x="24225" y="240"/>
                      </a:cubicBezTo>
                      <a:cubicBezTo>
                        <a:pt x="15337" y="-1011"/>
                        <a:pt x="4227" y="2254"/>
                        <a:pt x="0" y="19072"/>
                      </a:cubicBezTo>
                      <a:cubicBezTo>
                        <a:pt x="631" y="22994"/>
                        <a:pt x="3548" y="25358"/>
                        <a:pt x="7430" y="2631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35" name="Google Shape;2335;p2"/>
              <p:cNvGrpSpPr/>
              <p:nvPr/>
            </p:nvGrpSpPr>
            <p:grpSpPr>
              <a:xfrm>
                <a:off x="6428490" y="1316782"/>
                <a:ext cx="34469" cy="26828"/>
                <a:chOff x="6428490" y="1316782"/>
                <a:chExt cx="34469" cy="26828"/>
              </a:xfrm>
            </p:grpSpPr>
            <p:sp>
              <p:nvSpPr>
                <p:cNvPr id="2336" name="Google Shape;2336;p2"/>
                <p:cNvSpPr/>
                <p:nvPr/>
              </p:nvSpPr>
              <p:spPr>
                <a:xfrm>
                  <a:off x="6428490" y="1316782"/>
                  <a:ext cx="34469" cy="26828"/>
                </a:xfrm>
                <a:custGeom>
                  <a:avLst/>
                  <a:gdLst/>
                  <a:ahLst/>
                  <a:cxnLst/>
                  <a:rect l="l" t="t" r="r" b="b"/>
                  <a:pathLst>
                    <a:path w="34469" h="26828" extrusionOk="0">
                      <a:moveTo>
                        <a:pt x="34253" y="3993"/>
                      </a:moveTo>
                      <a:cubicBezTo>
                        <a:pt x="27130" y="-1125"/>
                        <a:pt x="6188" y="-5546"/>
                        <a:pt x="0" y="19074"/>
                      </a:cubicBezTo>
                      <a:cubicBezTo>
                        <a:pt x="2389" y="33942"/>
                        <a:pt x="37538" y="26625"/>
                        <a:pt x="34253" y="399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37" name="Google Shape;2337;p2"/>
                <p:cNvSpPr/>
                <p:nvPr/>
              </p:nvSpPr>
              <p:spPr>
                <a:xfrm>
                  <a:off x="6448966" y="1322534"/>
                  <a:ext cx="12320" cy="12912"/>
                </a:xfrm>
                <a:custGeom>
                  <a:avLst/>
                  <a:gdLst/>
                  <a:ahLst/>
                  <a:cxnLst/>
                  <a:rect l="l" t="t" r="r" b="b"/>
                  <a:pathLst>
                    <a:path w="12320" h="12912" extrusionOk="0">
                      <a:moveTo>
                        <a:pt x="12320" y="521"/>
                      </a:moveTo>
                      <a:cubicBezTo>
                        <a:pt x="12411" y="2941"/>
                        <a:pt x="7736" y="12024"/>
                        <a:pt x="4314" y="12828"/>
                      </a:cubicBezTo>
                      <a:cubicBezTo>
                        <a:pt x="890" y="13631"/>
                        <a:pt x="3557" y="8428"/>
                        <a:pt x="435" y="8364"/>
                      </a:cubicBezTo>
                      <a:cubicBezTo>
                        <a:pt x="-2686" y="8300"/>
                        <a:pt x="12011" y="-2456"/>
                        <a:pt x="12320" y="521"/>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38" name="Google Shape;2338;p2"/>
                <p:cNvSpPr/>
                <p:nvPr/>
              </p:nvSpPr>
              <p:spPr>
                <a:xfrm>
                  <a:off x="6428490" y="1316784"/>
                  <a:ext cx="24224" cy="26318"/>
                </a:xfrm>
                <a:custGeom>
                  <a:avLst/>
                  <a:gdLst/>
                  <a:ahLst/>
                  <a:cxnLst/>
                  <a:rect l="l" t="t" r="r" b="b"/>
                  <a:pathLst>
                    <a:path w="24224" h="26318" extrusionOk="0">
                      <a:moveTo>
                        <a:pt x="7430" y="26318"/>
                      </a:moveTo>
                      <a:cubicBezTo>
                        <a:pt x="-4405" y="18711"/>
                        <a:pt x="14772" y="187"/>
                        <a:pt x="24225" y="240"/>
                      </a:cubicBezTo>
                      <a:cubicBezTo>
                        <a:pt x="15337" y="-1011"/>
                        <a:pt x="4227" y="2254"/>
                        <a:pt x="0" y="19072"/>
                      </a:cubicBezTo>
                      <a:cubicBezTo>
                        <a:pt x="631" y="22995"/>
                        <a:pt x="3548" y="25356"/>
                        <a:pt x="7430" y="2631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39" name="Google Shape;2339;p2"/>
              <p:cNvGrpSpPr/>
              <p:nvPr/>
            </p:nvGrpSpPr>
            <p:grpSpPr>
              <a:xfrm>
                <a:off x="6405918" y="1418790"/>
                <a:ext cx="24095" cy="18753"/>
                <a:chOff x="6405918" y="1418790"/>
                <a:chExt cx="24095" cy="18753"/>
              </a:xfrm>
            </p:grpSpPr>
            <p:sp>
              <p:nvSpPr>
                <p:cNvPr id="2340" name="Google Shape;2340;p2"/>
                <p:cNvSpPr/>
                <p:nvPr/>
              </p:nvSpPr>
              <p:spPr>
                <a:xfrm>
                  <a:off x="6405921" y="1418790"/>
                  <a:ext cx="24092" cy="18753"/>
                </a:xfrm>
                <a:custGeom>
                  <a:avLst/>
                  <a:gdLst/>
                  <a:ahLst/>
                  <a:cxnLst/>
                  <a:rect l="l" t="t" r="r" b="b"/>
                  <a:pathLst>
                    <a:path w="24092" h="18753" extrusionOk="0">
                      <a:moveTo>
                        <a:pt x="23941" y="2791"/>
                      </a:moveTo>
                      <a:cubicBezTo>
                        <a:pt x="18962" y="-786"/>
                        <a:pt x="4325" y="-3877"/>
                        <a:pt x="0" y="13332"/>
                      </a:cubicBezTo>
                      <a:cubicBezTo>
                        <a:pt x="1669" y="23726"/>
                        <a:pt x="26236" y="18610"/>
                        <a:pt x="23941" y="279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41" name="Google Shape;2341;p2"/>
                <p:cNvSpPr/>
                <p:nvPr/>
              </p:nvSpPr>
              <p:spPr>
                <a:xfrm>
                  <a:off x="6420232" y="1422811"/>
                  <a:ext cx="8611" cy="9024"/>
                </a:xfrm>
                <a:custGeom>
                  <a:avLst/>
                  <a:gdLst/>
                  <a:ahLst/>
                  <a:cxnLst/>
                  <a:rect l="l" t="t" r="r" b="b"/>
                  <a:pathLst>
                    <a:path w="8611" h="9024" extrusionOk="0">
                      <a:moveTo>
                        <a:pt x="8611" y="364"/>
                      </a:moveTo>
                      <a:cubicBezTo>
                        <a:pt x="8675" y="2056"/>
                        <a:pt x="5408" y="8406"/>
                        <a:pt x="3015" y="8966"/>
                      </a:cubicBezTo>
                      <a:cubicBezTo>
                        <a:pt x="621" y="9526"/>
                        <a:pt x="2484" y="5889"/>
                        <a:pt x="304" y="5846"/>
                      </a:cubicBezTo>
                      <a:cubicBezTo>
                        <a:pt x="-1877" y="5802"/>
                        <a:pt x="8396" y="-1716"/>
                        <a:pt x="8611" y="364"/>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42" name="Google Shape;2342;p2"/>
                <p:cNvSpPr/>
                <p:nvPr/>
              </p:nvSpPr>
              <p:spPr>
                <a:xfrm>
                  <a:off x="6405918" y="1418792"/>
                  <a:ext cx="16932" cy="18395"/>
                </a:xfrm>
                <a:custGeom>
                  <a:avLst/>
                  <a:gdLst/>
                  <a:ahLst/>
                  <a:cxnLst/>
                  <a:rect l="l" t="t" r="r" b="b"/>
                  <a:pathLst>
                    <a:path w="16932" h="18395" extrusionOk="0">
                      <a:moveTo>
                        <a:pt x="5194" y="18396"/>
                      </a:moveTo>
                      <a:cubicBezTo>
                        <a:pt x="-3077" y="13079"/>
                        <a:pt x="10326" y="131"/>
                        <a:pt x="16933" y="167"/>
                      </a:cubicBezTo>
                      <a:cubicBezTo>
                        <a:pt x="10719" y="-706"/>
                        <a:pt x="2954" y="1576"/>
                        <a:pt x="0" y="13330"/>
                      </a:cubicBezTo>
                      <a:cubicBezTo>
                        <a:pt x="441" y="16071"/>
                        <a:pt x="2483" y="17724"/>
                        <a:pt x="5194" y="1839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43" name="Google Shape;2343;p2"/>
              <p:cNvGrpSpPr/>
              <p:nvPr/>
            </p:nvGrpSpPr>
            <p:grpSpPr>
              <a:xfrm>
                <a:off x="6375238" y="1459622"/>
                <a:ext cx="24094" cy="18752"/>
                <a:chOff x="6375238" y="1459622"/>
                <a:chExt cx="24094" cy="18752"/>
              </a:xfrm>
            </p:grpSpPr>
            <p:sp>
              <p:nvSpPr>
                <p:cNvPr id="2344" name="Google Shape;2344;p2"/>
                <p:cNvSpPr/>
                <p:nvPr/>
              </p:nvSpPr>
              <p:spPr>
                <a:xfrm>
                  <a:off x="6375240" y="1459622"/>
                  <a:ext cx="24092" cy="18752"/>
                </a:xfrm>
                <a:custGeom>
                  <a:avLst/>
                  <a:gdLst/>
                  <a:ahLst/>
                  <a:cxnLst/>
                  <a:rect l="l" t="t" r="r" b="b"/>
                  <a:pathLst>
                    <a:path w="24092" h="18752" extrusionOk="0">
                      <a:moveTo>
                        <a:pt x="23941" y="2791"/>
                      </a:moveTo>
                      <a:cubicBezTo>
                        <a:pt x="18962" y="-786"/>
                        <a:pt x="4325" y="-3877"/>
                        <a:pt x="0" y="13332"/>
                      </a:cubicBezTo>
                      <a:cubicBezTo>
                        <a:pt x="1669" y="23724"/>
                        <a:pt x="26236" y="18610"/>
                        <a:pt x="23941" y="2791"/>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45" name="Google Shape;2345;p2"/>
                <p:cNvSpPr/>
                <p:nvPr/>
              </p:nvSpPr>
              <p:spPr>
                <a:xfrm>
                  <a:off x="6389551" y="1463641"/>
                  <a:ext cx="8611" cy="9023"/>
                </a:xfrm>
                <a:custGeom>
                  <a:avLst/>
                  <a:gdLst/>
                  <a:ahLst/>
                  <a:cxnLst/>
                  <a:rect l="l" t="t" r="r" b="b"/>
                  <a:pathLst>
                    <a:path w="8611" h="9023" extrusionOk="0">
                      <a:moveTo>
                        <a:pt x="8611" y="363"/>
                      </a:moveTo>
                      <a:cubicBezTo>
                        <a:pt x="8675" y="2055"/>
                        <a:pt x="5408" y="8405"/>
                        <a:pt x="3015" y="8965"/>
                      </a:cubicBezTo>
                      <a:cubicBezTo>
                        <a:pt x="621" y="9525"/>
                        <a:pt x="2484" y="5888"/>
                        <a:pt x="304" y="5845"/>
                      </a:cubicBezTo>
                      <a:cubicBezTo>
                        <a:pt x="-1877" y="5802"/>
                        <a:pt x="8396" y="-1715"/>
                        <a:pt x="8611" y="36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46" name="Google Shape;2346;p2"/>
                <p:cNvSpPr/>
                <p:nvPr/>
              </p:nvSpPr>
              <p:spPr>
                <a:xfrm>
                  <a:off x="6375238" y="1459624"/>
                  <a:ext cx="16932" cy="18395"/>
                </a:xfrm>
                <a:custGeom>
                  <a:avLst/>
                  <a:gdLst/>
                  <a:ahLst/>
                  <a:cxnLst/>
                  <a:rect l="l" t="t" r="r" b="b"/>
                  <a:pathLst>
                    <a:path w="16932" h="18395" extrusionOk="0">
                      <a:moveTo>
                        <a:pt x="5194" y="18396"/>
                      </a:moveTo>
                      <a:cubicBezTo>
                        <a:pt x="-3077" y="13079"/>
                        <a:pt x="10326" y="131"/>
                        <a:pt x="16932" y="167"/>
                      </a:cubicBezTo>
                      <a:cubicBezTo>
                        <a:pt x="10719" y="-706"/>
                        <a:pt x="2953" y="1576"/>
                        <a:pt x="0" y="13330"/>
                      </a:cubicBezTo>
                      <a:cubicBezTo>
                        <a:pt x="441" y="16071"/>
                        <a:pt x="2483" y="17724"/>
                        <a:pt x="5194" y="1839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47" name="Google Shape;2347;p2"/>
              <p:cNvGrpSpPr/>
              <p:nvPr/>
            </p:nvGrpSpPr>
            <p:grpSpPr>
              <a:xfrm>
                <a:off x="6401043" y="1488134"/>
                <a:ext cx="26347" cy="17270"/>
                <a:chOff x="6401043" y="1488134"/>
                <a:chExt cx="26347" cy="17270"/>
              </a:xfrm>
            </p:grpSpPr>
            <p:sp>
              <p:nvSpPr>
                <p:cNvPr id="2348" name="Google Shape;2348;p2"/>
                <p:cNvSpPr/>
                <p:nvPr/>
              </p:nvSpPr>
              <p:spPr>
                <a:xfrm>
                  <a:off x="6401043" y="1488134"/>
                  <a:ext cx="26347" cy="17270"/>
                </a:xfrm>
                <a:custGeom>
                  <a:avLst/>
                  <a:gdLst/>
                  <a:ahLst/>
                  <a:cxnLst/>
                  <a:rect l="l" t="t" r="r" b="b"/>
                  <a:pathLst>
                    <a:path w="26347" h="17270" extrusionOk="0">
                      <a:moveTo>
                        <a:pt x="26348" y="7466"/>
                      </a:moveTo>
                      <a:cubicBezTo>
                        <a:pt x="23191" y="2210"/>
                        <a:pt x="10968" y="-6417"/>
                        <a:pt x="189" y="7678"/>
                      </a:cubicBezTo>
                      <a:cubicBezTo>
                        <a:pt x="-2390" y="17883"/>
                        <a:pt x="22199" y="22903"/>
                        <a:pt x="26348" y="7466"/>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49" name="Google Shape;2349;p2"/>
                <p:cNvSpPr/>
                <p:nvPr/>
              </p:nvSpPr>
              <p:spPr>
                <a:xfrm>
                  <a:off x="6415810" y="1495962"/>
                  <a:ext cx="10035" cy="6412"/>
                </a:xfrm>
                <a:custGeom>
                  <a:avLst/>
                  <a:gdLst/>
                  <a:ahLst/>
                  <a:cxnLst/>
                  <a:rect l="l" t="t" r="r" b="b"/>
                  <a:pathLst>
                    <a:path w="10035" h="6412" extrusionOk="0">
                      <a:moveTo>
                        <a:pt x="10013" y="696"/>
                      </a:moveTo>
                      <a:cubicBezTo>
                        <a:pt x="9403" y="2275"/>
                        <a:pt x="3891" y="6815"/>
                        <a:pt x="1470" y="6383"/>
                      </a:cubicBezTo>
                      <a:cubicBezTo>
                        <a:pt x="-948" y="5951"/>
                        <a:pt x="2202" y="3347"/>
                        <a:pt x="215" y="2444"/>
                      </a:cubicBezTo>
                      <a:cubicBezTo>
                        <a:pt x="-1769" y="1541"/>
                        <a:pt x="10639" y="-1300"/>
                        <a:pt x="10013" y="696"/>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50" name="Google Shape;2350;p2"/>
                <p:cNvSpPr/>
                <p:nvPr/>
              </p:nvSpPr>
              <p:spPr>
                <a:xfrm>
                  <a:off x="6401044" y="1488135"/>
                  <a:ext cx="20947" cy="14381"/>
                </a:xfrm>
                <a:custGeom>
                  <a:avLst/>
                  <a:gdLst/>
                  <a:ahLst/>
                  <a:cxnLst/>
                  <a:rect l="l" t="t" r="r" b="b"/>
                  <a:pathLst>
                    <a:path w="20947" h="14381" extrusionOk="0">
                      <a:moveTo>
                        <a:pt x="2955" y="14382"/>
                      </a:moveTo>
                      <a:cubicBezTo>
                        <a:pt x="-2539" y="6225"/>
                        <a:pt x="14892" y="-365"/>
                        <a:pt x="20948" y="2284"/>
                      </a:cubicBezTo>
                      <a:cubicBezTo>
                        <a:pt x="15587" y="-975"/>
                        <a:pt x="7552" y="-1951"/>
                        <a:pt x="188" y="7677"/>
                      </a:cubicBezTo>
                      <a:cubicBezTo>
                        <a:pt x="-493" y="10368"/>
                        <a:pt x="728" y="12690"/>
                        <a:pt x="2955" y="14382"/>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51" name="Google Shape;2351;p2"/>
              <p:cNvGrpSpPr/>
              <p:nvPr/>
            </p:nvGrpSpPr>
            <p:grpSpPr>
              <a:xfrm>
                <a:off x="6392101" y="1372169"/>
                <a:ext cx="21265" cy="20993"/>
                <a:chOff x="6392101" y="1372169"/>
                <a:chExt cx="21265" cy="20993"/>
              </a:xfrm>
            </p:grpSpPr>
            <p:sp>
              <p:nvSpPr>
                <p:cNvPr id="2352" name="Google Shape;2352;p2"/>
                <p:cNvSpPr/>
                <p:nvPr/>
              </p:nvSpPr>
              <p:spPr>
                <a:xfrm>
                  <a:off x="6392101" y="1372169"/>
                  <a:ext cx="21265" cy="20993"/>
                </a:xfrm>
                <a:custGeom>
                  <a:avLst/>
                  <a:gdLst/>
                  <a:ahLst/>
                  <a:cxnLst/>
                  <a:rect l="l" t="t" r="r" b="b"/>
                  <a:pathLst>
                    <a:path w="21265" h="20993" extrusionOk="0">
                      <a:moveTo>
                        <a:pt x="20657" y="1393"/>
                      </a:moveTo>
                      <a:cubicBezTo>
                        <a:pt x="22529" y="7231"/>
                        <a:pt x="20961" y="22111"/>
                        <a:pt x="3256" y="20927"/>
                      </a:cubicBezTo>
                      <a:cubicBezTo>
                        <a:pt x="-6117" y="16137"/>
                        <a:pt x="6312" y="-5662"/>
                        <a:pt x="20657" y="139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53" name="Google Shape;2353;p2"/>
                <p:cNvSpPr/>
                <p:nvPr/>
              </p:nvSpPr>
              <p:spPr>
                <a:xfrm>
                  <a:off x="6400773" y="1373892"/>
                  <a:ext cx="10393" cy="6730"/>
                </a:xfrm>
                <a:custGeom>
                  <a:avLst/>
                  <a:gdLst/>
                  <a:ahLst/>
                  <a:cxnLst/>
                  <a:rect l="l" t="t" r="r" b="b"/>
                  <a:pathLst>
                    <a:path w="10393" h="6730" extrusionOk="0">
                      <a:moveTo>
                        <a:pt x="10157" y="150"/>
                      </a:moveTo>
                      <a:cubicBezTo>
                        <a:pt x="8568" y="-431"/>
                        <a:pt x="1520" y="721"/>
                        <a:pt x="249" y="2824"/>
                      </a:cubicBezTo>
                      <a:cubicBezTo>
                        <a:pt x="-1022" y="4928"/>
                        <a:pt x="3013" y="4276"/>
                        <a:pt x="2384" y="6363"/>
                      </a:cubicBezTo>
                      <a:cubicBezTo>
                        <a:pt x="1754" y="8453"/>
                        <a:pt x="12070" y="993"/>
                        <a:pt x="10157" y="150"/>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54" name="Google Shape;2354;p2"/>
                <p:cNvSpPr/>
                <p:nvPr/>
              </p:nvSpPr>
              <p:spPr>
                <a:xfrm>
                  <a:off x="6392113" y="1381037"/>
                  <a:ext cx="20980" cy="12123"/>
                </a:xfrm>
                <a:custGeom>
                  <a:avLst/>
                  <a:gdLst/>
                  <a:ahLst/>
                  <a:cxnLst/>
                  <a:rect l="l" t="t" r="r" b="b"/>
                  <a:pathLst>
                    <a:path w="20980" h="12123" extrusionOk="0">
                      <a:moveTo>
                        <a:pt x="25" y="5557"/>
                      </a:moveTo>
                      <a:cubicBezTo>
                        <a:pt x="2537" y="15065"/>
                        <a:pt x="18983" y="6298"/>
                        <a:pt x="20981" y="0"/>
                      </a:cubicBezTo>
                      <a:cubicBezTo>
                        <a:pt x="19900" y="6179"/>
                        <a:pt x="15337" y="12866"/>
                        <a:pt x="3244" y="12056"/>
                      </a:cubicBezTo>
                      <a:cubicBezTo>
                        <a:pt x="773" y="10794"/>
                        <a:pt x="-171" y="8346"/>
                        <a:pt x="25" y="555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55" name="Google Shape;2355;p2"/>
              <p:cNvGrpSpPr/>
              <p:nvPr/>
            </p:nvGrpSpPr>
            <p:grpSpPr>
              <a:xfrm>
                <a:off x="6344667" y="1311185"/>
                <a:ext cx="21265" cy="20993"/>
                <a:chOff x="6344667" y="1311185"/>
                <a:chExt cx="21265" cy="20993"/>
              </a:xfrm>
            </p:grpSpPr>
            <p:sp>
              <p:nvSpPr>
                <p:cNvPr id="2356" name="Google Shape;2356;p2"/>
                <p:cNvSpPr/>
                <p:nvPr/>
              </p:nvSpPr>
              <p:spPr>
                <a:xfrm>
                  <a:off x="6344667" y="1311185"/>
                  <a:ext cx="21265" cy="20993"/>
                </a:xfrm>
                <a:custGeom>
                  <a:avLst/>
                  <a:gdLst/>
                  <a:ahLst/>
                  <a:cxnLst/>
                  <a:rect l="l" t="t" r="r" b="b"/>
                  <a:pathLst>
                    <a:path w="21265" h="20993" extrusionOk="0">
                      <a:moveTo>
                        <a:pt x="20657" y="1393"/>
                      </a:moveTo>
                      <a:cubicBezTo>
                        <a:pt x="22529" y="7231"/>
                        <a:pt x="20961" y="22111"/>
                        <a:pt x="3256" y="20927"/>
                      </a:cubicBezTo>
                      <a:cubicBezTo>
                        <a:pt x="-6117" y="16137"/>
                        <a:pt x="6314" y="-5662"/>
                        <a:pt x="20657" y="139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57" name="Google Shape;2357;p2"/>
                <p:cNvSpPr/>
                <p:nvPr/>
              </p:nvSpPr>
              <p:spPr>
                <a:xfrm>
                  <a:off x="6353338" y="1312908"/>
                  <a:ext cx="10393" cy="6733"/>
                </a:xfrm>
                <a:custGeom>
                  <a:avLst/>
                  <a:gdLst/>
                  <a:ahLst/>
                  <a:cxnLst/>
                  <a:rect l="l" t="t" r="r" b="b"/>
                  <a:pathLst>
                    <a:path w="10393" h="6733" extrusionOk="0">
                      <a:moveTo>
                        <a:pt x="10157" y="150"/>
                      </a:moveTo>
                      <a:cubicBezTo>
                        <a:pt x="8568" y="-431"/>
                        <a:pt x="1520" y="721"/>
                        <a:pt x="249" y="2824"/>
                      </a:cubicBezTo>
                      <a:cubicBezTo>
                        <a:pt x="-1022" y="4928"/>
                        <a:pt x="3013" y="4276"/>
                        <a:pt x="2384" y="6365"/>
                      </a:cubicBezTo>
                      <a:cubicBezTo>
                        <a:pt x="1756" y="8455"/>
                        <a:pt x="12070" y="996"/>
                        <a:pt x="10157" y="150"/>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58" name="Google Shape;2358;p2"/>
                <p:cNvSpPr/>
                <p:nvPr/>
              </p:nvSpPr>
              <p:spPr>
                <a:xfrm>
                  <a:off x="6344679" y="1320053"/>
                  <a:ext cx="20980" cy="12123"/>
                </a:xfrm>
                <a:custGeom>
                  <a:avLst/>
                  <a:gdLst/>
                  <a:ahLst/>
                  <a:cxnLst/>
                  <a:rect l="l" t="t" r="r" b="b"/>
                  <a:pathLst>
                    <a:path w="20980" h="12123" extrusionOk="0">
                      <a:moveTo>
                        <a:pt x="25" y="5557"/>
                      </a:moveTo>
                      <a:cubicBezTo>
                        <a:pt x="2537" y="15065"/>
                        <a:pt x="18983" y="6298"/>
                        <a:pt x="20981" y="0"/>
                      </a:cubicBezTo>
                      <a:cubicBezTo>
                        <a:pt x="19900" y="6181"/>
                        <a:pt x="15337" y="12866"/>
                        <a:pt x="3244" y="12056"/>
                      </a:cubicBezTo>
                      <a:cubicBezTo>
                        <a:pt x="773" y="10797"/>
                        <a:pt x="-171" y="8346"/>
                        <a:pt x="25" y="555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59" name="Google Shape;2359;p2"/>
              <p:cNvGrpSpPr/>
              <p:nvPr/>
            </p:nvGrpSpPr>
            <p:grpSpPr>
              <a:xfrm>
                <a:off x="6335807" y="1368241"/>
                <a:ext cx="21265" cy="20993"/>
                <a:chOff x="6335807" y="1368241"/>
                <a:chExt cx="21265" cy="20993"/>
              </a:xfrm>
            </p:grpSpPr>
            <p:sp>
              <p:nvSpPr>
                <p:cNvPr id="2360" name="Google Shape;2360;p2"/>
                <p:cNvSpPr/>
                <p:nvPr/>
              </p:nvSpPr>
              <p:spPr>
                <a:xfrm>
                  <a:off x="6335807" y="1368241"/>
                  <a:ext cx="21265" cy="20993"/>
                </a:xfrm>
                <a:custGeom>
                  <a:avLst/>
                  <a:gdLst/>
                  <a:ahLst/>
                  <a:cxnLst/>
                  <a:rect l="l" t="t" r="r" b="b"/>
                  <a:pathLst>
                    <a:path w="21265" h="20993" extrusionOk="0">
                      <a:moveTo>
                        <a:pt x="20657" y="1393"/>
                      </a:moveTo>
                      <a:cubicBezTo>
                        <a:pt x="22529" y="7231"/>
                        <a:pt x="20961" y="22111"/>
                        <a:pt x="3256" y="20927"/>
                      </a:cubicBezTo>
                      <a:cubicBezTo>
                        <a:pt x="-6117" y="16137"/>
                        <a:pt x="6314" y="-5662"/>
                        <a:pt x="20657" y="139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61" name="Google Shape;2361;p2"/>
                <p:cNvSpPr/>
                <p:nvPr/>
              </p:nvSpPr>
              <p:spPr>
                <a:xfrm>
                  <a:off x="6344478" y="1369964"/>
                  <a:ext cx="10393" cy="6731"/>
                </a:xfrm>
                <a:custGeom>
                  <a:avLst/>
                  <a:gdLst/>
                  <a:ahLst/>
                  <a:cxnLst/>
                  <a:rect l="l" t="t" r="r" b="b"/>
                  <a:pathLst>
                    <a:path w="10393" h="6731" extrusionOk="0">
                      <a:moveTo>
                        <a:pt x="10157" y="150"/>
                      </a:moveTo>
                      <a:cubicBezTo>
                        <a:pt x="8568" y="-431"/>
                        <a:pt x="1520" y="721"/>
                        <a:pt x="249" y="2825"/>
                      </a:cubicBezTo>
                      <a:cubicBezTo>
                        <a:pt x="-1022" y="4928"/>
                        <a:pt x="3013" y="4276"/>
                        <a:pt x="2384" y="6363"/>
                      </a:cubicBezTo>
                      <a:cubicBezTo>
                        <a:pt x="1753" y="8455"/>
                        <a:pt x="12070" y="996"/>
                        <a:pt x="10157" y="150"/>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62" name="Google Shape;2362;p2"/>
                <p:cNvSpPr/>
                <p:nvPr/>
              </p:nvSpPr>
              <p:spPr>
                <a:xfrm>
                  <a:off x="6335818" y="1377109"/>
                  <a:ext cx="20980" cy="12123"/>
                </a:xfrm>
                <a:custGeom>
                  <a:avLst/>
                  <a:gdLst/>
                  <a:ahLst/>
                  <a:cxnLst/>
                  <a:rect l="l" t="t" r="r" b="b"/>
                  <a:pathLst>
                    <a:path w="20980" h="12123" extrusionOk="0">
                      <a:moveTo>
                        <a:pt x="25" y="5557"/>
                      </a:moveTo>
                      <a:cubicBezTo>
                        <a:pt x="2537" y="15065"/>
                        <a:pt x="18983" y="6298"/>
                        <a:pt x="20981" y="0"/>
                      </a:cubicBezTo>
                      <a:cubicBezTo>
                        <a:pt x="19900" y="6179"/>
                        <a:pt x="15337" y="12866"/>
                        <a:pt x="3244" y="12056"/>
                      </a:cubicBezTo>
                      <a:cubicBezTo>
                        <a:pt x="773" y="10797"/>
                        <a:pt x="-171" y="8346"/>
                        <a:pt x="25" y="555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63" name="Google Shape;2363;p2"/>
              <p:cNvGrpSpPr/>
              <p:nvPr/>
            </p:nvGrpSpPr>
            <p:grpSpPr>
              <a:xfrm>
                <a:off x="6357200" y="1418800"/>
                <a:ext cx="21266" cy="20994"/>
                <a:chOff x="6357200" y="1418800"/>
                <a:chExt cx="21266" cy="20994"/>
              </a:xfrm>
            </p:grpSpPr>
            <p:sp>
              <p:nvSpPr>
                <p:cNvPr id="2364" name="Google Shape;2364;p2"/>
                <p:cNvSpPr/>
                <p:nvPr/>
              </p:nvSpPr>
              <p:spPr>
                <a:xfrm>
                  <a:off x="6357200" y="1418800"/>
                  <a:ext cx="21266" cy="20994"/>
                </a:xfrm>
                <a:custGeom>
                  <a:avLst/>
                  <a:gdLst/>
                  <a:ahLst/>
                  <a:cxnLst/>
                  <a:rect l="l" t="t" r="r" b="b"/>
                  <a:pathLst>
                    <a:path w="21266" h="20994" extrusionOk="0">
                      <a:moveTo>
                        <a:pt x="20658" y="1393"/>
                      </a:moveTo>
                      <a:cubicBezTo>
                        <a:pt x="22530" y="7232"/>
                        <a:pt x="20962" y="22111"/>
                        <a:pt x="3257" y="20927"/>
                      </a:cubicBezTo>
                      <a:cubicBezTo>
                        <a:pt x="-6118" y="16138"/>
                        <a:pt x="6313" y="-5664"/>
                        <a:pt x="20658" y="139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65" name="Google Shape;2365;p2"/>
                <p:cNvSpPr/>
                <p:nvPr/>
              </p:nvSpPr>
              <p:spPr>
                <a:xfrm>
                  <a:off x="6365872" y="1420521"/>
                  <a:ext cx="10393" cy="6733"/>
                </a:xfrm>
                <a:custGeom>
                  <a:avLst/>
                  <a:gdLst/>
                  <a:ahLst/>
                  <a:cxnLst/>
                  <a:rect l="l" t="t" r="r" b="b"/>
                  <a:pathLst>
                    <a:path w="10393" h="6733" extrusionOk="0">
                      <a:moveTo>
                        <a:pt x="10157" y="150"/>
                      </a:moveTo>
                      <a:cubicBezTo>
                        <a:pt x="8568" y="-431"/>
                        <a:pt x="1520" y="721"/>
                        <a:pt x="249" y="2827"/>
                      </a:cubicBezTo>
                      <a:cubicBezTo>
                        <a:pt x="-1022" y="4930"/>
                        <a:pt x="3013" y="4278"/>
                        <a:pt x="2384" y="6365"/>
                      </a:cubicBezTo>
                      <a:cubicBezTo>
                        <a:pt x="1753" y="8455"/>
                        <a:pt x="12070" y="996"/>
                        <a:pt x="10157" y="150"/>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66" name="Google Shape;2366;p2"/>
                <p:cNvSpPr/>
                <p:nvPr/>
              </p:nvSpPr>
              <p:spPr>
                <a:xfrm>
                  <a:off x="6357213" y="1427669"/>
                  <a:ext cx="20980" cy="12123"/>
                </a:xfrm>
                <a:custGeom>
                  <a:avLst/>
                  <a:gdLst/>
                  <a:ahLst/>
                  <a:cxnLst/>
                  <a:rect l="l" t="t" r="r" b="b"/>
                  <a:pathLst>
                    <a:path w="20980" h="12123" extrusionOk="0">
                      <a:moveTo>
                        <a:pt x="25" y="5557"/>
                      </a:moveTo>
                      <a:cubicBezTo>
                        <a:pt x="2538" y="15065"/>
                        <a:pt x="18983" y="6298"/>
                        <a:pt x="20981" y="0"/>
                      </a:cubicBezTo>
                      <a:cubicBezTo>
                        <a:pt x="19900" y="6179"/>
                        <a:pt x="15337" y="12866"/>
                        <a:pt x="3244" y="12056"/>
                      </a:cubicBezTo>
                      <a:cubicBezTo>
                        <a:pt x="770" y="10795"/>
                        <a:pt x="-171" y="8344"/>
                        <a:pt x="25" y="5557"/>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67" name="Google Shape;2367;p2"/>
              <p:cNvGrpSpPr/>
              <p:nvPr/>
            </p:nvGrpSpPr>
            <p:grpSpPr>
              <a:xfrm>
                <a:off x="6430740" y="1440205"/>
                <a:ext cx="34469" cy="26828"/>
                <a:chOff x="6430740" y="1440205"/>
                <a:chExt cx="34469" cy="26828"/>
              </a:xfrm>
            </p:grpSpPr>
            <p:sp>
              <p:nvSpPr>
                <p:cNvPr id="2368" name="Google Shape;2368;p2"/>
                <p:cNvSpPr/>
                <p:nvPr/>
              </p:nvSpPr>
              <p:spPr>
                <a:xfrm>
                  <a:off x="6430740" y="1440205"/>
                  <a:ext cx="34469" cy="26828"/>
                </a:xfrm>
                <a:custGeom>
                  <a:avLst/>
                  <a:gdLst/>
                  <a:ahLst/>
                  <a:cxnLst/>
                  <a:rect l="l" t="t" r="r" b="b"/>
                  <a:pathLst>
                    <a:path w="34469" h="26828" extrusionOk="0">
                      <a:moveTo>
                        <a:pt x="34253" y="3993"/>
                      </a:moveTo>
                      <a:cubicBezTo>
                        <a:pt x="27130" y="-1125"/>
                        <a:pt x="6188" y="-5546"/>
                        <a:pt x="0" y="19074"/>
                      </a:cubicBezTo>
                      <a:cubicBezTo>
                        <a:pt x="2389" y="33942"/>
                        <a:pt x="37538" y="26625"/>
                        <a:pt x="34253" y="399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69" name="Google Shape;2369;p2"/>
                <p:cNvSpPr/>
                <p:nvPr/>
              </p:nvSpPr>
              <p:spPr>
                <a:xfrm>
                  <a:off x="6451217" y="1445957"/>
                  <a:ext cx="12319" cy="12912"/>
                </a:xfrm>
                <a:custGeom>
                  <a:avLst/>
                  <a:gdLst/>
                  <a:ahLst/>
                  <a:cxnLst/>
                  <a:rect l="l" t="t" r="r" b="b"/>
                  <a:pathLst>
                    <a:path w="12319" h="12912" extrusionOk="0">
                      <a:moveTo>
                        <a:pt x="12318" y="521"/>
                      </a:moveTo>
                      <a:cubicBezTo>
                        <a:pt x="12409" y="2941"/>
                        <a:pt x="7734" y="12026"/>
                        <a:pt x="4312" y="12828"/>
                      </a:cubicBezTo>
                      <a:cubicBezTo>
                        <a:pt x="890" y="13631"/>
                        <a:pt x="3556" y="8428"/>
                        <a:pt x="435" y="8364"/>
                      </a:cubicBezTo>
                      <a:cubicBezTo>
                        <a:pt x="-2688" y="8300"/>
                        <a:pt x="12009" y="-2456"/>
                        <a:pt x="12318" y="521"/>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70" name="Google Shape;2370;p2"/>
                <p:cNvSpPr/>
                <p:nvPr/>
              </p:nvSpPr>
              <p:spPr>
                <a:xfrm>
                  <a:off x="6430740" y="1440210"/>
                  <a:ext cx="24224" cy="26316"/>
                </a:xfrm>
                <a:custGeom>
                  <a:avLst/>
                  <a:gdLst/>
                  <a:ahLst/>
                  <a:cxnLst/>
                  <a:rect l="l" t="t" r="r" b="b"/>
                  <a:pathLst>
                    <a:path w="24224" h="26316" extrusionOk="0">
                      <a:moveTo>
                        <a:pt x="7430" y="26316"/>
                      </a:moveTo>
                      <a:cubicBezTo>
                        <a:pt x="-4405" y="18708"/>
                        <a:pt x="14772" y="185"/>
                        <a:pt x="24225" y="240"/>
                      </a:cubicBezTo>
                      <a:cubicBezTo>
                        <a:pt x="15337" y="-1011"/>
                        <a:pt x="4227" y="2254"/>
                        <a:pt x="0" y="19072"/>
                      </a:cubicBezTo>
                      <a:cubicBezTo>
                        <a:pt x="631" y="22992"/>
                        <a:pt x="3548" y="25354"/>
                        <a:pt x="7430" y="2631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71" name="Google Shape;2371;p2"/>
              <p:cNvGrpSpPr/>
              <p:nvPr/>
            </p:nvGrpSpPr>
            <p:grpSpPr>
              <a:xfrm>
                <a:off x="6526585" y="1242423"/>
                <a:ext cx="35846" cy="26017"/>
                <a:chOff x="6526585" y="1242423"/>
                <a:chExt cx="35846" cy="26017"/>
              </a:xfrm>
            </p:grpSpPr>
            <p:sp>
              <p:nvSpPr>
                <p:cNvPr id="2372" name="Google Shape;2372;p2"/>
                <p:cNvSpPr/>
                <p:nvPr/>
              </p:nvSpPr>
              <p:spPr>
                <a:xfrm>
                  <a:off x="6526585" y="1242423"/>
                  <a:ext cx="35846" cy="26017"/>
                </a:xfrm>
                <a:custGeom>
                  <a:avLst/>
                  <a:gdLst/>
                  <a:ahLst/>
                  <a:cxnLst/>
                  <a:rect l="l" t="t" r="r" b="b"/>
                  <a:pathLst>
                    <a:path w="35846" h="26017" extrusionOk="0">
                      <a:moveTo>
                        <a:pt x="35847" y="6520"/>
                      </a:moveTo>
                      <a:cubicBezTo>
                        <a:pt x="35001" y="15250"/>
                        <a:pt x="24522" y="33915"/>
                        <a:pt x="1927" y="22339"/>
                      </a:cubicBezTo>
                      <a:cubicBezTo>
                        <a:pt x="-7679" y="10744"/>
                        <a:pt x="20990" y="-10868"/>
                        <a:pt x="35847" y="652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73" name="Google Shape;2373;p2"/>
                <p:cNvSpPr/>
                <p:nvPr/>
              </p:nvSpPr>
              <p:spPr>
                <a:xfrm>
                  <a:off x="6544402" y="1245674"/>
                  <a:ext cx="15517" cy="7373"/>
                </a:xfrm>
                <a:custGeom>
                  <a:avLst/>
                  <a:gdLst/>
                  <a:ahLst/>
                  <a:cxnLst/>
                  <a:rect l="l" t="t" r="r" b="b"/>
                  <a:pathLst>
                    <a:path w="15517" h="7373" extrusionOk="0">
                      <a:moveTo>
                        <a:pt x="15355" y="2863"/>
                      </a:moveTo>
                      <a:cubicBezTo>
                        <a:pt x="13595" y="1199"/>
                        <a:pt x="3683" y="-1272"/>
                        <a:pt x="823" y="774"/>
                      </a:cubicBezTo>
                      <a:cubicBezTo>
                        <a:pt x="-2037" y="2820"/>
                        <a:pt x="3635" y="4244"/>
                        <a:pt x="1626" y="6633"/>
                      </a:cubicBezTo>
                      <a:cubicBezTo>
                        <a:pt x="-386" y="9022"/>
                        <a:pt x="17390" y="5058"/>
                        <a:pt x="15355" y="286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74" name="Google Shape;2374;p2"/>
                <p:cNvSpPr/>
                <p:nvPr/>
              </p:nvSpPr>
              <p:spPr>
                <a:xfrm>
                  <a:off x="6526595" y="1254399"/>
                  <a:ext cx="32048" cy="14040"/>
                </a:xfrm>
                <a:custGeom>
                  <a:avLst/>
                  <a:gdLst/>
                  <a:ahLst/>
                  <a:cxnLst/>
                  <a:rect l="l" t="t" r="r" b="b"/>
                  <a:pathLst>
                    <a:path w="32048" h="14040" extrusionOk="0">
                      <a:moveTo>
                        <a:pt x="1366" y="0"/>
                      </a:moveTo>
                      <a:cubicBezTo>
                        <a:pt x="-712" y="13915"/>
                        <a:pt x="25858" y="11702"/>
                        <a:pt x="32049" y="4556"/>
                      </a:cubicBezTo>
                      <a:cubicBezTo>
                        <a:pt x="27129" y="12066"/>
                        <a:pt x="17352" y="18270"/>
                        <a:pt x="1919" y="10362"/>
                      </a:cubicBezTo>
                      <a:cubicBezTo>
                        <a:pt x="-616" y="7306"/>
                        <a:pt x="-470" y="3552"/>
                        <a:pt x="1366"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75" name="Google Shape;2375;p2"/>
              <p:cNvGrpSpPr/>
              <p:nvPr/>
            </p:nvGrpSpPr>
            <p:grpSpPr>
              <a:xfrm>
                <a:off x="6479238" y="1279851"/>
                <a:ext cx="35846" cy="26017"/>
                <a:chOff x="6479238" y="1279851"/>
                <a:chExt cx="35846" cy="26017"/>
              </a:xfrm>
            </p:grpSpPr>
            <p:sp>
              <p:nvSpPr>
                <p:cNvPr id="2376" name="Google Shape;2376;p2"/>
                <p:cNvSpPr/>
                <p:nvPr/>
              </p:nvSpPr>
              <p:spPr>
                <a:xfrm>
                  <a:off x="6479238" y="1279851"/>
                  <a:ext cx="35846" cy="26017"/>
                </a:xfrm>
                <a:custGeom>
                  <a:avLst/>
                  <a:gdLst/>
                  <a:ahLst/>
                  <a:cxnLst/>
                  <a:rect l="l" t="t" r="r" b="b"/>
                  <a:pathLst>
                    <a:path w="35846" h="26017" extrusionOk="0">
                      <a:moveTo>
                        <a:pt x="35847" y="6520"/>
                      </a:moveTo>
                      <a:cubicBezTo>
                        <a:pt x="35001" y="15250"/>
                        <a:pt x="24524" y="33915"/>
                        <a:pt x="1927" y="22339"/>
                      </a:cubicBezTo>
                      <a:cubicBezTo>
                        <a:pt x="-7679" y="10744"/>
                        <a:pt x="20992" y="-10868"/>
                        <a:pt x="35847" y="652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77" name="Google Shape;2377;p2"/>
                <p:cNvSpPr/>
                <p:nvPr/>
              </p:nvSpPr>
              <p:spPr>
                <a:xfrm>
                  <a:off x="6497054" y="1283103"/>
                  <a:ext cx="15518" cy="7372"/>
                </a:xfrm>
                <a:custGeom>
                  <a:avLst/>
                  <a:gdLst/>
                  <a:ahLst/>
                  <a:cxnLst/>
                  <a:rect l="l" t="t" r="r" b="b"/>
                  <a:pathLst>
                    <a:path w="15518" h="7372" extrusionOk="0">
                      <a:moveTo>
                        <a:pt x="15355" y="2863"/>
                      </a:moveTo>
                      <a:cubicBezTo>
                        <a:pt x="13595" y="1199"/>
                        <a:pt x="3683" y="-1272"/>
                        <a:pt x="823" y="774"/>
                      </a:cubicBezTo>
                      <a:cubicBezTo>
                        <a:pt x="-2037" y="2820"/>
                        <a:pt x="3635" y="4244"/>
                        <a:pt x="1625" y="6633"/>
                      </a:cubicBezTo>
                      <a:cubicBezTo>
                        <a:pt x="-384" y="9020"/>
                        <a:pt x="17392" y="5056"/>
                        <a:pt x="15355" y="286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78" name="Google Shape;2378;p2"/>
                <p:cNvSpPr/>
                <p:nvPr/>
              </p:nvSpPr>
              <p:spPr>
                <a:xfrm>
                  <a:off x="6479248" y="1291828"/>
                  <a:ext cx="32047" cy="14040"/>
                </a:xfrm>
                <a:custGeom>
                  <a:avLst/>
                  <a:gdLst/>
                  <a:ahLst/>
                  <a:cxnLst/>
                  <a:rect l="l" t="t" r="r" b="b"/>
                  <a:pathLst>
                    <a:path w="32047" h="14040" extrusionOk="0">
                      <a:moveTo>
                        <a:pt x="1365" y="0"/>
                      </a:moveTo>
                      <a:cubicBezTo>
                        <a:pt x="-713" y="13913"/>
                        <a:pt x="25857" y="11702"/>
                        <a:pt x="32048" y="4556"/>
                      </a:cubicBezTo>
                      <a:cubicBezTo>
                        <a:pt x="27128" y="12066"/>
                        <a:pt x="17351" y="18270"/>
                        <a:pt x="1918" y="10362"/>
                      </a:cubicBezTo>
                      <a:cubicBezTo>
                        <a:pt x="-614" y="7304"/>
                        <a:pt x="-470" y="3552"/>
                        <a:pt x="1365"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79" name="Google Shape;2379;p2"/>
              <p:cNvGrpSpPr/>
              <p:nvPr/>
            </p:nvGrpSpPr>
            <p:grpSpPr>
              <a:xfrm>
                <a:off x="6430467" y="1256511"/>
                <a:ext cx="35847" cy="26017"/>
                <a:chOff x="6430467" y="1256511"/>
                <a:chExt cx="35847" cy="26017"/>
              </a:xfrm>
            </p:grpSpPr>
            <p:sp>
              <p:nvSpPr>
                <p:cNvPr id="2380" name="Google Shape;2380;p2"/>
                <p:cNvSpPr/>
                <p:nvPr/>
              </p:nvSpPr>
              <p:spPr>
                <a:xfrm>
                  <a:off x="6430467" y="1256511"/>
                  <a:ext cx="35847" cy="26017"/>
                </a:xfrm>
                <a:custGeom>
                  <a:avLst/>
                  <a:gdLst/>
                  <a:ahLst/>
                  <a:cxnLst/>
                  <a:rect l="l" t="t" r="r" b="b"/>
                  <a:pathLst>
                    <a:path w="35847" h="26017" extrusionOk="0">
                      <a:moveTo>
                        <a:pt x="35847" y="6520"/>
                      </a:moveTo>
                      <a:cubicBezTo>
                        <a:pt x="35002" y="15250"/>
                        <a:pt x="24525" y="33915"/>
                        <a:pt x="1928" y="22339"/>
                      </a:cubicBezTo>
                      <a:cubicBezTo>
                        <a:pt x="-7680" y="10744"/>
                        <a:pt x="20991" y="-10868"/>
                        <a:pt x="35847" y="6520"/>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81" name="Google Shape;2381;p2"/>
                <p:cNvSpPr/>
                <p:nvPr/>
              </p:nvSpPr>
              <p:spPr>
                <a:xfrm>
                  <a:off x="6448285" y="1259762"/>
                  <a:ext cx="15517" cy="7372"/>
                </a:xfrm>
                <a:custGeom>
                  <a:avLst/>
                  <a:gdLst/>
                  <a:ahLst/>
                  <a:cxnLst/>
                  <a:rect l="l" t="t" r="r" b="b"/>
                  <a:pathLst>
                    <a:path w="15517" h="7372" extrusionOk="0">
                      <a:moveTo>
                        <a:pt x="15355" y="2865"/>
                      </a:moveTo>
                      <a:cubicBezTo>
                        <a:pt x="13595" y="1200"/>
                        <a:pt x="3683" y="-1271"/>
                        <a:pt x="823" y="773"/>
                      </a:cubicBezTo>
                      <a:cubicBezTo>
                        <a:pt x="-2037" y="2819"/>
                        <a:pt x="3635" y="4243"/>
                        <a:pt x="1626" y="6632"/>
                      </a:cubicBezTo>
                      <a:cubicBezTo>
                        <a:pt x="-386" y="9021"/>
                        <a:pt x="17390" y="5057"/>
                        <a:pt x="15355" y="2865"/>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82" name="Google Shape;2382;p2"/>
                <p:cNvSpPr/>
                <p:nvPr/>
              </p:nvSpPr>
              <p:spPr>
                <a:xfrm>
                  <a:off x="6430478" y="1268488"/>
                  <a:ext cx="32048" cy="14040"/>
                </a:xfrm>
                <a:custGeom>
                  <a:avLst/>
                  <a:gdLst/>
                  <a:ahLst/>
                  <a:cxnLst/>
                  <a:rect l="l" t="t" r="r" b="b"/>
                  <a:pathLst>
                    <a:path w="32048" h="14040" extrusionOk="0">
                      <a:moveTo>
                        <a:pt x="1366" y="0"/>
                      </a:moveTo>
                      <a:cubicBezTo>
                        <a:pt x="-712" y="13913"/>
                        <a:pt x="25858" y="11702"/>
                        <a:pt x="32049" y="4556"/>
                      </a:cubicBezTo>
                      <a:cubicBezTo>
                        <a:pt x="27132" y="12066"/>
                        <a:pt x="17352" y="18270"/>
                        <a:pt x="1919" y="10362"/>
                      </a:cubicBezTo>
                      <a:cubicBezTo>
                        <a:pt x="-616" y="7304"/>
                        <a:pt x="-470" y="3552"/>
                        <a:pt x="1366"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83" name="Google Shape;2383;p2"/>
              <p:cNvGrpSpPr/>
              <p:nvPr/>
            </p:nvGrpSpPr>
            <p:grpSpPr>
              <a:xfrm>
                <a:off x="6482017" y="1220035"/>
                <a:ext cx="37753" cy="24686"/>
                <a:chOff x="6482017" y="1220035"/>
                <a:chExt cx="37753" cy="24686"/>
              </a:xfrm>
            </p:grpSpPr>
            <p:sp>
              <p:nvSpPr>
                <p:cNvPr id="2384" name="Google Shape;2384;p2"/>
                <p:cNvSpPr/>
                <p:nvPr/>
              </p:nvSpPr>
              <p:spPr>
                <a:xfrm>
                  <a:off x="6482017" y="1220035"/>
                  <a:ext cx="37753" cy="24685"/>
                </a:xfrm>
                <a:custGeom>
                  <a:avLst/>
                  <a:gdLst/>
                  <a:ahLst/>
                  <a:cxnLst/>
                  <a:rect l="l" t="t" r="r" b="b"/>
                  <a:pathLst>
                    <a:path w="37753" h="24685" extrusionOk="0">
                      <a:moveTo>
                        <a:pt x="37753" y="13467"/>
                      </a:moveTo>
                      <a:cubicBezTo>
                        <a:pt x="33451" y="21112"/>
                        <a:pt x="16324" y="33950"/>
                        <a:pt x="334" y="14231"/>
                      </a:cubicBezTo>
                      <a:cubicBezTo>
                        <a:pt x="-3770" y="-258"/>
                        <a:pt x="31190" y="-8439"/>
                        <a:pt x="37753" y="13467"/>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85" name="Google Shape;2385;p2"/>
                <p:cNvSpPr/>
                <p:nvPr/>
              </p:nvSpPr>
              <p:spPr>
                <a:xfrm>
                  <a:off x="6503104" y="1224211"/>
                  <a:ext cx="14419" cy="8905"/>
                </a:xfrm>
                <a:custGeom>
                  <a:avLst/>
                  <a:gdLst/>
                  <a:ahLst/>
                  <a:cxnLst/>
                  <a:rect l="l" t="t" r="r" b="b"/>
                  <a:pathLst>
                    <a:path w="14419" h="8905" extrusionOk="0">
                      <a:moveTo>
                        <a:pt x="14381" y="7842"/>
                      </a:moveTo>
                      <a:cubicBezTo>
                        <a:pt x="13443" y="5609"/>
                        <a:pt x="5376" y="-657"/>
                        <a:pt x="1933" y="56"/>
                      </a:cubicBezTo>
                      <a:cubicBezTo>
                        <a:pt x="-1509" y="772"/>
                        <a:pt x="3101" y="4368"/>
                        <a:pt x="299" y="5739"/>
                      </a:cubicBezTo>
                      <a:cubicBezTo>
                        <a:pt x="-2504" y="7113"/>
                        <a:pt x="15357" y="10670"/>
                        <a:pt x="14381" y="784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86" name="Google Shape;2386;p2"/>
                <p:cNvSpPr/>
                <p:nvPr/>
              </p:nvSpPr>
              <p:spPr>
                <a:xfrm>
                  <a:off x="6482019" y="1224567"/>
                  <a:ext cx="30237" cy="20154"/>
                </a:xfrm>
                <a:custGeom>
                  <a:avLst/>
                  <a:gdLst/>
                  <a:ahLst/>
                  <a:cxnLst/>
                  <a:rect l="l" t="t" r="r" b="b"/>
                  <a:pathLst>
                    <a:path w="30237" h="20154" extrusionOk="0">
                      <a:moveTo>
                        <a:pt x="4015" y="0"/>
                      </a:moveTo>
                      <a:cubicBezTo>
                        <a:pt x="-3509" y="11887"/>
                        <a:pt x="21690" y="20601"/>
                        <a:pt x="30237" y="16567"/>
                      </a:cubicBezTo>
                      <a:cubicBezTo>
                        <a:pt x="22705" y="21447"/>
                        <a:pt x="11254" y="23171"/>
                        <a:pt x="332" y="9702"/>
                      </a:cubicBezTo>
                      <a:cubicBezTo>
                        <a:pt x="-749" y="5880"/>
                        <a:pt x="899" y="2508"/>
                        <a:pt x="4015"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87" name="Google Shape;2387;p2"/>
              <p:cNvGrpSpPr/>
              <p:nvPr/>
            </p:nvGrpSpPr>
            <p:grpSpPr>
              <a:xfrm>
                <a:off x="6443658" y="1195388"/>
                <a:ext cx="37753" cy="24685"/>
                <a:chOff x="6443658" y="1195388"/>
                <a:chExt cx="37753" cy="24685"/>
              </a:xfrm>
            </p:grpSpPr>
            <p:sp>
              <p:nvSpPr>
                <p:cNvPr id="2388" name="Google Shape;2388;p2"/>
                <p:cNvSpPr/>
                <p:nvPr/>
              </p:nvSpPr>
              <p:spPr>
                <a:xfrm>
                  <a:off x="6443658" y="1195388"/>
                  <a:ext cx="37753" cy="24685"/>
                </a:xfrm>
                <a:custGeom>
                  <a:avLst/>
                  <a:gdLst/>
                  <a:ahLst/>
                  <a:cxnLst/>
                  <a:rect l="l" t="t" r="r" b="b"/>
                  <a:pathLst>
                    <a:path w="37753" h="24685" extrusionOk="0">
                      <a:moveTo>
                        <a:pt x="37753" y="13467"/>
                      </a:moveTo>
                      <a:cubicBezTo>
                        <a:pt x="33453" y="21112"/>
                        <a:pt x="16324" y="33950"/>
                        <a:pt x="333" y="14231"/>
                      </a:cubicBezTo>
                      <a:cubicBezTo>
                        <a:pt x="-3768" y="-258"/>
                        <a:pt x="31192" y="-8439"/>
                        <a:pt x="37753" y="13467"/>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89" name="Google Shape;2389;p2"/>
                <p:cNvSpPr/>
                <p:nvPr/>
              </p:nvSpPr>
              <p:spPr>
                <a:xfrm>
                  <a:off x="6464747" y="1199563"/>
                  <a:ext cx="14419" cy="8904"/>
                </a:xfrm>
                <a:custGeom>
                  <a:avLst/>
                  <a:gdLst/>
                  <a:ahLst/>
                  <a:cxnLst/>
                  <a:rect l="l" t="t" r="r" b="b"/>
                  <a:pathLst>
                    <a:path w="14419" h="8904" extrusionOk="0">
                      <a:moveTo>
                        <a:pt x="14381" y="7842"/>
                      </a:moveTo>
                      <a:cubicBezTo>
                        <a:pt x="13443" y="5609"/>
                        <a:pt x="5374" y="-657"/>
                        <a:pt x="1933" y="56"/>
                      </a:cubicBezTo>
                      <a:cubicBezTo>
                        <a:pt x="-1509" y="772"/>
                        <a:pt x="3101" y="4368"/>
                        <a:pt x="299" y="5739"/>
                      </a:cubicBezTo>
                      <a:cubicBezTo>
                        <a:pt x="-2504" y="7111"/>
                        <a:pt x="15357" y="10670"/>
                        <a:pt x="14381" y="7842"/>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90" name="Google Shape;2390;p2"/>
                <p:cNvSpPr/>
                <p:nvPr/>
              </p:nvSpPr>
              <p:spPr>
                <a:xfrm>
                  <a:off x="6443660" y="1199917"/>
                  <a:ext cx="30239" cy="20154"/>
                </a:xfrm>
                <a:custGeom>
                  <a:avLst/>
                  <a:gdLst/>
                  <a:ahLst/>
                  <a:cxnLst/>
                  <a:rect l="l" t="t" r="r" b="b"/>
                  <a:pathLst>
                    <a:path w="30239" h="20154" extrusionOk="0">
                      <a:moveTo>
                        <a:pt x="4017" y="0"/>
                      </a:moveTo>
                      <a:cubicBezTo>
                        <a:pt x="-3507" y="11887"/>
                        <a:pt x="21692" y="20601"/>
                        <a:pt x="30239" y="16567"/>
                      </a:cubicBezTo>
                      <a:cubicBezTo>
                        <a:pt x="22707" y="21447"/>
                        <a:pt x="11256" y="23171"/>
                        <a:pt x="332" y="9702"/>
                      </a:cubicBezTo>
                      <a:cubicBezTo>
                        <a:pt x="-750" y="5882"/>
                        <a:pt x="901" y="2508"/>
                        <a:pt x="4017"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91" name="Google Shape;2391;p2"/>
              <p:cNvGrpSpPr/>
              <p:nvPr/>
            </p:nvGrpSpPr>
            <p:grpSpPr>
              <a:xfrm>
                <a:off x="6443658" y="1195388"/>
                <a:ext cx="37753" cy="24685"/>
                <a:chOff x="6443658" y="1195388"/>
                <a:chExt cx="37753" cy="24685"/>
              </a:xfrm>
            </p:grpSpPr>
            <p:sp>
              <p:nvSpPr>
                <p:cNvPr id="2392" name="Google Shape;2392;p2"/>
                <p:cNvSpPr/>
                <p:nvPr/>
              </p:nvSpPr>
              <p:spPr>
                <a:xfrm>
                  <a:off x="6443658" y="1195388"/>
                  <a:ext cx="37753" cy="24685"/>
                </a:xfrm>
                <a:custGeom>
                  <a:avLst/>
                  <a:gdLst/>
                  <a:ahLst/>
                  <a:cxnLst/>
                  <a:rect l="l" t="t" r="r" b="b"/>
                  <a:pathLst>
                    <a:path w="37753" h="24685" extrusionOk="0">
                      <a:moveTo>
                        <a:pt x="37753" y="13467"/>
                      </a:moveTo>
                      <a:cubicBezTo>
                        <a:pt x="33453" y="21112"/>
                        <a:pt x="16324" y="33950"/>
                        <a:pt x="333" y="14231"/>
                      </a:cubicBezTo>
                      <a:cubicBezTo>
                        <a:pt x="-3768" y="-258"/>
                        <a:pt x="31192" y="-8439"/>
                        <a:pt x="37753" y="13467"/>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93" name="Google Shape;2393;p2"/>
                <p:cNvSpPr/>
                <p:nvPr/>
              </p:nvSpPr>
              <p:spPr>
                <a:xfrm>
                  <a:off x="6464747" y="1199563"/>
                  <a:ext cx="14419" cy="8904"/>
                </a:xfrm>
                <a:custGeom>
                  <a:avLst/>
                  <a:gdLst/>
                  <a:ahLst/>
                  <a:cxnLst/>
                  <a:rect l="l" t="t" r="r" b="b"/>
                  <a:pathLst>
                    <a:path w="14419" h="8904" extrusionOk="0">
                      <a:moveTo>
                        <a:pt x="14381" y="7842"/>
                      </a:moveTo>
                      <a:cubicBezTo>
                        <a:pt x="13443" y="5609"/>
                        <a:pt x="5374" y="-657"/>
                        <a:pt x="1933" y="56"/>
                      </a:cubicBezTo>
                      <a:cubicBezTo>
                        <a:pt x="-1509" y="772"/>
                        <a:pt x="3101" y="4368"/>
                        <a:pt x="299" y="5739"/>
                      </a:cubicBezTo>
                      <a:cubicBezTo>
                        <a:pt x="-2504" y="7111"/>
                        <a:pt x="15357" y="10670"/>
                        <a:pt x="14381" y="7842"/>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94" name="Google Shape;2394;p2"/>
              <p:cNvGrpSpPr/>
              <p:nvPr/>
            </p:nvGrpSpPr>
            <p:grpSpPr>
              <a:xfrm>
                <a:off x="6406440" y="1216276"/>
                <a:ext cx="27706" cy="19907"/>
                <a:chOff x="6406440" y="1216276"/>
                <a:chExt cx="27706" cy="19907"/>
              </a:xfrm>
            </p:grpSpPr>
            <p:sp>
              <p:nvSpPr>
                <p:cNvPr id="2395" name="Google Shape;2395;p2"/>
                <p:cNvSpPr/>
                <p:nvPr/>
              </p:nvSpPr>
              <p:spPr>
                <a:xfrm>
                  <a:off x="6406440" y="1216276"/>
                  <a:ext cx="27706" cy="19907"/>
                </a:xfrm>
                <a:custGeom>
                  <a:avLst/>
                  <a:gdLst/>
                  <a:ahLst/>
                  <a:cxnLst/>
                  <a:rect l="l" t="t" r="r" b="b"/>
                  <a:pathLst>
                    <a:path w="27706" h="19907" extrusionOk="0">
                      <a:moveTo>
                        <a:pt x="27706" y="5216"/>
                      </a:moveTo>
                      <a:cubicBezTo>
                        <a:pt x="26929" y="11914"/>
                        <a:pt x="18606" y="26107"/>
                        <a:pt x="1406" y="16883"/>
                      </a:cubicBezTo>
                      <a:cubicBezTo>
                        <a:pt x="-5809" y="7831"/>
                        <a:pt x="16541" y="-8363"/>
                        <a:pt x="27706" y="5216"/>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96" name="Google Shape;2396;p2"/>
                <p:cNvSpPr/>
                <p:nvPr/>
              </p:nvSpPr>
              <p:spPr>
                <a:xfrm>
                  <a:off x="6420306" y="1218779"/>
                  <a:ext cx="11909" cy="5646"/>
                </a:xfrm>
                <a:custGeom>
                  <a:avLst/>
                  <a:gdLst/>
                  <a:ahLst/>
                  <a:cxnLst/>
                  <a:rect l="l" t="t" r="r" b="b"/>
                  <a:pathLst>
                    <a:path w="11909" h="5646" extrusionOk="0">
                      <a:moveTo>
                        <a:pt x="11790" y="2363"/>
                      </a:moveTo>
                      <a:cubicBezTo>
                        <a:pt x="10462" y="1060"/>
                        <a:pt x="2879" y="-986"/>
                        <a:pt x="650" y="545"/>
                      </a:cubicBezTo>
                      <a:cubicBezTo>
                        <a:pt x="-1576" y="2077"/>
                        <a:pt x="2760" y="3254"/>
                        <a:pt x="1180" y="5060"/>
                      </a:cubicBezTo>
                      <a:cubicBezTo>
                        <a:pt x="-397" y="6866"/>
                        <a:pt x="13324" y="4077"/>
                        <a:pt x="11790" y="236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397" name="Google Shape;2397;p2"/>
                <p:cNvSpPr/>
                <p:nvPr/>
              </p:nvSpPr>
              <p:spPr>
                <a:xfrm>
                  <a:off x="6406448" y="1225186"/>
                  <a:ext cx="24642" cy="10997"/>
                </a:xfrm>
                <a:custGeom>
                  <a:avLst/>
                  <a:gdLst/>
                  <a:ahLst/>
                  <a:cxnLst/>
                  <a:rect l="l" t="t" r="r" b="b"/>
                  <a:pathLst>
                    <a:path w="24642" h="10997" extrusionOk="0">
                      <a:moveTo>
                        <a:pt x="1126" y="0"/>
                      </a:moveTo>
                      <a:cubicBezTo>
                        <a:pt x="-673" y="10664"/>
                        <a:pt x="19782" y="9350"/>
                        <a:pt x="24642" y="3948"/>
                      </a:cubicBezTo>
                      <a:cubicBezTo>
                        <a:pt x="20753" y="9647"/>
                        <a:pt x="13148" y="14274"/>
                        <a:pt x="1400" y="7974"/>
                      </a:cubicBezTo>
                      <a:cubicBezTo>
                        <a:pt x="-504" y="5585"/>
                        <a:pt x="-337" y="2704"/>
                        <a:pt x="1126"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398" name="Google Shape;2398;p2"/>
              <p:cNvGrpSpPr/>
              <p:nvPr/>
            </p:nvGrpSpPr>
            <p:grpSpPr>
              <a:xfrm>
                <a:off x="6436124" y="1231454"/>
                <a:ext cx="27705" cy="19907"/>
                <a:chOff x="6436124" y="1231454"/>
                <a:chExt cx="27705" cy="19907"/>
              </a:xfrm>
            </p:grpSpPr>
            <p:sp>
              <p:nvSpPr>
                <p:cNvPr id="2399" name="Google Shape;2399;p2"/>
                <p:cNvSpPr/>
                <p:nvPr/>
              </p:nvSpPr>
              <p:spPr>
                <a:xfrm>
                  <a:off x="6436124" y="1231454"/>
                  <a:ext cx="27705" cy="19907"/>
                </a:xfrm>
                <a:custGeom>
                  <a:avLst/>
                  <a:gdLst/>
                  <a:ahLst/>
                  <a:cxnLst/>
                  <a:rect l="l" t="t" r="r" b="b"/>
                  <a:pathLst>
                    <a:path w="27705" h="19907" extrusionOk="0">
                      <a:moveTo>
                        <a:pt x="27705" y="5215"/>
                      </a:moveTo>
                      <a:cubicBezTo>
                        <a:pt x="26931" y="11913"/>
                        <a:pt x="18605" y="26107"/>
                        <a:pt x="1407" y="16883"/>
                      </a:cubicBezTo>
                      <a:cubicBezTo>
                        <a:pt x="-5812" y="7833"/>
                        <a:pt x="16538" y="-8364"/>
                        <a:pt x="27705" y="5215"/>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00" name="Google Shape;2400;p2"/>
                <p:cNvSpPr/>
                <p:nvPr/>
              </p:nvSpPr>
              <p:spPr>
                <a:xfrm>
                  <a:off x="6449989" y="1233956"/>
                  <a:ext cx="11910" cy="5647"/>
                </a:xfrm>
                <a:custGeom>
                  <a:avLst/>
                  <a:gdLst/>
                  <a:ahLst/>
                  <a:cxnLst/>
                  <a:rect l="l" t="t" r="r" b="b"/>
                  <a:pathLst>
                    <a:path w="11910" h="5647" extrusionOk="0">
                      <a:moveTo>
                        <a:pt x="11791" y="2363"/>
                      </a:moveTo>
                      <a:cubicBezTo>
                        <a:pt x="10463" y="1060"/>
                        <a:pt x="2880" y="-986"/>
                        <a:pt x="651" y="545"/>
                      </a:cubicBezTo>
                      <a:cubicBezTo>
                        <a:pt x="-1578" y="2075"/>
                        <a:pt x="2761" y="3254"/>
                        <a:pt x="1181" y="5060"/>
                      </a:cubicBezTo>
                      <a:cubicBezTo>
                        <a:pt x="-396" y="6869"/>
                        <a:pt x="13322" y="4080"/>
                        <a:pt x="11791" y="2363"/>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01" name="Google Shape;2401;p2"/>
                <p:cNvSpPr/>
                <p:nvPr/>
              </p:nvSpPr>
              <p:spPr>
                <a:xfrm>
                  <a:off x="6436131" y="1240363"/>
                  <a:ext cx="24640" cy="10997"/>
                </a:xfrm>
                <a:custGeom>
                  <a:avLst/>
                  <a:gdLst/>
                  <a:ahLst/>
                  <a:cxnLst/>
                  <a:rect l="l" t="t" r="r" b="b"/>
                  <a:pathLst>
                    <a:path w="24640" h="10997" extrusionOk="0">
                      <a:moveTo>
                        <a:pt x="1124" y="0"/>
                      </a:moveTo>
                      <a:cubicBezTo>
                        <a:pt x="-675" y="10664"/>
                        <a:pt x="19780" y="9350"/>
                        <a:pt x="24640" y="3948"/>
                      </a:cubicBezTo>
                      <a:cubicBezTo>
                        <a:pt x="20752" y="9647"/>
                        <a:pt x="13146" y="14274"/>
                        <a:pt x="1398" y="7974"/>
                      </a:cubicBezTo>
                      <a:cubicBezTo>
                        <a:pt x="-503" y="5587"/>
                        <a:pt x="-337" y="2704"/>
                        <a:pt x="1124"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402" name="Google Shape;2402;p2"/>
              <p:cNvGrpSpPr/>
              <p:nvPr/>
            </p:nvGrpSpPr>
            <p:grpSpPr>
              <a:xfrm>
                <a:off x="6371988" y="1263988"/>
                <a:ext cx="26642" cy="20565"/>
                <a:chOff x="6371988" y="1263988"/>
                <a:chExt cx="26642" cy="20565"/>
              </a:xfrm>
            </p:grpSpPr>
            <p:sp>
              <p:nvSpPr>
                <p:cNvPr id="2403" name="Google Shape;2403;p2"/>
                <p:cNvSpPr/>
                <p:nvPr/>
              </p:nvSpPr>
              <p:spPr>
                <a:xfrm>
                  <a:off x="6371988" y="1263988"/>
                  <a:ext cx="26642" cy="20562"/>
                </a:xfrm>
                <a:custGeom>
                  <a:avLst/>
                  <a:gdLst/>
                  <a:ahLst/>
                  <a:cxnLst/>
                  <a:rect l="l" t="t" r="r" b="b"/>
                  <a:pathLst>
                    <a:path w="26642" h="20562" extrusionOk="0">
                      <a:moveTo>
                        <a:pt x="26643" y="3992"/>
                      </a:moveTo>
                      <a:cubicBezTo>
                        <a:pt x="26668" y="10736"/>
                        <a:pt x="20087" y="25816"/>
                        <a:pt x="1913" y="18698"/>
                      </a:cubicBezTo>
                      <a:cubicBezTo>
                        <a:pt x="-6326" y="10566"/>
                        <a:pt x="13944" y="-8165"/>
                        <a:pt x="26643" y="3992"/>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04" name="Google Shape;2404;p2"/>
                <p:cNvSpPr/>
                <p:nvPr/>
              </p:nvSpPr>
              <p:spPr>
                <a:xfrm>
                  <a:off x="6384736" y="1266463"/>
                  <a:ext cx="11971" cy="5855"/>
                </a:xfrm>
                <a:custGeom>
                  <a:avLst/>
                  <a:gdLst/>
                  <a:ahLst/>
                  <a:cxnLst/>
                  <a:rect l="l" t="t" r="r" b="b"/>
                  <a:pathLst>
                    <a:path w="11971" h="5855" extrusionOk="0">
                      <a:moveTo>
                        <a:pt x="11817" y="1414"/>
                      </a:moveTo>
                      <a:cubicBezTo>
                        <a:pt x="10342" y="278"/>
                        <a:pt x="2570" y="-854"/>
                        <a:pt x="540" y="932"/>
                      </a:cubicBezTo>
                      <a:cubicBezTo>
                        <a:pt x="-1490" y="2717"/>
                        <a:pt x="2956" y="3371"/>
                        <a:pt x="1603" y="5353"/>
                      </a:cubicBezTo>
                      <a:cubicBezTo>
                        <a:pt x="250" y="7332"/>
                        <a:pt x="13543" y="2934"/>
                        <a:pt x="11817" y="1414"/>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05" name="Google Shape;2405;p2"/>
                <p:cNvSpPr/>
                <p:nvPr/>
              </p:nvSpPr>
              <p:spPr>
                <a:xfrm>
                  <a:off x="6371998" y="1274804"/>
                  <a:ext cx="24502" cy="9749"/>
                </a:xfrm>
                <a:custGeom>
                  <a:avLst/>
                  <a:gdLst/>
                  <a:ahLst/>
                  <a:cxnLst/>
                  <a:rect l="l" t="t" r="r" b="b"/>
                  <a:pathLst>
                    <a:path w="24502" h="9749" extrusionOk="0">
                      <a:moveTo>
                        <a:pt x="685" y="0"/>
                      </a:moveTo>
                      <a:cubicBezTo>
                        <a:pt x="164" y="10801"/>
                        <a:pt x="20317" y="7071"/>
                        <a:pt x="24503" y="1129"/>
                      </a:cubicBezTo>
                      <a:cubicBezTo>
                        <a:pt x="21318" y="7251"/>
                        <a:pt x="14316" y="12747"/>
                        <a:pt x="1903" y="7884"/>
                      </a:cubicBezTo>
                      <a:cubicBezTo>
                        <a:pt x="-269" y="5738"/>
                        <a:pt x="-445" y="2858"/>
                        <a:pt x="685"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406" name="Google Shape;2406;p2"/>
              <p:cNvGrpSpPr/>
              <p:nvPr/>
            </p:nvGrpSpPr>
            <p:grpSpPr>
              <a:xfrm>
                <a:off x="6382707" y="1313358"/>
                <a:ext cx="26642" cy="20563"/>
                <a:chOff x="6382707" y="1313358"/>
                <a:chExt cx="26642" cy="20563"/>
              </a:xfrm>
            </p:grpSpPr>
            <p:sp>
              <p:nvSpPr>
                <p:cNvPr id="2407" name="Google Shape;2407;p2"/>
                <p:cNvSpPr/>
                <p:nvPr/>
              </p:nvSpPr>
              <p:spPr>
                <a:xfrm>
                  <a:off x="6382707" y="1313358"/>
                  <a:ext cx="26642" cy="20563"/>
                </a:xfrm>
                <a:custGeom>
                  <a:avLst/>
                  <a:gdLst/>
                  <a:ahLst/>
                  <a:cxnLst/>
                  <a:rect l="l" t="t" r="r" b="b"/>
                  <a:pathLst>
                    <a:path w="26642" h="20563" extrusionOk="0">
                      <a:moveTo>
                        <a:pt x="26643" y="3993"/>
                      </a:moveTo>
                      <a:cubicBezTo>
                        <a:pt x="26668" y="10736"/>
                        <a:pt x="20087" y="25817"/>
                        <a:pt x="1913" y="18699"/>
                      </a:cubicBezTo>
                      <a:cubicBezTo>
                        <a:pt x="-6326" y="10567"/>
                        <a:pt x="13944" y="-8166"/>
                        <a:pt x="26643" y="3993"/>
                      </a:cubicBezTo>
                      <a:close/>
                    </a:path>
                  </a:pathLst>
                </a:custGeom>
                <a:solidFill>
                  <a:srgbClr val="FF46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08" name="Google Shape;2408;p2"/>
                <p:cNvSpPr/>
                <p:nvPr/>
              </p:nvSpPr>
              <p:spPr>
                <a:xfrm>
                  <a:off x="6395455" y="1315832"/>
                  <a:ext cx="11971" cy="5855"/>
                </a:xfrm>
                <a:custGeom>
                  <a:avLst/>
                  <a:gdLst/>
                  <a:ahLst/>
                  <a:cxnLst/>
                  <a:rect l="l" t="t" r="r" b="b"/>
                  <a:pathLst>
                    <a:path w="11971" h="5855" extrusionOk="0">
                      <a:moveTo>
                        <a:pt x="11817" y="1414"/>
                      </a:moveTo>
                      <a:cubicBezTo>
                        <a:pt x="10342" y="278"/>
                        <a:pt x="2570" y="-854"/>
                        <a:pt x="540" y="932"/>
                      </a:cubicBezTo>
                      <a:cubicBezTo>
                        <a:pt x="-1490" y="2717"/>
                        <a:pt x="2956" y="3371"/>
                        <a:pt x="1603" y="5353"/>
                      </a:cubicBezTo>
                      <a:cubicBezTo>
                        <a:pt x="250" y="7332"/>
                        <a:pt x="13543" y="2936"/>
                        <a:pt x="11817" y="1414"/>
                      </a:cubicBezTo>
                      <a:close/>
                    </a:path>
                  </a:pathLst>
                </a:custGeom>
                <a:solidFill>
                  <a:srgbClr val="30303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09" name="Google Shape;2409;p2"/>
                <p:cNvSpPr/>
                <p:nvPr/>
              </p:nvSpPr>
              <p:spPr>
                <a:xfrm>
                  <a:off x="6382716" y="1324172"/>
                  <a:ext cx="24503" cy="9749"/>
                </a:xfrm>
                <a:custGeom>
                  <a:avLst/>
                  <a:gdLst/>
                  <a:ahLst/>
                  <a:cxnLst/>
                  <a:rect l="l" t="t" r="r" b="b"/>
                  <a:pathLst>
                    <a:path w="24503" h="9749" extrusionOk="0">
                      <a:moveTo>
                        <a:pt x="686" y="0"/>
                      </a:moveTo>
                      <a:cubicBezTo>
                        <a:pt x="164" y="10801"/>
                        <a:pt x="20318" y="7071"/>
                        <a:pt x="24504" y="1129"/>
                      </a:cubicBezTo>
                      <a:cubicBezTo>
                        <a:pt x="21319" y="7251"/>
                        <a:pt x="14317" y="12747"/>
                        <a:pt x="1904" y="7884"/>
                      </a:cubicBezTo>
                      <a:cubicBezTo>
                        <a:pt x="-268" y="5738"/>
                        <a:pt x="-446" y="2858"/>
                        <a:pt x="686"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2410" name="Google Shape;2410;p2"/>
              <p:cNvSpPr/>
              <p:nvPr/>
            </p:nvSpPr>
            <p:spPr>
              <a:xfrm>
                <a:off x="6506627" y="1331624"/>
                <a:ext cx="110663" cy="132575"/>
              </a:xfrm>
              <a:custGeom>
                <a:avLst/>
                <a:gdLst/>
                <a:ahLst/>
                <a:cxnLst/>
                <a:rect l="l" t="t" r="r" b="b"/>
                <a:pathLst>
                  <a:path w="110663" h="132575" extrusionOk="0">
                    <a:moveTo>
                      <a:pt x="98471" y="2055"/>
                    </a:moveTo>
                    <a:cubicBezTo>
                      <a:pt x="95035" y="-4759"/>
                      <a:pt x="94036" y="7519"/>
                      <a:pt x="74721" y="7928"/>
                    </a:cubicBezTo>
                    <a:cubicBezTo>
                      <a:pt x="55407" y="8335"/>
                      <a:pt x="37937" y="3141"/>
                      <a:pt x="22463" y="16016"/>
                    </a:cubicBezTo>
                    <a:cubicBezTo>
                      <a:pt x="6989" y="28891"/>
                      <a:pt x="-2349" y="40490"/>
                      <a:pt x="10034" y="53628"/>
                    </a:cubicBezTo>
                    <a:cubicBezTo>
                      <a:pt x="22418" y="66765"/>
                      <a:pt x="38609" y="56707"/>
                      <a:pt x="38609" y="56707"/>
                    </a:cubicBezTo>
                    <a:cubicBezTo>
                      <a:pt x="38609" y="56707"/>
                      <a:pt x="22562" y="58602"/>
                      <a:pt x="17491" y="54341"/>
                    </a:cubicBezTo>
                    <a:cubicBezTo>
                      <a:pt x="12421" y="50080"/>
                      <a:pt x="9698" y="31030"/>
                      <a:pt x="24397" y="23555"/>
                    </a:cubicBezTo>
                    <a:cubicBezTo>
                      <a:pt x="39094" y="16080"/>
                      <a:pt x="57492" y="17804"/>
                      <a:pt x="56630" y="28813"/>
                    </a:cubicBezTo>
                    <a:cubicBezTo>
                      <a:pt x="55770" y="39822"/>
                      <a:pt x="40537" y="62879"/>
                      <a:pt x="49564" y="68276"/>
                    </a:cubicBezTo>
                    <a:cubicBezTo>
                      <a:pt x="58591" y="73674"/>
                      <a:pt x="63993" y="74702"/>
                      <a:pt x="57094" y="91395"/>
                    </a:cubicBezTo>
                    <a:cubicBezTo>
                      <a:pt x="50193" y="108087"/>
                      <a:pt x="39538" y="120127"/>
                      <a:pt x="30622" y="121433"/>
                    </a:cubicBezTo>
                    <a:cubicBezTo>
                      <a:pt x="21707" y="122738"/>
                      <a:pt x="-8935" y="122228"/>
                      <a:pt x="11081" y="94094"/>
                    </a:cubicBezTo>
                    <a:cubicBezTo>
                      <a:pt x="-6342" y="118408"/>
                      <a:pt x="-1709" y="128830"/>
                      <a:pt x="14501" y="132264"/>
                    </a:cubicBezTo>
                    <a:cubicBezTo>
                      <a:pt x="30711" y="135697"/>
                      <a:pt x="55919" y="109360"/>
                      <a:pt x="53029" y="120559"/>
                    </a:cubicBezTo>
                    <a:cubicBezTo>
                      <a:pt x="50142" y="131759"/>
                      <a:pt x="77579" y="96899"/>
                      <a:pt x="72561" y="92474"/>
                    </a:cubicBezTo>
                    <a:cubicBezTo>
                      <a:pt x="67543" y="88048"/>
                      <a:pt x="60496" y="89136"/>
                      <a:pt x="66643" y="73664"/>
                    </a:cubicBezTo>
                    <a:cubicBezTo>
                      <a:pt x="72792" y="58193"/>
                      <a:pt x="87918" y="60982"/>
                      <a:pt x="93732" y="52654"/>
                    </a:cubicBezTo>
                    <a:cubicBezTo>
                      <a:pt x="99547" y="44326"/>
                      <a:pt x="111981" y="31860"/>
                      <a:pt x="110550" y="24097"/>
                    </a:cubicBezTo>
                    <a:cubicBezTo>
                      <a:pt x="109119" y="16336"/>
                      <a:pt x="104078" y="31364"/>
                      <a:pt x="96185" y="42310"/>
                    </a:cubicBezTo>
                    <a:cubicBezTo>
                      <a:pt x="88291" y="53253"/>
                      <a:pt x="72415" y="60079"/>
                      <a:pt x="64871" y="57425"/>
                    </a:cubicBezTo>
                    <a:cubicBezTo>
                      <a:pt x="57327" y="54768"/>
                      <a:pt x="58079" y="31389"/>
                      <a:pt x="64654" y="26189"/>
                    </a:cubicBezTo>
                    <a:cubicBezTo>
                      <a:pt x="71228" y="20988"/>
                      <a:pt x="104366" y="15061"/>
                      <a:pt x="98471" y="2055"/>
                    </a:cubicBezTo>
                    <a:close/>
                  </a:path>
                </a:pathLst>
              </a:custGeom>
              <a:solidFill>
                <a:srgbClr val="737373"/>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11" name="Google Shape;2411;p2"/>
              <p:cNvSpPr/>
              <p:nvPr/>
            </p:nvSpPr>
            <p:spPr>
              <a:xfrm>
                <a:off x="6584800" y="1417676"/>
                <a:ext cx="31996" cy="64222"/>
              </a:xfrm>
              <a:custGeom>
                <a:avLst/>
                <a:gdLst/>
                <a:ahLst/>
                <a:cxnLst/>
                <a:rect l="l" t="t" r="r" b="b"/>
                <a:pathLst>
                  <a:path w="31996" h="64222" extrusionOk="0">
                    <a:moveTo>
                      <a:pt x="31698" y="32811"/>
                    </a:moveTo>
                    <a:cubicBezTo>
                      <a:pt x="35120" y="47689"/>
                      <a:pt x="8218" y="68032"/>
                      <a:pt x="1319" y="63606"/>
                    </a:cubicBezTo>
                    <a:cubicBezTo>
                      <a:pt x="-5580" y="59180"/>
                      <a:pt x="16633" y="53982"/>
                      <a:pt x="20766" y="36108"/>
                    </a:cubicBezTo>
                    <a:cubicBezTo>
                      <a:pt x="24899" y="18236"/>
                      <a:pt x="18434" y="9595"/>
                      <a:pt x="10582" y="9028"/>
                    </a:cubicBezTo>
                    <a:cubicBezTo>
                      <a:pt x="2729" y="8461"/>
                      <a:pt x="23619" y="-6922"/>
                      <a:pt x="26883" y="3772"/>
                    </a:cubicBezTo>
                    <a:cubicBezTo>
                      <a:pt x="30148" y="14466"/>
                      <a:pt x="31698" y="32811"/>
                      <a:pt x="31698" y="32811"/>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12" name="Google Shape;2412;p2"/>
              <p:cNvSpPr/>
              <p:nvPr/>
            </p:nvSpPr>
            <p:spPr>
              <a:xfrm>
                <a:off x="6531267" y="1464510"/>
                <a:ext cx="27913" cy="43343"/>
              </a:xfrm>
              <a:custGeom>
                <a:avLst/>
                <a:gdLst/>
                <a:ahLst/>
                <a:cxnLst/>
                <a:rect l="l" t="t" r="r" b="b"/>
                <a:pathLst>
                  <a:path w="27913" h="43343" extrusionOk="0">
                    <a:moveTo>
                      <a:pt x="27914" y="0"/>
                    </a:moveTo>
                    <a:cubicBezTo>
                      <a:pt x="15167" y="2167"/>
                      <a:pt x="-1509" y="35927"/>
                      <a:pt x="16123" y="43006"/>
                    </a:cubicBezTo>
                    <a:cubicBezTo>
                      <a:pt x="-298" y="47087"/>
                      <a:pt x="-14359" y="13032"/>
                      <a:pt x="27914" y="0"/>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13" name="Google Shape;2413;p2"/>
              <p:cNvSpPr/>
              <p:nvPr/>
            </p:nvSpPr>
            <p:spPr>
              <a:xfrm>
                <a:off x="6594637" y="1267066"/>
                <a:ext cx="33297" cy="30868"/>
              </a:xfrm>
              <a:custGeom>
                <a:avLst/>
                <a:gdLst/>
                <a:ahLst/>
                <a:cxnLst/>
                <a:rect l="l" t="t" r="r" b="b"/>
                <a:pathLst>
                  <a:path w="33297" h="30868" extrusionOk="0">
                    <a:moveTo>
                      <a:pt x="33298" y="0"/>
                    </a:moveTo>
                    <a:cubicBezTo>
                      <a:pt x="29750" y="15298"/>
                      <a:pt x="11531" y="28369"/>
                      <a:pt x="0" y="22465"/>
                    </a:cubicBezTo>
                    <a:cubicBezTo>
                      <a:pt x="17127" y="40266"/>
                      <a:pt x="29981" y="28390"/>
                      <a:pt x="33298"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14" name="Google Shape;2414;p2"/>
              <p:cNvSpPr/>
              <p:nvPr/>
            </p:nvSpPr>
            <p:spPr>
              <a:xfrm>
                <a:off x="6577254" y="1180513"/>
                <a:ext cx="17776" cy="71202"/>
              </a:xfrm>
              <a:custGeom>
                <a:avLst/>
                <a:gdLst/>
                <a:ahLst/>
                <a:cxnLst/>
                <a:rect l="l" t="t" r="r" b="b"/>
                <a:pathLst>
                  <a:path w="17776" h="71202" extrusionOk="0">
                    <a:moveTo>
                      <a:pt x="13529" y="0"/>
                    </a:moveTo>
                    <a:cubicBezTo>
                      <a:pt x="18562" y="45473"/>
                      <a:pt x="0" y="69451"/>
                      <a:pt x="0" y="69451"/>
                    </a:cubicBezTo>
                    <a:cubicBezTo>
                      <a:pt x="0" y="69451"/>
                      <a:pt x="28246" y="88640"/>
                      <a:pt x="13529"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2415" name="Google Shape;2415;p2"/>
              <p:cNvGrpSpPr/>
              <p:nvPr/>
            </p:nvGrpSpPr>
            <p:grpSpPr>
              <a:xfrm>
                <a:off x="6569141" y="1191052"/>
                <a:ext cx="169182" cy="261856"/>
                <a:chOff x="6569141" y="1191052"/>
                <a:chExt cx="169182" cy="261856"/>
              </a:xfrm>
            </p:grpSpPr>
            <p:sp>
              <p:nvSpPr>
                <p:cNvPr id="2416" name="Google Shape;2416;p2"/>
                <p:cNvSpPr/>
                <p:nvPr/>
              </p:nvSpPr>
              <p:spPr>
                <a:xfrm>
                  <a:off x="6569141" y="1191052"/>
                  <a:ext cx="136282" cy="246922"/>
                </a:xfrm>
                <a:custGeom>
                  <a:avLst/>
                  <a:gdLst/>
                  <a:ahLst/>
                  <a:cxnLst/>
                  <a:rect l="l" t="t" r="r" b="b"/>
                  <a:pathLst>
                    <a:path w="136282" h="246922" extrusionOk="0">
                      <a:moveTo>
                        <a:pt x="57781" y="154198"/>
                      </a:moveTo>
                      <a:cubicBezTo>
                        <a:pt x="57781" y="154198"/>
                        <a:pt x="64440" y="157633"/>
                        <a:pt x="66409" y="145609"/>
                      </a:cubicBezTo>
                      <a:cubicBezTo>
                        <a:pt x="68372" y="138689"/>
                        <a:pt x="36793" y="103807"/>
                        <a:pt x="36793" y="103807"/>
                      </a:cubicBezTo>
                      <a:cubicBezTo>
                        <a:pt x="36793" y="103807"/>
                        <a:pt x="19456" y="82490"/>
                        <a:pt x="17255" y="66333"/>
                      </a:cubicBezTo>
                      <a:cubicBezTo>
                        <a:pt x="15255" y="51641"/>
                        <a:pt x="-813" y="30091"/>
                        <a:pt x="1002" y="0"/>
                      </a:cubicBezTo>
                      <a:cubicBezTo>
                        <a:pt x="-1230" y="22670"/>
                        <a:pt x="288" y="43146"/>
                        <a:pt x="5340" y="53316"/>
                      </a:cubicBezTo>
                      <a:cubicBezTo>
                        <a:pt x="17072" y="76935"/>
                        <a:pt x="26159" y="96113"/>
                        <a:pt x="25322" y="97752"/>
                      </a:cubicBezTo>
                      <a:cubicBezTo>
                        <a:pt x="24486" y="99388"/>
                        <a:pt x="47698" y="127508"/>
                        <a:pt x="50413" y="138241"/>
                      </a:cubicBezTo>
                      <a:cubicBezTo>
                        <a:pt x="53129" y="148974"/>
                        <a:pt x="55299" y="150492"/>
                        <a:pt x="55299" y="150492"/>
                      </a:cubicBezTo>
                      <a:cubicBezTo>
                        <a:pt x="55299" y="150492"/>
                        <a:pt x="40465" y="165662"/>
                        <a:pt x="83254" y="207269"/>
                      </a:cubicBezTo>
                      <a:cubicBezTo>
                        <a:pt x="102105" y="225599"/>
                        <a:pt x="121014" y="238368"/>
                        <a:pt x="136282" y="246922"/>
                      </a:cubicBezTo>
                      <a:cubicBezTo>
                        <a:pt x="83782" y="214443"/>
                        <a:pt x="57781" y="154198"/>
                        <a:pt x="57781" y="154198"/>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17" name="Google Shape;2417;p2"/>
                <p:cNvSpPr/>
                <p:nvPr/>
              </p:nvSpPr>
              <p:spPr>
                <a:xfrm>
                  <a:off x="6737974" y="1452799"/>
                  <a:ext cx="349" cy="109"/>
                </a:xfrm>
                <a:custGeom>
                  <a:avLst/>
                  <a:gdLst/>
                  <a:ahLst/>
                  <a:cxnLst/>
                  <a:rect l="l" t="t" r="r" b="b"/>
                  <a:pathLst>
                    <a:path w="349" h="109" extrusionOk="0">
                      <a:moveTo>
                        <a:pt x="0" y="0"/>
                      </a:moveTo>
                      <a:cubicBezTo>
                        <a:pt x="212" y="69"/>
                        <a:pt x="350" y="110"/>
                        <a:pt x="350" y="110"/>
                      </a:cubicBezTo>
                      <a:cubicBezTo>
                        <a:pt x="231" y="75"/>
                        <a:pt x="117" y="37"/>
                        <a:pt x="0" y="0"/>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2418" name="Google Shape;2418;p2"/>
              <p:cNvSpPr/>
              <p:nvPr/>
            </p:nvSpPr>
            <p:spPr>
              <a:xfrm>
                <a:off x="6621008" y="1318797"/>
                <a:ext cx="102195" cy="20209"/>
              </a:xfrm>
              <a:custGeom>
                <a:avLst/>
                <a:gdLst/>
                <a:ahLst/>
                <a:cxnLst/>
                <a:rect l="l" t="t" r="r" b="b"/>
                <a:pathLst>
                  <a:path w="102195" h="20209" extrusionOk="0">
                    <a:moveTo>
                      <a:pt x="102196" y="20209"/>
                    </a:moveTo>
                    <a:cubicBezTo>
                      <a:pt x="52493" y="-5831"/>
                      <a:pt x="0" y="15585"/>
                      <a:pt x="0" y="15585"/>
                    </a:cubicBezTo>
                    <a:cubicBezTo>
                      <a:pt x="0" y="15585"/>
                      <a:pt x="2531" y="-22386"/>
                      <a:pt x="102196" y="2020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2419" name="Google Shape;2419;p2"/>
              <p:cNvGrpSpPr/>
              <p:nvPr/>
            </p:nvGrpSpPr>
            <p:grpSpPr>
              <a:xfrm>
                <a:off x="6617163" y="1251084"/>
                <a:ext cx="67421" cy="72693"/>
                <a:chOff x="6617163" y="1251084"/>
                <a:chExt cx="67421" cy="72693"/>
              </a:xfrm>
            </p:grpSpPr>
            <p:sp>
              <p:nvSpPr>
                <p:cNvPr id="2420" name="Google Shape;2420;p2"/>
                <p:cNvSpPr/>
                <p:nvPr/>
              </p:nvSpPr>
              <p:spPr>
                <a:xfrm>
                  <a:off x="6617163" y="1309313"/>
                  <a:ext cx="32465" cy="14464"/>
                </a:xfrm>
                <a:custGeom>
                  <a:avLst/>
                  <a:gdLst/>
                  <a:ahLst/>
                  <a:cxnLst/>
                  <a:rect l="l" t="t" r="r" b="b"/>
                  <a:pathLst>
                    <a:path w="32465" h="14464" extrusionOk="0">
                      <a:moveTo>
                        <a:pt x="0" y="14249"/>
                      </a:moveTo>
                      <a:cubicBezTo>
                        <a:pt x="39" y="14323"/>
                        <a:pt x="73" y="14393"/>
                        <a:pt x="112" y="14464"/>
                      </a:cubicBezTo>
                      <a:cubicBezTo>
                        <a:pt x="3783" y="12677"/>
                        <a:pt x="18443" y="5627"/>
                        <a:pt x="32466" y="126"/>
                      </a:cubicBezTo>
                      <a:cubicBezTo>
                        <a:pt x="19811" y="-1394"/>
                        <a:pt x="3651" y="11234"/>
                        <a:pt x="0" y="14249"/>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21" name="Google Shape;2421;p2"/>
                <p:cNvSpPr/>
                <p:nvPr/>
              </p:nvSpPr>
              <p:spPr>
                <a:xfrm>
                  <a:off x="6649629" y="1309153"/>
                  <a:ext cx="1577" cy="546"/>
                </a:xfrm>
                <a:custGeom>
                  <a:avLst/>
                  <a:gdLst/>
                  <a:ahLst/>
                  <a:cxnLst/>
                  <a:rect l="l" t="t" r="r" b="b"/>
                  <a:pathLst>
                    <a:path w="1577" h="546" extrusionOk="0">
                      <a:moveTo>
                        <a:pt x="1577" y="546"/>
                      </a:moveTo>
                      <a:cubicBezTo>
                        <a:pt x="1287" y="373"/>
                        <a:pt x="1006" y="190"/>
                        <a:pt x="729" y="0"/>
                      </a:cubicBezTo>
                      <a:cubicBezTo>
                        <a:pt x="487" y="94"/>
                        <a:pt x="242" y="190"/>
                        <a:pt x="0" y="286"/>
                      </a:cubicBezTo>
                      <a:cubicBezTo>
                        <a:pt x="530" y="350"/>
                        <a:pt x="1058" y="432"/>
                        <a:pt x="1577" y="54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22" name="Google Shape;2422;p2"/>
                <p:cNvSpPr/>
                <p:nvPr/>
              </p:nvSpPr>
              <p:spPr>
                <a:xfrm>
                  <a:off x="6641813" y="1251084"/>
                  <a:ext cx="42771" cy="58068"/>
                </a:xfrm>
                <a:custGeom>
                  <a:avLst/>
                  <a:gdLst/>
                  <a:ahLst/>
                  <a:cxnLst/>
                  <a:rect l="l" t="t" r="r" b="b"/>
                  <a:pathLst>
                    <a:path w="42771" h="58068" extrusionOk="0">
                      <a:moveTo>
                        <a:pt x="40618" y="46"/>
                      </a:moveTo>
                      <a:cubicBezTo>
                        <a:pt x="670" y="1596"/>
                        <a:pt x="-9365" y="45791"/>
                        <a:pt x="8546" y="58069"/>
                      </a:cubicBezTo>
                      <a:cubicBezTo>
                        <a:pt x="8745" y="57991"/>
                        <a:pt x="8941" y="57916"/>
                        <a:pt x="9138" y="57838"/>
                      </a:cubicBezTo>
                      <a:cubicBezTo>
                        <a:pt x="632" y="31378"/>
                        <a:pt x="42772" y="0"/>
                        <a:pt x="42772" y="0"/>
                      </a:cubicBezTo>
                      <a:cubicBezTo>
                        <a:pt x="42305" y="0"/>
                        <a:pt x="41848" y="14"/>
                        <a:pt x="41391" y="25"/>
                      </a:cubicBezTo>
                      <a:cubicBezTo>
                        <a:pt x="41158" y="32"/>
                        <a:pt x="40906" y="37"/>
                        <a:pt x="40618" y="46"/>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2423" name="Google Shape;2423;p2"/>
              <p:cNvSpPr/>
              <p:nvPr/>
            </p:nvSpPr>
            <p:spPr>
              <a:xfrm>
                <a:off x="6624442" y="1340661"/>
                <a:ext cx="54534" cy="47173"/>
              </a:xfrm>
              <a:custGeom>
                <a:avLst/>
                <a:gdLst/>
                <a:ahLst/>
                <a:cxnLst/>
                <a:rect l="l" t="t" r="r" b="b"/>
                <a:pathLst>
                  <a:path w="54534" h="47173" extrusionOk="0">
                    <a:moveTo>
                      <a:pt x="54535" y="47174"/>
                    </a:moveTo>
                    <a:cubicBezTo>
                      <a:pt x="33305" y="6346"/>
                      <a:pt x="0" y="880"/>
                      <a:pt x="0" y="880"/>
                    </a:cubicBezTo>
                    <a:cubicBezTo>
                      <a:pt x="0" y="880"/>
                      <a:pt x="44065" y="-10319"/>
                      <a:pt x="54535" y="47174"/>
                    </a:cubicBezTo>
                    <a:close/>
                  </a:path>
                </a:pathLst>
              </a:custGeom>
              <a:solidFill>
                <a:srgbClr val="C7C7C7"/>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24" name="Google Shape;2424;p2"/>
              <p:cNvSpPr/>
              <p:nvPr/>
            </p:nvSpPr>
            <p:spPr>
              <a:xfrm>
                <a:off x="6565129" y="1419091"/>
                <a:ext cx="14863" cy="23571"/>
              </a:xfrm>
              <a:custGeom>
                <a:avLst/>
                <a:gdLst/>
                <a:ahLst/>
                <a:cxnLst/>
                <a:rect l="l" t="t" r="r" b="b"/>
                <a:pathLst>
                  <a:path w="14863" h="23571" extrusionOk="0">
                    <a:moveTo>
                      <a:pt x="3693" y="7585"/>
                    </a:moveTo>
                    <a:cubicBezTo>
                      <a:pt x="7588" y="-4153"/>
                      <a:pt x="16428" y="-345"/>
                      <a:pt x="14624" y="6136"/>
                    </a:cubicBezTo>
                    <a:cubicBezTo>
                      <a:pt x="12821" y="12617"/>
                      <a:pt x="8143" y="23941"/>
                      <a:pt x="2844" y="23562"/>
                    </a:cubicBezTo>
                    <a:cubicBezTo>
                      <a:pt x="-2455" y="23183"/>
                      <a:pt x="1123" y="19950"/>
                      <a:pt x="1925" y="14045"/>
                    </a:cubicBezTo>
                    <a:cubicBezTo>
                      <a:pt x="2726" y="8138"/>
                      <a:pt x="3693" y="7585"/>
                      <a:pt x="3693" y="7585"/>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25" name="Google Shape;2425;p2"/>
              <p:cNvSpPr/>
              <p:nvPr/>
            </p:nvSpPr>
            <p:spPr>
              <a:xfrm>
                <a:off x="6328265" y="1198411"/>
                <a:ext cx="300940" cy="346166"/>
              </a:xfrm>
              <a:custGeom>
                <a:avLst/>
                <a:gdLst/>
                <a:ahLst/>
                <a:cxnLst/>
                <a:rect l="l" t="t" r="r" b="b"/>
                <a:pathLst>
                  <a:path w="300940" h="346166" extrusionOk="0">
                    <a:moveTo>
                      <a:pt x="121312" y="328516"/>
                    </a:moveTo>
                    <a:cubicBezTo>
                      <a:pt x="144208" y="345268"/>
                      <a:pt x="158788" y="342136"/>
                      <a:pt x="158788" y="342136"/>
                    </a:cubicBezTo>
                    <a:cubicBezTo>
                      <a:pt x="158788" y="342136"/>
                      <a:pt x="192584" y="352512"/>
                      <a:pt x="199705" y="339966"/>
                    </a:cubicBezTo>
                    <a:cubicBezTo>
                      <a:pt x="132525" y="337440"/>
                      <a:pt x="115263" y="297973"/>
                      <a:pt x="99142" y="264261"/>
                    </a:cubicBezTo>
                    <a:cubicBezTo>
                      <a:pt x="81332" y="227015"/>
                      <a:pt x="119480" y="190453"/>
                      <a:pt x="100246" y="165300"/>
                    </a:cubicBezTo>
                    <a:cubicBezTo>
                      <a:pt x="81012" y="140147"/>
                      <a:pt x="108366" y="128427"/>
                      <a:pt x="117894" y="113191"/>
                    </a:cubicBezTo>
                    <a:cubicBezTo>
                      <a:pt x="127420" y="97954"/>
                      <a:pt x="104130" y="80437"/>
                      <a:pt x="127248" y="59163"/>
                    </a:cubicBezTo>
                    <a:cubicBezTo>
                      <a:pt x="150367" y="37890"/>
                      <a:pt x="201376" y="30440"/>
                      <a:pt x="228754" y="37993"/>
                    </a:cubicBezTo>
                    <a:cubicBezTo>
                      <a:pt x="256131" y="45546"/>
                      <a:pt x="242275" y="63376"/>
                      <a:pt x="257157" y="96425"/>
                    </a:cubicBezTo>
                    <a:cubicBezTo>
                      <a:pt x="272037" y="129474"/>
                      <a:pt x="273603" y="124303"/>
                      <a:pt x="296177" y="143128"/>
                    </a:cubicBezTo>
                    <a:lnTo>
                      <a:pt x="300941" y="139800"/>
                    </a:lnTo>
                    <a:cubicBezTo>
                      <a:pt x="300546" y="138531"/>
                      <a:pt x="300164" y="137285"/>
                      <a:pt x="299809" y="136076"/>
                    </a:cubicBezTo>
                    <a:cubicBezTo>
                      <a:pt x="263563" y="100103"/>
                      <a:pt x="255045" y="55734"/>
                      <a:pt x="255045" y="55734"/>
                    </a:cubicBezTo>
                    <a:cubicBezTo>
                      <a:pt x="239036" y="21949"/>
                      <a:pt x="215284" y="20194"/>
                      <a:pt x="205852" y="14730"/>
                    </a:cubicBezTo>
                    <a:cubicBezTo>
                      <a:pt x="196420" y="9267"/>
                      <a:pt x="149596" y="10318"/>
                      <a:pt x="146663" y="5387"/>
                    </a:cubicBezTo>
                    <a:cubicBezTo>
                      <a:pt x="143733" y="454"/>
                      <a:pt x="125228" y="-5069"/>
                      <a:pt x="113363" y="8656"/>
                    </a:cubicBezTo>
                    <a:cubicBezTo>
                      <a:pt x="84681" y="9831"/>
                      <a:pt x="80157" y="24405"/>
                      <a:pt x="71708" y="30321"/>
                    </a:cubicBezTo>
                    <a:cubicBezTo>
                      <a:pt x="48102" y="39629"/>
                      <a:pt x="39052" y="68774"/>
                      <a:pt x="23295" y="95394"/>
                    </a:cubicBezTo>
                    <a:cubicBezTo>
                      <a:pt x="-1488" y="128191"/>
                      <a:pt x="9821" y="143935"/>
                      <a:pt x="5034" y="157930"/>
                    </a:cubicBezTo>
                    <a:cubicBezTo>
                      <a:pt x="-4862" y="194414"/>
                      <a:pt x="2154" y="203755"/>
                      <a:pt x="6440" y="217812"/>
                    </a:cubicBezTo>
                    <a:cubicBezTo>
                      <a:pt x="10724" y="231868"/>
                      <a:pt x="28882" y="268854"/>
                      <a:pt x="48214" y="282350"/>
                    </a:cubicBezTo>
                    <a:cubicBezTo>
                      <a:pt x="75541" y="324220"/>
                      <a:pt x="86505" y="319251"/>
                      <a:pt x="86505" y="319251"/>
                    </a:cubicBezTo>
                    <a:cubicBezTo>
                      <a:pt x="86505" y="319251"/>
                      <a:pt x="110862" y="342296"/>
                      <a:pt x="121312" y="328516"/>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26" name="Google Shape;2426;p2"/>
              <p:cNvSpPr/>
              <p:nvPr/>
            </p:nvSpPr>
            <p:spPr>
              <a:xfrm>
                <a:off x="6466404" y="1400712"/>
                <a:ext cx="22217" cy="26828"/>
              </a:xfrm>
              <a:custGeom>
                <a:avLst/>
                <a:gdLst/>
                <a:ahLst/>
                <a:cxnLst/>
                <a:rect l="l" t="t" r="r" b="b"/>
                <a:pathLst>
                  <a:path w="22217" h="26828" extrusionOk="0">
                    <a:moveTo>
                      <a:pt x="22218" y="0"/>
                    </a:moveTo>
                    <a:cubicBezTo>
                      <a:pt x="3201" y="12331"/>
                      <a:pt x="2618" y="20364"/>
                      <a:pt x="15081" y="26829"/>
                    </a:cubicBezTo>
                    <a:cubicBezTo>
                      <a:pt x="-11805" y="19132"/>
                      <a:pt x="1459" y="2222"/>
                      <a:pt x="22218" y="0"/>
                    </a:cubicBezTo>
                    <a:close/>
                  </a:path>
                </a:pathLst>
              </a:custGeom>
              <a:solidFill>
                <a:srgbClr val="B8B8B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27" name="Google Shape;2427;p2"/>
              <p:cNvSpPr/>
              <p:nvPr/>
            </p:nvSpPr>
            <p:spPr>
              <a:xfrm>
                <a:off x="6595105" y="1421723"/>
                <a:ext cx="21482" cy="46376"/>
              </a:xfrm>
              <a:custGeom>
                <a:avLst/>
                <a:gdLst/>
                <a:ahLst/>
                <a:cxnLst/>
                <a:rect l="l" t="t" r="r" b="b"/>
                <a:pathLst>
                  <a:path w="21482" h="46376" extrusionOk="0">
                    <a:moveTo>
                      <a:pt x="11993" y="16367"/>
                    </a:moveTo>
                    <a:cubicBezTo>
                      <a:pt x="11607" y="8414"/>
                      <a:pt x="-4402" y="8883"/>
                      <a:pt x="1180" y="2916"/>
                    </a:cubicBezTo>
                    <a:cubicBezTo>
                      <a:pt x="6763" y="-3052"/>
                      <a:pt x="18604" y="-357"/>
                      <a:pt x="21130" y="15652"/>
                    </a:cubicBezTo>
                    <a:cubicBezTo>
                      <a:pt x="23656" y="31658"/>
                      <a:pt x="11922" y="48339"/>
                      <a:pt x="6756" y="46188"/>
                    </a:cubicBezTo>
                    <a:cubicBezTo>
                      <a:pt x="1590" y="44032"/>
                      <a:pt x="12217" y="20955"/>
                      <a:pt x="11993" y="16367"/>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28" name="Google Shape;2428;p2"/>
              <p:cNvSpPr/>
              <p:nvPr/>
            </p:nvSpPr>
            <p:spPr>
              <a:xfrm>
                <a:off x="6544584" y="1491280"/>
                <a:ext cx="56099" cy="39552"/>
              </a:xfrm>
              <a:custGeom>
                <a:avLst/>
                <a:gdLst/>
                <a:ahLst/>
                <a:cxnLst/>
                <a:rect l="l" t="t" r="r" b="b"/>
                <a:pathLst>
                  <a:path w="56099" h="39552" extrusionOk="0">
                    <a:moveTo>
                      <a:pt x="54319" y="10156"/>
                    </a:moveTo>
                    <a:cubicBezTo>
                      <a:pt x="37364" y="25117"/>
                      <a:pt x="27945" y="36902"/>
                      <a:pt x="22013" y="38004"/>
                    </a:cubicBezTo>
                    <a:cubicBezTo>
                      <a:pt x="16081" y="39103"/>
                      <a:pt x="5410" y="40788"/>
                      <a:pt x="1389" y="38138"/>
                    </a:cubicBezTo>
                    <a:cubicBezTo>
                      <a:pt x="-2632" y="35489"/>
                      <a:pt x="1720" y="31333"/>
                      <a:pt x="19162" y="24247"/>
                    </a:cubicBezTo>
                    <a:cubicBezTo>
                      <a:pt x="36605" y="17160"/>
                      <a:pt x="36879" y="7817"/>
                      <a:pt x="46284" y="1784"/>
                    </a:cubicBezTo>
                    <a:cubicBezTo>
                      <a:pt x="55684" y="-4251"/>
                      <a:pt x="58264" y="6674"/>
                      <a:pt x="54319" y="10156"/>
                    </a:cubicBezTo>
                    <a:close/>
                  </a:path>
                </a:pathLst>
              </a:custGeom>
              <a:solidFill>
                <a:srgbClr val="8A8A8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429" name="Google Shape;2429;p2"/>
            <p:cNvGrpSpPr/>
            <p:nvPr/>
          </p:nvGrpSpPr>
          <p:grpSpPr>
            <a:xfrm>
              <a:off x="6250811" y="1548606"/>
              <a:ext cx="1462949" cy="650867"/>
              <a:chOff x="6250811" y="1548606"/>
              <a:chExt cx="1462949" cy="650867"/>
            </a:xfrm>
          </p:grpSpPr>
          <p:sp>
            <p:nvSpPr>
              <p:cNvPr id="2430" name="Google Shape;2430;p2"/>
              <p:cNvSpPr/>
              <p:nvPr/>
            </p:nvSpPr>
            <p:spPr>
              <a:xfrm>
                <a:off x="6250811" y="1548606"/>
                <a:ext cx="1462949" cy="650867"/>
              </a:xfrm>
              <a:custGeom>
                <a:avLst/>
                <a:gdLst/>
                <a:ahLst/>
                <a:cxnLst/>
                <a:rect l="l" t="t" r="r" b="b"/>
                <a:pathLst>
                  <a:path w="1462949" h="650867" extrusionOk="0">
                    <a:moveTo>
                      <a:pt x="79620" y="137776"/>
                    </a:moveTo>
                    <a:cubicBezTo>
                      <a:pt x="212827" y="38358"/>
                      <a:pt x="396690" y="-28281"/>
                      <a:pt x="570634" y="11868"/>
                    </a:cubicBezTo>
                    <a:cubicBezTo>
                      <a:pt x="617634" y="14104"/>
                      <a:pt x="665012" y="19268"/>
                      <a:pt x="712129" y="27004"/>
                    </a:cubicBezTo>
                    <a:cubicBezTo>
                      <a:pt x="1003650" y="44398"/>
                      <a:pt x="1438347" y="308717"/>
                      <a:pt x="1462364" y="515746"/>
                    </a:cubicBezTo>
                    <a:cubicBezTo>
                      <a:pt x="1501212" y="850645"/>
                      <a:pt x="-407484" y="501324"/>
                      <a:pt x="79620" y="137776"/>
                    </a:cubicBezTo>
                    <a:close/>
                  </a:path>
                </a:pathLst>
              </a:custGeom>
              <a:solidFill>
                <a:srgbClr val="FAAF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31" name="Google Shape;2431;p2"/>
              <p:cNvSpPr/>
              <p:nvPr/>
            </p:nvSpPr>
            <p:spPr>
              <a:xfrm>
                <a:off x="7272226" y="1841157"/>
                <a:ext cx="311655" cy="178086"/>
              </a:xfrm>
              <a:custGeom>
                <a:avLst/>
                <a:gdLst/>
                <a:ahLst/>
                <a:cxnLst/>
                <a:rect l="l" t="t" r="r" b="b"/>
                <a:pathLst>
                  <a:path w="311655" h="178086" extrusionOk="0">
                    <a:moveTo>
                      <a:pt x="311655" y="28226"/>
                    </a:moveTo>
                    <a:cubicBezTo>
                      <a:pt x="311655" y="28226"/>
                      <a:pt x="82856" y="35479"/>
                      <a:pt x="0" y="178087"/>
                    </a:cubicBezTo>
                    <a:cubicBezTo>
                      <a:pt x="21134" y="43855"/>
                      <a:pt x="213915" y="-49439"/>
                      <a:pt x="311655" y="28226"/>
                    </a:cubicBezTo>
                    <a:close/>
                  </a:path>
                </a:pathLst>
              </a:custGeom>
              <a:solidFill>
                <a:srgbClr val="FFD27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32" name="Google Shape;2432;p2"/>
              <p:cNvSpPr/>
              <p:nvPr/>
            </p:nvSpPr>
            <p:spPr>
              <a:xfrm>
                <a:off x="7272226" y="1841157"/>
                <a:ext cx="311655" cy="178086"/>
              </a:xfrm>
              <a:custGeom>
                <a:avLst/>
                <a:gdLst/>
                <a:ahLst/>
                <a:cxnLst/>
                <a:rect l="l" t="t" r="r" b="b"/>
                <a:pathLst>
                  <a:path w="311655" h="178086" extrusionOk="0">
                    <a:moveTo>
                      <a:pt x="311655" y="28226"/>
                    </a:moveTo>
                    <a:cubicBezTo>
                      <a:pt x="311655" y="28226"/>
                      <a:pt x="120888" y="-58651"/>
                      <a:pt x="0" y="178087"/>
                    </a:cubicBezTo>
                    <a:cubicBezTo>
                      <a:pt x="21134" y="43855"/>
                      <a:pt x="213915" y="-49439"/>
                      <a:pt x="311655" y="28226"/>
                    </a:cubicBezTo>
                    <a:close/>
                  </a:path>
                </a:pathLst>
              </a:custGeom>
              <a:solidFill>
                <a:srgbClr val="E8CC6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33" name="Google Shape;2433;p2"/>
              <p:cNvSpPr/>
              <p:nvPr/>
            </p:nvSpPr>
            <p:spPr>
              <a:xfrm>
                <a:off x="6398109" y="1586835"/>
                <a:ext cx="161748" cy="160366"/>
              </a:xfrm>
              <a:custGeom>
                <a:avLst/>
                <a:gdLst/>
                <a:ahLst/>
                <a:cxnLst/>
                <a:rect l="l" t="t" r="r" b="b"/>
                <a:pathLst>
                  <a:path w="161748" h="160366" extrusionOk="0">
                    <a:moveTo>
                      <a:pt x="161748" y="4804"/>
                    </a:moveTo>
                    <a:cubicBezTo>
                      <a:pt x="161748" y="4804"/>
                      <a:pt x="23034" y="56038"/>
                      <a:pt x="1427" y="160366"/>
                    </a:cubicBezTo>
                    <a:cubicBezTo>
                      <a:pt x="-13073" y="73793"/>
                      <a:pt x="85974" y="-22797"/>
                      <a:pt x="161748" y="4804"/>
                    </a:cubicBezTo>
                    <a:close/>
                  </a:path>
                </a:pathLst>
              </a:custGeom>
              <a:solidFill>
                <a:srgbClr val="FFD27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34" name="Google Shape;2434;p2"/>
              <p:cNvSpPr/>
              <p:nvPr/>
            </p:nvSpPr>
            <p:spPr>
              <a:xfrm>
                <a:off x="6398109" y="1586835"/>
                <a:ext cx="161748" cy="160366"/>
              </a:xfrm>
              <a:custGeom>
                <a:avLst/>
                <a:gdLst/>
                <a:ahLst/>
                <a:cxnLst/>
                <a:rect l="l" t="t" r="r" b="b"/>
                <a:pathLst>
                  <a:path w="161748" h="160366" extrusionOk="0">
                    <a:moveTo>
                      <a:pt x="161748" y="4804"/>
                    </a:moveTo>
                    <a:cubicBezTo>
                      <a:pt x="161748" y="4804"/>
                      <a:pt x="27089" y="-9420"/>
                      <a:pt x="1427" y="160366"/>
                    </a:cubicBezTo>
                    <a:cubicBezTo>
                      <a:pt x="-13073" y="73793"/>
                      <a:pt x="85974" y="-22797"/>
                      <a:pt x="161748" y="4804"/>
                    </a:cubicBezTo>
                    <a:close/>
                  </a:path>
                </a:pathLst>
              </a:custGeom>
              <a:solidFill>
                <a:srgbClr val="E8CC6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35" name="Google Shape;2435;p2"/>
              <p:cNvSpPr/>
              <p:nvPr/>
            </p:nvSpPr>
            <p:spPr>
              <a:xfrm>
                <a:off x="6938024" y="1669325"/>
                <a:ext cx="401720" cy="229551"/>
              </a:xfrm>
              <a:custGeom>
                <a:avLst/>
                <a:gdLst/>
                <a:ahLst/>
                <a:cxnLst/>
                <a:rect l="l" t="t" r="r" b="b"/>
                <a:pathLst>
                  <a:path w="401720" h="229551" extrusionOk="0">
                    <a:moveTo>
                      <a:pt x="401721" y="36383"/>
                    </a:moveTo>
                    <a:cubicBezTo>
                      <a:pt x="401721" y="36383"/>
                      <a:pt x="106800" y="45732"/>
                      <a:pt x="0" y="229552"/>
                    </a:cubicBezTo>
                    <a:cubicBezTo>
                      <a:pt x="27242" y="56529"/>
                      <a:pt x="275735" y="-63726"/>
                      <a:pt x="401721" y="36383"/>
                    </a:cubicBezTo>
                    <a:close/>
                  </a:path>
                </a:pathLst>
              </a:custGeom>
              <a:solidFill>
                <a:srgbClr val="FFD27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36" name="Google Shape;2436;p2"/>
              <p:cNvSpPr/>
              <p:nvPr/>
            </p:nvSpPr>
            <p:spPr>
              <a:xfrm>
                <a:off x="6938024" y="1669325"/>
                <a:ext cx="401720" cy="229551"/>
              </a:xfrm>
              <a:custGeom>
                <a:avLst/>
                <a:gdLst/>
                <a:ahLst/>
                <a:cxnLst/>
                <a:rect l="l" t="t" r="r" b="b"/>
                <a:pathLst>
                  <a:path w="401720" h="229551" extrusionOk="0">
                    <a:moveTo>
                      <a:pt x="401721" y="36383"/>
                    </a:moveTo>
                    <a:cubicBezTo>
                      <a:pt x="401721" y="36383"/>
                      <a:pt x="155825" y="-75604"/>
                      <a:pt x="0" y="229552"/>
                    </a:cubicBezTo>
                    <a:cubicBezTo>
                      <a:pt x="27242" y="56529"/>
                      <a:pt x="275737" y="-63726"/>
                      <a:pt x="401721" y="36383"/>
                    </a:cubicBezTo>
                    <a:close/>
                  </a:path>
                </a:pathLst>
              </a:custGeom>
              <a:solidFill>
                <a:srgbClr val="E8CC6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37" name="Google Shape;2437;p2"/>
              <p:cNvSpPr/>
              <p:nvPr/>
            </p:nvSpPr>
            <p:spPr>
              <a:xfrm>
                <a:off x="6585054" y="1560485"/>
                <a:ext cx="401721" cy="223902"/>
              </a:xfrm>
              <a:custGeom>
                <a:avLst/>
                <a:gdLst/>
                <a:ahLst/>
                <a:cxnLst/>
                <a:rect l="l" t="t" r="r" b="b"/>
                <a:pathLst>
                  <a:path w="401721" h="223902" extrusionOk="0">
                    <a:moveTo>
                      <a:pt x="0" y="223902"/>
                    </a:moveTo>
                    <a:cubicBezTo>
                      <a:pt x="17561" y="112377"/>
                      <a:pt x="127042" y="22796"/>
                      <a:pt x="236391" y="0"/>
                    </a:cubicBezTo>
                    <a:cubicBezTo>
                      <a:pt x="283391" y="2236"/>
                      <a:pt x="330768" y="7395"/>
                      <a:pt x="377885" y="15131"/>
                    </a:cubicBezTo>
                    <a:cubicBezTo>
                      <a:pt x="386215" y="19575"/>
                      <a:pt x="394193" y="24748"/>
                      <a:pt x="401721" y="30731"/>
                    </a:cubicBezTo>
                    <a:cubicBezTo>
                      <a:pt x="401719" y="30731"/>
                      <a:pt x="106800" y="40080"/>
                      <a:pt x="0" y="223902"/>
                    </a:cubicBezTo>
                    <a:close/>
                  </a:path>
                </a:pathLst>
              </a:custGeom>
              <a:solidFill>
                <a:srgbClr val="FFD27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38" name="Google Shape;2438;p2"/>
              <p:cNvSpPr/>
              <p:nvPr/>
            </p:nvSpPr>
            <p:spPr>
              <a:xfrm>
                <a:off x="6585054" y="1560485"/>
                <a:ext cx="401721" cy="223902"/>
              </a:xfrm>
              <a:custGeom>
                <a:avLst/>
                <a:gdLst/>
                <a:ahLst/>
                <a:cxnLst/>
                <a:rect l="l" t="t" r="r" b="b"/>
                <a:pathLst>
                  <a:path w="401721" h="223902" extrusionOk="0">
                    <a:moveTo>
                      <a:pt x="0" y="223902"/>
                    </a:moveTo>
                    <a:cubicBezTo>
                      <a:pt x="17561" y="112377"/>
                      <a:pt x="127042" y="22796"/>
                      <a:pt x="236391" y="0"/>
                    </a:cubicBezTo>
                    <a:cubicBezTo>
                      <a:pt x="283391" y="2236"/>
                      <a:pt x="330768" y="7395"/>
                      <a:pt x="377885" y="15131"/>
                    </a:cubicBezTo>
                    <a:cubicBezTo>
                      <a:pt x="386215" y="19575"/>
                      <a:pt x="394193" y="24748"/>
                      <a:pt x="401721" y="30731"/>
                    </a:cubicBezTo>
                    <a:cubicBezTo>
                      <a:pt x="401721" y="30731"/>
                      <a:pt x="155823" y="-81254"/>
                      <a:pt x="0" y="223902"/>
                    </a:cubicBezTo>
                    <a:close/>
                  </a:path>
                </a:pathLst>
              </a:custGeom>
              <a:solidFill>
                <a:srgbClr val="E8CC6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39" name="Google Shape;2439;p2"/>
              <p:cNvSpPr/>
              <p:nvPr/>
            </p:nvSpPr>
            <p:spPr>
              <a:xfrm>
                <a:off x="6250883" y="1793600"/>
                <a:ext cx="1433087" cy="405856"/>
              </a:xfrm>
              <a:custGeom>
                <a:avLst/>
                <a:gdLst/>
                <a:ahLst/>
                <a:cxnLst/>
                <a:rect l="l" t="t" r="r" b="b"/>
                <a:pathLst>
                  <a:path w="1433087" h="405856" extrusionOk="0">
                    <a:moveTo>
                      <a:pt x="1130" y="0"/>
                    </a:moveTo>
                    <a:cubicBezTo>
                      <a:pt x="75597" y="281820"/>
                      <a:pt x="1238647" y="400777"/>
                      <a:pt x="1433088" y="341295"/>
                    </a:cubicBezTo>
                    <a:cubicBezTo>
                      <a:pt x="1221752" y="524317"/>
                      <a:pt x="-43058" y="289072"/>
                      <a:pt x="1130" y="0"/>
                    </a:cubicBezTo>
                    <a:close/>
                  </a:path>
                </a:pathLst>
              </a:custGeom>
              <a:solidFill>
                <a:srgbClr val="FFCA5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440" name="Google Shape;2440;p2"/>
            <p:cNvGrpSpPr/>
            <p:nvPr/>
          </p:nvGrpSpPr>
          <p:grpSpPr>
            <a:xfrm>
              <a:off x="8169927" y="3765604"/>
              <a:ext cx="830061" cy="990849"/>
              <a:chOff x="8169927" y="3765604"/>
              <a:chExt cx="830061" cy="990849"/>
            </a:xfrm>
          </p:grpSpPr>
          <p:sp>
            <p:nvSpPr>
              <p:cNvPr id="2441" name="Google Shape;2441;p2"/>
              <p:cNvSpPr/>
              <p:nvPr/>
            </p:nvSpPr>
            <p:spPr>
              <a:xfrm>
                <a:off x="8169927" y="3979473"/>
                <a:ext cx="664660" cy="776979"/>
              </a:xfrm>
              <a:custGeom>
                <a:avLst/>
                <a:gdLst/>
                <a:ahLst/>
                <a:cxnLst/>
                <a:rect l="l" t="t" r="r" b="b"/>
                <a:pathLst>
                  <a:path w="664660" h="776979" extrusionOk="0">
                    <a:moveTo>
                      <a:pt x="348219" y="0"/>
                    </a:moveTo>
                    <a:cubicBezTo>
                      <a:pt x="348219" y="0"/>
                      <a:pt x="424912" y="86637"/>
                      <a:pt x="343859" y="199138"/>
                    </a:cubicBezTo>
                    <a:cubicBezTo>
                      <a:pt x="265893" y="301514"/>
                      <a:pt x="153456" y="450790"/>
                      <a:pt x="98185" y="483583"/>
                    </a:cubicBezTo>
                    <a:cubicBezTo>
                      <a:pt x="34477" y="521382"/>
                      <a:pt x="-56106" y="648415"/>
                      <a:pt x="46105" y="748212"/>
                    </a:cubicBezTo>
                    <a:cubicBezTo>
                      <a:pt x="148317" y="848010"/>
                      <a:pt x="283902" y="660681"/>
                      <a:pt x="339658" y="603013"/>
                    </a:cubicBezTo>
                    <a:cubicBezTo>
                      <a:pt x="384971" y="556147"/>
                      <a:pt x="459144" y="385308"/>
                      <a:pt x="500948" y="271152"/>
                    </a:cubicBezTo>
                    <a:lnTo>
                      <a:pt x="500948" y="271152"/>
                    </a:lnTo>
                    <a:cubicBezTo>
                      <a:pt x="525814" y="206307"/>
                      <a:pt x="622180" y="177250"/>
                      <a:pt x="664660" y="183593"/>
                    </a:cubicBezTo>
                    <a:cubicBezTo>
                      <a:pt x="618783" y="48280"/>
                      <a:pt x="348219" y="0"/>
                      <a:pt x="348219" y="0"/>
                    </a:cubicBezTo>
                    <a:close/>
                  </a:path>
                </a:pathLst>
              </a:custGeom>
              <a:solidFill>
                <a:srgbClr val="F7EBC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42" name="Google Shape;2442;p2"/>
              <p:cNvSpPr/>
              <p:nvPr/>
            </p:nvSpPr>
            <p:spPr>
              <a:xfrm>
                <a:off x="8216033" y="4018642"/>
                <a:ext cx="618554" cy="737811"/>
              </a:xfrm>
              <a:custGeom>
                <a:avLst/>
                <a:gdLst/>
                <a:ahLst/>
                <a:cxnLst/>
                <a:rect l="l" t="t" r="r" b="b"/>
                <a:pathLst>
                  <a:path w="618554" h="737811" extrusionOk="0">
                    <a:moveTo>
                      <a:pt x="438297" y="0"/>
                    </a:moveTo>
                    <a:lnTo>
                      <a:pt x="423909" y="30374"/>
                    </a:lnTo>
                    <a:cubicBezTo>
                      <a:pt x="468578" y="108322"/>
                      <a:pt x="565998" y="110519"/>
                      <a:pt x="509819" y="133212"/>
                    </a:cubicBezTo>
                    <a:cubicBezTo>
                      <a:pt x="453641" y="155905"/>
                      <a:pt x="405290" y="237632"/>
                      <a:pt x="377949" y="338193"/>
                    </a:cubicBezTo>
                    <a:cubicBezTo>
                      <a:pt x="350606" y="438754"/>
                      <a:pt x="124900" y="759638"/>
                      <a:pt x="0" y="709044"/>
                    </a:cubicBezTo>
                    <a:cubicBezTo>
                      <a:pt x="102212" y="808841"/>
                      <a:pt x="237797" y="621513"/>
                      <a:pt x="293552" y="563844"/>
                    </a:cubicBezTo>
                    <a:cubicBezTo>
                      <a:pt x="338865" y="516979"/>
                      <a:pt x="413039" y="346139"/>
                      <a:pt x="454843" y="231983"/>
                    </a:cubicBezTo>
                    <a:lnTo>
                      <a:pt x="454843" y="231983"/>
                    </a:lnTo>
                    <a:cubicBezTo>
                      <a:pt x="479708" y="167139"/>
                      <a:pt x="576074" y="138081"/>
                      <a:pt x="618555" y="144425"/>
                    </a:cubicBezTo>
                    <a:cubicBezTo>
                      <a:pt x="595112" y="75280"/>
                      <a:pt x="512999" y="28863"/>
                      <a:pt x="438297" y="0"/>
                    </a:cubicBezTo>
                    <a:close/>
                  </a:path>
                </a:pathLst>
              </a:custGeom>
              <a:solidFill>
                <a:srgbClr val="EBE3D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43" name="Google Shape;2443;p2"/>
              <p:cNvSpPr/>
              <p:nvPr/>
            </p:nvSpPr>
            <p:spPr>
              <a:xfrm>
                <a:off x="8450832" y="3765604"/>
                <a:ext cx="549156" cy="407282"/>
              </a:xfrm>
              <a:custGeom>
                <a:avLst/>
                <a:gdLst/>
                <a:ahLst/>
                <a:cxnLst/>
                <a:rect l="l" t="t" r="r" b="b"/>
                <a:pathLst>
                  <a:path w="549156" h="407282" extrusionOk="0">
                    <a:moveTo>
                      <a:pt x="100722" y="293146"/>
                    </a:moveTo>
                    <a:cubicBezTo>
                      <a:pt x="15120" y="269747"/>
                      <a:pt x="-43941" y="111443"/>
                      <a:pt x="42131" y="66949"/>
                    </a:cubicBezTo>
                    <a:cubicBezTo>
                      <a:pt x="128202" y="22456"/>
                      <a:pt x="296316" y="-63248"/>
                      <a:pt x="449618" y="76858"/>
                    </a:cubicBezTo>
                    <a:cubicBezTo>
                      <a:pt x="602919" y="216965"/>
                      <a:pt x="555030" y="377287"/>
                      <a:pt x="466923" y="403516"/>
                    </a:cubicBezTo>
                    <a:cubicBezTo>
                      <a:pt x="378816" y="429746"/>
                      <a:pt x="220634" y="312392"/>
                      <a:pt x="154980" y="255173"/>
                    </a:cubicBezTo>
                    <a:cubicBezTo>
                      <a:pt x="89323" y="197955"/>
                      <a:pt x="74865" y="227195"/>
                      <a:pt x="100722" y="293146"/>
                    </a:cubicBezTo>
                    <a:close/>
                  </a:path>
                </a:pathLst>
              </a:custGeom>
              <a:solidFill>
                <a:srgbClr val="A6774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44" name="Google Shape;2444;p2"/>
              <p:cNvSpPr/>
              <p:nvPr/>
            </p:nvSpPr>
            <p:spPr>
              <a:xfrm>
                <a:off x="8824762" y="4060397"/>
                <a:ext cx="111637" cy="80427"/>
              </a:xfrm>
              <a:custGeom>
                <a:avLst/>
                <a:gdLst/>
                <a:ahLst/>
                <a:cxnLst/>
                <a:rect l="l" t="t" r="r" b="b"/>
                <a:pathLst>
                  <a:path w="111637" h="80427" extrusionOk="0">
                    <a:moveTo>
                      <a:pt x="26326" y="4333"/>
                    </a:moveTo>
                    <a:cubicBezTo>
                      <a:pt x="21151" y="32901"/>
                      <a:pt x="-17103" y="30485"/>
                      <a:pt x="9078" y="28107"/>
                    </a:cubicBezTo>
                    <a:cubicBezTo>
                      <a:pt x="35260" y="25728"/>
                      <a:pt x="33099" y="32437"/>
                      <a:pt x="30025" y="40358"/>
                    </a:cubicBezTo>
                    <a:cubicBezTo>
                      <a:pt x="26950" y="48279"/>
                      <a:pt x="37939" y="45424"/>
                      <a:pt x="49550" y="45657"/>
                    </a:cubicBezTo>
                    <a:cubicBezTo>
                      <a:pt x="61160" y="45890"/>
                      <a:pt x="65202" y="47044"/>
                      <a:pt x="61283" y="60180"/>
                    </a:cubicBezTo>
                    <a:cubicBezTo>
                      <a:pt x="57365" y="73315"/>
                      <a:pt x="84585" y="84350"/>
                      <a:pt x="92065" y="79085"/>
                    </a:cubicBezTo>
                    <a:cubicBezTo>
                      <a:pt x="99544" y="73820"/>
                      <a:pt x="119183" y="9106"/>
                      <a:pt x="108549" y="31026"/>
                    </a:cubicBezTo>
                    <a:cubicBezTo>
                      <a:pt x="97914" y="52947"/>
                      <a:pt x="96650" y="81058"/>
                      <a:pt x="90142" y="61053"/>
                    </a:cubicBezTo>
                    <a:cubicBezTo>
                      <a:pt x="83634" y="41046"/>
                      <a:pt x="83686" y="19567"/>
                      <a:pt x="71797" y="25627"/>
                    </a:cubicBezTo>
                    <a:cubicBezTo>
                      <a:pt x="59907" y="31687"/>
                      <a:pt x="47257" y="23147"/>
                      <a:pt x="47636" y="13036"/>
                    </a:cubicBezTo>
                    <a:cubicBezTo>
                      <a:pt x="48016" y="2922"/>
                      <a:pt x="28091" y="-5403"/>
                      <a:pt x="26326" y="4333"/>
                    </a:cubicBezTo>
                    <a:close/>
                  </a:path>
                </a:pathLst>
              </a:custGeom>
              <a:solidFill>
                <a:srgbClr val="9E713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45" name="Google Shape;2445;p2"/>
              <p:cNvSpPr/>
              <p:nvPr/>
            </p:nvSpPr>
            <p:spPr>
              <a:xfrm>
                <a:off x="8868081" y="3924524"/>
                <a:ext cx="105451" cy="62427"/>
              </a:xfrm>
              <a:custGeom>
                <a:avLst/>
                <a:gdLst/>
                <a:ahLst/>
                <a:cxnLst/>
                <a:rect l="l" t="t" r="r" b="b"/>
                <a:pathLst>
                  <a:path w="105451" h="62427" extrusionOk="0">
                    <a:moveTo>
                      <a:pt x="11663" y="19896"/>
                    </a:moveTo>
                    <a:cubicBezTo>
                      <a:pt x="20349" y="47598"/>
                      <a:pt x="-14647" y="63232"/>
                      <a:pt x="7433" y="48960"/>
                    </a:cubicBezTo>
                    <a:cubicBezTo>
                      <a:pt x="29514" y="34691"/>
                      <a:pt x="30716" y="41636"/>
                      <a:pt x="31674" y="50078"/>
                    </a:cubicBezTo>
                    <a:cubicBezTo>
                      <a:pt x="32632" y="58520"/>
                      <a:pt x="41038" y="50887"/>
                      <a:pt x="51428" y="45700"/>
                    </a:cubicBezTo>
                    <a:cubicBezTo>
                      <a:pt x="61817" y="40514"/>
                      <a:pt x="65932" y="39659"/>
                      <a:pt x="68563" y="53109"/>
                    </a:cubicBezTo>
                    <a:cubicBezTo>
                      <a:pt x="71197" y="66562"/>
                      <a:pt x="100426" y="63689"/>
                      <a:pt x="104604" y="55551"/>
                    </a:cubicBezTo>
                    <a:cubicBezTo>
                      <a:pt x="108783" y="47413"/>
                      <a:pt x="96110" y="-19016"/>
                      <a:pt x="96875" y="5337"/>
                    </a:cubicBezTo>
                    <a:cubicBezTo>
                      <a:pt x="97641" y="29689"/>
                      <a:pt x="109581" y="55169"/>
                      <a:pt x="94523" y="40477"/>
                    </a:cubicBezTo>
                    <a:cubicBezTo>
                      <a:pt x="79468" y="25782"/>
                      <a:pt x="69532" y="6738"/>
                      <a:pt x="61822" y="17628"/>
                    </a:cubicBezTo>
                    <a:cubicBezTo>
                      <a:pt x="54109" y="28519"/>
                      <a:pt x="38939" y="26832"/>
                      <a:pt x="34577" y="17702"/>
                    </a:cubicBezTo>
                    <a:cubicBezTo>
                      <a:pt x="30216" y="8571"/>
                      <a:pt x="8702" y="10455"/>
                      <a:pt x="11663" y="19896"/>
                    </a:cubicBezTo>
                    <a:close/>
                  </a:path>
                </a:pathLst>
              </a:custGeom>
              <a:solidFill>
                <a:srgbClr val="9E713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46" name="Google Shape;2446;p2"/>
              <p:cNvSpPr/>
              <p:nvPr/>
            </p:nvSpPr>
            <p:spPr>
              <a:xfrm>
                <a:off x="8514710" y="3831320"/>
                <a:ext cx="119125" cy="79358"/>
              </a:xfrm>
              <a:custGeom>
                <a:avLst/>
                <a:gdLst/>
                <a:ahLst/>
                <a:cxnLst/>
                <a:rect l="l" t="t" r="r" b="b"/>
                <a:pathLst>
                  <a:path w="119125" h="79358" extrusionOk="0">
                    <a:moveTo>
                      <a:pt x="4764" y="25208"/>
                    </a:moveTo>
                    <a:cubicBezTo>
                      <a:pt x="26522" y="1929"/>
                      <a:pt x="39235" y="-9213"/>
                      <a:pt x="29375" y="9270"/>
                    </a:cubicBezTo>
                    <a:cubicBezTo>
                      <a:pt x="19513" y="27752"/>
                      <a:pt x="25948" y="19285"/>
                      <a:pt x="41340" y="15435"/>
                    </a:cubicBezTo>
                    <a:cubicBezTo>
                      <a:pt x="56732" y="11588"/>
                      <a:pt x="52183" y="30781"/>
                      <a:pt x="46635" y="36571"/>
                    </a:cubicBezTo>
                    <a:cubicBezTo>
                      <a:pt x="41084" y="42362"/>
                      <a:pt x="62721" y="30180"/>
                      <a:pt x="74279" y="27752"/>
                    </a:cubicBezTo>
                    <a:cubicBezTo>
                      <a:pt x="85837" y="25324"/>
                      <a:pt x="91772" y="28395"/>
                      <a:pt x="83174" y="43571"/>
                    </a:cubicBezTo>
                    <a:cubicBezTo>
                      <a:pt x="74576" y="58748"/>
                      <a:pt x="84957" y="57692"/>
                      <a:pt x="104278" y="53929"/>
                    </a:cubicBezTo>
                    <a:cubicBezTo>
                      <a:pt x="123599" y="50166"/>
                      <a:pt x="122123" y="68735"/>
                      <a:pt x="110903" y="76634"/>
                    </a:cubicBezTo>
                    <a:cubicBezTo>
                      <a:pt x="99681" y="84532"/>
                      <a:pt x="123209" y="72677"/>
                      <a:pt x="98995" y="73401"/>
                    </a:cubicBezTo>
                    <a:cubicBezTo>
                      <a:pt x="74782" y="74126"/>
                      <a:pt x="53257" y="77767"/>
                      <a:pt x="57209" y="62060"/>
                    </a:cubicBezTo>
                    <a:cubicBezTo>
                      <a:pt x="61162" y="46351"/>
                      <a:pt x="74627" y="35415"/>
                      <a:pt x="58362" y="47780"/>
                    </a:cubicBezTo>
                    <a:cubicBezTo>
                      <a:pt x="42097" y="60147"/>
                      <a:pt x="17998" y="44851"/>
                      <a:pt x="22551" y="34413"/>
                    </a:cubicBezTo>
                    <a:cubicBezTo>
                      <a:pt x="27105" y="23975"/>
                      <a:pt x="8305" y="30548"/>
                      <a:pt x="2183" y="34722"/>
                    </a:cubicBezTo>
                    <a:cubicBezTo>
                      <a:pt x="-3941" y="38899"/>
                      <a:pt x="4764" y="25208"/>
                      <a:pt x="4764" y="25208"/>
                    </a:cubicBezTo>
                    <a:close/>
                  </a:path>
                </a:pathLst>
              </a:custGeom>
              <a:solidFill>
                <a:srgbClr val="C7966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47" name="Google Shape;2447;p2"/>
              <p:cNvSpPr/>
              <p:nvPr/>
            </p:nvSpPr>
            <p:spPr>
              <a:xfrm>
                <a:off x="8700930" y="4035610"/>
                <a:ext cx="58946" cy="39267"/>
              </a:xfrm>
              <a:custGeom>
                <a:avLst/>
                <a:gdLst/>
                <a:ahLst/>
                <a:cxnLst/>
                <a:rect l="l" t="t" r="r" b="b"/>
                <a:pathLst>
                  <a:path w="58946" h="39267" extrusionOk="0">
                    <a:moveTo>
                      <a:pt x="2357" y="12473"/>
                    </a:moveTo>
                    <a:cubicBezTo>
                      <a:pt x="13121" y="954"/>
                      <a:pt x="19412" y="-4558"/>
                      <a:pt x="14534" y="4586"/>
                    </a:cubicBezTo>
                    <a:cubicBezTo>
                      <a:pt x="9656" y="13730"/>
                      <a:pt x="12838" y="9542"/>
                      <a:pt x="20455" y="7638"/>
                    </a:cubicBezTo>
                    <a:cubicBezTo>
                      <a:pt x="28072" y="5734"/>
                      <a:pt x="25820" y="15232"/>
                      <a:pt x="23075" y="18097"/>
                    </a:cubicBezTo>
                    <a:cubicBezTo>
                      <a:pt x="20329" y="20961"/>
                      <a:pt x="31034" y="14933"/>
                      <a:pt x="36754" y="13732"/>
                    </a:cubicBezTo>
                    <a:cubicBezTo>
                      <a:pt x="42473" y="12530"/>
                      <a:pt x="45409" y="14050"/>
                      <a:pt x="41157" y="21560"/>
                    </a:cubicBezTo>
                    <a:cubicBezTo>
                      <a:pt x="36902" y="29069"/>
                      <a:pt x="42039" y="28546"/>
                      <a:pt x="51599" y="26685"/>
                    </a:cubicBezTo>
                    <a:cubicBezTo>
                      <a:pt x="61159" y="24822"/>
                      <a:pt x="60430" y="34012"/>
                      <a:pt x="54877" y="37919"/>
                    </a:cubicBezTo>
                    <a:cubicBezTo>
                      <a:pt x="49325" y="41828"/>
                      <a:pt x="60965" y="35962"/>
                      <a:pt x="48984" y="36318"/>
                    </a:cubicBezTo>
                    <a:cubicBezTo>
                      <a:pt x="37003" y="36677"/>
                      <a:pt x="26353" y="38479"/>
                      <a:pt x="28309" y="30706"/>
                    </a:cubicBezTo>
                    <a:cubicBezTo>
                      <a:pt x="30264" y="22934"/>
                      <a:pt x="36928" y="17520"/>
                      <a:pt x="28879" y="23640"/>
                    </a:cubicBezTo>
                    <a:cubicBezTo>
                      <a:pt x="20830" y="29760"/>
                      <a:pt x="8906" y="22191"/>
                      <a:pt x="11160" y="17027"/>
                    </a:cubicBezTo>
                    <a:cubicBezTo>
                      <a:pt x="13414" y="11863"/>
                      <a:pt x="4110" y="15113"/>
                      <a:pt x="1081" y="17180"/>
                    </a:cubicBezTo>
                    <a:cubicBezTo>
                      <a:pt x="-1950" y="19244"/>
                      <a:pt x="2357" y="12473"/>
                      <a:pt x="2357" y="12473"/>
                    </a:cubicBezTo>
                    <a:close/>
                  </a:path>
                </a:pathLst>
              </a:custGeom>
              <a:solidFill>
                <a:srgbClr val="C7966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48" name="Google Shape;2448;p2"/>
              <p:cNvSpPr/>
              <p:nvPr/>
            </p:nvSpPr>
            <p:spPr>
              <a:xfrm>
                <a:off x="8656507" y="3936195"/>
                <a:ext cx="79811" cy="53166"/>
              </a:xfrm>
              <a:custGeom>
                <a:avLst/>
                <a:gdLst/>
                <a:ahLst/>
                <a:cxnLst/>
                <a:rect l="l" t="t" r="r" b="b"/>
                <a:pathLst>
                  <a:path w="79811" h="53166" extrusionOk="0">
                    <a:moveTo>
                      <a:pt x="3193" y="16889"/>
                    </a:moveTo>
                    <a:cubicBezTo>
                      <a:pt x="17771" y="1293"/>
                      <a:pt x="26288" y="-6173"/>
                      <a:pt x="19682" y="6211"/>
                    </a:cubicBezTo>
                    <a:cubicBezTo>
                      <a:pt x="13075" y="18594"/>
                      <a:pt x="17387" y="12920"/>
                      <a:pt x="27699" y="10341"/>
                    </a:cubicBezTo>
                    <a:cubicBezTo>
                      <a:pt x="38011" y="7763"/>
                      <a:pt x="34964" y="20624"/>
                      <a:pt x="31245" y="24501"/>
                    </a:cubicBezTo>
                    <a:cubicBezTo>
                      <a:pt x="27525" y="28378"/>
                      <a:pt x="42021" y="20219"/>
                      <a:pt x="49766" y="18592"/>
                    </a:cubicBezTo>
                    <a:cubicBezTo>
                      <a:pt x="57511" y="16964"/>
                      <a:pt x="61486" y="19021"/>
                      <a:pt x="55725" y="29189"/>
                    </a:cubicBezTo>
                    <a:cubicBezTo>
                      <a:pt x="49965" y="39358"/>
                      <a:pt x="56919" y="38649"/>
                      <a:pt x="69864" y="36130"/>
                    </a:cubicBezTo>
                    <a:cubicBezTo>
                      <a:pt x="82810" y="33610"/>
                      <a:pt x="81820" y="46049"/>
                      <a:pt x="74301" y="51341"/>
                    </a:cubicBezTo>
                    <a:cubicBezTo>
                      <a:pt x="66783" y="56633"/>
                      <a:pt x="82545" y="48689"/>
                      <a:pt x="66323" y="49176"/>
                    </a:cubicBezTo>
                    <a:cubicBezTo>
                      <a:pt x="50102" y="49660"/>
                      <a:pt x="35679" y="52102"/>
                      <a:pt x="38329" y="41577"/>
                    </a:cubicBezTo>
                    <a:cubicBezTo>
                      <a:pt x="40976" y="31052"/>
                      <a:pt x="49997" y="23726"/>
                      <a:pt x="39099" y="32010"/>
                    </a:cubicBezTo>
                    <a:cubicBezTo>
                      <a:pt x="28202" y="40295"/>
                      <a:pt x="12056" y="30047"/>
                      <a:pt x="15108" y="23054"/>
                    </a:cubicBezTo>
                    <a:cubicBezTo>
                      <a:pt x="18160" y="16061"/>
                      <a:pt x="5564" y="20464"/>
                      <a:pt x="1460" y="23262"/>
                    </a:cubicBezTo>
                    <a:cubicBezTo>
                      <a:pt x="-2639" y="26060"/>
                      <a:pt x="3193" y="16889"/>
                      <a:pt x="3193" y="16889"/>
                    </a:cubicBezTo>
                    <a:close/>
                  </a:path>
                </a:pathLst>
              </a:custGeom>
              <a:solidFill>
                <a:srgbClr val="C7966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49" name="Google Shape;2449;p2"/>
              <p:cNvSpPr/>
              <p:nvPr/>
            </p:nvSpPr>
            <p:spPr>
              <a:xfrm>
                <a:off x="8454747" y="3901279"/>
                <a:ext cx="81733" cy="37834"/>
              </a:xfrm>
              <a:custGeom>
                <a:avLst/>
                <a:gdLst/>
                <a:ahLst/>
                <a:cxnLst/>
                <a:rect l="l" t="t" r="r" b="b"/>
                <a:pathLst>
                  <a:path w="81733" h="37834" extrusionOk="0">
                    <a:moveTo>
                      <a:pt x="715" y="22489"/>
                    </a:moveTo>
                    <a:cubicBezTo>
                      <a:pt x="8496" y="2610"/>
                      <a:pt x="13651" y="-7474"/>
                      <a:pt x="12090" y="6473"/>
                    </a:cubicBezTo>
                    <a:cubicBezTo>
                      <a:pt x="10529" y="20420"/>
                      <a:pt x="12435" y="13555"/>
                      <a:pt x="21065" y="7349"/>
                    </a:cubicBezTo>
                    <a:cubicBezTo>
                      <a:pt x="29694" y="1142"/>
                      <a:pt x="31615" y="14218"/>
                      <a:pt x="29594" y="19195"/>
                    </a:cubicBezTo>
                    <a:cubicBezTo>
                      <a:pt x="27573" y="24174"/>
                      <a:pt x="38024" y="11233"/>
                      <a:pt x="44620" y="6860"/>
                    </a:cubicBezTo>
                    <a:cubicBezTo>
                      <a:pt x="51215" y="2486"/>
                      <a:pt x="55668" y="2928"/>
                      <a:pt x="54074" y="14504"/>
                    </a:cubicBezTo>
                    <a:cubicBezTo>
                      <a:pt x="52481" y="26080"/>
                      <a:pt x="58681" y="22853"/>
                      <a:pt x="69777" y="15725"/>
                    </a:cubicBezTo>
                    <a:cubicBezTo>
                      <a:pt x="80873" y="8597"/>
                      <a:pt x="84554" y="20523"/>
                      <a:pt x="79522" y="28218"/>
                    </a:cubicBezTo>
                    <a:cubicBezTo>
                      <a:pt x="74493" y="35912"/>
                      <a:pt x="86202" y="22709"/>
                      <a:pt x="71309" y="29155"/>
                    </a:cubicBezTo>
                    <a:cubicBezTo>
                      <a:pt x="56415" y="35602"/>
                      <a:pt x="43916" y="43200"/>
                      <a:pt x="42487" y="32442"/>
                    </a:cubicBezTo>
                    <a:cubicBezTo>
                      <a:pt x="41058" y="21684"/>
                      <a:pt x="46730" y="11541"/>
                      <a:pt x="39668" y="23269"/>
                    </a:cubicBezTo>
                    <a:cubicBezTo>
                      <a:pt x="32604" y="34996"/>
                      <a:pt x="13816" y="31439"/>
                      <a:pt x="14065" y="23815"/>
                    </a:cubicBezTo>
                    <a:cubicBezTo>
                      <a:pt x="14316" y="16189"/>
                      <a:pt x="4238" y="24935"/>
                      <a:pt x="1462" y="29050"/>
                    </a:cubicBezTo>
                    <a:cubicBezTo>
                      <a:pt x="-1313" y="33167"/>
                      <a:pt x="715" y="22489"/>
                      <a:pt x="715" y="22489"/>
                    </a:cubicBezTo>
                    <a:close/>
                  </a:path>
                </a:pathLst>
              </a:custGeom>
              <a:solidFill>
                <a:srgbClr val="C7966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50" name="Google Shape;2450;p2"/>
              <p:cNvSpPr/>
              <p:nvPr/>
            </p:nvSpPr>
            <p:spPr>
              <a:xfrm>
                <a:off x="8494078" y="4226631"/>
                <a:ext cx="43067" cy="50417"/>
              </a:xfrm>
              <a:custGeom>
                <a:avLst/>
                <a:gdLst/>
                <a:ahLst/>
                <a:cxnLst/>
                <a:rect l="l" t="t" r="r" b="b"/>
                <a:pathLst>
                  <a:path w="43067" h="50417" extrusionOk="0">
                    <a:moveTo>
                      <a:pt x="12350" y="30562"/>
                    </a:moveTo>
                    <a:cubicBezTo>
                      <a:pt x="25101" y="19429"/>
                      <a:pt x="33921" y="-5902"/>
                      <a:pt x="41462" y="1253"/>
                    </a:cubicBezTo>
                    <a:cubicBezTo>
                      <a:pt x="49006" y="8408"/>
                      <a:pt x="27552" y="39066"/>
                      <a:pt x="26939" y="44006"/>
                    </a:cubicBezTo>
                    <a:cubicBezTo>
                      <a:pt x="26329" y="48948"/>
                      <a:pt x="-22075" y="60618"/>
                      <a:pt x="12350" y="30562"/>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51" name="Google Shape;2451;p2"/>
              <p:cNvSpPr/>
              <p:nvPr/>
            </p:nvSpPr>
            <p:spPr>
              <a:xfrm>
                <a:off x="8266103" y="4602181"/>
                <a:ext cx="58236" cy="42338"/>
              </a:xfrm>
              <a:custGeom>
                <a:avLst/>
                <a:gdLst/>
                <a:ahLst/>
                <a:cxnLst/>
                <a:rect l="l" t="t" r="r" b="b"/>
                <a:pathLst>
                  <a:path w="58236" h="42338" extrusionOk="0">
                    <a:moveTo>
                      <a:pt x="17877" y="12622"/>
                    </a:moveTo>
                    <a:cubicBezTo>
                      <a:pt x="34590" y="9931"/>
                      <a:pt x="55484" y="-6887"/>
                      <a:pt x="58094" y="3178"/>
                    </a:cubicBezTo>
                    <a:cubicBezTo>
                      <a:pt x="60705" y="13241"/>
                      <a:pt x="26577" y="22118"/>
                      <a:pt x="27142" y="41727"/>
                    </a:cubicBezTo>
                    <a:cubicBezTo>
                      <a:pt x="27284" y="46704"/>
                      <a:pt x="-27240" y="19889"/>
                      <a:pt x="17877" y="12622"/>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52" name="Google Shape;2452;p2"/>
              <p:cNvSpPr/>
              <p:nvPr/>
            </p:nvSpPr>
            <p:spPr>
              <a:xfrm>
                <a:off x="8494549" y="4402906"/>
                <a:ext cx="34669" cy="51758"/>
              </a:xfrm>
              <a:custGeom>
                <a:avLst/>
                <a:gdLst/>
                <a:ahLst/>
                <a:cxnLst/>
                <a:rect l="l" t="t" r="r" b="b"/>
                <a:pathLst>
                  <a:path w="34669" h="51758" extrusionOk="0">
                    <a:moveTo>
                      <a:pt x="10245" y="31860"/>
                    </a:moveTo>
                    <a:cubicBezTo>
                      <a:pt x="20431" y="20030"/>
                      <a:pt x="28736" y="-5438"/>
                      <a:pt x="33779" y="1038"/>
                    </a:cubicBezTo>
                    <a:cubicBezTo>
                      <a:pt x="38822" y="7515"/>
                      <a:pt x="20831" y="39112"/>
                      <a:pt x="20027" y="44001"/>
                    </a:cubicBezTo>
                    <a:cubicBezTo>
                      <a:pt x="19222" y="48889"/>
                      <a:pt x="-17253" y="63796"/>
                      <a:pt x="10245" y="31860"/>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53" name="Google Shape;2453;p2"/>
              <p:cNvSpPr/>
              <p:nvPr/>
            </p:nvSpPr>
            <p:spPr>
              <a:xfrm>
                <a:off x="8273166" y="4482921"/>
                <a:ext cx="52866" cy="34625"/>
              </a:xfrm>
              <a:custGeom>
                <a:avLst/>
                <a:gdLst/>
                <a:ahLst/>
                <a:cxnLst/>
                <a:rect l="l" t="t" r="r" b="b"/>
                <a:pathLst>
                  <a:path w="52866" h="34625" extrusionOk="0">
                    <a:moveTo>
                      <a:pt x="17450" y="17920"/>
                    </a:moveTo>
                    <a:cubicBezTo>
                      <a:pt x="32042" y="12367"/>
                      <a:pt x="51473" y="-6072"/>
                      <a:pt x="52824" y="2023"/>
                    </a:cubicBezTo>
                    <a:cubicBezTo>
                      <a:pt x="54175" y="10118"/>
                      <a:pt x="23307" y="29336"/>
                      <a:pt x="20271" y="33252"/>
                    </a:cubicBezTo>
                    <a:cubicBezTo>
                      <a:pt x="17235" y="37168"/>
                      <a:pt x="-21938" y="32907"/>
                      <a:pt x="17450" y="17920"/>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54" name="Google Shape;2454;p2"/>
              <p:cNvSpPr/>
              <p:nvPr/>
            </p:nvSpPr>
            <p:spPr>
              <a:xfrm>
                <a:off x="8593816" y="4231258"/>
                <a:ext cx="17332" cy="25881"/>
              </a:xfrm>
              <a:custGeom>
                <a:avLst/>
                <a:gdLst/>
                <a:ahLst/>
                <a:cxnLst/>
                <a:rect l="l" t="t" r="r" b="b"/>
                <a:pathLst>
                  <a:path w="17332" h="25881" extrusionOk="0">
                    <a:moveTo>
                      <a:pt x="5122" y="15931"/>
                    </a:moveTo>
                    <a:cubicBezTo>
                      <a:pt x="10215" y="10015"/>
                      <a:pt x="14369" y="-2718"/>
                      <a:pt x="16888" y="519"/>
                    </a:cubicBezTo>
                    <a:cubicBezTo>
                      <a:pt x="19409" y="3756"/>
                      <a:pt x="10414" y="19557"/>
                      <a:pt x="10012" y="22000"/>
                    </a:cubicBezTo>
                    <a:cubicBezTo>
                      <a:pt x="9611" y="24446"/>
                      <a:pt x="-8626" y="31901"/>
                      <a:pt x="5122" y="15931"/>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55" name="Google Shape;2455;p2"/>
              <p:cNvSpPr/>
              <p:nvPr/>
            </p:nvSpPr>
            <p:spPr>
              <a:xfrm>
                <a:off x="8403047" y="4358769"/>
                <a:ext cx="17335" cy="25879"/>
              </a:xfrm>
              <a:custGeom>
                <a:avLst/>
                <a:gdLst/>
                <a:ahLst/>
                <a:cxnLst/>
                <a:rect l="l" t="t" r="r" b="b"/>
                <a:pathLst>
                  <a:path w="17335" h="25879" extrusionOk="0">
                    <a:moveTo>
                      <a:pt x="5122" y="15931"/>
                    </a:moveTo>
                    <a:cubicBezTo>
                      <a:pt x="10215" y="10015"/>
                      <a:pt x="14368" y="-2718"/>
                      <a:pt x="16890" y="519"/>
                    </a:cubicBezTo>
                    <a:cubicBezTo>
                      <a:pt x="19411" y="3758"/>
                      <a:pt x="10416" y="19557"/>
                      <a:pt x="10014" y="22001"/>
                    </a:cubicBezTo>
                    <a:cubicBezTo>
                      <a:pt x="9611" y="24444"/>
                      <a:pt x="-8626" y="31899"/>
                      <a:pt x="5122" y="15931"/>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56" name="Google Shape;2456;p2"/>
              <p:cNvSpPr/>
              <p:nvPr/>
            </p:nvSpPr>
            <p:spPr>
              <a:xfrm>
                <a:off x="8413002" y="4586230"/>
                <a:ext cx="32846" cy="49039"/>
              </a:xfrm>
              <a:custGeom>
                <a:avLst/>
                <a:gdLst/>
                <a:ahLst/>
                <a:cxnLst/>
                <a:rect l="l" t="t" r="r" b="b"/>
                <a:pathLst>
                  <a:path w="32846" h="49039" extrusionOk="0">
                    <a:moveTo>
                      <a:pt x="9705" y="30187"/>
                    </a:moveTo>
                    <a:cubicBezTo>
                      <a:pt x="19357" y="18978"/>
                      <a:pt x="27225" y="-5150"/>
                      <a:pt x="32003" y="983"/>
                    </a:cubicBezTo>
                    <a:cubicBezTo>
                      <a:pt x="36781" y="7118"/>
                      <a:pt x="19734" y="37056"/>
                      <a:pt x="18973" y="41688"/>
                    </a:cubicBezTo>
                    <a:cubicBezTo>
                      <a:pt x="18212" y="46321"/>
                      <a:pt x="-16346" y="60444"/>
                      <a:pt x="9705" y="30187"/>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57" name="Google Shape;2457;p2"/>
              <p:cNvSpPr/>
              <p:nvPr/>
            </p:nvSpPr>
            <p:spPr>
              <a:xfrm>
                <a:off x="8542796" y="3792065"/>
                <a:ext cx="457190" cy="380823"/>
              </a:xfrm>
              <a:custGeom>
                <a:avLst/>
                <a:gdLst/>
                <a:ahLst/>
                <a:cxnLst/>
                <a:rect l="l" t="t" r="r" b="b"/>
                <a:pathLst>
                  <a:path w="457190" h="380823" extrusionOk="0">
                    <a:moveTo>
                      <a:pt x="357654" y="50397"/>
                    </a:moveTo>
                    <a:cubicBezTo>
                      <a:pt x="333534" y="28353"/>
                      <a:pt x="309047" y="11903"/>
                      <a:pt x="284570" y="0"/>
                    </a:cubicBezTo>
                    <a:lnTo>
                      <a:pt x="284570" y="0"/>
                    </a:lnTo>
                    <a:cubicBezTo>
                      <a:pt x="439641" y="101105"/>
                      <a:pt x="450847" y="274875"/>
                      <a:pt x="352817" y="308098"/>
                    </a:cubicBezTo>
                    <a:cubicBezTo>
                      <a:pt x="254786" y="341320"/>
                      <a:pt x="140900" y="211183"/>
                      <a:pt x="105286" y="189843"/>
                    </a:cubicBezTo>
                    <a:cubicBezTo>
                      <a:pt x="69675" y="168503"/>
                      <a:pt x="13231" y="158671"/>
                      <a:pt x="0" y="203410"/>
                    </a:cubicBezTo>
                    <a:lnTo>
                      <a:pt x="0" y="203410"/>
                    </a:lnTo>
                    <a:cubicBezTo>
                      <a:pt x="7537" y="192275"/>
                      <a:pt x="27988" y="198189"/>
                      <a:pt x="63013" y="228714"/>
                    </a:cubicBezTo>
                    <a:cubicBezTo>
                      <a:pt x="128668" y="285933"/>
                      <a:pt x="286852" y="403285"/>
                      <a:pt x="374956" y="377057"/>
                    </a:cubicBezTo>
                    <a:cubicBezTo>
                      <a:pt x="463061" y="350830"/>
                      <a:pt x="510955" y="190501"/>
                      <a:pt x="357654" y="50397"/>
                    </a:cubicBezTo>
                    <a:close/>
                  </a:path>
                </a:pathLst>
              </a:custGeom>
              <a:solidFill>
                <a:srgbClr val="DED6C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58" name="Google Shape;2458;p2"/>
              <p:cNvSpPr/>
              <p:nvPr/>
            </p:nvSpPr>
            <p:spPr>
              <a:xfrm>
                <a:off x="8494297" y="3792347"/>
                <a:ext cx="303157" cy="108843"/>
              </a:xfrm>
              <a:custGeom>
                <a:avLst/>
                <a:gdLst/>
                <a:ahLst/>
                <a:cxnLst/>
                <a:rect l="l" t="t" r="r" b="b"/>
                <a:pathLst>
                  <a:path w="303157" h="108843" extrusionOk="0">
                    <a:moveTo>
                      <a:pt x="209111" y="3370"/>
                    </a:moveTo>
                    <a:cubicBezTo>
                      <a:pt x="52074" y="18303"/>
                      <a:pt x="16083" y="22482"/>
                      <a:pt x="2143" y="87283"/>
                    </a:cubicBezTo>
                    <a:cubicBezTo>
                      <a:pt x="-11797" y="152082"/>
                      <a:pt x="43812" y="48979"/>
                      <a:pt x="124065" y="61275"/>
                    </a:cubicBezTo>
                    <a:cubicBezTo>
                      <a:pt x="204317" y="73572"/>
                      <a:pt x="337017" y="47024"/>
                      <a:pt x="295197" y="20989"/>
                    </a:cubicBezTo>
                    <a:cubicBezTo>
                      <a:pt x="253379" y="-5044"/>
                      <a:pt x="258879" y="-1364"/>
                      <a:pt x="209111" y="3370"/>
                    </a:cubicBezTo>
                    <a:close/>
                  </a:path>
                </a:pathLst>
              </a:custGeom>
              <a:solidFill>
                <a:srgbClr val="0F0F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59" name="Google Shape;2459;p2"/>
              <p:cNvSpPr/>
              <p:nvPr/>
            </p:nvSpPr>
            <p:spPr>
              <a:xfrm>
                <a:off x="8679569" y="3856097"/>
                <a:ext cx="111640" cy="80427"/>
              </a:xfrm>
              <a:custGeom>
                <a:avLst/>
                <a:gdLst/>
                <a:ahLst/>
                <a:cxnLst/>
                <a:rect l="l" t="t" r="r" b="b"/>
                <a:pathLst>
                  <a:path w="111640" h="80427" extrusionOk="0">
                    <a:moveTo>
                      <a:pt x="26326" y="4333"/>
                    </a:moveTo>
                    <a:cubicBezTo>
                      <a:pt x="21151" y="32901"/>
                      <a:pt x="-17103" y="30485"/>
                      <a:pt x="9078" y="28107"/>
                    </a:cubicBezTo>
                    <a:cubicBezTo>
                      <a:pt x="35260" y="25728"/>
                      <a:pt x="33099" y="32437"/>
                      <a:pt x="30025" y="40358"/>
                    </a:cubicBezTo>
                    <a:cubicBezTo>
                      <a:pt x="26950" y="48279"/>
                      <a:pt x="37941" y="45424"/>
                      <a:pt x="49552" y="45657"/>
                    </a:cubicBezTo>
                    <a:cubicBezTo>
                      <a:pt x="61162" y="45890"/>
                      <a:pt x="65202" y="47044"/>
                      <a:pt x="61286" y="60180"/>
                    </a:cubicBezTo>
                    <a:cubicBezTo>
                      <a:pt x="57368" y="73315"/>
                      <a:pt x="84587" y="84350"/>
                      <a:pt x="92067" y="79085"/>
                    </a:cubicBezTo>
                    <a:cubicBezTo>
                      <a:pt x="99547" y="73820"/>
                      <a:pt x="119186" y="9106"/>
                      <a:pt x="108551" y="31027"/>
                    </a:cubicBezTo>
                    <a:cubicBezTo>
                      <a:pt x="97917" y="52947"/>
                      <a:pt x="96653" y="81058"/>
                      <a:pt x="90144" y="61051"/>
                    </a:cubicBezTo>
                    <a:cubicBezTo>
                      <a:pt x="83636" y="41044"/>
                      <a:pt x="83689" y="19564"/>
                      <a:pt x="71799" y="25625"/>
                    </a:cubicBezTo>
                    <a:cubicBezTo>
                      <a:pt x="59910" y="31685"/>
                      <a:pt x="47259" y="23144"/>
                      <a:pt x="47639" y="13033"/>
                    </a:cubicBezTo>
                    <a:cubicBezTo>
                      <a:pt x="48016" y="2922"/>
                      <a:pt x="28091" y="-5403"/>
                      <a:pt x="26326" y="4333"/>
                    </a:cubicBezTo>
                    <a:close/>
                  </a:path>
                </a:pathLst>
              </a:custGeom>
              <a:solidFill>
                <a:srgbClr val="9E713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460" name="Google Shape;2460;p2"/>
            <p:cNvGrpSpPr/>
            <p:nvPr/>
          </p:nvGrpSpPr>
          <p:grpSpPr>
            <a:xfrm>
              <a:off x="7963237" y="3734135"/>
              <a:ext cx="444536" cy="871563"/>
              <a:chOff x="7963237" y="3734135"/>
              <a:chExt cx="444536" cy="871563"/>
            </a:xfrm>
          </p:grpSpPr>
          <p:sp>
            <p:nvSpPr>
              <p:cNvPr id="2461" name="Google Shape;2461;p2"/>
              <p:cNvSpPr/>
              <p:nvPr/>
            </p:nvSpPr>
            <p:spPr>
              <a:xfrm>
                <a:off x="8050579" y="3946394"/>
                <a:ext cx="283445" cy="659304"/>
              </a:xfrm>
              <a:custGeom>
                <a:avLst/>
                <a:gdLst/>
                <a:ahLst/>
                <a:cxnLst/>
                <a:rect l="l" t="t" r="r" b="b"/>
                <a:pathLst>
                  <a:path w="283445" h="659304" extrusionOk="0">
                    <a:moveTo>
                      <a:pt x="0" y="45010"/>
                    </a:moveTo>
                    <a:cubicBezTo>
                      <a:pt x="0" y="45010"/>
                      <a:pt x="87026" y="67390"/>
                      <a:pt x="83814" y="175024"/>
                    </a:cubicBezTo>
                    <a:cubicBezTo>
                      <a:pt x="78183" y="274801"/>
                      <a:pt x="70777" y="419747"/>
                      <a:pt x="49481" y="464889"/>
                    </a:cubicBezTo>
                    <a:cubicBezTo>
                      <a:pt x="24933" y="516918"/>
                      <a:pt x="21913" y="638049"/>
                      <a:pt x="131081" y="657796"/>
                    </a:cubicBezTo>
                    <a:cubicBezTo>
                      <a:pt x="240249" y="677542"/>
                      <a:pt x="245999" y="498047"/>
                      <a:pt x="256786" y="436691"/>
                    </a:cubicBezTo>
                    <a:cubicBezTo>
                      <a:pt x="265553" y="386829"/>
                      <a:pt x="238965" y="244654"/>
                      <a:pt x="216205" y="153026"/>
                    </a:cubicBezTo>
                    <a:lnTo>
                      <a:pt x="216205" y="153026"/>
                    </a:lnTo>
                    <a:cubicBezTo>
                      <a:pt x="203996" y="100492"/>
                      <a:pt x="253357" y="39880"/>
                      <a:pt x="283446" y="25483"/>
                    </a:cubicBezTo>
                    <a:cubicBezTo>
                      <a:pt x="195073" y="-41615"/>
                      <a:pt x="0" y="45010"/>
                      <a:pt x="0" y="45010"/>
                    </a:cubicBezTo>
                    <a:close/>
                  </a:path>
                </a:pathLst>
              </a:custGeom>
              <a:solidFill>
                <a:srgbClr val="F7EBC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62" name="Google Shape;2462;p2"/>
              <p:cNvSpPr/>
              <p:nvPr/>
            </p:nvSpPr>
            <p:spPr>
              <a:xfrm>
                <a:off x="8155234" y="3946394"/>
                <a:ext cx="178790" cy="659303"/>
              </a:xfrm>
              <a:custGeom>
                <a:avLst/>
                <a:gdLst/>
                <a:ahLst/>
                <a:cxnLst/>
                <a:rect l="l" t="t" r="r" b="b"/>
                <a:pathLst>
                  <a:path w="178790" h="659303" extrusionOk="0">
                    <a:moveTo>
                      <a:pt x="0" y="10973"/>
                    </a:moveTo>
                    <a:lnTo>
                      <a:pt x="3955" y="36773"/>
                    </a:lnTo>
                    <a:cubicBezTo>
                      <a:pt x="66598" y="67492"/>
                      <a:pt x="130231" y="26532"/>
                      <a:pt x="103956" y="65568"/>
                    </a:cubicBezTo>
                    <a:cubicBezTo>
                      <a:pt x="77680" y="104603"/>
                      <a:pt x="82124" y="178215"/>
                      <a:pt x="108276" y="254805"/>
                    </a:cubicBezTo>
                    <a:cubicBezTo>
                      <a:pt x="134426" y="331395"/>
                      <a:pt x="128789" y="636016"/>
                      <a:pt x="26426" y="657795"/>
                    </a:cubicBezTo>
                    <a:cubicBezTo>
                      <a:pt x="135594" y="677541"/>
                      <a:pt x="141343" y="498047"/>
                      <a:pt x="152131" y="436691"/>
                    </a:cubicBezTo>
                    <a:cubicBezTo>
                      <a:pt x="160898" y="386828"/>
                      <a:pt x="134309" y="244653"/>
                      <a:pt x="111550" y="153025"/>
                    </a:cubicBezTo>
                    <a:lnTo>
                      <a:pt x="111550" y="153025"/>
                    </a:lnTo>
                    <a:cubicBezTo>
                      <a:pt x="99340" y="100491"/>
                      <a:pt x="148702" y="39880"/>
                      <a:pt x="178790" y="25483"/>
                    </a:cubicBezTo>
                    <a:cubicBezTo>
                      <a:pt x="133633" y="-8805"/>
                      <a:pt x="60616" y="-2950"/>
                      <a:pt x="0" y="10973"/>
                    </a:cubicBezTo>
                    <a:close/>
                  </a:path>
                </a:pathLst>
              </a:custGeom>
              <a:solidFill>
                <a:srgbClr val="EBE3D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63" name="Google Shape;2463;p2"/>
              <p:cNvSpPr/>
              <p:nvPr/>
            </p:nvSpPr>
            <p:spPr>
              <a:xfrm>
                <a:off x="7963237" y="3734135"/>
                <a:ext cx="444536" cy="297663"/>
              </a:xfrm>
              <a:custGeom>
                <a:avLst/>
                <a:gdLst/>
                <a:ahLst/>
                <a:cxnLst/>
                <a:rect l="l" t="t" r="r" b="b"/>
                <a:pathLst>
                  <a:path w="444536" h="297663" extrusionOk="0">
                    <a:moveTo>
                      <a:pt x="143319" y="293739"/>
                    </a:moveTo>
                    <a:cubicBezTo>
                      <a:pt x="78067" y="315918"/>
                      <a:pt x="-28787" y="239763"/>
                      <a:pt x="7236" y="173697"/>
                    </a:cubicBezTo>
                    <a:cubicBezTo>
                      <a:pt x="43258" y="107634"/>
                      <a:pt x="114138" y="-20629"/>
                      <a:pt x="273710" y="2828"/>
                    </a:cubicBezTo>
                    <a:cubicBezTo>
                      <a:pt x="433282" y="26284"/>
                      <a:pt x="472205" y="150263"/>
                      <a:pt x="426931" y="205461"/>
                    </a:cubicBezTo>
                    <a:cubicBezTo>
                      <a:pt x="381655" y="260659"/>
                      <a:pt x="228840" y="253963"/>
                      <a:pt x="161712" y="245708"/>
                    </a:cubicBezTo>
                    <a:cubicBezTo>
                      <a:pt x="94581" y="237456"/>
                      <a:pt x="97997" y="262556"/>
                      <a:pt x="143319" y="293739"/>
                    </a:cubicBezTo>
                    <a:close/>
                  </a:path>
                </a:pathLst>
              </a:custGeom>
              <a:solidFill>
                <a:srgbClr val="A6774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64" name="Google Shape;2464;p2"/>
              <p:cNvSpPr/>
              <p:nvPr/>
            </p:nvSpPr>
            <p:spPr>
              <a:xfrm>
                <a:off x="8295837" y="3878680"/>
                <a:ext cx="81115" cy="50343"/>
              </a:xfrm>
              <a:custGeom>
                <a:avLst/>
                <a:gdLst/>
                <a:ahLst/>
                <a:cxnLst/>
                <a:rect l="l" t="t" r="r" b="b"/>
                <a:pathLst>
                  <a:path w="81115" h="50343" extrusionOk="0">
                    <a:moveTo>
                      <a:pt x="6030" y="22754"/>
                    </a:moveTo>
                    <a:cubicBezTo>
                      <a:pt x="15126" y="43385"/>
                      <a:pt x="-10537" y="58470"/>
                      <a:pt x="5273" y="45552"/>
                    </a:cubicBezTo>
                    <a:cubicBezTo>
                      <a:pt x="21083" y="32633"/>
                      <a:pt x="22610" y="37889"/>
                      <a:pt x="24078" y="44322"/>
                    </a:cubicBezTo>
                    <a:cubicBezTo>
                      <a:pt x="25546" y="50755"/>
                      <a:pt x="31375" y="44139"/>
                      <a:pt x="38946" y="39238"/>
                    </a:cubicBezTo>
                    <a:cubicBezTo>
                      <a:pt x="46517" y="34337"/>
                      <a:pt x="49620" y="33322"/>
                      <a:pt x="52811" y="43476"/>
                    </a:cubicBezTo>
                    <a:cubicBezTo>
                      <a:pt x="56004" y="53630"/>
                      <a:pt x="78316" y="48892"/>
                      <a:pt x="80837" y="42251"/>
                    </a:cubicBezTo>
                    <a:cubicBezTo>
                      <a:pt x="83358" y="35610"/>
                      <a:pt x="67846" y="-14568"/>
                      <a:pt x="70539" y="4161"/>
                    </a:cubicBezTo>
                    <a:cubicBezTo>
                      <a:pt x="73232" y="22891"/>
                      <a:pt x="84645" y="41526"/>
                      <a:pt x="71757" y="31486"/>
                    </a:cubicBezTo>
                    <a:cubicBezTo>
                      <a:pt x="58869" y="21446"/>
                      <a:pt x="49558" y="7604"/>
                      <a:pt x="44547" y="16675"/>
                    </a:cubicBezTo>
                    <a:cubicBezTo>
                      <a:pt x="39534" y="25746"/>
                      <a:pt x="27681" y="25753"/>
                      <a:pt x="23525" y="19082"/>
                    </a:cubicBezTo>
                    <a:cubicBezTo>
                      <a:pt x="19371" y="12412"/>
                      <a:pt x="2930" y="15722"/>
                      <a:pt x="6030" y="22754"/>
                    </a:cubicBezTo>
                    <a:close/>
                  </a:path>
                </a:pathLst>
              </a:custGeom>
              <a:solidFill>
                <a:srgbClr val="9E713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65" name="Google Shape;2465;p2"/>
              <p:cNvSpPr/>
              <p:nvPr/>
            </p:nvSpPr>
            <p:spPr>
              <a:xfrm>
                <a:off x="8266429" y="3761461"/>
                <a:ext cx="76879" cy="77336"/>
              </a:xfrm>
              <a:custGeom>
                <a:avLst/>
                <a:gdLst/>
                <a:ahLst/>
                <a:cxnLst/>
                <a:rect l="l" t="t" r="r" b="b"/>
                <a:pathLst>
                  <a:path w="76879" h="77336" extrusionOk="0">
                    <a:moveTo>
                      <a:pt x="1544" y="50106"/>
                    </a:moveTo>
                    <a:cubicBezTo>
                      <a:pt x="19183" y="64151"/>
                      <a:pt x="3466" y="89429"/>
                      <a:pt x="11465" y="70646"/>
                    </a:cubicBezTo>
                    <a:cubicBezTo>
                      <a:pt x="19464" y="51861"/>
                      <a:pt x="23259" y="55807"/>
                      <a:pt x="27547" y="60820"/>
                    </a:cubicBezTo>
                    <a:cubicBezTo>
                      <a:pt x="31836" y="65836"/>
                      <a:pt x="33923" y="57268"/>
                      <a:pt x="38351" y="49411"/>
                    </a:cubicBezTo>
                    <a:cubicBezTo>
                      <a:pt x="42779" y="41554"/>
                      <a:pt x="45053" y="39215"/>
                      <a:pt x="52599" y="46722"/>
                    </a:cubicBezTo>
                    <a:cubicBezTo>
                      <a:pt x="60146" y="54232"/>
                      <a:pt x="77700" y="39670"/>
                      <a:pt x="76849" y="32616"/>
                    </a:cubicBezTo>
                    <a:cubicBezTo>
                      <a:pt x="75999" y="25563"/>
                      <a:pt x="38950" y="-11664"/>
                      <a:pt x="50034" y="3670"/>
                    </a:cubicBezTo>
                    <a:cubicBezTo>
                      <a:pt x="61119" y="19005"/>
                      <a:pt x="79885" y="30206"/>
                      <a:pt x="63808" y="27301"/>
                    </a:cubicBezTo>
                    <a:cubicBezTo>
                      <a:pt x="47730" y="24397"/>
                      <a:pt x="33054" y="16465"/>
                      <a:pt x="32830" y="26825"/>
                    </a:cubicBezTo>
                    <a:cubicBezTo>
                      <a:pt x="32604" y="37185"/>
                      <a:pt x="22111" y="42699"/>
                      <a:pt x="15333" y="38724"/>
                    </a:cubicBezTo>
                    <a:cubicBezTo>
                      <a:pt x="8553" y="34751"/>
                      <a:pt x="-4468" y="45319"/>
                      <a:pt x="1544" y="50106"/>
                    </a:cubicBezTo>
                    <a:close/>
                  </a:path>
                </a:pathLst>
              </a:custGeom>
              <a:solidFill>
                <a:srgbClr val="9E713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66" name="Google Shape;2466;p2"/>
              <p:cNvSpPr/>
              <p:nvPr/>
            </p:nvSpPr>
            <p:spPr>
              <a:xfrm>
                <a:off x="7997957" y="3878592"/>
                <a:ext cx="91683" cy="41703"/>
              </a:xfrm>
              <a:custGeom>
                <a:avLst/>
                <a:gdLst/>
                <a:ahLst/>
                <a:cxnLst/>
                <a:rect l="l" t="t" r="r" b="b"/>
                <a:pathLst>
                  <a:path w="91683" h="41703" extrusionOk="0">
                    <a:moveTo>
                      <a:pt x="0" y="33135"/>
                    </a:moveTo>
                    <a:cubicBezTo>
                      <a:pt x="3872" y="8693"/>
                      <a:pt x="7205" y="-4003"/>
                      <a:pt x="8902" y="12177"/>
                    </a:cubicBezTo>
                    <a:cubicBezTo>
                      <a:pt x="10596" y="28358"/>
                      <a:pt x="11053" y="20110"/>
                      <a:pt x="19283" y="10938"/>
                    </a:cubicBezTo>
                    <a:cubicBezTo>
                      <a:pt x="27512" y="1767"/>
                      <a:pt x="32934" y="16096"/>
                      <a:pt x="31883" y="22233"/>
                    </a:cubicBezTo>
                    <a:cubicBezTo>
                      <a:pt x="30831" y="28371"/>
                      <a:pt x="39452" y="11123"/>
                      <a:pt x="45832" y="4535"/>
                    </a:cubicBezTo>
                    <a:cubicBezTo>
                      <a:pt x="52212" y="-2053"/>
                      <a:pt x="57365" y="-2661"/>
                      <a:pt x="58437" y="10842"/>
                    </a:cubicBezTo>
                    <a:cubicBezTo>
                      <a:pt x="59507" y="24346"/>
                      <a:pt x="65727" y="19152"/>
                      <a:pt x="76522" y="8325"/>
                    </a:cubicBezTo>
                    <a:cubicBezTo>
                      <a:pt x="87316" y="-2501"/>
                      <a:pt x="94441" y="10088"/>
                      <a:pt x="90658" y="20053"/>
                    </a:cubicBezTo>
                    <a:cubicBezTo>
                      <a:pt x="86875" y="30015"/>
                      <a:pt x="96853" y="12155"/>
                      <a:pt x="81590" y="23153"/>
                    </a:cubicBezTo>
                    <a:cubicBezTo>
                      <a:pt x="66326" y="34150"/>
                      <a:pt x="54062" y="45857"/>
                      <a:pt x="49773" y="34031"/>
                    </a:cubicBezTo>
                    <a:cubicBezTo>
                      <a:pt x="45484" y="22206"/>
                      <a:pt x="49387" y="9313"/>
                      <a:pt x="44303" y="24344"/>
                    </a:cubicBezTo>
                    <a:cubicBezTo>
                      <a:pt x="39219" y="39374"/>
                      <a:pt x="17060" y="40016"/>
                      <a:pt x="15451" y="31320"/>
                    </a:cubicBezTo>
                    <a:cubicBezTo>
                      <a:pt x="13842" y="22624"/>
                      <a:pt x="4604" y="35030"/>
                      <a:pt x="2480" y="40380"/>
                    </a:cubicBezTo>
                    <a:cubicBezTo>
                      <a:pt x="354" y="45729"/>
                      <a:pt x="0" y="33135"/>
                      <a:pt x="0" y="33135"/>
                    </a:cubicBezTo>
                    <a:close/>
                  </a:path>
                </a:pathLst>
              </a:custGeom>
              <a:solidFill>
                <a:srgbClr val="C7966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67" name="Google Shape;2467;p2"/>
              <p:cNvSpPr/>
              <p:nvPr/>
            </p:nvSpPr>
            <p:spPr>
              <a:xfrm>
                <a:off x="8199535" y="3938618"/>
                <a:ext cx="45363" cy="20634"/>
              </a:xfrm>
              <a:custGeom>
                <a:avLst/>
                <a:gdLst/>
                <a:ahLst/>
                <a:cxnLst/>
                <a:rect l="l" t="t" r="r" b="b"/>
                <a:pathLst>
                  <a:path w="45363" h="20634" extrusionOk="0">
                    <a:moveTo>
                      <a:pt x="0" y="16395"/>
                    </a:moveTo>
                    <a:cubicBezTo>
                      <a:pt x="1916" y="4302"/>
                      <a:pt x="3566" y="-1982"/>
                      <a:pt x="4405" y="6026"/>
                    </a:cubicBezTo>
                    <a:cubicBezTo>
                      <a:pt x="5244" y="14033"/>
                      <a:pt x="5470" y="9950"/>
                      <a:pt x="9542" y="5413"/>
                    </a:cubicBezTo>
                    <a:cubicBezTo>
                      <a:pt x="13613" y="875"/>
                      <a:pt x="16297" y="7964"/>
                      <a:pt x="15776" y="11002"/>
                    </a:cubicBezTo>
                    <a:cubicBezTo>
                      <a:pt x="15254" y="14040"/>
                      <a:pt x="19520" y="5504"/>
                      <a:pt x="22677" y="2244"/>
                    </a:cubicBezTo>
                    <a:cubicBezTo>
                      <a:pt x="25834" y="-1015"/>
                      <a:pt x="28383" y="-1317"/>
                      <a:pt x="28913" y="5365"/>
                    </a:cubicBezTo>
                    <a:cubicBezTo>
                      <a:pt x="29444" y="12047"/>
                      <a:pt x="32521" y="9477"/>
                      <a:pt x="37861" y="4119"/>
                    </a:cubicBezTo>
                    <a:cubicBezTo>
                      <a:pt x="43201" y="-1237"/>
                      <a:pt x="46728" y="4992"/>
                      <a:pt x="44856" y="9921"/>
                    </a:cubicBezTo>
                    <a:cubicBezTo>
                      <a:pt x="42984" y="14850"/>
                      <a:pt x="47921" y="6014"/>
                      <a:pt x="40368" y="11455"/>
                    </a:cubicBezTo>
                    <a:cubicBezTo>
                      <a:pt x="32815" y="16896"/>
                      <a:pt x="26748" y="22688"/>
                      <a:pt x="24625" y="16838"/>
                    </a:cubicBezTo>
                    <a:cubicBezTo>
                      <a:pt x="22501" y="10986"/>
                      <a:pt x="24435" y="4608"/>
                      <a:pt x="21918" y="12044"/>
                    </a:cubicBezTo>
                    <a:cubicBezTo>
                      <a:pt x="19401" y="19481"/>
                      <a:pt x="8437" y="19799"/>
                      <a:pt x="7642" y="15496"/>
                    </a:cubicBezTo>
                    <a:cubicBezTo>
                      <a:pt x="6844" y="11194"/>
                      <a:pt x="2275" y="17332"/>
                      <a:pt x="1225" y="19979"/>
                    </a:cubicBezTo>
                    <a:cubicBezTo>
                      <a:pt x="176" y="22626"/>
                      <a:pt x="0" y="16395"/>
                      <a:pt x="0" y="16395"/>
                    </a:cubicBezTo>
                    <a:close/>
                  </a:path>
                </a:pathLst>
              </a:custGeom>
              <a:solidFill>
                <a:srgbClr val="C7966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68" name="Google Shape;2468;p2"/>
              <p:cNvSpPr/>
              <p:nvPr/>
            </p:nvSpPr>
            <p:spPr>
              <a:xfrm>
                <a:off x="8130171" y="3890650"/>
                <a:ext cx="61424" cy="27942"/>
              </a:xfrm>
              <a:custGeom>
                <a:avLst/>
                <a:gdLst/>
                <a:ahLst/>
                <a:cxnLst/>
                <a:rect l="l" t="t" r="r" b="b"/>
                <a:pathLst>
                  <a:path w="61424" h="27942" extrusionOk="0">
                    <a:moveTo>
                      <a:pt x="0" y="22202"/>
                    </a:moveTo>
                    <a:cubicBezTo>
                      <a:pt x="2595" y="5827"/>
                      <a:pt x="4828" y="-2681"/>
                      <a:pt x="5964" y="8159"/>
                    </a:cubicBezTo>
                    <a:cubicBezTo>
                      <a:pt x="7100" y="19000"/>
                      <a:pt x="7404" y="13474"/>
                      <a:pt x="12918" y="7329"/>
                    </a:cubicBezTo>
                    <a:cubicBezTo>
                      <a:pt x="18432" y="1185"/>
                      <a:pt x="22064" y="10784"/>
                      <a:pt x="21360" y="14896"/>
                    </a:cubicBezTo>
                    <a:cubicBezTo>
                      <a:pt x="20656" y="19009"/>
                      <a:pt x="26431" y="7453"/>
                      <a:pt x="30706" y="3039"/>
                    </a:cubicBezTo>
                    <a:cubicBezTo>
                      <a:pt x="34980" y="-1376"/>
                      <a:pt x="38432" y="-1783"/>
                      <a:pt x="39150" y="7265"/>
                    </a:cubicBezTo>
                    <a:cubicBezTo>
                      <a:pt x="39868" y="16313"/>
                      <a:pt x="44033" y="12832"/>
                      <a:pt x="51266" y="5581"/>
                    </a:cubicBezTo>
                    <a:cubicBezTo>
                      <a:pt x="58499" y="-1671"/>
                      <a:pt x="63272" y="6763"/>
                      <a:pt x="60737" y="13438"/>
                    </a:cubicBezTo>
                    <a:cubicBezTo>
                      <a:pt x="58201" y="20113"/>
                      <a:pt x="64888" y="8146"/>
                      <a:pt x="54663" y="15516"/>
                    </a:cubicBezTo>
                    <a:cubicBezTo>
                      <a:pt x="44437" y="22883"/>
                      <a:pt x="36219" y="30727"/>
                      <a:pt x="33346" y="22803"/>
                    </a:cubicBezTo>
                    <a:cubicBezTo>
                      <a:pt x="30472" y="14880"/>
                      <a:pt x="33088" y="6244"/>
                      <a:pt x="29681" y="16313"/>
                    </a:cubicBezTo>
                    <a:cubicBezTo>
                      <a:pt x="26275" y="26383"/>
                      <a:pt x="11430" y="26813"/>
                      <a:pt x="10351" y="20986"/>
                    </a:cubicBezTo>
                    <a:cubicBezTo>
                      <a:pt x="9272" y="15159"/>
                      <a:pt x="3084" y="23471"/>
                      <a:pt x="1662" y="27055"/>
                    </a:cubicBezTo>
                    <a:cubicBezTo>
                      <a:pt x="238" y="30640"/>
                      <a:pt x="0" y="22202"/>
                      <a:pt x="0" y="22202"/>
                    </a:cubicBezTo>
                    <a:close/>
                  </a:path>
                </a:pathLst>
              </a:custGeom>
              <a:solidFill>
                <a:srgbClr val="C7966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69" name="Google Shape;2469;p2"/>
              <p:cNvSpPr/>
              <p:nvPr/>
            </p:nvSpPr>
            <p:spPr>
              <a:xfrm>
                <a:off x="7982928" y="3943620"/>
                <a:ext cx="56586" cy="44180"/>
              </a:xfrm>
              <a:custGeom>
                <a:avLst/>
                <a:gdLst/>
                <a:ahLst/>
                <a:cxnLst/>
                <a:rect l="l" t="t" r="r" b="b"/>
                <a:pathLst>
                  <a:path w="56586" h="44180" extrusionOk="0">
                    <a:moveTo>
                      <a:pt x="3094" y="39211"/>
                    </a:moveTo>
                    <a:cubicBezTo>
                      <a:pt x="-548" y="23038"/>
                      <a:pt x="-1618" y="14307"/>
                      <a:pt x="3446" y="23959"/>
                    </a:cubicBezTo>
                    <a:cubicBezTo>
                      <a:pt x="8507" y="33613"/>
                      <a:pt x="6749" y="28364"/>
                      <a:pt x="9602" y="20617"/>
                    </a:cubicBezTo>
                    <a:cubicBezTo>
                      <a:pt x="12455" y="12870"/>
                      <a:pt x="19377" y="20448"/>
                      <a:pt x="20243" y="24528"/>
                    </a:cubicBezTo>
                    <a:cubicBezTo>
                      <a:pt x="21108" y="28611"/>
                      <a:pt x="22205" y="15739"/>
                      <a:pt x="24543" y="10056"/>
                    </a:cubicBezTo>
                    <a:cubicBezTo>
                      <a:pt x="26884" y="4373"/>
                      <a:pt x="29943" y="2720"/>
                      <a:pt x="33953" y="10863"/>
                    </a:cubicBezTo>
                    <a:cubicBezTo>
                      <a:pt x="37962" y="19005"/>
                      <a:pt x="40548" y="14230"/>
                      <a:pt x="44587" y="4818"/>
                    </a:cubicBezTo>
                    <a:cubicBezTo>
                      <a:pt x="48626" y="-4593"/>
                      <a:pt x="56179" y="1479"/>
                      <a:pt x="56291" y="8618"/>
                    </a:cubicBezTo>
                    <a:cubicBezTo>
                      <a:pt x="56403" y="15757"/>
                      <a:pt x="58193" y="2167"/>
                      <a:pt x="51415" y="12792"/>
                    </a:cubicBezTo>
                    <a:cubicBezTo>
                      <a:pt x="44637" y="23417"/>
                      <a:pt x="39901" y="33743"/>
                      <a:pt x="34302" y="27443"/>
                    </a:cubicBezTo>
                    <a:cubicBezTo>
                      <a:pt x="28704" y="21143"/>
                      <a:pt x="27941" y="12150"/>
                      <a:pt x="28498" y="22766"/>
                    </a:cubicBezTo>
                    <a:cubicBezTo>
                      <a:pt x="29056" y="33382"/>
                      <a:pt x="15420" y="39268"/>
                      <a:pt x="12263" y="34253"/>
                    </a:cubicBezTo>
                    <a:cubicBezTo>
                      <a:pt x="9108" y="29237"/>
                      <a:pt x="6429" y="39248"/>
                      <a:pt x="6431" y="43104"/>
                    </a:cubicBezTo>
                    <a:cubicBezTo>
                      <a:pt x="6431" y="46961"/>
                      <a:pt x="3094" y="39211"/>
                      <a:pt x="3094" y="39211"/>
                    </a:cubicBezTo>
                    <a:close/>
                  </a:path>
                </a:pathLst>
              </a:custGeom>
              <a:solidFill>
                <a:srgbClr val="C7966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70" name="Google Shape;2470;p2"/>
              <p:cNvSpPr/>
              <p:nvPr/>
            </p:nvSpPr>
            <p:spPr>
              <a:xfrm>
                <a:off x="8161917" y="4143594"/>
                <a:ext cx="17244" cy="48302"/>
              </a:xfrm>
              <a:custGeom>
                <a:avLst/>
                <a:gdLst/>
                <a:ahLst/>
                <a:cxnLst/>
                <a:rect l="l" t="t" r="r" b="b"/>
                <a:pathLst>
                  <a:path w="17244" h="48302" extrusionOk="0">
                    <a:moveTo>
                      <a:pt x="1924" y="31581"/>
                    </a:moveTo>
                    <a:cubicBezTo>
                      <a:pt x="5284" y="18871"/>
                      <a:pt x="-58" y="-1259"/>
                      <a:pt x="7906" y="62"/>
                    </a:cubicBezTo>
                    <a:cubicBezTo>
                      <a:pt x="15870" y="1383"/>
                      <a:pt x="15404" y="30440"/>
                      <a:pt x="17160" y="33885"/>
                    </a:cubicBezTo>
                    <a:cubicBezTo>
                      <a:pt x="18915" y="37331"/>
                      <a:pt x="-7149" y="65892"/>
                      <a:pt x="1924" y="31581"/>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71" name="Google Shape;2471;p2"/>
              <p:cNvSpPr/>
              <p:nvPr/>
            </p:nvSpPr>
            <p:spPr>
              <a:xfrm>
                <a:off x="8168451" y="4477545"/>
                <a:ext cx="30856" cy="42349"/>
              </a:xfrm>
              <a:custGeom>
                <a:avLst/>
                <a:gdLst/>
                <a:ahLst/>
                <a:cxnLst/>
                <a:rect l="l" t="t" r="r" b="b"/>
                <a:pathLst>
                  <a:path w="30856" h="42349" extrusionOk="0">
                    <a:moveTo>
                      <a:pt x="7824" y="24464"/>
                    </a:moveTo>
                    <a:cubicBezTo>
                      <a:pt x="17407" y="15462"/>
                      <a:pt x="23533" y="-4444"/>
                      <a:pt x="29589" y="896"/>
                    </a:cubicBezTo>
                    <a:cubicBezTo>
                      <a:pt x="35645" y="6236"/>
                      <a:pt x="17551" y="26789"/>
                      <a:pt x="26444" y="39161"/>
                    </a:cubicBezTo>
                    <a:cubicBezTo>
                      <a:pt x="28702" y="42300"/>
                      <a:pt x="-18042" y="48762"/>
                      <a:pt x="7824" y="24464"/>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72" name="Google Shape;2472;p2"/>
              <p:cNvSpPr/>
              <p:nvPr/>
            </p:nvSpPr>
            <p:spPr>
              <a:xfrm>
                <a:off x="8238920" y="4259928"/>
                <a:ext cx="12791" cy="46536"/>
              </a:xfrm>
              <a:custGeom>
                <a:avLst/>
                <a:gdLst/>
                <a:ahLst/>
                <a:cxnLst/>
                <a:rect l="l" t="t" r="r" b="b"/>
                <a:pathLst>
                  <a:path w="12791" h="46536" extrusionOk="0">
                    <a:moveTo>
                      <a:pt x="1109" y="30203"/>
                    </a:moveTo>
                    <a:cubicBezTo>
                      <a:pt x="2517" y="18161"/>
                      <a:pt x="-3218" y="-1837"/>
                      <a:pt x="2844" y="136"/>
                    </a:cubicBezTo>
                    <a:cubicBezTo>
                      <a:pt x="8904" y="2108"/>
                      <a:pt x="11074" y="30263"/>
                      <a:pt x="12683" y="33758"/>
                    </a:cubicBezTo>
                    <a:cubicBezTo>
                      <a:pt x="14293" y="37253"/>
                      <a:pt x="-2693" y="62710"/>
                      <a:pt x="1109" y="30203"/>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73" name="Google Shape;2473;p2"/>
              <p:cNvSpPr/>
              <p:nvPr/>
            </p:nvSpPr>
            <p:spPr>
              <a:xfrm>
                <a:off x="8124320" y="4399517"/>
                <a:ext cx="23497" cy="42179"/>
              </a:xfrm>
              <a:custGeom>
                <a:avLst/>
                <a:gdLst/>
                <a:ahLst/>
                <a:cxnLst/>
                <a:rect l="l" t="t" r="r" b="b"/>
                <a:pathLst>
                  <a:path w="23497" h="42179" extrusionOk="0">
                    <a:moveTo>
                      <a:pt x="6655" y="26286"/>
                    </a:moveTo>
                    <a:cubicBezTo>
                      <a:pt x="13627" y="16367"/>
                      <a:pt x="18108" y="-3948"/>
                      <a:pt x="22499" y="674"/>
                    </a:cubicBezTo>
                    <a:cubicBezTo>
                      <a:pt x="26889" y="5294"/>
                      <a:pt x="15390" y="31084"/>
                      <a:pt x="15141" y="34925"/>
                    </a:cubicBezTo>
                    <a:cubicBezTo>
                      <a:pt x="14892" y="38765"/>
                      <a:pt x="-12168" y="53060"/>
                      <a:pt x="6655" y="26286"/>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74" name="Google Shape;2474;p2"/>
              <p:cNvSpPr/>
              <p:nvPr/>
            </p:nvSpPr>
            <p:spPr>
              <a:xfrm>
                <a:off x="8218455" y="4113399"/>
                <a:ext cx="6394" cy="23269"/>
              </a:xfrm>
              <a:custGeom>
                <a:avLst/>
                <a:gdLst/>
                <a:ahLst/>
                <a:cxnLst/>
                <a:rect l="l" t="t" r="r" b="b"/>
                <a:pathLst>
                  <a:path w="6394" h="23269" extrusionOk="0">
                    <a:moveTo>
                      <a:pt x="554" y="15101"/>
                    </a:moveTo>
                    <a:cubicBezTo>
                      <a:pt x="1258" y="9079"/>
                      <a:pt x="-1608" y="-920"/>
                      <a:pt x="1421" y="68"/>
                    </a:cubicBezTo>
                    <a:cubicBezTo>
                      <a:pt x="4452" y="1056"/>
                      <a:pt x="5536" y="15130"/>
                      <a:pt x="6340" y="16879"/>
                    </a:cubicBezTo>
                    <a:cubicBezTo>
                      <a:pt x="7145" y="18628"/>
                      <a:pt x="-1347" y="31357"/>
                      <a:pt x="554" y="15101"/>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75" name="Google Shape;2475;p2"/>
              <p:cNvSpPr/>
              <p:nvPr/>
            </p:nvSpPr>
            <p:spPr>
              <a:xfrm>
                <a:off x="8151182" y="4278414"/>
                <a:ext cx="6394" cy="23267"/>
              </a:xfrm>
              <a:custGeom>
                <a:avLst/>
                <a:gdLst/>
                <a:ahLst/>
                <a:cxnLst/>
                <a:rect l="l" t="t" r="r" b="b"/>
                <a:pathLst>
                  <a:path w="6394" h="23267" extrusionOk="0">
                    <a:moveTo>
                      <a:pt x="554" y="15101"/>
                    </a:moveTo>
                    <a:cubicBezTo>
                      <a:pt x="1258" y="9079"/>
                      <a:pt x="-1608" y="-920"/>
                      <a:pt x="1421" y="68"/>
                    </a:cubicBezTo>
                    <a:cubicBezTo>
                      <a:pt x="4452" y="1056"/>
                      <a:pt x="5535" y="15133"/>
                      <a:pt x="6340" y="16879"/>
                    </a:cubicBezTo>
                    <a:cubicBezTo>
                      <a:pt x="7145" y="18626"/>
                      <a:pt x="-1348" y="31354"/>
                      <a:pt x="554" y="15101"/>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76" name="Google Shape;2476;p2"/>
              <p:cNvSpPr/>
              <p:nvPr/>
            </p:nvSpPr>
            <p:spPr>
              <a:xfrm>
                <a:off x="8265180" y="4414089"/>
                <a:ext cx="12118" cy="44090"/>
              </a:xfrm>
              <a:custGeom>
                <a:avLst/>
                <a:gdLst/>
                <a:ahLst/>
                <a:cxnLst/>
                <a:rect l="l" t="t" r="r" b="b"/>
                <a:pathLst>
                  <a:path w="12118" h="44090" extrusionOk="0">
                    <a:moveTo>
                      <a:pt x="1051" y="28615"/>
                    </a:moveTo>
                    <a:cubicBezTo>
                      <a:pt x="2383" y="17205"/>
                      <a:pt x="-3048" y="-1741"/>
                      <a:pt x="2694" y="129"/>
                    </a:cubicBezTo>
                    <a:cubicBezTo>
                      <a:pt x="8437" y="1999"/>
                      <a:pt x="10492" y="28672"/>
                      <a:pt x="12017" y="31984"/>
                    </a:cubicBezTo>
                    <a:cubicBezTo>
                      <a:pt x="13541" y="35297"/>
                      <a:pt x="-2550" y="59414"/>
                      <a:pt x="1051" y="28615"/>
                    </a:cubicBezTo>
                    <a:close/>
                  </a:path>
                </a:pathLst>
              </a:custGeom>
              <a:solidFill>
                <a:srgbClr val="EBE7D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77" name="Google Shape;2477;p2"/>
              <p:cNvSpPr/>
              <p:nvPr/>
            </p:nvSpPr>
            <p:spPr>
              <a:xfrm>
                <a:off x="8071577" y="3734136"/>
                <a:ext cx="336195" cy="256838"/>
              </a:xfrm>
              <a:custGeom>
                <a:avLst/>
                <a:gdLst/>
                <a:ahLst/>
                <a:cxnLst/>
                <a:rect l="l" t="t" r="r" b="b"/>
                <a:pathLst>
                  <a:path w="336195" h="256838" extrusionOk="0">
                    <a:moveTo>
                      <a:pt x="165369" y="2827"/>
                    </a:moveTo>
                    <a:cubicBezTo>
                      <a:pt x="140261" y="-865"/>
                      <a:pt x="117353" y="-796"/>
                      <a:pt x="96427" y="2192"/>
                    </a:cubicBezTo>
                    <a:lnTo>
                      <a:pt x="96427" y="2192"/>
                    </a:lnTo>
                    <a:cubicBezTo>
                      <a:pt x="240171" y="-213"/>
                      <a:pt x="322965" y="106712"/>
                      <a:pt x="274349" y="170725"/>
                    </a:cubicBezTo>
                    <a:cubicBezTo>
                      <a:pt x="225730" y="234737"/>
                      <a:pt x="95853" y="200550"/>
                      <a:pt x="63660" y="202313"/>
                    </a:cubicBezTo>
                    <a:cubicBezTo>
                      <a:pt x="31466" y="204075"/>
                      <a:pt x="-9124" y="222299"/>
                      <a:pt x="1824" y="256838"/>
                    </a:cubicBezTo>
                    <a:lnTo>
                      <a:pt x="1824" y="256838"/>
                    </a:lnTo>
                    <a:cubicBezTo>
                      <a:pt x="1830" y="246396"/>
                      <a:pt x="17558" y="241305"/>
                      <a:pt x="53370" y="245708"/>
                    </a:cubicBezTo>
                    <a:cubicBezTo>
                      <a:pt x="120499" y="253962"/>
                      <a:pt x="273313" y="260658"/>
                      <a:pt x="318590" y="205461"/>
                    </a:cubicBezTo>
                    <a:cubicBezTo>
                      <a:pt x="363864" y="150263"/>
                      <a:pt x="324938" y="26284"/>
                      <a:pt x="165369" y="2827"/>
                    </a:cubicBezTo>
                    <a:close/>
                  </a:path>
                </a:pathLst>
              </a:custGeom>
              <a:solidFill>
                <a:srgbClr val="DED6C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78" name="Google Shape;2478;p2"/>
              <p:cNvSpPr/>
              <p:nvPr/>
            </p:nvSpPr>
            <p:spPr>
              <a:xfrm>
                <a:off x="7986738" y="3766469"/>
                <a:ext cx="176694" cy="183815"/>
              </a:xfrm>
              <a:custGeom>
                <a:avLst/>
                <a:gdLst/>
                <a:ahLst/>
                <a:cxnLst/>
                <a:rect l="l" t="t" r="r" b="b"/>
                <a:pathLst>
                  <a:path w="176694" h="183815" extrusionOk="0">
                    <a:moveTo>
                      <a:pt x="103105" y="26129"/>
                    </a:moveTo>
                    <a:cubicBezTo>
                      <a:pt x="8568" y="104043"/>
                      <a:pt x="-12770" y="122388"/>
                      <a:pt x="6449" y="170140"/>
                    </a:cubicBezTo>
                    <a:cubicBezTo>
                      <a:pt x="25667" y="217892"/>
                      <a:pt x="16596" y="127371"/>
                      <a:pt x="73577" y="100376"/>
                    </a:cubicBezTo>
                    <a:cubicBezTo>
                      <a:pt x="130558" y="73378"/>
                      <a:pt x="204384" y="-1422"/>
                      <a:pt x="166155" y="21"/>
                    </a:cubicBezTo>
                    <a:cubicBezTo>
                      <a:pt x="127926" y="1461"/>
                      <a:pt x="133065" y="1435"/>
                      <a:pt x="103105" y="26129"/>
                    </a:cubicBezTo>
                    <a:close/>
                  </a:path>
                </a:pathLst>
              </a:custGeom>
              <a:solidFill>
                <a:srgbClr val="0F0F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79" name="Google Shape;2479;p2"/>
              <p:cNvSpPr/>
              <p:nvPr/>
            </p:nvSpPr>
            <p:spPr>
              <a:xfrm>
                <a:off x="8113561" y="3810398"/>
                <a:ext cx="81115" cy="50340"/>
              </a:xfrm>
              <a:custGeom>
                <a:avLst/>
                <a:gdLst/>
                <a:ahLst/>
                <a:cxnLst/>
                <a:rect l="l" t="t" r="r" b="b"/>
                <a:pathLst>
                  <a:path w="81115" h="50340" extrusionOk="0">
                    <a:moveTo>
                      <a:pt x="6030" y="22750"/>
                    </a:moveTo>
                    <a:cubicBezTo>
                      <a:pt x="15126" y="43382"/>
                      <a:pt x="-10537" y="58467"/>
                      <a:pt x="5273" y="45549"/>
                    </a:cubicBezTo>
                    <a:cubicBezTo>
                      <a:pt x="21083" y="32630"/>
                      <a:pt x="22610" y="37886"/>
                      <a:pt x="24078" y="44319"/>
                    </a:cubicBezTo>
                    <a:cubicBezTo>
                      <a:pt x="25545" y="50752"/>
                      <a:pt x="31375" y="44136"/>
                      <a:pt x="38946" y="39235"/>
                    </a:cubicBezTo>
                    <a:cubicBezTo>
                      <a:pt x="46517" y="34334"/>
                      <a:pt x="49619" y="33319"/>
                      <a:pt x="52811" y="43475"/>
                    </a:cubicBezTo>
                    <a:cubicBezTo>
                      <a:pt x="56004" y="53630"/>
                      <a:pt x="78315" y="48891"/>
                      <a:pt x="80837" y="42250"/>
                    </a:cubicBezTo>
                    <a:cubicBezTo>
                      <a:pt x="83358" y="35609"/>
                      <a:pt x="67846" y="-14566"/>
                      <a:pt x="70539" y="4161"/>
                    </a:cubicBezTo>
                    <a:cubicBezTo>
                      <a:pt x="73231" y="22890"/>
                      <a:pt x="84645" y="41525"/>
                      <a:pt x="71757" y="31485"/>
                    </a:cubicBezTo>
                    <a:cubicBezTo>
                      <a:pt x="58869" y="21445"/>
                      <a:pt x="49558" y="7603"/>
                      <a:pt x="44544" y="16674"/>
                    </a:cubicBezTo>
                    <a:cubicBezTo>
                      <a:pt x="39531" y="25745"/>
                      <a:pt x="27678" y="25752"/>
                      <a:pt x="23525" y="19081"/>
                    </a:cubicBezTo>
                    <a:cubicBezTo>
                      <a:pt x="19371" y="12411"/>
                      <a:pt x="2930" y="15721"/>
                      <a:pt x="6030" y="22750"/>
                    </a:cubicBezTo>
                    <a:close/>
                  </a:path>
                </a:pathLst>
              </a:custGeom>
              <a:solidFill>
                <a:srgbClr val="9E713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480" name="Google Shape;2480;p2"/>
            <p:cNvGrpSpPr/>
            <p:nvPr/>
          </p:nvGrpSpPr>
          <p:grpSpPr>
            <a:xfrm>
              <a:off x="5872246" y="1851196"/>
              <a:ext cx="591480" cy="845029"/>
              <a:chOff x="5872246" y="1851196"/>
              <a:chExt cx="591480" cy="845029"/>
            </a:xfrm>
          </p:grpSpPr>
          <p:sp>
            <p:nvSpPr>
              <p:cNvPr id="2481" name="Google Shape;2481;p2"/>
              <p:cNvSpPr/>
              <p:nvPr/>
            </p:nvSpPr>
            <p:spPr>
              <a:xfrm>
                <a:off x="6313953" y="1851196"/>
                <a:ext cx="146109" cy="122452"/>
              </a:xfrm>
              <a:custGeom>
                <a:avLst/>
                <a:gdLst/>
                <a:ahLst/>
                <a:cxnLst/>
                <a:rect l="l" t="t" r="r" b="b"/>
                <a:pathLst>
                  <a:path w="146109" h="122452" extrusionOk="0">
                    <a:moveTo>
                      <a:pt x="0" y="122452"/>
                    </a:moveTo>
                    <a:cubicBezTo>
                      <a:pt x="0" y="122452"/>
                      <a:pt x="20339" y="-4633"/>
                      <a:pt x="135398" y="131"/>
                    </a:cubicBezTo>
                    <a:cubicBezTo>
                      <a:pt x="155041" y="21850"/>
                      <a:pt x="141659" y="37962"/>
                      <a:pt x="141659" y="37962"/>
                    </a:cubicBezTo>
                    <a:cubicBezTo>
                      <a:pt x="141659" y="37962"/>
                      <a:pt x="31499" y="23404"/>
                      <a:pt x="0" y="122452"/>
                    </a:cubicBezTo>
                    <a:close/>
                  </a:path>
                </a:pathLst>
              </a:custGeom>
              <a:solidFill>
                <a:srgbClr val="76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82" name="Google Shape;2482;p2"/>
              <p:cNvSpPr/>
              <p:nvPr/>
            </p:nvSpPr>
            <p:spPr>
              <a:xfrm>
                <a:off x="5872246" y="1928030"/>
                <a:ext cx="591480" cy="768191"/>
              </a:xfrm>
              <a:custGeom>
                <a:avLst/>
                <a:gdLst/>
                <a:ahLst/>
                <a:cxnLst/>
                <a:rect l="l" t="t" r="r" b="b"/>
                <a:pathLst>
                  <a:path w="591480" h="768191" extrusionOk="0">
                    <a:moveTo>
                      <a:pt x="536647" y="300987"/>
                    </a:moveTo>
                    <a:cubicBezTo>
                      <a:pt x="522755" y="281428"/>
                      <a:pt x="520290" y="256359"/>
                      <a:pt x="529007" y="234009"/>
                    </a:cubicBezTo>
                    <a:cubicBezTo>
                      <a:pt x="530255" y="230809"/>
                      <a:pt x="531439" y="227556"/>
                      <a:pt x="532555" y="224257"/>
                    </a:cubicBezTo>
                    <a:cubicBezTo>
                      <a:pt x="564595" y="129466"/>
                      <a:pt x="529096" y="31844"/>
                      <a:pt x="453265" y="6209"/>
                    </a:cubicBezTo>
                    <a:cubicBezTo>
                      <a:pt x="377431" y="-19424"/>
                      <a:pt x="289983" y="36638"/>
                      <a:pt x="257942" y="131429"/>
                    </a:cubicBezTo>
                    <a:cubicBezTo>
                      <a:pt x="256829" y="134719"/>
                      <a:pt x="255800" y="138013"/>
                      <a:pt x="254854" y="141305"/>
                    </a:cubicBezTo>
                    <a:cubicBezTo>
                      <a:pt x="248167" y="164547"/>
                      <a:pt x="230711" y="182878"/>
                      <a:pt x="207630" y="190097"/>
                    </a:cubicBezTo>
                    <a:cubicBezTo>
                      <a:pt x="116222" y="218684"/>
                      <a:pt x="39977" y="291088"/>
                      <a:pt x="11269" y="391361"/>
                    </a:cubicBezTo>
                    <a:cubicBezTo>
                      <a:pt x="-30654" y="537796"/>
                      <a:pt x="47793" y="694419"/>
                      <a:pt x="190133" y="748638"/>
                    </a:cubicBezTo>
                    <a:cubicBezTo>
                      <a:pt x="347780" y="808691"/>
                      <a:pt x="522309" y="725433"/>
                      <a:pt x="575836" y="567086"/>
                    </a:cubicBezTo>
                    <a:cubicBezTo>
                      <a:pt x="607392" y="473730"/>
                      <a:pt x="589654" y="375622"/>
                      <a:pt x="536647" y="300987"/>
                    </a:cubicBezTo>
                    <a:close/>
                  </a:path>
                </a:pathLst>
              </a:custGeom>
              <a:solidFill>
                <a:srgbClr val="AAD14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2483" name="Google Shape;2483;p2"/>
              <p:cNvGrpSpPr/>
              <p:nvPr/>
            </p:nvGrpSpPr>
            <p:grpSpPr>
              <a:xfrm>
                <a:off x="6062378" y="1996140"/>
                <a:ext cx="401346" cy="700084"/>
                <a:chOff x="6062378" y="1996140"/>
                <a:chExt cx="401346" cy="700084"/>
              </a:xfrm>
            </p:grpSpPr>
            <p:sp>
              <p:nvSpPr>
                <p:cNvPr id="2484" name="Google Shape;2484;p2"/>
                <p:cNvSpPr/>
                <p:nvPr/>
              </p:nvSpPr>
              <p:spPr>
                <a:xfrm>
                  <a:off x="6396153" y="1996140"/>
                  <a:ext cx="10840" cy="25292"/>
                </a:xfrm>
                <a:custGeom>
                  <a:avLst/>
                  <a:gdLst/>
                  <a:ahLst/>
                  <a:cxnLst/>
                  <a:rect l="l" t="t" r="r" b="b"/>
                  <a:pathLst>
                    <a:path w="10840" h="25292" extrusionOk="0">
                      <a:moveTo>
                        <a:pt x="0" y="0"/>
                      </a:moveTo>
                      <a:cubicBezTo>
                        <a:pt x="4359" y="9046"/>
                        <a:pt x="7919" y="17435"/>
                        <a:pt x="10840" y="25292"/>
                      </a:cubicBezTo>
                      <a:cubicBezTo>
                        <a:pt x="7868" y="16427"/>
                        <a:pt x="4268" y="7946"/>
                        <a:pt x="0" y="0"/>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85" name="Google Shape;2485;p2"/>
                <p:cNvSpPr/>
                <p:nvPr/>
              </p:nvSpPr>
              <p:spPr>
                <a:xfrm>
                  <a:off x="6062378" y="2081225"/>
                  <a:ext cx="401346" cy="614999"/>
                </a:xfrm>
                <a:custGeom>
                  <a:avLst/>
                  <a:gdLst/>
                  <a:ahLst/>
                  <a:cxnLst/>
                  <a:rect l="l" t="t" r="r" b="b"/>
                  <a:pathLst>
                    <a:path w="401346" h="614999" extrusionOk="0">
                      <a:moveTo>
                        <a:pt x="385701" y="413894"/>
                      </a:moveTo>
                      <a:cubicBezTo>
                        <a:pt x="417257" y="320538"/>
                        <a:pt x="399522" y="222430"/>
                        <a:pt x="346512" y="147792"/>
                      </a:cubicBezTo>
                      <a:cubicBezTo>
                        <a:pt x="332622" y="128233"/>
                        <a:pt x="330156" y="103165"/>
                        <a:pt x="338872" y="80815"/>
                      </a:cubicBezTo>
                      <a:cubicBezTo>
                        <a:pt x="340120" y="77612"/>
                        <a:pt x="341304" y="74361"/>
                        <a:pt x="342420" y="71063"/>
                      </a:cubicBezTo>
                      <a:cubicBezTo>
                        <a:pt x="350501" y="47153"/>
                        <a:pt x="354275" y="23068"/>
                        <a:pt x="354200" y="0"/>
                      </a:cubicBezTo>
                      <a:cubicBezTo>
                        <a:pt x="344669" y="68802"/>
                        <a:pt x="244945" y="57943"/>
                        <a:pt x="277760" y="131532"/>
                      </a:cubicBezTo>
                      <a:cubicBezTo>
                        <a:pt x="320189" y="226677"/>
                        <a:pt x="386295" y="639463"/>
                        <a:pt x="0" y="595446"/>
                      </a:cubicBezTo>
                      <a:cubicBezTo>
                        <a:pt x="157647" y="655499"/>
                        <a:pt x="332176" y="572241"/>
                        <a:pt x="385701" y="413894"/>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2486" name="Google Shape;2486;p2"/>
              <p:cNvSpPr/>
              <p:nvPr/>
            </p:nvSpPr>
            <p:spPr>
              <a:xfrm>
                <a:off x="5972893" y="1948872"/>
                <a:ext cx="490832" cy="747353"/>
              </a:xfrm>
              <a:custGeom>
                <a:avLst/>
                <a:gdLst/>
                <a:ahLst/>
                <a:cxnLst/>
                <a:rect l="l" t="t" r="r" b="b"/>
                <a:pathLst>
                  <a:path w="490832" h="747353" extrusionOk="0">
                    <a:moveTo>
                      <a:pt x="436000" y="280145"/>
                    </a:moveTo>
                    <a:cubicBezTo>
                      <a:pt x="422110" y="260586"/>
                      <a:pt x="419643" y="235517"/>
                      <a:pt x="428360" y="213167"/>
                    </a:cubicBezTo>
                    <a:cubicBezTo>
                      <a:pt x="429608" y="209964"/>
                      <a:pt x="430792" y="206714"/>
                      <a:pt x="431908" y="203415"/>
                    </a:cubicBezTo>
                    <a:cubicBezTo>
                      <a:pt x="459514" y="121748"/>
                      <a:pt x="436953" y="38023"/>
                      <a:pt x="381689" y="0"/>
                    </a:cubicBezTo>
                    <a:lnTo>
                      <a:pt x="381689" y="0"/>
                    </a:lnTo>
                    <a:cubicBezTo>
                      <a:pt x="434100" y="72560"/>
                      <a:pt x="405299" y="218734"/>
                      <a:pt x="382802" y="254640"/>
                    </a:cubicBezTo>
                    <a:cubicBezTo>
                      <a:pt x="435835" y="336796"/>
                      <a:pt x="594024" y="788243"/>
                      <a:pt x="544" y="668353"/>
                    </a:cubicBezTo>
                    <a:cubicBezTo>
                      <a:pt x="315" y="670097"/>
                      <a:pt x="149" y="671833"/>
                      <a:pt x="0" y="673567"/>
                    </a:cubicBezTo>
                    <a:cubicBezTo>
                      <a:pt x="25772" y="696364"/>
                      <a:pt x="55813" y="714974"/>
                      <a:pt x="89483" y="727801"/>
                    </a:cubicBezTo>
                    <a:cubicBezTo>
                      <a:pt x="247130" y="787854"/>
                      <a:pt x="421660" y="704595"/>
                      <a:pt x="475186" y="546247"/>
                    </a:cubicBezTo>
                    <a:cubicBezTo>
                      <a:pt x="506742" y="452889"/>
                      <a:pt x="489007" y="354780"/>
                      <a:pt x="436000" y="280145"/>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87" name="Google Shape;2487;p2"/>
              <p:cNvSpPr/>
              <p:nvPr/>
            </p:nvSpPr>
            <p:spPr>
              <a:xfrm>
                <a:off x="6168299" y="1966055"/>
                <a:ext cx="100311" cy="114189"/>
              </a:xfrm>
              <a:custGeom>
                <a:avLst/>
                <a:gdLst/>
                <a:ahLst/>
                <a:cxnLst/>
                <a:rect l="l" t="t" r="r" b="b"/>
                <a:pathLst>
                  <a:path w="100311" h="114189" extrusionOk="0">
                    <a:moveTo>
                      <a:pt x="94308" y="63961"/>
                    </a:moveTo>
                    <a:cubicBezTo>
                      <a:pt x="74982" y="117106"/>
                      <a:pt x="33062" y="127935"/>
                      <a:pt x="9459" y="97126"/>
                    </a:cubicBezTo>
                    <a:cubicBezTo>
                      <a:pt x="-14144" y="66318"/>
                      <a:pt x="9454" y="19137"/>
                      <a:pt x="46864" y="4472"/>
                    </a:cubicBezTo>
                    <a:cubicBezTo>
                      <a:pt x="84275" y="-10192"/>
                      <a:pt x="113346" y="11607"/>
                      <a:pt x="94308" y="63961"/>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88" name="Google Shape;2488;p2"/>
              <p:cNvSpPr/>
              <p:nvPr/>
            </p:nvSpPr>
            <p:spPr>
              <a:xfrm>
                <a:off x="5889983" y="2140709"/>
                <a:ext cx="234799" cy="370177"/>
              </a:xfrm>
              <a:custGeom>
                <a:avLst/>
                <a:gdLst/>
                <a:ahLst/>
                <a:cxnLst/>
                <a:rect l="l" t="t" r="r" b="b"/>
                <a:pathLst>
                  <a:path w="234799" h="370177" extrusionOk="0">
                    <a:moveTo>
                      <a:pt x="138279" y="25525"/>
                    </a:moveTo>
                    <a:cubicBezTo>
                      <a:pt x="61671" y="84230"/>
                      <a:pt x="-39025" y="233997"/>
                      <a:pt x="15546" y="332809"/>
                    </a:cubicBezTo>
                    <a:cubicBezTo>
                      <a:pt x="70118" y="431624"/>
                      <a:pt x="139039" y="311680"/>
                      <a:pt x="137818" y="235679"/>
                    </a:cubicBezTo>
                    <a:cubicBezTo>
                      <a:pt x="136597" y="159679"/>
                      <a:pt x="178362" y="55936"/>
                      <a:pt x="221483" y="28298"/>
                    </a:cubicBezTo>
                    <a:cubicBezTo>
                      <a:pt x="264606" y="658"/>
                      <a:pt x="193960" y="-17143"/>
                      <a:pt x="138279" y="25525"/>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89" name="Google Shape;2489;p2"/>
              <p:cNvSpPr/>
              <p:nvPr/>
            </p:nvSpPr>
            <p:spPr>
              <a:xfrm>
                <a:off x="6266622" y="2447797"/>
                <a:ext cx="23460" cy="23461"/>
              </a:xfrm>
              <a:custGeom>
                <a:avLst/>
                <a:gdLst/>
                <a:ahLst/>
                <a:cxnLst/>
                <a:rect l="l" t="t" r="r" b="b"/>
                <a:pathLst>
                  <a:path w="23460" h="23461" extrusionOk="0">
                    <a:moveTo>
                      <a:pt x="22840" y="15486"/>
                    </a:moveTo>
                    <a:cubicBezTo>
                      <a:pt x="20767" y="21622"/>
                      <a:pt x="14110" y="24914"/>
                      <a:pt x="7975" y="22841"/>
                    </a:cubicBezTo>
                    <a:cubicBezTo>
                      <a:pt x="1839" y="20767"/>
                      <a:pt x="-1453" y="14110"/>
                      <a:pt x="621" y="7975"/>
                    </a:cubicBezTo>
                    <a:cubicBezTo>
                      <a:pt x="2694" y="1839"/>
                      <a:pt x="9351" y="-1453"/>
                      <a:pt x="15486" y="620"/>
                    </a:cubicBezTo>
                    <a:cubicBezTo>
                      <a:pt x="21622" y="2696"/>
                      <a:pt x="24914" y="9351"/>
                      <a:pt x="22840" y="15486"/>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90" name="Google Shape;2490;p2"/>
              <p:cNvSpPr/>
              <p:nvPr/>
            </p:nvSpPr>
            <p:spPr>
              <a:xfrm>
                <a:off x="6418694" y="2398930"/>
                <a:ext cx="23460" cy="23461"/>
              </a:xfrm>
              <a:custGeom>
                <a:avLst/>
                <a:gdLst/>
                <a:ahLst/>
                <a:cxnLst/>
                <a:rect l="l" t="t" r="r" b="b"/>
                <a:pathLst>
                  <a:path w="23460" h="23461" extrusionOk="0">
                    <a:moveTo>
                      <a:pt x="22840" y="15486"/>
                    </a:moveTo>
                    <a:cubicBezTo>
                      <a:pt x="20767" y="21622"/>
                      <a:pt x="14110" y="24916"/>
                      <a:pt x="7975" y="22840"/>
                    </a:cubicBezTo>
                    <a:cubicBezTo>
                      <a:pt x="1839" y="20767"/>
                      <a:pt x="-1453" y="14110"/>
                      <a:pt x="621" y="7975"/>
                    </a:cubicBezTo>
                    <a:cubicBezTo>
                      <a:pt x="2694" y="1839"/>
                      <a:pt x="9351" y="-1453"/>
                      <a:pt x="15486" y="620"/>
                    </a:cubicBezTo>
                    <a:cubicBezTo>
                      <a:pt x="21620" y="2696"/>
                      <a:pt x="24914" y="9351"/>
                      <a:pt x="22840" y="15486"/>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91" name="Google Shape;2491;p2"/>
              <p:cNvSpPr/>
              <p:nvPr/>
            </p:nvSpPr>
            <p:spPr>
              <a:xfrm>
                <a:off x="6337916" y="2525283"/>
                <a:ext cx="23461" cy="23462"/>
              </a:xfrm>
              <a:custGeom>
                <a:avLst/>
                <a:gdLst/>
                <a:ahLst/>
                <a:cxnLst/>
                <a:rect l="l" t="t" r="r" b="b"/>
                <a:pathLst>
                  <a:path w="23461" h="23462" extrusionOk="0">
                    <a:moveTo>
                      <a:pt x="22840" y="15487"/>
                    </a:moveTo>
                    <a:cubicBezTo>
                      <a:pt x="20767" y="21623"/>
                      <a:pt x="14110" y="24917"/>
                      <a:pt x="7975" y="22841"/>
                    </a:cubicBezTo>
                    <a:cubicBezTo>
                      <a:pt x="1839" y="20768"/>
                      <a:pt x="-1453" y="14111"/>
                      <a:pt x="621" y="7975"/>
                    </a:cubicBezTo>
                    <a:cubicBezTo>
                      <a:pt x="2694" y="1840"/>
                      <a:pt x="9351" y="-1454"/>
                      <a:pt x="15486" y="621"/>
                    </a:cubicBezTo>
                    <a:cubicBezTo>
                      <a:pt x="21622" y="2695"/>
                      <a:pt x="24916" y="9352"/>
                      <a:pt x="22840" y="15487"/>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92" name="Google Shape;2492;p2"/>
              <p:cNvSpPr/>
              <p:nvPr/>
            </p:nvSpPr>
            <p:spPr>
              <a:xfrm>
                <a:off x="6270940" y="2499783"/>
                <a:ext cx="13637" cy="13636"/>
              </a:xfrm>
              <a:custGeom>
                <a:avLst/>
                <a:gdLst/>
                <a:ahLst/>
                <a:cxnLst/>
                <a:rect l="l" t="t" r="r" b="b"/>
                <a:pathLst>
                  <a:path w="13637" h="13636" extrusionOk="0">
                    <a:moveTo>
                      <a:pt x="13276" y="9002"/>
                    </a:moveTo>
                    <a:cubicBezTo>
                      <a:pt x="12072" y="12568"/>
                      <a:pt x="8202" y="14481"/>
                      <a:pt x="4635" y="13276"/>
                    </a:cubicBezTo>
                    <a:cubicBezTo>
                      <a:pt x="1069" y="12071"/>
                      <a:pt x="-844" y="8201"/>
                      <a:pt x="360" y="4635"/>
                    </a:cubicBezTo>
                    <a:cubicBezTo>
                      <a:pt x="1565" y="1069"/>
                      <a:pt x="5435" y="-844"/>
                      <a:pt x="9002" y="360"/>
                    </a:cubicBezTo>
                    <a:cubicBezTo>
                      <a:pt x="12568" y="1565"/>
                      <a:pt x="14483" y="5435"/>
                      <a:pt x="13276" y="9002"/>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93" name="Google Shape;2493;p2"/>
              <p:cNvSpPr/>
              <p:nvPr/>
            </p:nvSpPr>
            <p:spPr>
              <a:xfrm>
                <a:off x="6209954" y="2510271"/>
                <a:ext cx="13636" cy="13636"/>
              </a:xfrm>
              <a:custGeom>
                <a:avLst/>
                <a:gdLst/>
                <a:ahLst/>
                <a:cxnLst/>
                <a:rect l="l" t="t" r="r" b="b"/>
                <a:pathLst>
                  <a:path w="13636" h="13636" extrusionOk="0">
                    <a:moveTo>
                      <a:pt x="13276" y="9001"/>
                    </a:moveTo>
                    <a:cubicBezTo>
                      <a:pt x="12072" y="12568"/>
                      <a:pt x="8201" y="14481"/>
                      <a:pt x="4635" y="13276"/>
                    </a:cubicBezTo>
                    <a:cubicBezTo>
                      <a:pt x="1069" y="12071"/>
                      <a:pt x="-844" y="8201"/>
                      <a:pt x="360" y="4635"/>
                    </a:cubicBezTo>
                    <a:cubicBezTo>
                      <a:pt x="1565" y="1069"/>
                      <a:pt x="5435" y="-844"/>
                      <a:pt x="9002" y="360"/>
                    </a:cubicBezTo>
                    <a:cubicBezTo>
                      <a:pt x="12568" y="1567"/>
                      <a:pt x="14481" y="5435"/>
                      <a:pt x="13276" y="9001"/>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94" name="Google Shape;2494;p2"/>
              <p:cNvSpPr/>
              <p:nvPr/>
            </p:nvSpPr>
            <p:spPr>
              <a:xfrm>
                <a:off x="6223275" y="2549126"/>
                <a:ext cx="13637" cy="13636"/>
              </a:xfrm>
              <a:custGeom>
                <a:avLst/>
                <a:gdLst/>
                <a:ahLst/>
                <a:cxnLst/>
                <a:rect l="l" t="t" r="r" b="b"/>
                <a:pathLst>
                  <a:path w="13637" h="13636" extrusionOk="0">
                    <a:moveTo>
                      <a:pt x="13276" y="9002"/>
                    </a:moveTo>
                    <a:cubicBezTo>
                      <a:pt x="12072" y="12568"/>
                      <a:pt x="8204" y="14481"/>
                      <a:pt x="4635" y="13276"/>
                    </a:cubicBezTo>
                    <a:cubicBezTo>
                      <a:pt x="1069" y="12072"/>
                      <a:pt x="-844" y="8202"/>
                      <a:pt x="360" y="4635"/>
                    </a:cubicBezTo>
                    <a:cubicBezTo>
                      <a:pt x="1565" y="1069"/>
                      <a:pt x="5435" y="-844"/>
                      <a:pt x="9001" y="360"/>
                    </a:cubicBezTo>
                    <a:cubicBezTo>
                      <a:pt x="12568" y="1565"/>
                      <a:pt x="14483" y="5435"/>
                      <a:pt x="13276" y="9002"/>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95" name="Google Shape;2495;p2"/>
              <p:cNvSpPr/>
              <p:nvPr/>
            </p:nvSpPr>
            <p:spPr>
              <a:xfrm>
                <a:off x="6324211" y="2465333"/>
                <a:ext cx="13637" cy="13636"/>
              </a:xfrm>
              <a:custGeom>
                <a:avLst/>
                <a:gdLst/>
                <a:ahLst/>
                <a:cxnLst/>
                <a:rect l="l" t="t" r="r" b="b"/>
                <a:pathLst>
                  <a:path w="13637" h="13636" extrusionOk="0">
                    <a:moveTo>
                      <a:pt x="13276" y="9002"/>
                    </a:moveTo>
                    <a:cubicBezTo>
                      <a:pt x="12072" y="12568"/>
                      <a:pt x="8201" y="14481"/>
                      <a:pt x="4635" y="13276"/>
                    </a:cubicBezTo>
                    <a:cubicBezTo>
                      <a:pt x="1069" y="12072"/>
                      <a:pt x="-844" y="8202"/>
                      <a:pt x="360" y="4635"/>
                    </a:cubicBezTo>
                    <a:cubicBezTo>
                      <a:pt x="1565" y="1069"/>
                      <a:pt x="5435" y="-844"/>
                      <a:pt x="9001" y="360"/>
                    </a:cubicBezTo>
                    <a:cubicBezTo>
                      <a:pt x="12568" y="1565"/>
                      <a:pt x="14483" y="5436"/>
                      <a:pt x="13276" y="9002"/>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96" name="Google Shape;2496;p2"/>
              <p:cNvSpPr/>
              <p:nvPr/>
            </p:nvSpPr>
            <p:spPr>
              <a:xfrm>
                <a:off x="6231755" y="2475989"/>
                <a:ext cx="11144" cy="11144"/>
              </a:xfrm>
              <a:custGeom>
                <a:avLst/>
                <a:gdLst/>
                <a:ahLst/>
                <a:cxnLst/>
                <a:rect l="l" t="t" r="r" b="b"/>
                <a:pathLst>
                  <a:path w="11144" h="11144" extrusionOk="0">
                    <a:moveTo>
                      <a:pt x="10849" y="7356"/>
                    </a:moveTo>
                    <a:cubicBezTo>
                      <a:pt x="9864" y="10271"/>
                      <a:pt x="6703" y="11835"/>
                      <a:pt x="3788" y="10849"/>
                    </a:cubicBezTo>
                    <a:cubicBezTo>
                      <a:pt x="873" y="9864"/>
                      <a:pt x="-690" y="6703"/>
                      <a:pt x="295" y="3788"/>
                    </a:cubicBezTo>
                    <a:cubicBezTo>
                      <a:pt x="1280" y="873"/>
                      <a:pt x="4442" y="-690"/>
                      <a:pt x="7356" y="295"/>
                    </a:cubicBezTo>
                    <a:cubicBezTo>
                      <a:pt x="10269" y="1280"/>
                      <a:pt x="11835" y="4442"/>
                      <a:pt x="10849" y="7356"/>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97" name="Google Shape;2497;p2"/>
              <p:cNvSpPr/>
              <p:nvPr/>
            </p:nvSpPr>
            <p:spPr>
              <a:xfrm>
                <a:off x="6273472" y="2570701"/>
                <a:ext cx="11144" cy="11144"/>
              </a:xfrm>
              <a:custGeom>
                <a:avLst/>
                <a:gdLst/>
                <a:ahLst/>
                <a:cxnLst/>
                <a:rect l="l" t="t" r="r" b="b"/>
                <a:pathLst>
                  <a:path w="11144" h="11144" extrusionOk="0">
                    <a:moveTo>
                      <a:pt x="10849" y="7356"/>
                    </a:moveTo>
                    <a:cubicBezTo>
                      <a:pt x="9864" y="10271"/>
                      <a:pt x="6703" y="11835"/>
                      <a:pt x="3788" y="10849"/>
                    </a:cubicBezTo>
                    <a:cubicBezTo>
                      <a:pt x="873" y="9864"/>
                      <a:pt x="-690" y="6703"/>
                      <a:pt x="295" y="3788"/>
                    </a:cubicBezTo>
                    <a:cubicBezTo>
                      <a:pt x="1280" y="873"/>
                      <a:pt x="4442" y="-690"/>
                      <a:pt x="7356" y="295"/>
                    </a:cubicBezTo>
                    <a:cubicBezTo>
                      <a:pt x="10271" y="1280"/>
                      <a:pt x="11835" y="4442"/>
                      <a:pt x="10849" y="7356"/>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98" name="Google Shape;2498;p2"/>
              <p:cNvSpPr/>
              <p:nvPr/>
            </p:nvSpPr>
            <p:spPr>
              <a:xfrm>
                <a:off x="6117558" y="2577605"/>
                <a:ext cx="23461" cy="23461"/>
              </a:xfrm>
              <a:custGeom>
                <a:avLst/>
                <a:gdLst/>
                <a:ahLst/>
                <a:cxnLst/>
                <a:rect l="l" t="t" r="r" b="b"/>
                <a:pathLst>
                  <a:path w="23461" h="23461" extrusionOk="0">
                    <a:moveTo>
                      <a:pt x="22841" y="15487"/>
                    </a:moveTo>
                    <a:cubicBezTo>
                      <a:pt x="20768" y="21623"/>
                      <a:pt x="14111" y="24915"/>
                      <a:pt x="7976" y="22841"/>
                    </a:cubicBezTo>
                    <a:cubicBezTo>
                      <a:pt x="1840" y="20768"/>
                      <a:pt x="-1454" y="14111"/>
                      <a:pt x="621" y="7976"/>
                    </a:cubicBezTo>
                    <a:cubicBezTo>
                      <a:pt x="2695" y="1840"/>
                      <a:pt x="9352" y="-1454"/>
                      <a:pt x="15487" y="621"/>
                    </a:cubicBezTo>
                    <a:cubicBezTo>
                      <a:pt x="21623" y="2697"/>
                      <a:pt x="24915" y="9352"/>
                      <a:pt x="22841" y="15487"/>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499" name="Google Shape;2499;p2"/>
              <p:cNvSpPr/>
              <p:nvPr/>
            </p:nvSpPr>
            <p:spPr>
              <a:xfrm>
                <a:off x="6214832" y="2633852"/>
                <a:ext cx="23461" cy="23461"/>
              </a:xfrm>
              <a:custGeom>
                <a:avLst/>
                <a:gdLst/>
                <a:ahLst/>
                <a:cxnLst/>
                <a:rect l="l" t="t" r="r" b="b"/>
                <a:pathLst>
                  <a:path w="23461" h="23461" extrusionOk="0">
                    <a:moveTo>
                      <a:pt x="22841" y="15487"/>
                    </a:moveTo>
                    <a:cubicBezTo>
                      <a:pt x="20768" y="21623"/>
                      <a:pt x="14111" y="24915"/>
                      <a:pt x="7976" y="22841"/>
                    </a:cubicBezTo>
                    <a:cubicBezTo>
                      <a:pt x="1840" y="20768"/>
                      <a:pt x="-1454" y="14111"/>
                      <a:pt x="621" y="7976"/>
                    </a:cubicBezTo>
                    <a:cubicBezTo>
                      <a:pt x="2695" y="1840"/>
                      <a:pt x="9352" y="-1454"/>
                      <a:pt x="15487" y="621"/>
                    </a:cubicBezTo>
                    <a:cubicBezTo>
                      <a:pt x="21623" y="2697"/>
                      <a:pt x="24915" y="9352"/>
                      <a:pt x="22841" y="15487"/>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00" name="Google Shape;2500;p2"/>
              <p:cNvSpPr/>
              <p:nvPr/>
            </p:nvSpPr>
            <p:spPr>
              <a:xfrm>
                <a:off x="6198533" y="2601034"/>
                <a:ext cx="13637" cy="13636"/>
              </a:xfrm>
              <a:custGeom>
                <a:avLst/>
                <a:gdLst/>
                <a:ahLst/>
                <a:cxnLst/>
                <a:rect l="l" t="t" r="r" b="b"/>
                <a:pathLst>
                  <a:path w="13637" h="13636" extrusionOk="0">
                    <a:moveTo>
                      <a:pt x="13276" y="9002"/>
                    </a:moveTo>
                    <a:cubicBezTo>
                      <a:pt x="12072" y="12568"/>
                      <a:pt x="8201" y="14481"/>
                      <a:pt x="4635" y="13276"/>
                    </a:cubicBezTo>
                    <a:cubicBezTo>
                      <a:pt x="1069" y="12071"/>
                      <a:pt x="-844" y="8201"/>
                      <a:pt x="360" y="4635"/>
                    </a:cubicBezTo>
                    <a:cubicBezTo>
                      <a:pt x="1565" y="1069"/>
                      <a:pt x="5433" y="-844"/>
                      <a:pt x="9001" y="360"/>
                    </a:cubicBezTo>
                    <a:cubicBezTo>
                      <a:pt x="12568" y="1565"/>
                      <a:pt x="14483" y="5435"/>
                      <a:pt x="13276" y="9002"/>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01" name="Google Shape;2501;p2"/>
              <p:cNvSpPr/>
              <p:nvPr/>
            </p:nvSpPr>
            <p:spPr>
              <a:xfrm>
                <a:off x="6095992" y="2639565"/>
                <a:ext cx="13636" cy="13636"/>
              </a:xfrm>
              <a:custGeom>
                <a:avLst/>
                <a:gdLst/>
                <a:ahLst/>
                <a:cxnLst/>
                <a:rect l="l" t="t" r="r" b="b"/>
                <a:pathLst>
                  <a:path w="13636" h="13636" extrusionOk="0">
                    <a:moveTo>
                      <a:pt x="13276" y="9002"/>
                    </a:moveTo>
                    <a:cubicBezTo>
                      <a:pt x="12072" y="12568"/>
                      <a:pt x="8201" y="14481"/>
                      <a:pt x="4635" y="13276"/>
                    </a:cubicBezTo>
                    <a:cubicBezTo>
                      <a:pt x="1069" y="12072"/>
                      <a:pt x="-844" y="8202"/>
                      <a:pt x="360" y="4635"/>
                    </a:cubicBezTo>
                    <a:cubicBezTo>
                      <a:pt x="1565" y="1069"/>
                      <a:pt x="5435" y="-844"/>
                      <a:pt x="9001" y="360"/>
                    </a:cubicBezTo>
                    <a:cubicBezTo>
                      <a:pt x="12568" y="1565"/>
                      <a:pt x="14481" y="5435"/>
                      <a:pt x="13276" y="9002"/>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02" name="Google Shape;2502;p2"/>
              <p:cNvSpPr/>
              <p:nvPr/>
            </p:nvSpPr>
            <p:spPr>
              <a:xfrm>
                <a:off x="6128122" y="2671315"/>
                <a:ext cx="13636" cy="13636"/>
              </a:xfrm>
              <a:custGeom>
                <a:avLst/>
                <a:gdLst/>
                <a:ahLst/>
                <a:cxnLst/>
                <a:rect l="l" t="t" r="r" b="b"/>
                <a:pathLst>
                  <a:path w="13636" h="13636" extrusionOk="0">
                    <a:moveTo>
                      <a:pt x="13276" y="9001"/>
                    </a:moveTo>
                    <a:cubicBezTo>
                      <a:pt x="12072" y="12568"/>
                      <a:pt x="8201" y="14481"/>
                      <a:pt x="4635" y="13276"/>
                    </a:cubicBezTo>
                    <a:cubicBezTo>
                      <a:pt x="1069" y="12071"/>
                      <a:pt x="-844" y="8201"/>
                      <a:pt x="360" y="4635"/>
                    </a:cubicBezTo>
                    <a:cubicBezTo>
                      <a:pt x="1565" y="1069"/>
                      <a:pt x="5435" y="-844"/>
                      <a:pt x="9002" y="360"/>
                    </a:cubicBezTo>
                    <a:cubicBezTo>
                      <a:pt x="12568" y="1567"/>
                      <a:pt x="14481" y="5435"/>
                      <a:pt x="13276" y="9001"/>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03" name="Google Shape;2503;p2"/>
              <p:cNvSpPr/>
              <p:nvPr/>
            </p:nvSpPr>
            <p:spPr>
              <a:xfrm>
                <a:off x="6293585" y="2604692"/>
                <a:ext cx="13636" cy="13636"/>
              </a:xfrm>
              <a:custGeom>
                <a:avLst/>
                <a:gdLst/>
                <a:ahLst/>
                <a:cxnLst/>
                <a:rect l="l" t="t" r="r" b="b"/>
                <a:pathLst>
                  <a:path w="13636" h="13636" extrusionOk="0">
                    <a:moveTo>
                      <a:pt x="13276" y="9002"/>
                    </a:moveTo>
                    <a:cubicBezTo>
                      <a:pt x="12072" y="12568"/>
                      <a:pt x="8201" y="14481"/>
                      <a:pt x="4635" y="13276"/>
                    </a:cubicBezTo>
                    <a:cubicBezTo>
                      <a:pt x="1069" y="12072"/>
                      <a:pt x="-844" y="8202"/>
                      <a:pt x="360" y="4635"/>
                    </a:cubicBezTo>
                    <a:cubicBezTo>
                      <a:pt x="1565" y="1069"/>
                      <a:pt x="5435" y="-844"/>
                      <a:pt x="9002" y="360"/>
                    </a:cubicBezTo>
                    <a:cubicBezTo>
                      <a:pt x="12568" y="1565"/>
                      <a:pt x="14481" y="5435"/>
                      <a:pt x="13276" y="9002"/>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04" name="Google Shape;2504;p2"/>
              <p:cNvSpPr/>
              <p:nvPr/>
            </p:nvSpPr>
            <p:spPr>
              <a:xfrm>
                <a:off x="6066658" y="2570358"/>
                <a:ext cx="11144" cy="11144"/>
              </a:xfrm>
              <a:custGeom>
                <a:avLst/>
                <a:gdLst/>
                <a:ahLst/>
                <a:cxnLst/>
                <a:rect l="l" t="t" r="r" b="b"/>
                <a:pathLst>
                  <a:path w="11144" h="11144" extrusionOk="0">
                    <a:moveTo>
                      <a:pt x="10849" y="7356"/>
                    </a:moveTo>
                    <a:cubicBezTo>
                      <a:pt x="9864" y="10271"/>
                      <a:pt x="6703" y="11835"/>
                      <a:pt x="3788" y="10849"/>
                    </a:cubicBezTo>
                    <a:cubicBezTo>
                      <a:pt x="873" y="9864"/>
                      <a:pt x="-690" y="6703"/>
                      <a:pt x="295" y="3788"/>
                    </a:cubicBezTo>
                    <a:cubicBezTo>
                      <a:pt x="1280" y="873"/>
                      <a:pt x="4442" y="-690"/>
                      <a:pt x="7356" y="295"/>
                    </a:cubicBezTo>
                    <a:cubicBezTo>
                      <a:pt x="10271" y="1280"/>
                      <a:pt x="11835" y="4442"/>
                      <a:pt x="10849" y="7356"/>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05" name="Google Shape;2505;p2"/>
              <p:cNvSpPr/>
              <p:nvPr/>
            </p:nvSpPr>
            <p:spPr>
              <a:xfrm>
                <a:off x="6174482" y="2659727"/>
                <a:ext cx="11144" cy="11144"/>
              </a:xfrm>
              <a:custGeom>
                <a:avLst/>
                <a:gdLst/>
                <a:ahLst/>
                <a:cxnLst/>
                <a:rect l="l" t="t" r="r" b="b"/>
                <a:pathLst>
                  <a:path w="11144" h="11144" extrusionOk="0">
                    <a:moveTo>
                      <a:pt x="10849" y="7356"/>
                    </a:moveTo>
                    <a:cubicBezTo>
                      <a:pt x="9864" y="10271"/>
                      <a:pt x="6703" y="11835"/>
                      <a:pt x="3788" y="10849"/>
                    </a:cubicBezTo>
                    <a:cubicBezTo>
                      <a:pt x="873" y="9864"/>
                      <a:pt x="-690" y="6703"/>
                      <a:pt x="295" y="3788"/>
                    </a:cubicBezTo>
                    <a:cubicBezTo>
                      <a:pt x="1280" y="873"/>
                      <a:pt x="4442" y="-690"/>
                      <a:pt x="7356" y="295"/>
                    </a:cubicBezTo>
                    <a:cubicBezTo>
                      <a:pt x="10271" y="1280"/>
                      <a:pt x="11835" y="4442"/>
                      <a:pt x="10849" y="7356"/>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506" name="Google Shape;2506;p2"/>
            <p:cNvGrpSpPr/>
            <p:nvPr/>
          </p:nvGrpSpPr>
          <p:grpSpPr>
            <a:xfrm>
              <a:off x="5362917" y="2320496"/>
              <a:ext cx="870349" cy="870349"/>
              <a:chOff x="5362917" y="2320496"/>
              <a:chExt cx="870349" cy="870349"/>
            </a:xfrm>
          </p:grpSpPr>
          <p:sp>
            <p:nvSpPr>
              <p:cNvPr id="2507" name="Google Shape;2507;p2"/>
              <p:cNvSpPr/>
              <p:nvPr/>
            </p:nvSpPr>
            <p:spPr>
              <a:xfrm rot="-2700000">
                <a:off x="5490377" y="2447956"/>
                <a:ext cx="615430" cy="615430"/>
              </a:xfrm>
              <a:custGeom>
                <a:avLst/>
                <a:gdLst/>
                <a:ahLst/>
                <a:cxnLst/>
                <a:rect l="l" t="t" r="r" b="b"/>
                <a:pathLst>
                  <a:path w="615088" h="615088" extrusionOk="0">
                    <a:moveTo>
                      <a:pt x="615088" y="307544"/>
                    </a:moveTo>
                    <a:cubicBezTo>
                      <a:pt x="615088" y="477396"/>
                      <a:pt x="477396" y="615088"/>
                      <a:pt x="307544" y="615088"/>
                    </a:cubicBezTo>
                    <a:cubicBezTo>
                      <a:pt x="137692" y="615088"/>
                      <a:pt x="0" y="477396"/>
                      <a:pt x="0" y="307544"/>
                    </a:cubicBezTo>
                    <a:cubicBezTo>
                      <a:pt x="0" y="137692"/>
                      <a:pt x="137692" y="0"/>
                      <a:pt x="307544" y="0"/>
                    </a:cubicBezTo>
                    <a:cubicBezTo>
                      <a:pt x="477396" y="0"/>
                      <a:pt x="615088" y="137692"/>
                      <a:pt x="615088" y="307544"/>
                    </a:cubicBezTo>
                    <a:close/>
                  </a:path>
                </a:pathLst>
              </a:custGeom>
              <a:solidFill>
                <a:srgbClr val="D13204"/>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08" name="Google Shape;2508;p2"/>
              <p:cNvSpPr/>
              <p:nvPr/>
            </p:nvSpPr>
            <p:spPr>
              <a:xfrm>
                <a:off x="5536361" y="2551999"/>
                <a:ext cx="569063" cy="511231"/>
              </a:xfrm>
              <a:custGeom>
                <a:avLst/>
                <a:gdLst/>
                <a:ahLst/>
                <a:cxnLst/>
                <a:rect l="l" t="t" r="r" b="b"/>
                <a:pathLst>
                  <a:path w="569063" h="511231" extrusionOk="0">
                    <a:moveTo>
                      <a:pt x="491924" y="0"/>
                    </a:moveTo>
                    <a:cubicBezTo>
                      <a:pt x="521096" y="47023"/>
                      <a:pt x="537955" y="102484"/>
                      <a:pt x="537955" y="161890"/>
                    </a:cubicBezTo>
                    <a:cubicBezTo>
                      <a:pt x="537955" y="331744"/>
                      <a:pt x="400260" y="469437"/>
                      <a:pt x="230408" y="469437"/>
                    </a:cubicBezTo>
                    <a:cubicBezTo>
                      <a:pt x="138680" y="469437"/>
                      <a:pt x="56348" y="429265"/>
                      <a:pt x="0" y="365572"/>
                    </a:cubicBezTo>
                    <a:cubicBezTo>
                      <a:pt x="54235" y="452998"/>
                      <a:pt x="151068" y="511232"/>
                      <a:pt x="261516" y="511232"/>
                    </a:cubicBezTo>
                    <a:cubicBezTo>
                      <a:pt x="431370" y="511232"/>
                      <a:pt x="569063" y="373537"/>
                      <a:pt x="569063" y="203685"/>
                    </a:cubicBezTo>
                    <a:cubicBezTo>
                      <a:pt x="569063" y="125556"/>
                      <a:pt x="539917" y="54249"/>
                      <a:pt x="491924" y="0"/>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09" name="Google Shape;2509;p2"/>
              <p:cNvSpPr/>
              <p:nvPr/>
            </p:nvSpPr>
            <p:spPr>
              <a:xfrm>
                <a:off x="5542047" y="2518518"/>
                <a:ext cx="487768" cy="461144"/>
              </a:xfrm>
              <a:custGeom>
                <a:avLst/>
                <a:gdLst/>
                <a:ahLst/>
                <a:cxnLst/>
                <a:rect l="l" t="t" r="r" b="b"/>
                <a:pathLst>
                  <a:path w="487768" h="461144" extrusionOk="0">
                    <a:moveTo>
                      <a:pt x="475613" y="120561"/>
                    </a:moveTo>
                    <a:cubicBezTo>
                      <a:pt x="451854" y="73044"/>
                      <a:pt x="390580" y="61790"/>
                      <a:pt x="321806" y="19899"/>
                    </a:cubicBezTo>
                    <a:cubicBezTo>
                      <a:pt x="253030" y="-21992"/>
                      <a:pt x="234273" y="10520"/>
                      <a:pt x="204262" y="41783"/>
                    </a:cubicBezTo>
                    <a:cubicBezTo>
                      <a:pt x="174252" y="73044"/>
                      <a:pt x="137987" y="23027"/>
                      <a:pt x="97973" y="50537"/>
                    </a:cubicBezTo>
                    <a:cubicBezTo>
                      <a:pt x="57958" y="78046"/>
                      <a:pt x="67889" y="133994"/>
                      <a:pt x="26350" y="163078"/>
                    </a:cubicBezTo>
                    <a:cubicBezTo>
                      <a:pt x="-16513" y="193089"/>
                      <a:pt x="-2065" y="254363"/>
                      <a:pt x="33891" y="341896"/>
                    </a:cubicBezTo>
                    <a:cubicBezTo>
                      <a:pt x="69848" y="429430"/>
                      <a:pt x="92971" y="430680"/>
                      <a:pt x="224269" y="456939"/>
                    </a:cubicBezTo>
                    <a:cubicBezTo>
                      <a:pt x="355568" y="483199"/>
                      <a:pt x="414341" y="380660"/>
                      <a:pt x="450604" y="310635"/>
                    </a:cubicBezTo>
                    <a:cubicBezTo>
                      <a:pt x="486867" y="240606"/>
                      <a:pt x="499371" y="168078"/>
                      <a:pt x="475613" y="120561"/>
                    </a:cubicBezTo>
                    <a:close/>
                    <a:moveTo>
                      <a:pt x="366061" y="225125"/>
                    </a:moveTo>
                    <a:cubicBezTo>
                      <a:pt x="331775" y="303082"/>
                      <a:pt x="372592" y="302673"/>
                      <a:pt x="334633" y="330837"/>
                    </a:cubicBezTo>
                    <a:cubicBezTo>
                      <a:pt x="296674" y="359000"/>
                      <a:pt x="237901" y="367980"/>
                      <a:pt x="220758" y="343080"/>
                    </a:cubicBezTo>
                    <a:cubicBezTo>
                      <a:pt x="203615" y="318184"/>
                      <a:pt x="204841" y="316142"/>
                      <a:pt x="171371" y="320223"/>
                    </a:cubicBezTo>
                    <a:cubicBezTo>
                      <a:pt x="137902" y="324305"/>
                      <a:pt x="122394" y="272877"/>
                      <a:pt x="128516" y="258183"/>
                    </a:cubicBezTo>
                    <a:cubicBezTo>
                      <a:pt x="139388" y="232088"/>
                      <a:pt x="132743" y="221856"/>
                      <a:pt x="151444" y="205939"/>
                    </a:cubicBezTo>
                    <a:cubicBezTo>
                      <a:pt x="170146" y="190021"/>
                      <a:pt x="139127" y="152115"/>
                      <a:pt x="160351" y="144333"/>
                    </a:cubicBezTo>
                    <a:cubicBezTo>
                      <a:pt x="181574" y="136552"/>
                      <a:pt x="192595" y="157368"/>
                      <a:pt x="218717" y="150021"/>
                    </a:cubicBezTo>
                    <a:cubicBezTo>
                      <a:pt x="244839" y="142674"/>
                      <a:pt x="222390" y="105533"/>
                      <a:pt x="265655" y="115329"/>
                    </a:cubicBezTo>
                    <a:cubicBezTo>
                      <a:pt x="308920" y="125124"/>
                      <a:pt x="317490" y="161858"/>
                      <a:pt x="353408" y="169612"/>
                    </a:cubicBezTo>
                    <a:cubicBezTo>
                      <a:pt x="389326" y="177373"/>
                      <a:pt x="400346" y="147168"/>
                      <a:pt x="366061" y="225125"/>
                    </a:cubicBezTo>
                    <a:close/>
                  </a:path>
                </a:pathLst>
              </a:custGeom>
              <a:solidFill>
                <a:srgbClr val="12121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10" name="Google Shape;2510;p2"/>
              <p:cNvSpPr/>
              <p:nvPr/>
            </p:nvSpPr>
            <p:spPr>
              <a:xfrm>
                <a:off x="5611143" y="2566016"/>
                <a:ext cx="344234" cy="351296"/>
              </a:xfrm>
              <a:custGeom>
                <a:avLst/>
                <a:gdLst/>
                <a:ahLst/>
                <a:cxnLst/>
                <a:rect l="l" t="t" r="r" b="b"/>
                <a:pathLst>
                  <a:path w="344234" h="351296" extrusionOk="0">
                    <a:moveTo>
                      <a:pt x="299429" y="324064"/>
                    </a:moveTo>
                    <a:cubicBezTo>
                      <a:pt x="328621" y="297044"/>
                      <a:pt x="323896" y="250638"/>
                      <a:pt x="339626" y="192432"/>
                    </a:cubicBezTo>
                    <a:cubicBezTo>
                      <a:pt x="355356" y="134226"/>
                      <a:pt x="328059" y="127542"/>
                      <a:pt x="299306" y="112504"/>
                    </a:cubicBezTo>
                    <a:cubicBezTo>
                      <a:pt x="270552" y="97467"/>
                      <a:pt x="298929" y="60934"/>
                      <a:pt x="270779" y="37921"/>
                    </a:cubicBezTo>
                    <a:cubicBezTo>
                      <a:pt x="242631" y="14908"/>
                      <a:pt x="204487" y="33749"/>
                      <a:pt x="174888" y="9970"/>
                    </a:cubicBezTo>
                    <a:cubicBezTo>
                      <a:pt x="144347" y="-14565"/>
                      <a:pt x="103318" y="8635"/>
                      <a:pt x="47907" y="52796"/>
                    </a:cubicBezTo>
                    <a:cubicBezTo>
                      <a:pt x="-7501" y="96955"/>
                      <a:pt x="-3564" y="113842"/>
                      <a:pt x="5022" y="213728"/>
                    </a:cubicBezTo>
                    <a:cubicBezTo>
                      <a:pt x="13608" y="313615"/>
                      <a:pt x="99619" y="334420"/>
                      <a:pt x="157549" y="345843"/>
                    </a:cubicBezTo>
                    <a:cubicBezTo>
                      <a:pt x="215478" y="357266"/>
                      <a:pt x="270237" y="351085"/>
                      <a:pt x="299429" y="324064"/>
                    </a:cubicBezTo>
                    <a:close/>
                    <a:moveTo>
                      <a:pt x="217307" y="309928"/>
                    </a:moveTo>
                    <a:cubicBezTo>
                      <a:pt x="120467" y="297149"/>
                      <a:pt x="133994" y="341968"/>
                      <a:pt x="90816" y="309189"/>
                    </a:cubicBezTo>
                    <a:cubicBezTo>
                      <a:pt x="47638" y="276410"/>
                      <a:pt x="18916" y="214560"/>
                      <a:pt x="40841" y="187702"/>
                    </a:cubicBezTo>
                    <a:cubicBezTo>
                      <a:pt x="62769" y="160846"/>
                      <a:pt x="65409" y="161541"/>
                      <a:pt x="50189" y="125989"/>
                    </a:cubicBezTo>
                    <a:cubicBezTo>
                      <a:pt x="34969" y="90437"/>
                      <a:pt x="86637" y="56879"/>
                      <a:pt x="104781" y="58914"/>
                    </a:cubicBezTo>
                    <a:cubicBezTo>
                      <a:pt x="137002" y="62525"/>
                      <a:pt x="146141" y="51928"/>
                      <a:pt x="169664" y="67424"/>
                    </a:cubicBezTo>
                    <a:cubicBezTo>
                      <a:pt x="193187" y="82921"/>
                      <a:pt x="224995" y="36614"/>
                      <a:pt x="240364" y="57494"/>
                    </a:cubicBezTo>
                    <a:cubicBezTo>
                      <a:pt x="255732" y="78374"/>
                      <a:pt x="236340" y="97181"/>
                      <a:pt x="252802" y="123596"/>
                    </a:cubicBezTo>
                    <a:cubicBezTo>
                      <a:pt x="269263" y="150011"/>
                      <a:pt x="302975" y="113387"/>
                      <a:pt x="306050" y="164172"/>
                    </a:cubicBezTo>
                    <a:cubicBezTo>
                      <a:pt x="309124" y="214958"/>
                      <a:pt x="271417" y="236168"/>
                      <a:pt x="274384" y="278210"/>
                    </a:cubicBezTo>
                    <a:cubicBezTo>
                      <a:pt x="277353" y="320247"/>
                      <a:pt x="314147" y="322706"/>
                      <a:pt x="217307" y="309928"/>
                    </a:cubicBezTo>
                    <a:close/>
                  </a:path>
                </a:pathLst>
              </a:custGeom>
              <a:solidFill>
                <a:srgbClr val="12121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11" name="Google Shape;2511;p2"/>
              <p:cNvSpPr/>
              <p:nvPr/>
            </p:nvSpPr>
            <p:spPr>
              <a:xfrm>
                <a:off x="5763234" y="2489655"/>
                <a:ext cx="42088" cy="259433"/>
              </a:xfrm>
              <a:custGeom>
                <a:avLst/>
                <a:gdLst/>
                <a:ahLst/>
                <a:cxnLst/>
                <a:rect l="l" t="t" r="r" b="b"/>
                <a:pathLst>
                  <a:path w="42088" h="259433" extrusionOk="0">
                    <a:moveTo>
                      <a:pt x="17676" y="0"/>
                    </a:moveTo>
                    <a:cubicBezTo>
                      <a:pt x="17676" y="0"/>
                      <a:pt x="-22095" y="174328"/>
                      <a:pt x="17676" y="259434"/>
                    </a:cubicBezTo>
                    <a:cubicBezTo>
                      <a:pt x="34643" y="259434"/>
                      <a:pt x="42089" y="259434"/>
                      <a:pt x="42089" y="259434"/>
                    </a:cubicBezTo>
                    <a:cubicBezTo>
                      <a:pt x="42089" y="259434"/>
                      <a:pt x="34403" y="56368"/>
                      <a:pt x="17676" y="0"/>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12" name="Google Shape;2512;p2"/>
              <p:cNvSpPr/>
              <p:nvPr/>
            </p:nvSpPr>
            <p:spPr>
              <a:xfrm>
                <a:off x="5542405" y="2680248"/>
                <a:ext cx="254278" cy="81172"/>
              </a:xfrm>
              <a:custGeom>
                <a:avLst/>
                <a:gdLst/>
                <a:ahLst/>
                <a:cxnLst/>
                <a:rect l="l" t="t" r="r" b="b"/>
                <a:pathLst>
                  <a:path w="254278" h="81172" extrusionOk="0">
                    <a:moveTo>
                      <a:pt x="0" y="0"/>
                    </a:moveTo>
                    <a:cubicBezTo>
                      <a:pt x="0" y="0"/>
                      <a:pt x="153505" y="91696"/>
                      <a:pt x="246735" y="80170"/>
                    </a:cubicBezTo>
                    <a:cubicBezTo>
                      <a:pt x="251979" y="64033"/>
                      <a:pt x="254279" y="56953"/>
                      <a:pt x="254279" y="56953"/>
                    </a:cubicBezTo>
                    <a:cubicBezTo>
                      <a:pt x="254279" y="56953"/>
                      <a:pt x="58778" y="1511"/>
                      <a:pt x="0" y="0"/>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13" name="Google Shape;2513;p2"/>
              <p:cNvSpPr/>
              <p:nvPr/>
            </p:nvSpPr>
            <p:spPr>
              <a:xfrm>
                <a:off x="5649966" y="2741742"/>
                <a:ext cx="152489" cy="224233"/>
              </a:xfrm>
              <a:custGeom>
                <a:avLst/>
                <a:gdLst/>
                <a:ahLst/>
                <a:cxnLst/>
                <a:rect l="l" t="t" r="r" b="b"/>
                <a:pathLst>
                  <a:path w="152489" h="224233" extrusionOk="0">
                    <a:moveTo>
                      <a:pt x="0" y="224234"/>
                    </a:moveTo>
                    <a:cubicBezTo>
                      <a:pt x="0" y="224234"/>
                      <a:pt x="134643" y="106578"/>
                      <a:pt x="152490" y="14349"/>
                    </a:cubicBezTo>
                    <a:cubicBezTo>
                      <a:pt x="138765" y="4378"/>
                      <a:pt x="132741" y="0"/>
                      <a:pt x="132741" y="0"/>
                    </a:cubicBezTo>
                    <a:cubicBezTo>
                      <a:pt x="132741" y="0"/>
                      <a:pt x="19602" y="168800"/>
                      <a:pt x="0" y="224234"/>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14" name="Google Shape;2514;p2"/>
              <p:cNvSpPr/>
              <p:nvPr/>
            </p:nvSpPr>
            <p:spPr>
              <a:xfrm>
                <a:off x="5782709" y="2742089"/>
                <a:ext cx="172238" cy="209884"/>
              </a:xfrm>
              <a:custGeom>
                <a:avLst/>
                <a:gdLst/>
                <a:ahLst/>
                <a:cxnLst/>
                <a:rect l="l" t="t" r="r" b="b"/>
                <a:pathLst>
                  <a:path w="172238" h="209884" extrusionOk="0">
                    <a:moveTo>
                      <a:pt x="172239" y="209884"/>
                    </a:moveTo>
                    <a:cubicBezTo>
                      <a:pt x="172239" y="209884"/>
                      <a:pt x="101949" y="45473"/>
                      <a:pt x="19749" y="0"/>
                    </a:cubicBezTo>
                    <a:cubicBezTo>
                      <a:pt x="6024" y="9974"/>
                      <a:pt x="0" y="14349"/>
                      <a:pt x="0" y="14349"/>
                    </a:cubicBezTo>
                    <a:cubicBezTo>
                      <a:pt x="0" y="14349"/>
                      <a:pt x="125575" y="174113"/>
                      <a:pt x="172239" y="209884"/>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15" name="Google Shape;2515;p2"/>
              <p:cNvSpPr/>
              <p:nvPr/>
            </p:nvSpPr>
            <p:spPr>
              <a:xfrm>
                <a:off x="5789142" y="2657592"/>
                <a:ext cx="246734" cy="103386"/>
              </a:xfrm>
              <a:custGeom>
                <a:avLst/>
                <a:gdLst/>
                <a:ahLst/>
                <a:cxnLst/>
                <a:rect l="l" t="t" r="r" b="b"/>
                <a:pathLst>
                  <a:path w="246734" h="103386" extrusionOk="0">
                    <a:moveTo>
                      <a:pt x="246735" y="0"/>
                    </a:moveTo>
                    <a:cubicBezTo>
                      <a:pt x="246735" y="0"/>
                      <a:pt x="68649" y="16043"/>
                      <a:pt x="0" y="80170"/>
                    </a:cubicBezTo>
                    <a:cubicBezTo>
                      <a:pt x="5244" y="96307"/>
                      <a:pt x="7544" y="103387"/>
                      <a:pt x="7544" y="103387"/>
                    </a:cubicBezTo>
                    <a:cubicBezTo>
                      <a:pt x="7544" y="103387"/>
                      <a:pt x="198294" y="33325"/>
                      <a:pt x="246735" y="0"/>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16" name="Google Shape;2516;p2"/>
              <p:cNvSpPr/>
              <p:nvPr/>
            </p:nvSpPr>
            <p:spPr>
              <a:xfrm>
                <a:off x="5762928" y="2619372"/>
                <a:ext cx="42394" cy="124355"/>
              </a:xfrm>
              <a:custGeom>
                <a:avLst/>
                <a:gdLst/>
                <a:ahLst/>
                <a:cxnLst/>
                <a:rect l="l" t="t" r="r" b="b"/>
                <a:pathLst>
                  <a:path w="42394" h="124355" extrusionOk="0">
                    <a:moveTo>
                      <a:pt x="792" y="1936"/>
                    </a:moveTo>
                    <a:cubicBezTo>
                      <a:pt x="11835" y="70096"/>
                      <a:pt x="27177" y="89186"/>
                      <a:pt x="26212" y="58743"/>
                    </a:cubicBezTo>
                    <a:cubicBezTo>
                      <a:pt x="25247" y="28301"/>
                      <a:pt x="33991" y="36983"/>
                      <a:pt x="36119" y="42748"/>
                    </a:cubicBezTo>
                    <a:cubicBezTo>
                      <a:pt x="38248" y="48513"/>
                      <a:pt x="34917" y="0"/>
                      <a:pt x="34917" y="0"/>
                    </a:cubicBezTo>
                    <a:lnTo>
                      <a:pt x="42394" y="124356"/>
                    </a:lnTo>
                    <a:lnTo>
                      <a:pt x="11835" y="124356"/>
                    </a:lnTo>
                    <a:cubicBezTo>
                      <a:pt x="11835" y="124358"/>
                      <a:pt x="-3618" y="56105"/>
                      <a:pt x="792" y="1936"/>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17" name="Google Shape;2517;p2"/>
              <p:cNvSpPr/>
              <p:nvPr/>
            </p:nvSpPr>
            <p:spPr>
              <a:xfrm>
                <a:off x="5664646" y="2703947"/>
                <a:ext cx="129287" cy="60382"/>
              </a:xfrm>
              <a:custGeom>
                <a:avLst/>
                <a:gdLst/>
                <a:ahLst/>
                <a:cxnLst/>
                <a:rect l="l" t="t" r="r" b="b"/>
                <a:pathLst>
                  <a:path w="129287" h="60382" extrusionOk="0">
                    <a:moveTo>
                      <a:pt x="0" y="33053"/>
                    </a:moveTo>
                    <a:cubicBezTo>
                      <a:pt x="68235" y="43612"/>
                      <a:pt x="91131" y="34923"/>
                      <a:pt x="61882" y="26431"/>
                    </a:cubicBezTo>
                    <a:cubicBezTo>
                      <a:pt x="32633" y="17941"/>
                      <a:pt x="43592" y="12308"/>
                      <a:pt x="49732" y="12066"/>
                    </a:cubicBezTo>
                    <a:cubicBezTo>
                      <a:pt x="55872" y="11823"/>
                      <a:pt x="8705" y="0"/>
                      <a:pt x="8705" y="0"/>
                    </a:cubicBezTo>
                    <a:lnTo>
                      <a:pt x="129287" y="31318"/>
                    </a:lnTo>
                    <a:lnTo>
                      <a:pt x="119844" y="60383"/>
                    </a:lnTo>
                    <a:cubicBezTo>
                      <a:pt x="119844" y="60383"/>
                      <a:pt x="50155" y="53986"/>
                      <a:pt x="0" y="33053"/>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18" name="Google Shape;2518;p2"/>
              <p:cNvSpPr/>
              <p:nvPr/>
            </p:nvSpPr>
            <p:spPr>
              <a:xfrm>
                <a:off x="5716294" y="2734138"/>
                <a:ext cx="91769" cy="123494"/>
              </a:xfrm>
              <a:custGeom>
                <a:avLst/>
                <a:gdLst/>
                <a:ahLst/>
                <a:cxnLst/>
                <a:rect l="l" t="t" r="r" b="b"/>
                <a:pathLst>
                  <a:path w="91769" h="123494" extrusionOk="0">
                    <a:moveTo>
                      <a:pt x="28746" y="123494"/>
                    </a:moveTo>
                    <a:cubicBezTo>
                      <a:pt x="59875" y="61862"/>
                      <a:pt x="58686" y="37399"/>
                      <a:pt x="41571" y="62593"/>
                    </a:cubicBezTo>
                    <a:cubicBezTo>
                      <a:pt x="24456" y="87787"/>
                      <a:pt x="22487" y="75623"/>
                      <a:pt x="24154" y="69709"/>
                    </a:cubicBezTo>
                    <a:cubicBezTo>
                      <a:pt x="25820" y="63795"/>
                      <a:pt x="0" y="105001"/>
                      <a:pt x="0" y="105001"/>
                    </a:cubicBezTo>
                    <a:lnTo>
                      <a:pt x="67046" y="0"/>
                    </a:lnTo>
                    <a:lnTo>
                      <a:pt x="91769" y="17963"/>
                    </a:lnTo>
                    <a:cubicBezTo>
                      <a:pt x="91772" y="17963"/>
                      <a:pt x="64154" y="82264"/>
                      <a:pt x="28746" y="123494"/>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19" name="Google Shape;2519;p2"/>
              <p:cNvSpPr/>
              <p:nvPr/>
            </p:nvSpPr>
            <p:spPr>
              <a:xfrm>
                <a:off x="5778526" y="2735857"/>
                <a:ext cx="105615" cy="114174"/>
              </a:xfrm>
              <a:custGeom>
                <a:avLst/>
                <a:gdLst/>
                <a:ahLst/>
                <a:cxnLst/>
                <a:rect l="l" t="t" r="r" b="b"/>
                <a:pathLst>
                  <a:path w="105615" h="114174" extrusionOk="0">
                    <a:moveTo>
                      <a:pt x="105615" y="92551"/>
                    </a:moveTo>
                    <a:cubicBezTo>
                      <a:pt x="56620" y="43900"/>
                      <a:pt x="32987" y="37472"/>
                      <a:pt x="51659" y="61535"/>
                    </a:cubicBezTo>
                    <a:cubicBezTo>
                      <a:pt x="70331" y="85597"/>
                      <a:pt x="58153" y="83711"/>
                      <a:pt x="53044" y="80298"/>
                    </a:cubicBezTo>
                    <a:cubicBezTo>
                      <a:pt x="47935" y="76885"/>
                      <a:pt x="79144" y="114174"/>
                      <a:pt x="79144" y="114174"/>
                    </a:cubicBezTo>
                    <a:lnTo>
                      <a:pt x="0" y="17963"/>
                    </a:lnTo>
                    <a:lnTo>
                      <a:pt x="24723" y="0"/>
                    </a:lnTo>
                    <a:cubicBezTo>
                      <a:pt x="24723" y="0"/>
                      <a:pt x="77342" y="46136"/>
                      <a:pt x="105615" y="92551"/>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20" name="Google Shape;2520;p2"/>
              <p:cNvSpPr/>
              <p:nvPr/>
            </p:nvSpPr>
            <p:spPr>
              <a:xfrm>
                <a:off x="5787245" y="2684022"/>
                <a:ext cx="125403" cy="77396"/>
              </a:xfrm>
              <a:custGeom>
                <a:avLst/>
                <a:gdLst/>
                <a:ahLst/>
                <a:cxnLst/>
                <a:rect l="l" t="t" r="r" b="b"/>
                <a:pathLst>
                  <a:path w="125403" h="77396" extrusionOk="0">
                    <a:moveTo>
                      <a:pt x="113015" y="0"/>
                    </a:moveTo>
                    <a:cubicBezTo>
                      <a:pt x="51604" y="31565"/>
                      <a:pt x="38190" y="52054"/>
                      <a:pt x="66845" y="41731"/>
                    </a:cubicBezTo>
                    <a:cubicBezTo>
                      <a:pt x="95500" y="31407"/>
                      <a:pt x="89943" y="42408"/>
                      <a:pt x="85119" y="46211"/>
                    </a:cubicBezTo>
                    <a:cubicBezTo>
                      <a:pt x="80294" y="50015"/>
                      <a:pt x="125403" y="31857"/>
                      <a:pt x="125403" y="31857"/>
                    </a:cubicBezTo>
                    <a:lnTo>
                      <a:pt x="9443" y="77397"/>
                    </a:lnTo>
                    <a:lnTo>
                      <a:pt x="0" y="48333"/>
                    </a:lnTo>
                    <a:cubicBezTo>
                      <a:pt x="-2" y="48333"/>
                      <a:pt x="60133" y="12545"/>
                      <a:pt x="113015" y="0"/>
                    </a:cubicBezTo>
                    <a:close/>
                  </a:path>
                </a:pathLst>
              </a:custGeom>
              <a:solidFill>
                <a:srgbClr val="D9D9D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21" name="Google Shape;2521;p2"/>
              <p:cNvSpPr/>
              <p:nvPr/>
            </p:nvSpPr>
            <p:spPr>
              <a:xfrm>
                <a:off x="5773485" y="2730993"/>
                <a:ext cx="34578" cy="34578"/>
              </a:xfrm>
              <a:custGeom>
                <a:avLst/>
                <a:gdLst/>
                <a:ahLst/>
                <a:cxnLst/>
                <a:rect l="l" t="t" r="r" b="b"/>
                <a:pathLst>
                  <a:path w="34578" h="34578" extrusionOk="0">
                    <a:moveTo>
                      <a:pt x="34578" y="17289"/>
                    </a:moveTo>
                    <a:cubicBezTo>
                      <a:pt x="34578" y="26837"/>
                      <a:pt x="26837" y="34578"/>
                      <a:pt x="17289" y="34578"/>
                    </a:cubicBezTo>
                    <a:cubicBezTo>
                      <a:pt x="7741" y="34578"/>
                      <a:pt x="0" y="26837"/>
                      <a:pt x="0" y="17289"/>
                    </a:cubicBezTo>
                    <a:cubicBezTo>
                      <a:pt x="0" y="7741"/>
                      <a:pt x="7741" y="0"/>
                      <a:pt x="17289" y="0"/>
                    </a:cubicBezTo>
                    <a:cubicBezTo>
                      <a:pt x="26837" y="0"/>
                      <a:pt x="34578" y="7741"/>
                      <a:pt x="34578" y="17289"/>
                    </a:cubicBez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22" name="Google Shape;2522;p2"/>
              <p:cNvSpPr/>
              <p:nvPr/>
            </p:nvSpPr>
            <p:spPr>
              <a:xfrm>
                <a:off x="5784277" y="2728163"/>
                <a:ext cx="28149" cy="32815"/>
              </a:xfrm>
              <a:custGeom>
                <a:avLst/>
                <a:gdLst/>
                <a:ahLst/>
                <a:cxnLst/>
                <a:rect l="l" t="t" r="r" b="b"/>
                <a:pathLst>
                  <a:path w="28149" h="32815" extrusionOk="0">
                    <a:moveTo>
                      <a:pt x="0" y="4094"/>
                    </a:moveTo>
                    <a:lnTo>
                      <a:pt x="21184" y="0"/>
                    </a:lnTo>
                    <a:lnTo>
                      <a:pt x="28150" y="13926"/>
                    </a:lnTo>
                    <a:lnTo>
                      <a:pt x="18181" y="32815"/>
                    </a:lnTo>
                    <a:close/>
                  </a:path>
                </a:pathLst>
              </a:custGeom>
              <a:solidFill>
                <a:srgbClr val="207F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23" name="Google Shape;2523;p2"/>
              <p:cNvSpPr/>
              <p:nvPr/>
            </p:nvSpPr>
            <p:spPr>
              <a:xfrm>
                <a:off x="5796512" y="2728165"/>
                <a:ext cx="17620" cy="17620"/>
              </a:xfrm>
              <a:custGeom>
                <a:avLst/>
                <a:gdLst/>
                <a:ahLst/>
                <a:cxnLst/>
                <a:rect l="l" t="t" r="r" b="b"/>
                <a:pathLst>
                  <a:path w="17620" h="17620" extrusionOk="0">
                    <a:moveTo>
                      <a:pt x="17621" y="8810"/>
                    </a:moveTo>
                    <a:cubicBezTo>
                      <a:pt x="17621" y="13677"/>
                      <a:pt x="13675" y="17621"/>
                      <a:pt x="8810" y="17621"/>
                    </a:cubicBezTo>
                    <a:cubicBezTo>
                      <a:pt x="3943" y="17621"/>
                      <a:pt x="0" y="13675"/>
                      <a:pt x="0" y="8810"/>
                    </a:cubicBezTo>
                    <a:cubicBezTo>
                      <a:pt x="0" y="3943"/>
                      <a:pt x="3946" y="0"/>
                      <a:pt x="8810" y="0"/>
                    </a:cubicBezTo>
                    <a:cubicBezTo>
                      <a:pt x="13677" y="-2"/>
                      <a:pt x="17621" y="3943"/>
                      <a:pt x="17621" y="8810"/>
                    </a:cubicBezTo>
                    <a:close/>
                  </a:path>
                </a:pathLst>
              </a:custGeom>
              <a:solidFill>
                <a:srgbClr val="2BA8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524" name="Google Shape;2524;p2"/>
            <p:cNvGrpSpPr/>
            <p:nvPr/>
          </p:nvGrpSpPr>
          <p:grpSpPr>
            <a:xfrm>
              <a:off x="9683727" y="1237936"/>
              <a:ext cx="534171" cy="534171"/>
              <a:chOff x="9683727" y="1237936"/>
              <a:chExt cx="534171" cy="534171"/>
            </a:xfrm>
          </p:grpSpPr>
          <p:sp>
            <p:nvSpPr>
              <p:cNvPr id="2525" name="Google Shape;2525;p2"/>
              <p:cNvSpPr/>
              <p:nvPr/>
            </p:nvSpPr>
            <p:spPr>
              <a:xfrm rot="-2700000">
                <a:off x="9761955" y="1316164"/>
                <a:ext cx="377716" cy="377716"/>
              </a:xfrm>
              <a:custGeom>
                <a:avLst/>
                <a:gdLst/>
                <a:ahLst/>
                <a:cxnLst/>
                <a:rect l="l" t="t" r="r" b="b"/>
                <a:pathLst>
                  <a:path w="377506" h="377506" extrusionOk="0">
                    <a:moveTo>
                      <a:pt x="377507" y="188753"/>
                    </a:moveTo>
                    <a:cubicBezTo>
                      <a:pt x="377507" y="292999"/>
                      <a:pt x="292999" y="377507"/>
                      <a:pt x="188753" y="377507"/>
                    </a:cubicBezTo>
                    <a:cubicBezTo>
                      <a:pt x="84508" y="377507"/>
                      <a:pt x="0" y="292999"/>
                      <a:pt x="0" y="188753"/>
                    </a:cubicBezTo>
                    <a:cubicBezTo>
                      <a:pt x="0" y="84508"/>
                      <a:pt x="84507" y="0"/>
                      <a:pt x="188753" y="0"/>
                    </a:cubicBezTo>
                    <a:cubicBezTo>
                      <a:pt x="292998" y="0"/>
                      <a:pt x="377507" y="84508"/>
                      <a:pt x="377507" y="188753"/>
                    </a:cubicBezTo>
                    <a:close/>
                  </a:path>
                </a:pathLst>
              </a:custGeom>
              <a:solidFill>
                <a:srgbClr val="E38D2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26" name="Google Shape;2526;p2"/>
              <p:cNvSpPr/>
              <p:nvPr/>
            </p:nvSpPr>
            <p:spPr>
              <a:xfrm>
                <a:off x="9769143" y="1323795"/>
                <a:ext cx="360488" cy="360490"/>
              </a:xfrm>
              <a:custGeom>
                <a:avLst/>
                <a:gdLst/>
                <a:ahLst/>
                <a:cxnLst/>
                <a:rect l="l" t="t" r="r" b="b"/>
                <a:pathLst>
                  <a:path w="360488" h="360490" extrusionOk="0">
                    <a:moveTo>
                      <a:pt x="360489" y="183513"/>
                    </a:moveTo>
                    <a:cubicBezTo>
                      <a:pt x="360489" y="287759"/>
                      <a:pt x="285814" y="360491"/>
                      <a:pt x="181570" y="360491"/>
                    </a:cubicBezTo>
                    <a:cubicBezTo>
                      <a:pt x="77326" y="360491"/>
                      <a:pt x="0" y="289222"/>
                      <a:pt x="0" y="184978"/>
                    </a:cubicBezTo>
                    <a:cubicBezTo>
                      <a:pt x="0" y="80732"/>
                      <a:pt x="75065" y="0"/>
                      <a:pt x="179311" y="0"/>
                    </a:cubicBezTo>
                    <a:cubicBezTo>
                      <a:pt x="283556" y="0"/>
                      <a:pt x="360489" y="79267"/>
                      <a:pt x="360489" y="183513"/>
                    </a:cubicBezTo>
                    <a:close/>
                  </a:path>
                </a:pathLst>
              </a:custGeom>
              <a:solidFill>
                <a:srgbClr val="FAA0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27" name="Google Shape;2527;p2"/>
              <p:cNvSpPr/>
              <p:nvPr/>
            </p:nvSpPr>
            <p:spPr>
              <a:xfrm>
                <a:off x="9801503" y="1349170"/>
                <a:ext cx="298417" cy="302295"/>
              </a:xfrm>
              <a:custGeom>
                <a:avLst/>
                <a:gdLst/>
                <a:ahLst/>
                <a:cxnLst/>
                <a:rect l="l" t="t" r="r" b="b"/>
                <a:pathLst>
                  <a:path w="298417" h="302295" extrusionOk="0">
                    <a:moveTo>
                      <a:pt x="148090" y="5911"/>
                    </a:moveTo>
                    <a:cubicBezTo>
                      <a:pt x="138763" y="18793"/>
                      <a:pt x="141939" y="3108"/>
                      <a:pt x="129606" y="20386"/>
                    </a:cubicBezTo>
                    <a:cubicBezTo>
                      <a:pt x="117273" y="37663"/>
                      <a:pt x="102795" y="306"/>
                      <a:pt x="93457" y="23655"/>
                    </a:cubicBezTo>
                    <a:cubicBezTo>
                      <a:pt x="84119" y="47002"/>
                      <a:pt x="93352" y="79223"/>
                      <a:pt x="71223" y="55874"/>
                    </a:cubicBezTo>
                    <a:cubicBezTo>
                      <a:pt x="49095" y="32525"/>
                      <a:pt x="22479" y="30657"/>
                      <a:pt x="36487" y="51670"/>
                    </a:cubicBezTo>
                    <a:cubicBezTo>
                      <a:pt x="50496" y="72683"/>
                      <a:pt x="34414" y="84357"/>
                      <a:pt x="24710" y="77353"/>
                    </a:cubicBezTo>
                    <a:cubicBezTo>
                      <a:pt x="15008" y="70349"/>
                      <a:pt x="-16746" y="68947"/>
                      <a:pt x="21544" y="88093"/>
                    </a:cubicBezTo>
                    <a:cubicBezTo>
                      <a:pt x="59835" y="107238"/>
                      <a:pt x="26681" y="128251"/>
                      <a:pt x="10804" y="136190"/>
                    </a:cubicBezTo>
                    <a:cubicBezTo>
                      <a:pt x="-5072" y="144129"/>
                      <a:pt x="-2738" y="157669"/>
                      <a:pt x="13138" y="157203"/>
                    </a:cubicBezTo>
                    <a:cubicBezTo>
                      <a:pt x="29015" y="156737"/>
                      <a:pt x="27613" y="158604"/>
                      <a:pt x="15941" y="177750"/>
                    </a:cubicBezTo>
                    <a:cubicBezTo>
                      <a:pt x="4268" y="196895"/>
                      <a:pt x="7069" y="234719"/>
                      <a:pt x="20611" y="230515"/>
                    </a:cubicBezTo>
                    <a:cubicBezTo>
                      <a:pt x="34153" y="226311"/>
                      <a:pt x="51456" y="220242"/>
                      <a:pt x="40470" y="243591"/>
                    </a:cubicBezTo>
                    <a:cubicBezTo>
                      <a:pt x="29483" y="266938"/>
                      <a:pt x="21544" y="293497"/>
                      <a:pt x="50030" y="283719"/>
                    </a:cubicBezTo>
                    <a:cubicBezTo>
                      <a:pt x="78513" y="273942"/>
                      <a:pt x="85986" y="274123"/>
                      <a:pt x="92056" y="290143"/>
                    </a:cubicBezTo>
                    <a:cubicBezTo>
                      <a:pt x="98125" y="306163"/>
                      <a:pt x="120925" y="307933"/>
                      <a:pt x="129606" y="285802"/>
                    </a:cubicBezTo>
                    <a:cubicBezTo>
                      <a:pt x="138285" y="263669"/>
                      <a:pt x="143312" y="278516"/>
                      <a:pt x="176052" y="285802"/>
                    </a:cubicBezTo>
                    <a:cubicBezTo>
                      <a:pt x="208795" y="293087"/>
                      <a:pt x="243347" y="281882"/>
                      <a:pt x="220936" y="261335"/>
                    </a:cubicBezTo>
                    <a:cubicBezTo>
                      <a:pt x="198522" y="240788"/>
                      <a:pt x="209730" y="226780"/>
                      <a:pt x="248486" y="236587"/>
                    </a:cubicBezTo>
                    <a:cubicBezTo>
                      <a:pt x="287244" y="246394"/>
                      <a:pt x="271685" y="224009"/>
                      <a:pt x="259153" y="207650"/>
                    </a:cubicBezTo>
                    <a:cubicBezTo>
                      <a:pt x="246621" y="191292"/>
                      <a:pt x="240550" y="186155"/>
                      <a:pt x="269500" y="181954"/>
                    </a:cubicBezTo>
                    <a:cubicBezTo>
                      <a:pt x="298451" y="177752"/>
                      <a:pt x="310592" y="155338"/>
                      <a:pt x="282573" y="145531"/>
                    </a:cubicBezTo>
                    <a:cubicBezTo>
                      <a:pt x="254556" y="135724"/>
                      <a:pt x="296115" y="114711"/>
                      <a:pt x="290044" y="100702"/>
                    </a:cubicBezTo>
                    <a:cubicBezTo>
                      <a:pt x="283972" y="86694"/>
                      <a:pt x="277437" y="83891"/>
                      <a:pt x="280237" y="77822"/>
                    </a:cubicBezTo>
                    <a:cubicBezTo>
                      <a:pt x="283039" y="71750"/>
                      <a:pt x="275939" y="32527"/>
                      <a:pt x="251938" y="57275"/>
                    </a:cubicBezTo>
                    <a:cubicBezTo>
                      <a:pt x="227938" y="82023"/>
                      <a:pt x="198985" y="70349"/>
                      <a:pt x="212062" y="45134"/>
                    </a:cubicBezTo>
                    <a:cubicBezTo>
                      <a:pt x="225135" y="19917"/>
                      <a:pt x="200853" y="-161"/>
                      <a:pt x="188246" y="11980"/>
                    </a:cubicBezTo>
                    <a:cubicBezTo>
                      <a:pt x="175639" y="24121"/>
                      <a:pt x="166163" y="18518"/>
                      <a:pt x="163896" y="11980"/>
                    </a:cubicBezTo>
                    <a:cubicBezTo>
                      <a:pt x="161632" y="5442"/>
                      <a:pt x="157897" y="-7631"/>
                      <a:pt x="148090" y="5911"/>
                    </a:cubicBezTo>
                    <a:close/>
                  </a:path>
                </a:pathLst>
              </a:custGeom>
              <a:solidFill>
                <a:srgbClr val="E38D2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28" name="Google Shape;2528;p2"/>
              <p:cNvSpPr/>
              <p:nvPr/>
            </p:nvSpPr>
            <p:spPr>
              <a:xfrm>
                <a:off x="9849708" y="1406001"/>
                <a:ext cx="189577" cy="184577"/>
              </a:xfrm>
              <a:custGeom>
                <a:avLst/>
                <a:gdLst/>
                <a:ahLst/>
                <a:cxnLst/>
                <a:rect l="l" t="t" r="r" b="b"/>
                <a:pathLst>
                  <a:path w="189577" h="184577" extrusionOk="0">
                    <a:moveTo>
                      <a:pt x="176247" y="56344"/>
                    </a:moveTo>
                    <a:cubicBezTo>
                      <a:pt x="166972" y="55066"/>
                      <a:pt x="176000" y="52373"/>
                      <a:pt x="163607" y="50750"/>
                    </a:cubicBezTo>
                    <a:cubicBezTo>
                      <a:pt x="151215" y="49127"/>
                      <a:pt x="166613" y="31262"/>
                      <a:pt x="151898" y="32876"/>
                    </a:cubicBezTo>
                    <a:cubicBezTo>
                      <a:pt x="137181" y="34489"/>
                      <a:pt x="123001" y="48210"/>
                      <a:pt x="129002" y="30249"/>
                    </a:cubicBezTo>
                    <a:cubicBezTo>
                      <a:pt x="135003" y="12288"/>
                      <a:pt x="128602" y="-2059"/>
                      <a:pt x="121566" y="11040"/>
                    </a:cubicBezTo>
                    <a:cubicBezTo>
                      <a:pt x="114529" y="24136"/>
                      <a:pt x="104009" y="19016"/>
                      <a:pt x="104962" y="12034"/>
                    </a:cubicBezTo>
                    <a:cubicBezTo>
                      <a:pt x="105916" y="5053"/>
                      <a:pt x="97849" y="-11832"/>
                      <a:pt x="98507" y="13365"/>
                    </a:cubicBezTo>
                    <a:cubicBezTo>
                      <a:pt x="99165" y="38561"/>
                      <a:pt x="79067" y="27154"/>
                      <a:pt x="70545" y="21105"/>
                    </a:cubicBezTo>
                    <a:cubicBezTo>
                      <a:pt x="62024" y="15056"/>
                      <a:pt x="55635" y="20019"/>
                      <a:pt x="60276" y="28137"/>
                    </a:cubicBezTo>
                    <a:cubicBezTo>
                      <a:pt x="64917" y="36254"/>
                      <a:pt x="63556" y="36044"/>
                      <a:pt x="50377" y="35283"/>
                    </a:cubicBezTo>
                    <a:cubicBezTo>
                      <a:pt x="37199" y="34519"/>
                      <a:pt x="18323" y="46450"/>
                      <a:pt x="24257" y="52323"/>
                    </a:cubicBezTo>
                    <a:cubicBezTo>
                      <a:pt x="30192" y="58193"/>
                      <a:pt x="38138" y="65501"/>
                      <a:pt x="22966" y="66260"/>
                    </a:cubicBezTo>
                    <a:cubicBezTo>
                      <a:pt x="7794" y="67019"/>
                      <a:pt x="-8204" y="70249"/>
                      <a:pt x="4765" y="82340"/>
                    </a:cubicBezTo>
                    <a:cubicBezTo>
                      <a:pt x="17733" y="94431"/>
                      <a:pt x="19708" y="98363"/>
                      <a:pt x="13067" y="105952"/>
                    </a:cubicBezTo>
                    <a:cubicBezTo>
                      <a:pt x="6427" y="113542"/>
                      <a:pt x="11822" y="125877"/>
                      <a:pt x="25723" y="124258"/>
                    </a:cubicBezTo>
                    <a:cubicBezTo>
                      <a:pt x="39624" y="122640"/>
                      <a:pt x="33303" y="129361"/>
                      <a:pt x="38586" y="148389"/>
                    </a:cubicBezTo>
                    <a:cubicBezTo>
                      <a:pt x="43869" y="167418"/>
                      <a:pt x="59261" y="182266"/>
                      <a:pt x="63728" y="164931"/>
                    </a:cubicBezTo>
                    <a:cubicBezTo>
                      <a:pt x="68194" y="147596"/>
                      <a:pt x="78575" y="149539"/>
                      <a:pt x="84215" y="172390"/>
                    </a:cubicBezTo>
                    <a:cubicBezTo>
                      <a:pt x="89854" y="195241"/>
                      <a:pt x="97174" y="180960"/>
                      <a:pt x="102201" y="169917"/>
                    </a:cubicBezTo>
                    <a:cubicBezTo>
                      <a:pt x="107228" y="158875"/>
                      <a:pt x="108216" y="154299"/>
                      <a:pt x="118418" y="168175"/>
                    </a:cubicBezTo>
                    <a:cubicBezTo>
                      <a:pt x="128620" y="182051"/>
                      <a:pt x="143626" y="182151"/>
                      <a:pt x="140962" y="164881"/>
                    </a:cubicBezTo>
                    <a:cubicBezTo>
                      <a:pt x="138297" y="147610"/>
                      <a:pt x="160725" y="163381"/>
                      <a:pt x="166321" y="156347"/>
                    </a:cubicBezTo>
                    <a:cubicBezTo>
                      <a:pt x="171917" y="149313"/>
                      <a:pt x="171563" y="145141"/>
                      <a:pt x="175492" y="144917"/>
                    </a:cubicBezTo>
                    <a:cubicBezTo>
                      <a:pt x="179422" y="144693"/>
                      <a:pt x="197833" y="130140"/>
                      <a:pt x="178329" y="124526"/>
                    </a:cubicBezTo>
                    <a:cubicBezTo>
                      <a:pt x="158825" y="118911"/>
                      <a:pt x="156873" y="100637"/>
                      <a:pt x="173593" y="100447"/>
                    </a:cubicBezTo>
                    <a:cubicBezTo>
                      <a:pt x="190315" y="100258"/>
                      <a:pt x="194020" y="82082"/>
                      <a:pt x="184221" y="78893"/>
                    </a:cubicBezTo>
                    <a:cubicBezTo>
                      <a:pt x="174420" y="75706"/>
                      <a:pt x="174708" y="69230"/>
                      <a:pt x="177477" y="66242"/>
                    </a:cubicBezTo>
                    <a:cubicBezTo>
                      <a:pt x="180238" y="63250"/>
                      <a:pt x="185996" y="57688"/>
                      <a:pt x="176247" y="56344"/>
                    </a:cubicBezTo>
                    <a:close/>
                  </a:path>
                </a:pathLst>
              </a:custGeom>
              <a:solidFill>
                <a:srgbClr val="FAA0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529" name="Google Shape;2529;p2"/>
            <p:cNvGrpSpPr/>
            <p:nvPr/>
          </p:nvGrpSpPr>
          <p:grpSpPr>
            <a:xfrm>
              <a:off x="9988522" y="1707528"/>
              <a:ext cx="287112" cy="287112"/>
              <a:chOff x="9988522" y="1707528"/>
              <a:chExt cx="287112" cy="287112"/>
            </a:xfrm>
          </p:grpSpPr>
          <p:sp>
            <p:nvSpPr>
              <p:cNvPr id="2530" name="Google Shape;2530;p2"/>
              <p:cNvSpPr/>
              <p:nvPr/>
            </p:nvSpPr>
            <p:spPr>
              <a:xfrm>
                <a:off x="9988522" y="1707528"/>
                <a:ext cx="287112" cy="287112"/>
              </a:xfrm>
              <a:custGeom>
                <a:avLst/>
                <a:gdLst/>
                <a:ahLst/>
                <a:cxnLst/>
                <a:rect l="l" t="t" r="r" b="b"/>
                <a:pathLst>
                  <a:path w="287112" h="287112" extrusionOk="0">
                    <a:moveTo>
                      <a:pt x="287112" y="143556"/>
                    </a:moveTo>
                    <a:cubicBezTo>
                      <a:pt x="287112" y="222840"/>
                      <a:pt x="222840" y="287112"/>
                      <a:pt x="143556" y="287112"/>
                    </a:cubicBezTo>
                    <a:cubicBezTo>
                      <a:pt x="64272" y="287112"/>
                      <a:pt x="0" y="222840"/>
                      <a:pt x="0" y="143556"/>
                    </a:cubicBezTo>
                    <a:cubicBezTo>
                      <a:pt x="0" y="64272"/>
                      <a:pt x="64272" y="0"/>
                      <a:pt x="143556" y="0"/>
                    </a:cubicBezTo>
                    <a:cubicBezTo>
                      <a:pt x="222840" y="0"/>
                      <a:pt x="287112" y="64272"/>
                      <a:pt x="287112" y="143556"/>
                    </a:cubicBezTo>
                    <a:close/>
                  </a:path>
                </a:pathLst>
              </a:custGeom>
              <a:solidFill>
                <a:srgbClr val="E38D2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31" name="Google Shape;2531;p2"/>
              <p:cNvSpPr/>
              <p:nvPr/>
            </p:nvSpPr>
            <p:spPr>
              <a:xfrm>
                <a:off x="9993985" y="1713272"/>
                <a:ext cx="274169" cy="274171"/>
              </a:xfrm>
              <a:custGeom>
                <a:avLst/>
                <a:gdLst/>
                <a:ahLst/>
                <a:cxnLst/>
                <a:rect l="l" t="t" r="r" b="b"/>
                <a:pathLst>
                  <a:path w="274169" h="274171" extrusionOk="0">
                    <a:moveTo>
                      <a:pt x="274169" y="139572"/>
                    </a:moveTo>
                    <a:cubicBezTo>
                      <a:pt x="274169" y="218855"/>
                      <a:pt x="217376" y="274171"/>
                      <a:pt x="138093" y="274171"/>
                    </a:cubicBezTo>
                    <a:cubicBezTo>
                      <a:pt x="58810" y="274171"/>
                      <a:pt x="0" y="219970"/>
                      <a:pt x="0" y="140685"/>
                    </a:cubicBezTo>
                    <a:cubicBezTo>
                      <a:pt x="0" y="61400"/>
                      <a:pt x="57091" y="0"/>
                      <a:pt x="136376" y="0"/>
                    </a:cubicBezTo>
                    <a:cubicBezTo>
                      <a:pt x="215659" y="0"/>
                      <a:pt x="274169" y="60286"/>
                      <a:pt x="274169" y="139572"/>
                    </a:cubicBezTo>
                    <a:close/>
                  </a:path>
                </a:pathLst>
              </a:custGeom>
              <a:solidFill>
                <a:srgbClr val="FAA0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32" name="Google Shape;2532;p2"/>
              <p:cNvSpPr/>
              <p:nvPr/>
            </p:nvSpPr>
            <p:spPr>
              <a:xfrm>
                <a:off x="10018600" y="1732571"/>
                <a:ext cx="226956" cy="229912"/>
              </a:xfrm>
              <a:custGeom>
                <a:avLst/>
                <a:gdLst/>
                <a:ahLst/>
                <a:cxnLst/>
                <a:rect l="l" t="t" r="r" b="b"/>
                <a:pathLst>
                  <a:path w="226956" h="229912" extrusionOk="0">
                    <a:moveTo>
                      <a:pt x="112627" y="4496"/>
                    </a:moveTo>
                    <a:cubicBezTo>
                      <a:pt x="105534" y="14294"/>
                      <a:pt x="107950" y="2365"/>
                      <a:pt x="98568" y="15505"/>
                    </a:cubicBezTo>
                    <a:cubicBezTo>
                      <a:pt x="89187" y="28645"/>
                      <a:pt x="78177" y="235"/>
                      <a:pt x="71075" y="17990"/>
                    </a:cubicBezTo>
                    <a:cubicBezTo>
                      <a:pt x="63972" y="35748"/>
                      <a:pt x="70995" y="60252"/>
                      <a:pt x="54165" y="42496"/>
                    </a:cubicBezTo>
                    <a:cubicBezTo>
                      <a:pt x="37336" y="24739"/>
                      <a:pt x="17093" y="23319"/>
                      <a:pt x="27748" y="39300"/>
                    </a:cubicBezTo>
                    <a:cubicBezTo>
                      <a:pt x="38403" y="55282"/>
                      <a:pt x="26171" y="64161"/>
                      <a:pt x="18792" y="58832"/>
                    </a:cubicBezTo>
                    <a:cubicBezTo>
                      <a:pt x="11412" y="53506"/>
                      <a:pt x="-12737" y="52440"/>
                      <a:pt x="16384" y="67000"/>
                    </a:cubicBezTo>
                    <a:cubicBezTo>
                      <a:pt x="45506" y="81562"/>
                      <a:pt x="20291" y="97543"/>
                      <a:pt x="8217" y="103580"/>
                    </a:cubicBezTo>
                    <a:cubicBezTo>
                      <a:pt x="-3858" y="109618"/>
                      <a:pt x="-2082" y="119916"/>
                      <a:pt x="9993" y="119562"/>
                    </a:cubicBezTo>
                    <a:cubicBezTo>
                      <a:pt x="22068" y="119207"/>
                      <a:pt x="21002" y="120627"/>
                      <a:pt x="12123" y="135189"/>
                    </a:cubicBezTo>
                    <a:cubicBezTo>
                      <a:pt x="3244" y="149751"/>
                      <a:pt x="5375" y="178516"/>
                      <a:pt x="15673" y="175320"/>
                    </a:cubicBezTo>
                    <a:cubicBezTo>
                      <a:pt x="25972" y="172124"/>
                      <a:pt x="39132" y="167506"/>
                      <a:pt x="30777" y="185264"/>
                    </a:cubicBezTo>
                    <a:cubicBezTo>
                      <a:pt x="22422" y="203021"/>
                      <a:pt x="16384" y="223221"/>
                      <a:pt x="38047" y="215784"/>
                    </a:cubicBezTo>
                    <a:cubicBezTo>
                      <a:pt x="59711" y="208348"/>
                      <a:pt x="65392" y="208487"/>
                      <a:pt x="70009" y="220669"/>
                    </a:cubicBezTo>
                    <a:cubicBezTo>
                      <a:pt x="74627" y="232854"/>
                      <a:pt x="91966" y="234200"/>
                      <a:pt x="98568" y="217368"/>
                    </a:cubicBezTo>
                    <a:cubicBezTo>
                      <a:pt x="105168" y="200537"/>
                      <a:pt x="108993" y="211827"/>
                      <a:pt x="133894" y="217368"/>
                    </a:cubicBezTo>
                    <a:cubicBezTo>
                      <a:pt x="158796" y="222910"/>
                      <a:pt x="185075" y="214387"/>
                      <a:pt x="168028" y="198760"/>
                    </a:cubicBezTo>
                    <a:cubicBezTo>
                      <a:pt x="150982" y="183133"/>
                      <a:pt x="159504" y="172480"/>
                      <a:pt x="188982" y="179937"/>
                    </a:cubicBezTo>
                    <a:cubicBezTo>
                      <a:pt x="218460" y="187397"/>
                      <a:pt x="206625" y="170373"/>
                      <a:pt x="197093" y="157930"/>
                    </a:cubicBezTo>
                    <a:cubicBezTo>
                      <a:pt x="187560" y="145487"/>
                      <a:pt x="182945" y="141583"/>
                      <a:pt x="204963" y="138385"/>
                    </a:cubicBezTo>
                    <a:cubicBezTo>
                      <a:pt x="226982" y="135189"/>
                      <a:pt x="236215" y="118142"/>
                      <a:pt x="214908" y="110683"/>
                    </a:cubicBezTo>
                    <a:cubicBezTo>
                      <a:pt x="193600" y="103224"/>
                      <a:pt x="225206" y="87245"/>
                      <a:pt x="220591" y="76590"/>
                    </a:cubicBezTo>
                    <a:cubicBezTo>
                      <a:pt x="215973" y="65935"/>
                      <a:pt x="211001" y="63804"/>
                      <a:pt x="213134" y="59189"/>
                    </a:cubicBezTo>
                    <a:cubicBezTo>
                      <a:pt x="215266" y="54573"/>
                      <a:pt x="209865" y="24741"/>
                      <a:pt x="191611" y="43561"/>
                    </a:cubicBezTo>
                    <a:cubicBezTo>
                      <a:pt x="173357" y="62384"/>
                      <a:pt x="151338" y="53506"/>
                      <a:pt x="161283" y="34328"/>
                    </a:cubicBezTo>
                    <a:cubicBezTo>
                      <a:pt x="171227" y="15151"/>
                      <a:pt x="152758" y="-122"/>
                      <a:pt x="143170" y="9114"/>
                    </a:cubicBezTo>
                    <a:cubicBezTo>
                      <a:pt x="133581" y="18347"/>
                      <a:pt x="126375" y="14086"/>
                      <a:pt x="124652" y="9114"/>
                    </a:cubicBezTo>
                    <a:cubicBezTo>
                      <a:pt x="122928" y="4139"/>
                      <a:pt x="120087" y="-5805"/>
                      <a:pt x="112627" y="4496"/>
                    </a:cubicBezTo>
                    <a:close/>
                  </a:path>
                </a:pathLst>
              </a:custGeom>
              <a:solidFill>
                <a:srgbClr val="E38D2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33" name="Google Shape;2533;p2"/>
              <p:cNvSpPr/>
              <p:nvPr/>
            </p:nvSpPr>
            <p:spPr>
              <a:xfrm>
                <a:off x="10055258" y="1775795"/>
                <a:ext cx="144179" cy="140377"/>
              </a:xfrm>
              <a:custGeom>
                <a:avLst/>
                <a:gdLst/>
                <a:ahLst/>
                <a:cxnLst/>
                <a:rect l="l" t="t" r="r" b="b"/>
                <a:pathLst>
                  <a:path w="144179" h="140377" extrusionOk="0">
                    <a:moveTo>
                      <a:pt x="134046" y="42853"/>
                    </a:moveTo>
                    <a:cubicBezTo>
                      <a:pt x="126991" y="41882"/>
                      <a:pt x="133858" y="39833"/>
                      <a:pt x="124433" y="38599"/>
                    </a:cubicBezTo>
                    <a:cubicBezTo>
                      <a:pt x="115008" y="37364"/>
                      <a:pt x="126719" y="23776"/>
                      <a:pt x="115527" y="25004"/>
                    </a:cubicBezTo>
                    <a:cubicBezTo>
                      <a:pt x="104334" y="26232"/>
                      <a:pt x="93549" y="36667"/>
                      <a:pt x="98114" y="23006"/>
                    </a:cubicBezTo>
                    <a:cubicBezTo>
                      <a:pt x="102679" y="9345"/>
                      <a:pt x="97810" y="-1564"/>
                      <a:pt x="92459" y="8396"/>
                    </a:cubicBezTo>
                    <a:cubicBezTo>
                      <a:pt x="87107" y="18356"/>
                      <a:pt x="79106" y="14461"/>
                      <a:pt x="79831" y="9153"/>
                    </a:cubicBezTo>
                    <a:cubicBezTo>
                      <a:pt x="80555" y="3843"/>
                      <a:pt x="74420" y="-8998"/>
                      <a:pt x="74921" y="10163"/>
                    </a:cubicBezTo>
                    <a:cubicBezTo>
                      <a:pt x="75421" y="29325"/>
                      <a:pt x="60135" y="20651"/>
                      <a:pt x="53654" y="16050"/>
                    </a:cubicBezTo>
                    <a:cubicBezTo>
                      <a:pt x="47173" y="11448"/>
                      <a:pt x="42315" y="15225"/>
                      <a:pt x="45843" y="21399"/>
                    </a:cubicBezTo>
                    <a:cubicBezTo>
                      <a:pt x="49372" y="27573"/>
                      <a:pt x="48339" y="27413"/>
                      <a:pt x="38314" y="26833"/>
                    </a:cubicBezTo>
                    <a:cubicBezTo>
                      <a:pt x="28290" y="26252"/>
                      <a:pt x="13937" y="35328"/>
                      <a:pt x="18449" y="39792"/>
                    </a:cubicBezTo>
                    <a:cubicBezTo>
                      <a:pt x="22962" y="44257"/>
                      <a:pt x="29006" y="49816"/>
                      <a:pt x="17466" y="50392"/>
                    </a:cubicBezTo>
                    <a:cubicBezTo>
                      <a:pt x="5927" y="50968"/>
                      <a:pt x="-6240" y="53426"/>
                      <a:pt x="3625" y="62622"/>
                    </a:cubicBezTo>
                    <a:cubicBezTo>
                      <a:pt x="13487" y="71819"/>
                      <a:pt x="14988" y="74809"/>
                      <a:pt x="9939" y="80581"/>
                    </a:cubicBezTo>
                    <a:cubicBezTo>
                      <a:pt x="4889" y="86353"/>
                      <a:pt x="8990" y="95735"/>
                      <a:pt x="19563" y="94503"/>
                    </a:cubicBezTo>
                    <a:cubicBezTo>
                      <a:pt x="30135" y="93271"/>
                      <a:pt x="25328" y="98385"/>
                      <a:pt x="29347" y="112855"/>
                    </a:cubicBezTo>
                    <a:cubicBezTo>
                      <a:pt x="33366" y="127325"/>
                      <a:pt x="45070" y="138618"/>
                      <a:pt x="48467" y="125435"/>
                    </a:cubicBezTo>
                    <a:cubicBezTo>
                      <a:pt x="51864" y="112251"/>
                      <a:pt x="59760" y="113728"/>
                      <a:pt x="64048" y="131109"/>
                    </a:cubicBezTo>
                    <a:cubicBezTo>
                      <a:pt x="68337" y="148489"/>
                      <a:pt x="73905" y="137626"/>
                      <a:pt x="77728" y="129227"/>
                    </a:cubicBezTo>
                    <a:cubicBezTo>
                      <a:pt x="81550" y="120829"/>
                      <a:pt x="82302" y="117349"/>
                      <a:pt x="90061" y="127904"/>
                    </a:cubicBezTo>
                    <a:cubicBezTo>
                      <a:pt x="97819" y="138458"/>
                      <a:pt x="109234" y="138534"/>
                      <a:pt x="107206" y="125398"/>
                    </a:cubicBezTo>
                    <a:cubicBezTo>
                      <a:pt x="105178" y="112263"/>
                      <a:pt x="122234" y="124258"/>
                      <a:pt x="126492" y="118908"/>
                    </a:cubicBezTo>
                    <a:cubicBezTo>
                      <a:pt x="130749" y="113559"/>
                      <a:pt x="130479" y="110386"/>
                      <a:pt x="133467" y="110215"/>
                    </a:cubicBezTo>
                    <a:cubicBezTo>
                      <a:pt x="136455" y="110043"/>
                      <a:pt x="150459" y="98977"/>
                      <a:pt x="135625" y="94706"/>
                    </a:cubicBezTo>
                    <a:cubicBezTo>
                      <a:pt x="120791" y="90436"/>
                      <a:pt x="119306" y="76537"/>
                      <a:pt x="132023" y="76393"/>
                    </a:cubicBezTo>
                    <a:cubicBezTo>
                      <a:pt x="144740" y="76249"/>
                      <a:pt x="147558" y="62426"/>
                      <a:pt x="140106" y="60000"/>
                    </a:cubicBezTo>
                    <a:cubicBezTo>
                      <a:pt x="132653" y="57577"/>
                      <a:pt x="132870" y="52653"/>
                      <a:pt x="134976" y="50379"/>
                    </a:cubicBezTo>
                    <a:cubicBezTo>
                      <a:pt x="137084" y="48104"/>
                      <a:pt x="141461" y="43875"/>
                      <a:pt x="134046" y="42853"/>
                    </a:cubicBezTo>
                    <a:close/>
                  </a:path>
                </a:pathLst>
              </a:custGeom>
              <a:solidFill>
                <a:srgbClr val="FAA032"/>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534" name="Google Shape;2534;p2"/>
            <p:cNvGrpSpPr/>
            <p:nvPr/>
          </p:nvGrpSpPr>
          <p:grpSpPr>
            <a:xfrm>
              <a:off x="8740226" y="1771032"/>
              <a:ext cx="1198436" cy="1073259"/>
              <a:chOff x="8740226" y="1771032"/>
              <a:chExt cx="1198436" cy="1073259"/>
            </a:xfrm>
          </p:grpSpPr>
          <p:sp>
            <p:nvSpPr>
              <p:cNvPr id="2535" name="Google Shape;2535;p2"/>
              <p:cNvSpPr/>
              <p:nvPr/>
            </p:nvSpPr>
            <p:spPr>
              <a:xfrm>
                <a:off x="9016666" y="1903875"/>
                <a:ext cx="129077" cy="237181"/>
              </a:xfrm>
              <a:custGeom>
                <a:avLst/>
                <a:gdLst/>
                <a:ahLst/>
                <a:cxnLst/>
                <a:rect l="l" t="t" r="r" b="b"/>
                <a:pathLst>
                  <a:path w="129077" h="237181" extrusionOk="0">
                    <a:moveTo>
                      <a:pt x="129078" y="237181"/>
                    </a:moveTo>
                    <a:cubicBezTo>
                      <a:pt x="129078" y="237181"/>
                      <a:pt x="-38794" y="164345"/>
                      <a:pt x="8350" y="7546"/>
                    </a:cubicBezTo>
                    <a:cubicBezTo>
                      <a:pt x="45193" y="-11849"/>
                      <a:pt x="62665" y="12266"/>
                      <a:pt x="62665" y="12266"/>
                    </a:cubicBezTo>
                    <a:cubicBezTo>
                      <a:pt x="62665" y="12266"/>
                      <a:pt x="3762" y="158865"/>
                      <a:pt x="129078" y="237181"/>
                    </a:cubicBezTo>
                    <a:close/>
                  </a:path>
                </a:pathLst>
              </a:custGeom>
              <a:solidFill>
                <a:srgbClr val="76212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36" name="Google Shape;2536;p2"/>
              <p:cNvSpPr/>
              <p:nvPr/>
            </p:nvSpPr>
            <p:spPr>
              <a:xfrm>
                <a:off x="8740226" y="2056813"/>
                <a:ext cx="334912" cy="185693"/>
              </a:xfrm>
              <a:custGeom>
                <a:avLst/>
                <a:gdLst/>
                <a:ahLst/>
                <a:cxnLst/>
                <a:rect l="l" t="t" r="r" b="b"/>
                <a:pathLst>
                  <a:path w="334912" h="185693" extrusionOk="0">
                    <a:moveTo>
                      <a:pt x="334913" y="38322"/>
                    </a:moveTo>
                    <a:cubicBezTo>
                      <a:pt x="334913" y="38322"/>
                      <a:pt x="288523" y="-25642"/>
                      <a:pt x="185168" y="11706"/>
                    </a:cubicBezTo>
                    <a:cubicBezTo>
                      <a:pt x="81811" y="49055"/>
                      <a:pt x="84285" y="188389"/>
                      <a:pt x="0" y="129746"/>
                    </a:cubicBezTo>
                    <a:cubicBezTo>
                      <a:pt x="74009" y="223790"/>
                      <a:pt x="273627" y="203138"/>
                      <a:pt x="334913" y="38322"/>
                    </a:cubicBezTo>
                    <a:close/>
                  </a:path>
                </a:pathLst>
              </a:custGeom>
              <a:solidFill>
                <a:srgbClr val="008F3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37" name="Google Shape;2537;p2"/>
              <p:cNvSpPr/>
              <p:nvPr/>
            </p:nvSpPr>
            <p:spPr>
              <a:xfrm>
                <a:off x="8807919" y="2080086"/>
                <a:ext cx="267219" cy="126668"/>
              </a:xfrm>
              <a:custGeom>
                <a:avLst/>
                <a:gdLst/>
                <a:ahLst/>
                <a:cxnLst/>
                <a:rect l="l" t="t" r="r" b="b"/>
                <a:pathLst>
                  <a:path w="267219" h="126668" extrusionOk="0">
                    <a:moveTo>
                      <a:pt x="0" y="125995"/>
                    </a:moveTo>
                    <a:cubicBezTo>
                      <a:pt x="53940" y="139458"/>
                      <a:pt x="105284" y="-54331"/>
                      <a:pt x="267220" y="15049"/>
                    </a:cubicBezTo>
                    <a:cubicBezTo>
                      <a:pt x="123149" y="-22352"/>
                      <a:pt x="80435" y="126423"/>
                      <a:pt x="0" y="125995"/>
                    </a:cubicBezTo>
                    <a:close/>
                  </a:path>
                </a:pathLst>
              </a:custGeom>
              <a:solidFill>
                <a:srgbClr val="CFCFC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38" name="Google Shape;2538;p2"/>
              <p:cNvSpPr/>
              <p:nvPr/>
            </p:nvSpPr>
            <p:spPr>
              <a:xfrm rot="-3416765">
                <a:off x="9011698" y="1934616"/>
                <a:ext cx="794982" cy="746090"/>
              </a:xfrm>
              <a:custGeom>
                <a:avLst/>
                <a:gdLst/>
                <a:ahLst/>
                <a:cxnLst/>
                <a:rect l="l" t="t" r="r" b="b"/>
                <a:pathLst>
                  <a:path w="795606" h="746676" extrusionOk="0">
                    <a:moveTo>
                      <a:pt x="795606" y="373338"/>
                    </a:moveTo>
                    <a:cubicBezTo>
                      <a:pt x="795606" y="579528"/>
                      <a:pt x="617504" y="746677"/>
                      <a:pt x="397803" y="746677"/>
                    </a:cubicBezTo>
                    <a:cubicBezTo>
                      <a:pt x="178102" y="746677"/>
                      <a:pt x="0" y="579528"/>
                      <a:pt x="0" y="373338"/>
                    </a:cubicBezTo>
                    <a:cubicBezTo>
                      <a:pt x="0" y="167149"/>
                      <a:pt x="178103" y="0"/>
                      <a:pt x="397803" y="0"/>
                    </a:cubicBezTo>
                    <a:cubicBezTo>
                      <a:pt x="617504" y="0"/>
                      <a:pt x="795606" y="167149"/>
                      <a:pt x="795606" y="373338"/>
                    </a:cubicBezTo>
                    <a:close/>
                  </a:path>
                </a:pathLst>
              </a:custGeom>
              <a:solidFill>
                <a:srgbClr val="FF88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39" name="Google Shape;2539;p2"/>
              <p:cNvSpPr/>
              <p:nvPr/>
            </p:nvSpPr>
            <p:spPr>
              <a:xfrm>
                <a:off x="9207339" y="2540744"/>
                <a:ext cx="71683" cy="69877"/>
              </a:xfrm>
              <a:custGeom>
                <a:avLst/>
                <a:gdLst/>
                <a:ahLst/>
                <a:cxnLst/>
                <a:rect l="l" t="t" r="r" b="b"/>
                <a:pathLst>
                  <a:path w="71683" h="69877" extrusionOk="0">
                    <a:moveTo>
                      <a:pt x="26853" y="62116"/>
                    </a:moveTo>
                    <a:cubicBezTo>
                      <a:pt x="-5379" y="43586"/>
                      <a:pt x="-7649" y="15207"/>
                      <a:pt x="14978" y="3407"/>
                    </a:cubicBezTo>
                    <a:cubicBezTo>
                      <a:pt x="37602" y="-8394"/>
                      <a:pt x="65489" y="12231"/>
                      <a:pt x="70754" y="38120"/>
                    </a:cubicBezTo>
                    <a:cubicBezTo>
                      <a:pt x="76016" y="64009"/>
                      <a:pt x="58606" y="80369"/>
                      <a:pt x="26853" y="62116"/>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40" name="Google Shape;2540;p2"/>
              <p:cNvSpPr/>
              <p:nvPr/>
            </p:nvSpPr>
            <p:spPr>
              <a:xfrm>
                <a:off x="9402951" y="2070677"/>
                <a:ext cx="35503" cy="44841"/>
              </a:xfrm>
              <a:custGeom>
                <a:avLst/>
                <a:gdLst/>
                <a:ahLst/>
                <a:cxnLst/>
                <a:rect l="l" t="t" r="r" b="b"/>
                <a:pathLst>
                  <a:path w="35503" h="44841" extrusionOk="0">
                    <a:moveTo>
                      <a:pt x="0" y="43455"/>
                    </a:moveTo>
                    <a:cubicBezTo>
                      <a:pt x="0" y="43455"/>
                      <a:pt x="37548" y="34404"/>
                      <a:pt x="22131" y="0"/>
                    </a:cubicBezTo>
                    <a:cubicBezTo>
                      <a:pt x="53291" y="27217"/>
                      <a:pt x="23308" y="50898"/>
                      <a:pt x="0" y="43455"/>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41" name="Google Shape;2541;p2"/>
              <p:cNvSpPr/>
              <p:nvPr/>
            </p:nvSpPr>
            <p:spPr>
              <a:xfrm>
                <a:off x="9485076" y="2298342"/>
                <a:ext cx="35503" cy="44841"/>
              </a:xfrm>
              <a:custGeom>
                <a:avLst/>
                <a:gdLst/>
                <a:ahLst/>
                <a:cxnLst/>
                <a:rect l="l" t="t" r="r" b="b"/>
                <a:pathLst>
                  <a:path w="35503" h="44841" extrusionOk="0">
                    <a:moveTo>
                      <a:pt x="0" y="43455"/>
                    </a:moveTo>
                    <a:cubicBezTo>
                      <a:pt x="0" y="43455"/>
                      <a:pt x="37548" y="34404"/>
                      <a:pt x="22131" y="0"/>
                    </a:cubicBezTo>
                    <a:cubicBezTo>
                      <a:pt x="53291" y="27217"/>
                      <a:pt x="23308" y="50898"/>
                      <a:pt x="0" y="43455"/>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42" name="Google Shape;2542;p2"/>
              <p:cNvSpPr/>
              <p:nvPr/>
            </p:nvSpPr>
            <p:spPr>
              <a:xfrm>
                <a:off x="9621084" y="2212546"/>
                <a:ext cx="35503" cy="44841"/>
              </a:xfrm>
              <a:custGeom>
                <a:avLst/>
                <a:gdLst/>
                <a:ahLst/>
                <a:cxnLst/>
                <a:rect l="l" t="t" r="r" b="b"/>
                <a:pathLst>
                  <a:path w="35503" h="44841" extrusionOk="0">
                    <a:moveTo>
                      <a:pt x="0" y="43455"/>
                    </a:moveTo>
                    <a:cubicBezTo>
                      <a:pt x="0" y="43455"/>
                      <a:pt x="37548" y="34407"/>
                      <a:pt x="22131" y="0"/>
                    </a:cubicBezTo>
                    <a:cubicBezTo>
                      <a:pt x="53291" y="27217"/>
                      <a:pt x="23308" y="50898"/>
                      <a:pt x="0" y="43455"/>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43" name="Google Shape;2543;p2"/>
              <p:cNvSpPr/>
              <p:nvPr/>
            </p:nvSpPr>
            <p:spPr>
              <a:xfrm>
                <a:off x="9358297" y="2579858"/>
                <a:ext cx="35503" cy="44841"/>
              </a:xfrm>
              <a:custGeom>
                <a:avLst/>
                <a:gdLst/>
                <a:ahLst/>
                <a:cxnLst/>
                <a:rect l="l" t="t" r="r" b="b"/>
                <a:pathLst>
                  <a:path w="35503" h="44841" extrusionOk="0">
                    <a:moveTo>
                      <a:pt x="0" y="43455"/>
                    </a:moveTo>
                    <a:cubicBezTo>
                      <a:pt x="0" y="43455"/>
                      <a:pt x="37548" y="34404"/>
                      <a:pt x="22131" y="0"/>
                    </a:cubicBezTo>
                    <a:cubicBezTo>
                      <a:pt x="53291" y="27217"/>
                      <a:pt x="23308" y="50898"/>
                      <a:pt x="0" y="43455"/>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44" name="Google Shape;2544;p2"/>
              <p:cNvSpPr/>
              <p:nvPr/>
            </p:nvSpPr>
            <p:spPr>
              <a:xfrm>
                <a:off x="9395870" y="2219109"/>
                <a:ext cx="26082" cy="32940"/>
              </a:xfrm>
              <a:custGeom>
                <a:avLst/>
                <a:gdLst/>
                <a:ahLst/>
                <a:cxnLst/>
                <a:rect l="l" t="t" r="r" b="b"/>
                <a:pathLst>
                  <a:path w="26082" h="32940" extrusionOk="0">
                    <a:moveTo>
                      <a:pt x="0" y="31922"/>
                    </a:moveTo>
                    <a:cubicBezTo>
                      <a:pt x="0" y="31922"/>
                      <a:pt x="27583" y="25274"/>
                      <a:pt x="16258" y="0"/>
                    </a:cubicBezTo>
                    <a:cubicBezTo>
                      <a:pt x="39150" y="19993"/>
                      <a:pt x="17122" y="37390"/>
                      <a:pt x="0" y="31922"/>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45" name="Google Shape;2545;p2"/>
              <p:cNvSpPr/>
              <p:nvPr/>
            </p:nvSpPr>
            <p:spPr>
              <a:xfrm>
                <a:off x="9559188" y="2456673"/>
                <a:ext cx="26081" cy="32940"/>
              </a:xfrm>
              <a:custGeom>
                <a:avLst/>
                <a:gdLst/>
                <a:ahLst/>
                <a:cxnLst/>
                <a:rect l="l" t="t" r="r" b="b"/>
                <a:pathLst>
                  <a:path w="26081" h="32940" extrusionOk="0">
                    <a:moveTo>
                      <a:pt x="0" y="31922"/>
                    </a:moveTo>
                    <a:cubicBezTo>
                      <a:pt x="0" y="31922"/>
                      <a:pt x="27583" y="25274"/>
                      <a:pt x="16258" y="0"/>
                    </a:cubicBezTo>
                    <a:cubicBezTo>
                      <a:pt x="39148" y="19993"/>
                      <a:pt x="17122" y="37390"/>
                      <a:pt x="0" y="31922"/>
                    </a:cubicBezTo>
                    <a:close/>
                  </a:path>
                </a:pathLst>
              </a:custGeom>
              <a:solidFill>
                <a:srgbClr val="DEDEDE"/>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46" name="Google Shape;2546;p2"/>
              <p:cNvSpPr/>
              <p:nvPr/>
            </p:nvSpPr>
            <p:spPr>
              <a:xfrm>
                <a:off x="9073730" y="2094166"/>
                <a:ext cx="148612" cy="415955"/>
              </a:xfrm>
              <a:custGeom>
                <a:avLst/>
                <a:gdLst/>
                <a:ahLst/>
                <a:cxnLst/>
                <a:rect l="l" t="t" r="r" b="b"/>
                <a:pathLst>
                  <a:path w="148612" h="415955" extrusionOk="0">
                    <a:moveTo>
                      <a:pt x="59451" y="53215"/>
                    </a:moveTo>
                    <a:cubicBezTo>
                      <a:pt x="6242" y="137214"/>
                      <a:pt x="-37892" y="317831"/>
                      <a:pt x="50005" y="393985"/>
                    </a:cubicBezTo>
                    <a:cubicBezTo>
                      <a:pt x="137902" y="470136"/>
                      <a:pt x="161907" y="329654"/>
                      <a:pt x="133709" y="256596"/>
                    </a:cubicBezTo>
                    <a:cubicBezTo>
                      <a:pt x="105512" y="183538"/>
                      <a:pt x="109018" y="68374"/>
                      <a:pt x="140892" y="26318"/>
                    </a:cubicBezTo>
                    <a:cubicBezTo>
                      <a:pt x="172766" y="-15735"/>
                      <a:pt x="98123" y="-7835"/>
                      <a:pt x="59451" y="53215"/>
                    </a:cubicBezTo>
                    <a:close/>
                  </a:path>
                </a:pathLst>
              </a:custGeom>
              <a:solidFill>
                <a:srgbClr val="494949"/>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47" name="Google Shape;2547;p2"/>
              <p:cNvSpPr/>
              <p:nvPr/>
            </p:nvSpPr>
            <p:spPr>
              <a:xfrm>
                <a:off x="9223388" y="1916742"/>
                <a:ext cx="567066" cy="759542"/>
              </a:xfrm>
              <a:custGeom>
                <a:avLst/>
                <a:gdLst/>
                <a:ahLst/>
                <a:cxnLst/>
                <a:rect l="l" t="t" r="r" b="b"/>
                <a:pathLst>
                  <a:path w="567066" h="759542" extrusionOk="0">
                    <a:moveTo>
                      <a:pt x="0" y="61551"/>
                    </a:moveTo>
                    <a:cubicBezTo>
                      <a:pt x="244243" y="-55200"/>
                      <a:pt x="671325" y="270132"/>
                      <a:pt x="290882" y="759542"/>
                    </a:cubicBezTo>
                    <a:cubicBezTo>
                      <a:pt x="372593" y="730816"/>
                      <a:pt x="447050" y="674512"/>
                      <a:pt x="499223" y="594292"/>
                    </a:cubicBezTo>
                    <a:cubicBezTo>
                      <a:pt x="619010" y="410116"/>
                      <a:pt x="575994" y="169681"/>
                      <a:pt x="403145" y="57262"/>
                    </a:cubicBezTo>
                    <a:cubicBezTo>
                      <a:pt x="279518" y="-23143"/>
                      <a:pt x="122968" y="-16265"/>
                      <a:pt x="0" y="61551"/>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48" name="Google Shape;2548;p2"/>
              <p:cNvSpPr/>
              <p:nvPr/>
            </p:nvSpPr>
            <p:spPr>
              <a:xfrm>
                <a:off x="9384323" y="1916757"/>
                <a:ext cx="406131" cy="772610"/>
              </a:xfrm>
              <a:custGeom>
                <a:avLst/>
                <a:gdLst/>
                <a:ahLst/>
                <a:cxnLst/>
                <a:rect l="l" t="t" r="r" b="b"/>
                <a:pathLst>
                  <a:path w="406131" h="772610" extrusionOk="0">
                    <a:moveTo>
                      <a:pt x="84013" y="772610"/>
                    </a:moveTo>
                    <a:cubicBezTo>
                      <a:pt x="183387" y="750804"/>
                      <a:pt x="276475" y="689320"/>
                      <a:pt x="338289" y="594279"/>
                    </a:cubicBezTo>
                    <a:cubicBezTo>
                      <a:pt x="458075" y="410103"/>
                      <a:pt x="415060" y="169668"/>
                      <a:pt x="242211" y="57250"/>
                    </a:cubicBezTo>
                    <a:cubicBezTo>
                      <a:pt x="168483" y="9299"/>
                      <a:pt x="83043" y="-7593"/>
                      <a:pt x="0" y="3069"/>
                    </a:cubicBezTo>
                    <a:cubicBezTo>
                      <a:pt x="649" y="3266"/>
                      <a:pt x="514455" y="159610"/>
                      <a:pt x="84013" y="772610"/>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549" name="Google Shape;2549;p2"/>
            <p:cNvGrpSpPr/>
            <p:nvPr/>
          </p:nvGrpSpPr>
          <p:grpSpPr>
            <a:xfrm>
              <a:off x="9464907" y="2411300"/>
              <a:ext cx="499116" cy="632904"/>
              <a:chOff x="9464907" y="2411300"/>
              <a:chExt cx="499116" cy="632904"/>
            </a:xfrm>
          </p:grpSpPr>
          <p:sp>
            <p:nvSpPr>
              <p:cNvPr id="2550" name="Google Shape;2550;p2"/>
              <p:cNvSpPr/>
              <p:nvPr/>
            </p:nvSpPr>
            <p:spPr>
              <a:xfrm>
                <a:off x="9464907" y="2411300"/>
                <a:ext cx="499115" cy="632901"/>
              </a:xfrm>
              <a:custGeom>
                <a:avLst/>
                <a:gdLst/>
                <a:ahLst/>
                <a:cxnLst/>
                <a:rect l="l" t="t" r="r" b="b"/>
                <a:pathLst>
                  <a:path w="499115" h="632901" extrusionOk="0">
                    <a:moveTo>
                      <a:pt x="499116" y="383344"/>
                    </a:moveTo>
                    <a:cubicBezTo>
                      <a:pt x="499116" y="521171"/>
                      <a:pt x="387385" y="632902"/>
                      <a:pt x="249558" y="632902"/>
                    </a:cubicBezTo>
                    <a:cubicBezTo>
                      <a:pt x="111730" y="632902"/>
                      <a:pt x="0" y="521171"/>
                      <a:pt x="0" y="383344"/>
                    </a:cubicBezTo>
                    <a:cubicBezTo>
                      <a:pt x="0" y="245516"/>
                      <a:pt x="111730" y="0"/>
                      <a:pt x="249558" y="0"/>
                    </a:cubicBezTo>
                    <a:cubicBezTo>
                      <a:pt x="387385" y="0"/>
                      <a:pt x="499116" y="245516"/>
                      <a:pt x="499116" y="383344"/>
                    </a:cubicBezTo>
                    <a:close/>
                  </a:path>
                </a:pathLst>
              </a:custGeom>
              <a:solidFill>
                <a:srgbClr val="E89F7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51" name="Google Shape;2551;p2"/>
              <p:cNvSpPr/>
              <p:nvPr/>
            </p:nvSpPr>
            <p:spPr>
              <a:xfrm>
                <a:off x="9519074" y="2570440"/>
                <a:ext cx="444949" cy="473764"/>
              </a:xfrm>
              <a:custGeom>
                <a:avLst/>
                <a:gdLst/>
                <a:ahLst/>
                <a:cxnLst/>
                <a:rect l="l" t="t" r="r" b="b"/>
                <a:pathLst>
                  <a:path w="444949" h="473764" extrusionOk="0">
                    <a:moveTo>
                      <a:pt x="0" y="379357"/>
                    </a:moveTo>
                    <a:cubicBezTo>
                      <a:pt x="45717" y="436857"/>
                      <a:pt x="116224" y="473764"/>
                      <a:pt x="195391" y="473764"/>
                    </a:cubicBezTo>
                    <a:cubicBezTo>
                      <a:pt x="333219" y="473764"/>
                      <a:pt x="444949" y="362034"/>
                      <a:pt x="444949" y="224206"/>
                    </a:cubicBezTo>
                    <a:cubicBezTo>
                      <a:pt x="444949" y="160795"/>
                      <a:pt x="421286" y="74601"/>
                      <a:pt x="382326" y="0"/>
                    </a:cubicBezTo>
                    <a:lnTo>
                      <a:pt x="382303" y="0"/>
                    </a:lnTo>
                    <a:cubicBezTo>
                      <a:pt x="444858" y="230911"/>
                      <a:pt x="179258" y="487599"/>
                      <a:pt x="0" y="379357"/>
                    </a:cubicBezTo>
                    <a:close/>
                  </a:path>
                </a:pathLst>
              </a:custGeom>
              <a:solidFill>
                <a:srgbClr val="E8E8E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52" name="Google Shape;2552;p2"/>
              <p:cNvSpPr/>
              <p:nvPr/>
            </p:nvSpPr>
            <p:spPr>
              <a:xfrm>
                <a:off x="9500346" y="2433136"/>
                <a:ext cx="214120" cy="288719"/>
              </a:xfrm>
              <a:custGeom>
                <a:avLst/>
                <a:gdLst/>
                <a:ahLst/>
                <a:cxnLst/>
                <a:rect l="l" t="t" r="r" b="b"/>
                <a:pathLst>
                  <a:path w="214120" h="288719" extrusionOk="0">
                    <a:moveTo>
                      <a:pt x="208654" y="0"/>
                    </a:moveTo>
                    <a:cubicBezTo>
                      <a:pt x="208654" y="0"/>
                      <a:pt x="61868" y="35179"/>
                      <a:pt x="0" y="288719"/>
                    </a:cubicBezTo>
                    <a:cubicBezTo>
                      <a:pt x="64294" y="126162"/>
                      <a:pt x="214121" y="80065"/>
                      <a:pt x="214121" y="80065"/>
                    </a:cubicBezTo>
                    <a:lnTo>
                      <a:pt x="208654" y="0"/>
                    </a:lnTo>
                    <a:close/>
                  </a:path>
                </a:pathLst>
              </a:custGeom>
              <a:solidFill>
                <a:srgbClr val="3B3B3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nvGrpSpPr>
            <p:cNvPr id="2553" name="Google Shape;2553;p2"/>
            <p:cNvGrpSpPr/>
            <p:nvPr/>
          </p:nvGrpSpPr>
          <p:grpSpPr>
            <a:xfrm>
              <a:off x="9795470" y="2518701"/>
              <a:ext cx="784504" cy="940103"/>
              <a:chOff x="9795470" y="2518701"/>
              <a:chExt cx="784504" cy="940103"/>
            </a:xfrm>
          </p:grpSpPr>
          <p:sp>
            <p:nvSpPr>
              <p:cNvPr id="2554" name="Google Shape;2554;p2"/>
              <p:cNvSpPr/>
              <p:nvPr/>
            </p:nvSpPr>
            <p:spPr>
              <a:xfrm>
                <a:off x="10159205" y="2668181"/>
                <a:ext cx="320515" cy="314292"/>
              </a:xfrm>
              <a:custGeom>
                <a:avLst/>
                <a:gdLst/>
                <a:ahLst/>
                <a:cxnLst/>
                <a:rect l="l" t="t" r="r" b="b"/>
                <a:pathLst>
                  <a:path w="320515" h="314292" extrusionOk="0">
                    <a:moveTo>
                      <a:pt x="307881" y="261445"/>
                    </a:moveTo>
                    <a:cubicBezTo>
                      <a:pt x="348037" y="236047"/>
                      <a:pt x="285309" y="162365"/>
                      <a:pt x="220183" y="132196"/>
                    </a:cubicBezTo>
                    <a:cubicBezTo>
                      <a:pt x="155057" y="102028"/>
                      <a:pt x="137794" y="-20175"/>
                      <a:pt x="20021" y="2875"/>
                    </a:cubicBezTo>
                    <a:cubicBezTo>
                      <a:pt x="-49018" y="83461"/>
                      <a:pt x="82653" y="258331"/>
                      <a:pt x="82653" y="258331"/>
                    </a:cubicBezTo>
                    <a:lnTo>
                      <a:pt x="215381" y="314292"/>
                    </a:lnTo>
                    <a:lnTo>
                      <a:pt x="307881" y="261445"/>
                    </a:lnTo>
                    <a:close/>
                  </a:path>
                </a:pathLst>
              </a:custGeom>
              <a:solidFill>
                <a:srgbClr val="C4321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55" name="Google Shape;2555;p2"/>
              <p:cNvSpPr/>
              <p:nvPr/>
            </p:nvSpPr>
            <p:spPr>
              <a:xfrm>
                <a:off x="10223417" y="2690390"/>
                <a:ext cx="106813" cy="113252"/>
              </a:xfrm>
              <a:custGeom>
                <a:avLst/>
                <a:gdLst/>
                <a:ahLst/>
                <a:cxnLst/>
                <a:rect l="l" t="t" r="r" b="b"/>
                <a:pathLst>
                  <a:path w="106813" h="113252" extrusionOk="0">
                    <a:moveTo>
                      <a:pt x="31163" y="79054"/>
                    </a:moveTo>
                    <a:cubicBezTo>
                      <a:pt x="45891" y="60985"/>
                      <a:pt x="28166" y="22676"/>
                      <a:pt x="0" y="4006"/>
                    </a:cubicBezTo>
                    <a:cubicBezTo>
                      <a:pt x="133" y="-3693"/>
                      <a:pt x="14061" y="-1219"/>
                      <a:pt x="29103" y="19579"/>
                    </a:cubicBezTo>
                    <a:cubicBezTo>
                      <a:pt x="44145" y="40377"/>
                      <a:pt x="59980" y="27564"/>
                      <a:pt x="77304" y="47728"/>
                    </a:cubicBezTo>
                    <a:cubicBezTo>
                      <a:pt x="94629" y="67893"/>
                      <a:pt x="97052" y="88218"/>
                      <a:pt x="105476" y="95056"/>
                    </a:cubicBezTo>
                    <a:cubicBezTo>
                      <a:pt x="113900" y="101893"/>
                      <a:pt x="79784" y="113252"/>
                      <a:pt x="79784" y="113252"/>
                    </a:cubicBezTo>
                    <a:lnTo>
                      <a:pt x="46859" y="99593"/>
                    </a:lnTo>
                    <a:lnTo>
                      <a:pt x="31163" y="79054"/>
                    </a:lnTo>
                    <a:close/>
                  </a:path>
                </a:pathLst>
              </a:custGeom>
              <a:solidFill>
                <a:srgbClr val="E8E8E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56" name="Google Shape;2556;p2"/>
              <p:cNvSpPr/>
              <p:nvPr/>
            </p:nvSpPr>
            <p:spPr>
              <a:xfrm>
                <a:off x="10443666" y="2907308"/>
                <a:ext cx="136308" cy="172306"/>
              </a:xfrm>
              <a:custGeom>
                <a:avLst/>
                <a:gdLst/>
                <a:ahLst/>
                <a:cxnLst/>
                <a:rect l="l" t="t" r="r" b="b"/>
                <a:pathLst>
                  <a:path w="136308" h="172306" extrusionOk="0">
                    <a:moveTo>
                      <a:pt x="135877" y="172306"/>
                    </a:moveTo>
                    <a:cubicBezTo>
                      <a:pt x="142042" y="65955"/>
                      <a:pt x="81369" y="-12640"/>
                      <a:pt x="4322" y="1688"/>
                    </a:cubicBezTo>
                    <a:cubicBezTo>
                      <a:pt x="-17907" y="58127"/>
                      <a:pt x="52851" y="141345"/>
                      <a:pt x="52851" y="141345"/>
                    </a:cubicBezTo>
                    <a:lnTo>
                      <a:pt x="135877" y="172306"/>
                    </a:lnTo>
                    <a:close/>
                  </a:path>
                </a:pathLst>
              </a:custGeom>
              <a:solidFill>
                <a:srgbClr val="C7331A"/>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57" name="Google Shape;2557;p2"/>
              <p:cNvSpPr/>
              <p:nvPr/>
            </p:nvSpPr>
            <p:spPr>
              <a:xfrm>
                <a:off x="10441310" y="2907319"/>
                <a:ext cx="121242" cy="92388"/>
              </a:xfrm>
              <a:custGeom>
                <a:avLst/>
                <a:gdLst/>
                <a:ahLst/>
                <a:cxnLst/>
                <a:rect l="l" t="t" r="r" b="b"/>
                <a:pathLst>
                  <a:path w="121242" h="92388" extrusionOk="0">
                    <a:moveTo>
                      <a:pt x="121242" y="92388"/>
                    </a:moveTo>
                    <a:cubicBezTo>
                      <a:pt x="107108" y="56331"/>
                      <a:pt x="66776" y="30634"/>
                      <a:pt x="62198" y="25379"/>
                    </a:cubicBezTo>
                    <a:cubicBezTo>
                      <a:pt x="57618" y="20123"/>
                      <a:pt x="60048" y="7751"/>
                      <a:pt x="83329" y="20964"/>
                    </a:cubicBezTo>
                    <a:cubicBezTo>
                      <a:pt x="43182" y="-11437"/>
                      <a:pt x="0" y="3382"/>
                      <a:pt x="0" y="3382"/>
                    </a:cubicBezTo>
                    <a:lnTo>
                      <a:pt x="34925" y="51439"/>
                    </a:lnTo>
                    <a:cubicBezTo>
                      <a:pt x="34925" y="51439"/>
                      <a:pt x="54242" y="72655"/>
                      <a:pt x="61793" y="74630"/>
                    </a:cubicBezTo>
                    <a:cubicBezTo>
                      <a:pt x="69341" y="76605"/>
                      <a:pt x="102017" y="87103"/>
                      <a:pt x="102017" y="87103"/>
                    </a:cubicBezTo>
                    <a:lnTo>
                      <a:pt x="121242" y="92388"/>
                    </a:lnTo>
                    <a:close/>
                  </a:path>
                </a:pathLst>
              </a:custGeom>
              <a:solidFill>
                <a:srgbClr val="E8E8E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58" name="Google Shape;2558;p2"/>
              <p:cNvSpPr/>
              <p:nvPr/>
            </p:nvSpPr>
            <p:spPr>
              <a:xfrm>
                <a:off x="9991582" y="2961162"/>
                <a:ext cx="588130" cy="497642"/>
              </a:xfrm>
              <a:custGeom>
                <a:avLst/>
                <a:gdLst/>
                <a:ahLst/>
                <a:cxnLst/>
                <a:rect l="l" t="t" r="r" b="b"/>
                <a:pathLst>
                  <a:path w="588130" h="497642" extrusionOk="0">
                    <a:moveTo>
                      <a:pt x="509262" y="1423"/>
                    </a:moveTo>
                    <a:cubicBezTo>
                      <a:pt x="572977" y="-15706"/>
                      <a:pt x="628090" y="125642"/>
                      <a:pt x="549068" y="217190"/>
                    </a:cubicBezTo>
                    <a:cubicBezTo>
                      <a:pt x="428602" y="356745"/>
                      <a:pt x="254148" y="440157"/>
                      <a:pt x="190984" y="481143"/>
                    </a:cubicBezTo>
                    <a:cubicBezTo>
                      <a:pt x="127822" y="522128"/>
                      <a:pt x="24163" y="481275"/>
                      <a:pt x="0" y="418742"/>
                    </a:cubicBezTo>
                    <a:cubicBezTo>
                      <a:pt x="63407" y="266828"/>
                      <a:pt x="509262" y="1423"/>
                      <a:pt x="509262" y="1423"/>
                    </a:cubicBezTo>
                    <a:close/>
                  </a:path>
                </a:pathLst>
              </a:custGeom>
              <a:solidFill>
                <a:srgbClr val="D4361C"/>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59" name="Google Shape;2559;p2"/>
              <p:cNvSpPr/>
              <p:nvPr/>
            </p:nvSpPr>
            <p:spPr>
              <a:xfrm>
                <a:off x="9991582" y="3264017"/>
                <a:ext cx="267441" cy="194787"/>
              </a:xfrm>
              <a:custGeom>
                <a:avLst/>
                <a:gdLst/>
                <a:ahLst/>
                <a:cxnLst/>
                <a:rect l="l" t="t" r="r" b="b"/>
                <a:pathLst>
                  <a:path w="267441" h="194787" extrusionOk="0">
                    <a:moveTo>
                      <a:pt x="267442" y="33408"/>
                    </a:moveTo>
                    <a:cubicBezTo>
                      <a:pt x="183008" y="85874"/>
                      <a:pt x="71182" y="225315"/>
                      <a:pt x="212946" y="164800"/>
                    </a:cubicBezTo>
                    <a:lnTo>
                      <a:pt x="212946" y="164800"/>
                    </a:lnTo>
                    <a:cubicBezTo>
                      <a:pt x="204636" y="169722"/>
                      <a:pt x="197259" y="174216"/>
                      <a:pt x="190984" y="178287"/>
                    </a:cubicBezTo>
                    <a:cubicBezTo>
                      <a:pt x="127822" y="219273"/>
                      <a:pt x="24163" y="178420"/>
                      <a:pt x="0" y="115886"/>
                    </a:cubicBezTo>
                    <a:cubicBezTo>
                      <a:pt x="10568" y="90569"/>
                      <a:pt x="31760" y="62102"/>
                      <a:pt x="59736" y="32233"/>
                    </a:cubicBezTo>
                    <a:cubicBezTo>
                      <a:pt x="113638" y="17335"/>
                      <a:pt x="188632" y="0"/>
                      <a:pt x="188632" y="0"/>
                    </a:cubicBezTo>
                    <a:lnTo>
                      <a:pt x="267442" y="33408"/>
                    </a:ln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60" name="Google Shape;2560;p2"/>
              <p:cNvSpPr/>
              <p:nvPr/>
            </p:nvSpPr>
            <p:spPr>
              <a:xfrm>
                <a:off x="9795470" y="2645559"/>
                <a:ext cx="463908" cy="713082"/>
              </a:xfrm>
              <a:custGeom>
                <a:avLst/>
                <a:gdLst/>
                <a:ahLst/>
                <a:cxnLst/>
                <a:rect l="l" t="t" r="r" b="b"/>
                <a:pathLst>
                  <a:path w="463908" h="713082" extrusionOk="0">
                    <a:moveTo>
                      <a:pt x="463615" y="135091"/>
                    </a:moveTo>
                    <a:cubicBezTo>
                      <a:pt x="463615" y="135091"/>
                      <a:pt x="472079" y="73908"/>
                      <a:pt x="397973" y="41346"/>
                    </a:cubicBezTo>
                    <a:cubicBezTo>
                      <a:pt x="398110" y="23081"/>
                      <a:pt x="366609" y="-3603"/>
                      <a:pt x="334333" y="404"/>
                    </a:cubicBezTo>
                    <a:cubicBezTo>
                      <a:pt x="194757" y="17727"/>
                      <a:pt x="36017" y="293126"/>
                      <a:pt x="1464" y="485575"/>
                    </a:cubicBezTo>
                    <a:cubicBezTo>
                      <a:pt x="-6041" y="527380"/>
                      <a:pt x="17752" y="542179"/>
                      <a:pt x="17752" y="542179"/>
                    </a:cubicBezTo>
                    <a:cubicBezTo>
                      <a:pt x="17752" y="542179"/>
                      <a:pt x="34492" y="668636"/>
                      <a:pt x="146335" y="713083"/>
                    </a:cubicBezTo>
                    <a:cubicBezTo>
                      <a:pt x="233029" y="465793"/>
                      <a:pt x="422029" y="279029"/>
                      <a:pt x="422029" y="279029"/>
                    </a:cubicBezTo>
                    <a:lnTo>
                      <a:pt x="463615" y="135091"/>
                    </a:lnTo>
                    <a:close/>
                  </a:path>
                </a:pathLst>
              </a:custGeom>
              <a:solidFill>
                <a:srgbClr val="E33B1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61" name="Google Shape;2561;p2"/>
              <p:cNvSpPr/>
              <p:nvPr/>
            </p:nvSpPr>
            <p:spPr>
              <a:xfrm>
                <a:off x="9812978" y="2898172"/>
                <a:ext cx="284641" cy="442414"/>
              </a:xfrm>
              <a:custGeom>
                <a:avLst/>
                <a:gdLst/>
                <a:ahLst/>
                <a:cxnLst/>
                <a:rect l="l" t="t" r="r" b="b"/>
                <a:pathLst>
                  <a:path w="284641" h="442414" extrusionOk="0">
                    <a:moveTo>
                      <a:pt x="40492" y="279157"/>
                    </a:moveTo>
                    <a:cubicBezTo>
                      <a:pt x="58089" y="318657"/>
                      <a:pt x="46669" y="373053"/>
                      <a:pt x="83757" y="344288"/>
                    </a:cubicBezTo>
                    <a:cubicBezTo>
                      <a:pt x="100566" y="242451"/>
                      <a:pt x="227777" y="69126"/>
                      <a:pt x="268369" y="0"/>
                    </a:cubicBezTo>
                    <a:lnTo>
                      <a:pt x="284641" y="85297"/>
                    </a:lnTo>
                    <a:lnTo>
                      <a:pt x="266044" y="196886"/>
                    </a:lnTo>
                    <a:cubicBezTo>
                      <a:pt x="236493" y="239868"/>
                      <a:pt x="205976" y="289451"/>
                      <a:pt x="178662" y="343830"/>
                    </a:cubicBezTo>
                    <a:lnTo>
                      <a:pt x="95603" y="442414"/>
                    </a:lnTo>
                    <a:cubicBezTo>
                      <a:pt x="95603" y="442414"/>
                      <a:pt x="94871" y="442266"/>
                      <a:pt x="93538" y="441957"/>
                    </a:cubicBezTo>
                    <a:cubicBezTo>
                      <a:pt x="13320" y="388314"/>
                      <a:pt x="247" y="289568"/>
                      <a:pt x="247" y="289568"/>
                    </a:cubicBezTo>
                    <a:cubicBezTo>
                      <a:pt x="247" y="289568"/>
                      <a:pt x="160" y="289513"/>
                      <a:pt x="0" y="289403"/>
                    </a:cubicBezTo>
                    <a:cubicBezTo>
                      <a:pt x="12493" y="230479"/>
                      <a:pt x="35979" y="158479"/>
                      <a:pt x="74858" y="84811"/>
                    </a:cubicBezTo>
                    <a:cubicBezTo>
                      <a:pt x="38560" y="175034"/>
                      <a:pt x="22894" y="239657"/>
                      <a:pt x="40492" y="279157"/>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62" name="Google Shape;2562;p2"/>
              <p:cNvSpPr/>
              <p:nvPr/>
            </p:nvSpPr>
            <p:spPr>
              <a:xfrm>
                <a:off x="10278348" y="2960736"/>
                <a:ext cx="263829" cy="324052"/>
              </a:xfrm>
              <a:custGeom>
                <a:avLst/>
                <a:gdLst/>
                <a:ahLst/>
                <a:cxnLst/>
                <a:rect l="l" t="t" r="r" b="b"/>
                <a:pathLst>
                  <a:path w="263829" h="324052" extrusionOk="0">
                    <a:moveTo>
                      <a:pt x="222497" y="1849"/>
                    </a:moveTo>
                    <a:cubicBezTo>
                      <a:pt x="243720" y="47023"/>
                      <a:pt x="0" y="324052"/>
                      <a:pt x="0" y="324052"/>
                    </a:cubicBezTo>
                    <a:cubicBezTo>
                      <a:pt x="0" y="324052"/>
                      <a:pt x="360118" y="154847"/>
                      <a:pt x="238889" y="946"/>
                    </a:cubicBezTo>
                    <a:cubicBezTo>
                      <a:pt x="236532" y="643"/>
                      <a:pt x="231142" y="-1481"/>
                      <a:pt x="222497" y="1849"/>
                    </a:cubicBezTo>
                    <a:close/>
                  </a:path>
                </a:pathLst>
              </a:custGeom>
              <a:solidFill>
                <a:srgbClr val="F5F5F5"/>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63" name="Google Shape;2563;p2"/>
              <p:cNvSpPr/>
              <p:nvPr/>
            </p:nvSpPr>
            <p:spPr>
              <a:xfrm>
                <a:off x="10259703" y="2518701"/>
                <a:ext cx="285232" cy="414154"/>
              </a:xfrm>
              <a:custGeom>
                <a:avLst/>
                <a:gdLst/>
                <a:ahLst/>
                <a:cxnLst/>
                <a:rect l="l" t="t" r="r" b="b"/>
                <a:pathLst>
                  <a:path w="285232" h="414154" extrusionOk="0">
                    <a:moveTo>
                      <a:pt x="104662" y="414155"/>
                    </a:moveTo>
                    <a:cubicBezTo>
                      <a:pt x="157007" y="327362"/>
                      <a:pt x="268228" y="242771"/>
                      <a:pt x="283848" y="138173"/>
                    </a:cubicBezTo>
                    <a:cubicBezTo>
                      <a:pt x="296999" y="50100"/>
                      <a:pt x="212102" y="0"/>
                      <a:pt x="212102" y="0"/>
                    </a:cubicBezTo>
                    <a:cubicBezTo>
                      <a:pt x="212102" y="0"/>
                      <a:pt x="183159" y="23473"/>
                      <a:pt x="164082" y="55630"/>
                    </a:cubicBezTo>
                    <a:cubicBezTo>
                      <a:pt x="158708" y="83985"/>
                      <a:pt x="200763" y="102475"/>
                      <a:pt x="189425" y="143047"/>
                    </a:cubicBezTo>
                    <a:cubicBezTo>
                      <a:pt x="178086" y="183618"/>
                      <a:pt x="0" y="334232"/>
                      <a:pt x="0" y="334232"/>
                    </a:cubicBezTo>
                    <a:lnTo>
                      <a:pt x="104662" y="414155"/>
                    </a:lnTo>
                    <a:close/>
                  </a:path>
                </a:pathLst>
              </a:custGeom>
              <a:solidFill>
                <a:srgbClr val="4F990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64" name="Google Shape;2564;p2"/>
              <p:cNvSpPr/>
              <p:nvPr/>
            </p:nvSpPr>
            <p:spPr>
              <a:xfrm>
                <a:off x="10332952" y="2681206"/>
                <a:ext cx="155817" cy="168764"/>
              </a:xfrm>
              <a:custGeom>
                <a:avLst/>
                <a:gdLst/>
                <a:ahLst/>
                <a:cxnLst/>
                <a:rect l="l" t="t" r="r" b="b"/>
                <a:pathLst>
                  <a:path w="155817" h="168764" extrusionOk="0">
                    <a:moveTo>
                      <a:pt x="155817" y="0"/>
                    </a:moveTo>
                    <a:cubicBezTo>
                      <a:pt x="145276" y="32578"/>
                      <a:pt x="52664" y="142132"/>
                      <a:pt x="23165" y="168764"/>
                    </a:cubicBezTo>
                    <a:cubicBezTo>
                      <a:pt x="-3238" y="166160"/>
                      <a:pt x="140" y="162999"/>
                      <a:pt x="140" y="162999"/>
                    </a:cubicBezTo>
                    <a:cubicBezTo>
                      <a:pt x="140" y="162999"/>
                      <a:pt x="117544" y="68905"/>
                      <a:pt x="155817" y="0"/>
                    </a:cubicBezTo>
                    <a:close/>
                  </a:path>
                </a:pathLst>
              </a:custGeom>
              <a:solidFill>
                <a:srgbClr val="DBDBD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65" name="Google Shape;2565;p2"/>
              <p:cNvSpPr/>
              <p:nvPr/>
            </p:nvSpPr>
            <p:spPr>
              <a:xfrm>
                <a:off x="10346505" y="2528481"/>
                <a:ext cx="182667" cy="364969"/>
              </a:xfrm>
              <a:custGeom>
                <a:avLst/>
                <a:gdLst/>
                <a:ahLst/>
                <a:cxnLst/>
                <a:rect l="l" t="t" r="r" b="b"/>
                <a:pathLst>
                  <a:path w="182667" h="364969" extrusionOk="0">
                    <a:moveTo>
                      <a:pt x="123018" y="0"/>
                    </a:moveTo>
                    <a:cubicBezTo>
                      <a:pt x="171358" y="36491"/>
                      <a:pt x="207210" y="91568"/>
                      <a:pt x="161741" y="189507"/>
                    </a:cubicBezTo>
                    <a:cubicBezTo>
                      <a:pt x="116273" y="287444"/>
                      <a:pt x="45249" y="327828"/>
                      <a:pt x="31988" y="354913"/>
                    </a:cubicBezTo>
                    <a:cubicBezTo>
                      <a:pt x="18727" y="381998"/>
                      <a:pt x="3145" y="346080"/>
                      <a:pt x="160" y="343504"/>
                    </a:cubicBezTo>
                    <a:cubicBezTo>
                      <a:pt x="-2826" y="340927"/>
                      <a:pt x="36217" y="304749"/>
                      <a:pt x="100476" y="226282"/>
                    </a:cubicBezTo>
                    <a:cubicBezTo>
                      <a:pt x="164736" y="147815"/>
                      <a:pt x="158228" y="71867"/>
                      <a:pt x="131586" y="45398"/>
                    </a:cubicBezTo>
                    <a:cubicBezTo>
                      <a:pt x="104943" y="18928"/>
                      <a:pt x="111932" y="18880"/>
                      <a:pt x="111932" y="18880"/>
                    </a:cubicBezTo>
                    <a:lnTo>
                      <a:pt x="123018" y="0"/>
                    </a:lnTo>
                    <a:close/>
                  </a:path>
                </a:pathLst>
              </a:custGeom>
              <a:solidFill>
                <a:srgbClr val="0F0F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2566" name="Google Shape;2566;p2"/>
              <p:cNvGrpSpPr/>
              <p:nvPr/>
            </p:nvGrpSpPr>
            <p:grpSpPr>
              <a:xfrm>
                <a:off x="10281294" y="2560955"/>
                <a:ext cx="191642" cy="313468"/>
                <a:chOff x="10281294" y="2560955"/>
                <a:chExt cx="191642" cy="313468"/>
              </a:xfrm>
            </p:grpSpPr>
            <p:sp>
              <p:nvSpPr>
                <p:cNvPr id="2567" name="Google Shape;2567;p2"/>
                <p:cNvSpPr/>
                <p:nvPr/>
              </p:nvSpPr>
              <p:spPr>
                <a:xfrm>
                  <a:off x="10287522" y="2872533"/>
                  <a:ext cx="324" cy="1890"/>
                </a:xfrm>
                <a:custGeom>
                  <a:avLst/>
                  <a:gdLst/>
                  <a:ahLst/>
                  <a:cxnLst/>
                  <a:rect l="l" t="t" r="r" b="b"/>
                  <a:pathLst>
                    <a:path w="324" h="1890" extrusionOk="0">
                      <a:moveTo>
                        <a:pt x="325" y="1890"/>
                      </a:moveTo>
                      <a:cubicBezTo>
                        <a:pt x="325" y="1890"/>
                        <a:pt x="-85" y="1383"/>
                        <a:pt x="16" y="0"/>
                      </a:cubicBezTo>
                      <a:lnTo>
                        <a:pt x="325" y="1890"/>
                      </a:lnTo>
                      <a:lnTo>
                        <a:pt x="325" y="1890"/>
                      </a:lnTo>
                      <a:close/>
                    </a:path>
                  </a:pathLst>
                </a:custGeom>
                <a:solidFill>
                  <a:srgbClr val="E8E8E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68" name="Google Shape;2568;p2"/>
                <p:cNvSpPr/>
                <p:nvPr/>
              </p:nvSpPr>
              <p:spPr>
                <a:xfrm>
                  <a:off x="10281294" y="2560955"/>
                  <a:ext cx="191642" cy="311574"/>
                </a:xfrm>
                <a:custGeom>
                  <a:avLst/>
                  <a:gdLst/>
                  <a:ahLst/>
                  <a:cxnLst/>
                  <a:rect l="l" t="t" r="r" b="b"/>
                  <a:pathLst>
                    <a:path w="191642" h="311574" extrusionOk="0">
                      <a:moveTo>
                        <a:pt x="178561" y="50141"/>
                      </a:moveTo>
                      <a:cubicBezTo>
                        <a:pt x="213551" y="95105"/>
                        <a:pt x="176811" y="162814"/>
                        <a:pt x="86710" y="231988"/>
                      </a:cubicBezTo>
                      <a:cubicBezTo>
                        <a:pt x="14884" y="287133"/>
                        <a:pt x="6634" y="306137"/>
                        <a:pt x="6243" y="311575"/>
                      </a:cubicBezTo>
                      <a:lnTo>
                        <a:pt x="0" y="273401"/>
                      </a:lnTo>
                      <a:cubicBezTo>
                        <a:pt x="47777" y="231855"/>
                        <a:pt x="158955" y="132570"/>
                        <a:pt x="167836" y="100790"/>
                      </a:cubicBezTo>
                      <a:cubicBezTo>
                        <a:pt x="179172" y="60216"/>
                        <a:pt x="137119" y="41726"/>
                        <a:pt x="142493" y="13373"/>
                      </a:cubicBezTo>
                      <a:cubicBezTo>
                        <a:pt x="145255" y="8719"/>
                        <a:pt x="148224" y="4245"/>
                        <a:pt x="151281" y="0"/>
                      </a:cubicBezTo>
                      <a:cubicBezTo>
                        <a:pt x="144425" y="11837"/>
                        <a:pt x="153096" y="17415"/>
                        <a:pt x="178561" y="50141"/>
                      </a:cubicBezTo>
                      <a:close/>
                    </a:path>
                  </a:pathLst>
                </a:custGeom>
                <a:solidFill>
                  <a:srgbClr val="E8E8E8"/>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2569" name="Google Shape;2569;p2"/>
              <p:cNvSpPr/>
              <p:nvPr/>
            </p:nvSpPr>
            <p:spPr>
              <a:xfrm>
                <a:off x="9896075" y="2767698"/>
                <a:ext cx="619795" cy="642513"/>
              </a:xfrm>
              <a:custGeom>
                <a:avLst/>
                <a:gdLst/>
                <a:ahLst/>
                <a:cxnLst/>
                <a:rect l="l" t="t" r="r" b="b"/>
                <a:pathLst>
                  <a:path w="619795" h="642513" extrusionOk="0">
                    <a:moveTo>
                      <a:pt x="503222" y="113250"/>
                    </a:moveTo>
                    <a:cubicBezTo>
                      <a:pt x="451131" y="87978"/>
                      <a:pt x="433797" y="-23085"/>
                      <a:pt x="317677" y="4315"/>
                    </a:cubicBezTo>
                    <a:cubicBezTo>
                      <a:pt x="191410" y="34108"/>
                      <a:pt x="66386" y="370871"/>
                      <a:pt x="11469" y="479755"/>
                    </a:cubicBezTo>
                    <a:cubicBezTo>
                      <a:pt x="-43447" y="588637"/>
                      <a:pt x="110828" y="690549"/>
                      <a:pt x="220154" y="618214"/>
                    </a:cubicBezTo>
                    <a:cubicBezTo>
                      <a:pt x="329480" y="545878"/>
                      <a:pt x="847766" y="280405"/>
                      <a:pt x="503222" y="113250"/>
                    </a:cubicBezTo>
                    <a:close/>
                  </a:path>
                </a:pathLst>
              </a:custGeom>
              <a:solidFill>
                <a:srgbClr val="E33B1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70" name="Google Shape;2570;p2"/>
              <p:cNvSpPr/>
              <p:nvPr/>
            </p:nvSpPr>
            <p:spPr>
              <a:xfrm>
                <a:off x="10060087" y="2670707"/>
                <a:ext cx="133366" cy="55487"/>
              </a:xfrm>
              <a:custGeom>
                <a:avLst/>
                <a:gdLst/>
                <a:ahLst/>
                <a:cxnLst/>
                <a:rect l="l" t="t" r="r" b="b"/>
                <a:pathLst>
                  <a:path w="133366" h="55487" extrusionOk="0">
                    <a:moveTo>
                      <a:pt x="133357" y="16200"/>
                    </a:moveTo>
                    <a:cubicBezTo>
                      <a:pt x="133357" y="16200"/>
                      <a:pt x="49028" y="-305"/>
                      <a:pt x="0" y="55487"/>
                    </a:cubicBezTo>
                    <a:cubicBezTo>
                      <a:pt x="41477" y="-1615"/>
                      <a:pt x="108560" y="-2662"/>
                      <a:pt x="127938" y="1432"/>
                    </a:cubicBezTo>
                    <a:cubicBezTo>
                      <a:pt x="129177" y="3332"/>
                      <a:pt x="133608" y="9401"/>
                      <a:pt x="133357" y="16200"/>
                    </a:cubicBezTo>
                    <a:close/>
                  </a:path>
                </a:pathLst>
              </a:custGeom>
              <a:solidFill>
                <a:srgbClr val="EBEBEB"/>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71" name="Google Shape;2571;p2"/>
              <p:cNvSpPr/>
              <p:nvPr/>
            </p:nvSpPr>
            <p:spPr>
              <a:xfrm>
                <a:off x="10165011" y="2798749"/>
                <a:ext cx="322278" cy="320490"/>
              </a:xfrm>
              <a:custGeom>
                <a:avLst/>
                <a:gdLst/>
                <a:ahLst/>
                <a:cxnLst/>
                <a:rect l="l" t="t" r="r" b="b"/>
                <a:pathLst>
                  <a:path w="322278" h="320490" extrusionOk="0">
                    <a:moveTo>
                      <a:pt x="273151" y="310236"/>
                    </a:moveTo>
                    <a:cubicBezTo>
                      <a:pt x="335548" y="243853"/>
                      <a:pt x="330937" y="196016"/>
                      <a:pt x="301106" y="164188"/>
                    </a:cubicBezTo>
                    <a:cubicBezTo>
                      <a:pt x="271277" y="132360"/>
                      <a:pt x="261170" y="182289"/>
                      <a:pt x="186518" y="96772"/>
                    </a:cubicBezTo>
                    <a:cubicBezTo>
                      <a:pt x="111865" y="11255"/>
                      <a:pt x="102931" y="-2536"/>
                      <a:pt x="70056" y="344"/>
                    </a:cubicBezTo>
                    <a:cubicBezTo>
                      <a:pt x="37181" y="3224"/>
                      <a:pt x="-17347" y="41245"/>
                      <a:pt x="5388" y="84313"/>
                    </a:cubicBezTo>
                    <a:cubicBezTo>
                      <a:pt x="28121" y="127381"/>
                      <a:pt x="59191" y="49141"/>
                      <a:pt x="124348" y="111462"/>
                    </a:cubicBezTo>
                    <a:cubicBezTo>
                      <a:pt x="189504" y="173780"/>
                      <a:pt x="219986" y="366799"/>
                      <a:pt x="273151" y="310236"/>
                    </a:cubicBezTo>
                    <a:close/>
                  </a:path>
                </a:pathLst>
              </a:custGeom>
              <a:solidFill>
                <a:srgbClr val="0F0F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72" name="Google Shape;2572;p2"/>
              <p:cNvSpPr/>
              <p:nvPr/>
            </p:nvSpPr>
            <p:spPr>
              <a:xfrm>
                <a:off x="10423308" y="2541261"/>
                <a:ext cx="32092" cy="125611"/>
              </a:xfrm>
              <a:custGeom>
                <a:avLst/>
                <a:gdLst/>
                <a:ahLst/>
                <a:cxnLst/>
                <a:rect l="l" t="t" r="r" b="b"/>
                <a:pathLst>
                  <a:path w="32092" h="125611" extrusionOk="0">
                    <a:moveTo>
                      <a:pt x="477" y="33069"/>
                    </a:moveTo>
                    <a:cubicBezTo>
                      <a:pt x="7995" y="20396"/>
                      <a:pt x="17045" y="9071"/>
                      <a:pt x="25255" y="0"/>
                    </a:cubicBezTo>
                    <a:cubicBezTo>
                      <a:pt x="11411" y="16537"/>
                      <a:pt x="-2239" y="34345"/>
                      <a:pt x="12666" y="49220"/>
                    </a:cubicBezTo>
                    <a:cubicBezTo>
                      <a:pt x="28757" y="65281"/>
                      <a:pt x="40891" y="101112"/>
                      <a:pt x="23803" y="125611"/>
                    </a:cubicBezTo>
                    <a:lnTo>
                      <a:pt x="23803" y="125611"/>
                    </a:lnTo>
                    <a:cubicBezTo>
                      <a:pt x="24706" y="123750"/>
                      <a:pt x="25387" y="122036"/>
                      <a:pt x="25819" y="120484"/>
                    </a:cubicBezTo>
                    <a:cubicBezTo>
                      <a:pt x="37158" y="79912"/>
                      <a:pt x="-4898" y="61423"/>
                      <a:pt x="477" y="33069"/>
                    </a:cubicBezTo>
                    <a:close/>
                  </a:path>
                </a:pathLst>
              </a:custGeom>
              <a:solidFill>
                <a:srgbClr val="D6D6D6"/>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73" name="Google Shape;2573;p2"/>
              <p:cNvSpPr/>
              <p:nvPr/>
            </p:nvSpPr>
            <p:spPr>
              <a:xfrm>
                <a:off x="10113424" y="2756152"/>
                <a:ext cx="133198" cy="109820"/>
              </a:xfrm>
              <a:custGeom>
                <a:avLst/>
                <a:gdLst/>
                <a:ahLst/>
                <a:cxnLst/>
                <a:rect l="l" t="t" r="r" b="b"/>
                <a:pathLst>
                  <a:path w="133198" h="109820" extrusionOk="0">
                    <a:moveTo>
                      <a:pt x="133198" y="4406"/>
                    </a:moveTo>
                    <a:cubicBezTo>
                      <a:pt x="101391" y="-17085"/>
                      <a:pt x="11688" y="70238"/>
                      <a:pt x="965" y="109820"/>
                    </a:cubicBezTo>
                    <a:cubicBezTo>
                      <a:pt x="-9693" y="83689"/>
                      <a:pt x="70111" y="-22782"/>
                      <a:pt x="133198" y="4406"/>
                    </a:cubicBezTo>
                    <a:close/>
                  </a:path>
                </a:pathLst>
              </a:custGeom>
              <a:solidFill>
                <a:srgbClr val="EDEDED"/>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74" name="Google Shape;2574;p2"/>
              <p:cNvSpPr/>
              <p:nvPr/>
            </p:nvSpPr>
            <p:spPr>
              <a:xfrm>
                <a:off x="10467022" y="3014910"/>
                <a:ext cx="101198" cy="187546"/>
              </a:xfrm>
              <a:custGeom>
                <a:avLst/>
                <a:gdLst/>
                <a:ahLst/>
                <a:cxnLst/>
                <a:rect l="l" t="t" r="r" b="b"/>
                <a:pathLst>
                  <a:path w="101198" h="187546" extrusionOk="0">
                    <a:moveTo>
                      <a:pt x="95048" y="10883"/>
                    </a:moveTo>
                    <a:cubicBezTo>
                      <a:pt x="109116" y="56075"/>
                      <a:pt x="103634" y="143768"/>
                      <a:pt x="29342" y="177530"/>
                    </a:cubicBezTo>
                    <a:cubicBezTo>
                      <a:pt x="-44951" y="211292"/>
                      <a:pt x="42644" y="153191"/>
                      <a:pt x="64576" y="100060"/>
                    </a:cubicBezTo>
                    <a:cubicBezTo>
                      <a:pt x="86510" y="46926"/>
                      <a:pt x="82850" y="-28299"/>
                      <a:pt x="95048" y="10883"/>
                    </a:cubicBezTo>
                    <a:close/>
                  </a:path>
                </a:pathLst>
              </a:custGeom>
              <a:solidFill>
                <a:srgbClr val="0F0F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2575" name="Google Shape;2575;p2"/>
              <p:cNvSpPr/>
              <p:nvPr/>
            </p:nvSpPr>
            <p:spPr>
              <a:xfrm>
                <a:off x="10089807" y="2697147"/>
                <a:ext cx="101460" cy="62046"/>
              </a:xfrm>
              <a:custGeom>
                <a:avLst/>
                <a:gdLst/>
                <a:ahLst/>
                <a:cxnLst/>
                <a:rect l="l" t="t" r="r" b="b"/>
                <a:pathLst>
                  <a:path w="101460" h="62046" extrusionOk="0">
                    <a:moveTo>
                      <a:pt x="70046" y="40713"/>
                    </a:moveTo>
                    <a:cubicBezTo>
                      <a:pt x="91745" y="13608"/>
                      <a:pt x="121429" y="6839"/>
                      <a:pt x="82555" y="1328"/>
                    </a:cubicBezTo>
                    <a:cubicBezTo>
                      <a:pt x="43682" y="-4184"/>
                      <a:pt x="5462" y="8407"/>
                      <a:pt x="497" y="21705"/>
                    </a:cubicBezTo>
                    <a:cubicBezTo>
                      <a:pt x="-4468" y="35001"/>
                      <a:pt x="28427" y="92699"/>
                      <a:pt x="70046" y="40713"/>
                    </a:cubicBezTo>
                    <a:close/>
                  </a:path>
                </a:pathLst>
              </a:custGeom>
              <a:solidFill>
                <a:srgbClr val="0F0F0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76"/>
        <p:cNvGrpSpPr/>
        <p:nvPr/>
      </p:nvGrpSpPr>
      <p:grpSpPr>
        <a:xfrm>
          <a:off x="0" y="0"/>
          <a:ext cx="0" cy="0"/>
          <a:chOff x="0" y="0"/>
          <a:chExt cx="0" cy="0"/>
        </a:xfrm>
      </p:grpSpPr>
      <p:sp>
        <p:nvSpPr>
          <p:cNvPr id="2577" name="Google Shape;2577;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578" name="Google Shape;2578;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79"/>
        <p:cNvGrpSpPr/>
        <p:nvPr/>
      </p:nvGrpSpPr>
      <p:grpSpPr>
        <a:xfrm>
          <a:off x="0" y="0"/>
          <a:ext cx="0" cy="0"/>
          <a:chOff x="0" y="0"/>
          <a:chExt cx="0" cy="0"/>
        </a:xfrm>
      </p:grpSpPr>
      <p:sp>
        <p:nvSpPr>
          <p:cNvPr id="2580" name="Google Shape;2580;p4"/>
          <p:cNvSpPr txBox="1">
            <a:spLocks noGrp="1"/>
          </p:cNvSpPr>
          <p:nvPr>
            <p:ph type="title"/>
          </p:nvPr>
        </p:nvSpPr>
        <p:spPr>
          <a:xfrm>
            <a:off x="305992" y="240300"/>
            <a:ext cx="8532000" cy="648000"/>
          </a:xfrm>
          <a:prstGeom prst="rect">
            <a:avLst/>
          </a:prstGeom>
          <a:noFill/>
          <a:ln>
            <a:noFill/>
          </a:ln>
        </p:spPr>
        <p:txBody>
          <a:bodyPr spcFirstLastPara="1" wrap="square" lIns="0" tIns="0" rIns="0" bIns="0" anchor="t" anchorCtr="0">
            <a:noAutofit/>
          </a:bodyPr>
          <a:lstStyle>
            <a:lvl1pPr lvl="0" algn="l">
              <a:lnSpc>
                <a:spcPct val="83000"/>
              </a:lnSpc>
              <a:spcBef>
                <a:spcPts val="0"/>
              </a:spcBef>
              <a:spcAft>
                <a:spcPts val="0"/>
              </a:spcAft>
              <a:buClr>
                <a:srgbClr val="0000A0"/>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81" name="Google Shape;2581;p4"/>
          <p:cNvSpPr txBox="1">
            <a:spLocks noGrp="1"/>
          </p:cNvSpPr>
          <p:nvPr>
            <p:ph type="body" idx="1"/>
          </p:nvPr>
        </p:nvSpPr>
        <p:spPr>
          <a:xfrm>
            <a:off x="305992" y="972000"/>
            <a:ext cx="8532000" cy="34464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400"/>
              <a:buNone/>
              <a:defRPr/>
            </a:lvl1pPr>
            <a:lvl2pPr marL="914400" lvl="1" indent="-228600" algn="l">
              <a:lnSpc>
                <a:spcPct val="110000"/>
              </a:lnSpc>
              <a:spcBef>
                <a:spcPts val="900"/>
              </a:spcBef>
              <a:spcAft>
                <a:spcPts val="0"/>
              </a:spcAft>
              <a:buSzPts val="1400"/>
              <a:buNone/>
              <a:defRPr/>
            </a:lvl2pPr>
            <a:lvl3pPr marL="1371600" lvl="2" indent="-317500" algn="l">
              <a:lnSpc>
                <a:spcPct val="100000"/>
              </a:lnSpc>
              <a:spcBef>
                <a:spcPts val="900"/>
              </a:spcBef>
              <a:spcAft>
                <a:spcPts val="0"/>
              </a:spcAft>
              <a:buSzPts val="1400"/>
              <a:buChar char="•"/>
              <a:defRPr/>
            </a:lvl3pPr>
            <a:lvl4pPr marL="1828800" lvl="3" indent="-317500" algn="l">
              <a:lnSpc>
                <a:spcPct val="100000"/>
              </a:lnSpc>
              <a:spcBef>
                <a:spcPts val="700"/>
              </a:spcBef>
              <a:spcAft>
                <a:spcPts val="0"/>
              </a:spcAft>
              <a:buSzPts val="1400"/>
              <a:buChar char="–"/>
              <a:defRPr/>
            </a:lvl4pPr>
            <a:lvl5pPr marL="2286000" lvl="4" indent="-317500" algn="l">
              <a:lnSpc>
                <a:spcPct val="100000"/>
              </a:lnSpc>
              <a:spcBef>
                <a:spcPts val="500"/>
              </a:spcBef>
              <a:spcAft>
                <a:spcPts val="0"/>
              </a:spcAft>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582" name="Google Shape;2582;p4"/>
          <p:cNvSpPr txBox="1">
            <a:spLocks noGrp="1"/>
          </p:cNvSpPr>
          <p:nvPr>
            <p:ph type="dt" idx="10"/>
          </p:nvPr>
        </p:nvSpPr>
        <p:spPr>
          <a:xfrm>
            <a:off x="0" y="0"/>
            <a:ext cx="2250000" cy="2250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583" name="Google Shape;2583;p4"/>
          <p:cNvSpPr txBox="1">
            <a:spLocks noGrp="1"/>
          </p:cNvSpPr>
          <p:nvPr>
            <p:ph type="ftr" idx="11"/>
          </p:nvPr>
        </p:nvSpPr>
        <p:spPr>
          <a:xfrm>
            <a:off x="0" y="0"/>
            <a:ext cx="2250000" cy="2250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2584" name="Google Shape;2584;p4"/>
          <p:cNvSpPr txBox="1">
            <a:spLocks noGrp="1"/>
          </p:cNvSpPr>
          <p:nvPr>
            <p:ph type="sldNum" idx="12"/>
          </p:nvPr>
        </p:nvSpPr>
        <p:spPr>
          <a:xfrm>
            <a:off x="8586239" y="4922266"/>
            <a:ext cx="243000" cy="135000"/>
          </a:xfrm>
          <a:prstGeom prst="rect">
            <a:avLst/>
          </a:prstGeom>
          <a:noFill/>
          <a:ln>
            <a:noFill/>
          </a:ln>
        </p:spPr>
        <p:txBody>
          <a:bodyPr spcFirstLastPara="1" wrap="square" lIns="0" tIns="0" rIns="0" bIns="0" anchor="t" anchorCtr="0">
            <a:noAutofit/>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rgbClr val="0000A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rgbClr val="0000A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rgbClr val="0000A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rgbClr val="0000A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rgbClr val="0000A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rgbClr val="0000A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rgbClr val="0000A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rgbClr val="0000A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rgbClr val="0000A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hank you">
  <p:cSld name="Thank you">
    <p:bg>
      <p:bgPr>
        <a:solidFill>
          <a:schemeClr val="dk2"/>
        </a:solidFill>
        <a:effectLst/>
      </p:bgPr>
    </p:bg>
    <p:spTree>
      <p:nvGrpSpPr>
        <p:cNvPr id="1" name="Shape 2585"/>
        <p:cNvGrpSpPr/>
        <p:nvPr/>
      </p:nvGrpSpPr>
      <p:grpSpPr>
        <a:xfrm>
          <a:off x="0" y="0"/>
          <a:ext cx="0" cy="0"/>
          <a:chOff x="0" y="0"/>
          <a:chExt cx="0" cy="0"/>
        </a:xfrm>
      </p:grpSpPr>
      <p:pic>
        <p:nvPicPr>
          <p:cNvPr id="2586" name="Google Shape;2586;p5"/>
          <p:cNvPicPr preferRelativeResize="0"/>
          <p:nvPr/>
        </p:nvPicPr>
        <p:blipFill rotWithShape="1">
          <a:blip r:embed="rId2">
            <a:alphaModFix/>
          </a:blip>
          <a:srcRect/>
          <a:stretch/>
        </p:blipFill>
        <p:spPr>
          <a:xfrm>
            <a:off x="0" y="9"/>
            <a:ext cx="9143822" cy="5142947"/>
          </a:xfrm>
          <a:prstGeom prst="rect">
            <a:avLst/>
          </a:prstGeom>
          <a:noFill/>
          <a:ln>
            <a:noFill/>
          </a:ln>
        </p:spPr>
      </p:pic>
      <p:sp>
        <p:nvSpPr>
          <p:cNvPr id="2587" name="Google Shape;2587;p5"/>
          <p:cNvSpPr txBox="1">
            <a:spLocks noGrp="1"/>
          </p:cNvSpPr>
          <p:nvPr>
            <p:ph type="ctrTitle"/>
          </p:nvPr>
        </p:nvSpPr>
        <p:spPr>
          <a:xfrm>
            <a:off x="2450306" y="2142032"/>
            <a:ext cx="4243500" cy="858900"/>
          </a:xfrm>
          <a:prstGeom prst="rect">
            <a:avLst/>
          </a:prstGeom>
          <a:noFill/>
          <a:ln>
            <a:noFill/>
          </a:ln>
        </p:spPr>
        <p:txBody>
          <a:bodyPr spcFirstLastPara="1" wrap="square" lIns="0" tIns="0" rIns="0" bIns="0" anchor="ctr" anchorCtr="0">
            <a:noAutofit/>
          </a:bodyPr>
          <a:lstStyle>
            <a:lvl1pPr lvl="0" algn="ctr">
              <a:lnSpc>
                <a:spcPct val="83000"/>
              </a:lnSpc>
              <a:spcBef>
                <a:spcPts val="0"/>
              </a:spcBef>
              <a:spcAft>
                <a:spcPts val="0"/>
              </a:spcAft>
              <a:buClr>
                <a:schemeClr val="accent2"/>
              </a:buClr>
              <a:buSzPts val="4200"/>
              <a:buFont typeface="NTR"/>
              <a:buNone/>
              <a:defRPr sz="4200" b="0">
                <a:solidFill>
                  <a:schemeClr val="accent2"/>
                </a:solidFill>
                <a:latin typeface="NTR"/>
                <a:ea typeface="NTR"/>
                <a:cs typeface="NTR"/>
                <a:sym typeface="NTR"/>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extLst>
    <p:ext uri="{DCECCB84-F9BA-43D5-87BE-67443E8EF086}">
      <p15:sldGuideLst xmlns:p15="http://schemas.microsoft.com/office/powerpoint/2012/main">
        <p15:guide id="1" orient="horz" pos="157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88"/>
        <p:cNvGrpSpPr/>
        <p:nvPr/>
      </p:nvGrpSpPr>
      <p:grpSpPr>
        <a:xfrm>
          <a:off x="0" y="0"/>
          <a:ext cx="0" cy="0"/>
          <a:chOff x="0" y="0"/>
          <a:chExt cx="0" cy="0"/>
        </a:xfrm>
      </p:grpSpPr>
      <p:sp>
        <p:nvSpPr>
          <p:cNvPr id="2589" name="Google Shape;2589;p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590" name="Google Shape;2590;p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591" name="Google Shape;2591;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92"/>
        <p:cNvGrpSpPr/>
        <p:nvPr/>
      </p:nvGrpSpPr>
      <p:grpSpPr>
        <a:xfrm>
          <a:off x="0" y="0"/>
          <a:ext cx="0" cy="0"/>
          <a:chOff x="0" y="0"/>
          <a:chExt cx="0" cy="0"/>
        </a:xfrm>
      </p:grpSpPr>
      <p:sp>
        <p:nvSpPr>
          <p:cNvPr id="2593" name="Google Shape;2593;p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594" name="Google Shape;2594;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95"/>
        <p:cNvGrpSpPr/>
        <p:nvPr/>
      </p:nvGrpSpPr>
      <p:grpSpPr>
        <a:xfrm>
          <a:off x="0" y="0"/>
          <a:ext cx="0" cy="0"/>
          <a:chOff x="0" y="0"/>
          <a:chExt cx="0" cy="0"/>
        </a:xfrm>
      </p:grpSpPr>
      <p:sp>
        <p:nvSpPr>
          <p:cNvPr id="2596" name="Google Shape;2596;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597" name="Google Shape;2597;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598" name="Google Shape;259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99"/>
        <p:cNvGrpSpPr/>
        <p:nvPr/>
      </p:nvGrpSpPr>
      <p:grpSpPr>
        <a:xfrm>
          <a:off x="0" y="0"/>
          <a:ext cx="0" cy="0"/>
          <a:chOff x="0" y="0"/>
          <a:chExt cx="0" cy="0"/>
        </a:xfrm>
      </p:grpSpPr>
      <p:sp>
        <p:nvSpPr>
          <p:cNvPr id="2600" name="Google Shape;2600;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601" name="Google Shape;2601;p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02" name="Google Shape;2602;p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03" name="Google Shape;2603;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604"/>
        <p:cNvGrpSpPr/>
        <p:nvPr/>
      </p:nvGrpSpPr>
      <p:grpSpPr>
        <a:xfrm>
          <a:off x="0" y="0"/>
          <a:ext cx="0" cy="0"/>
          <a:chOff x="0" y="0"/>
          <a:chExt cx="0" cy="0"/>
        </a:xfrm>
      </p:grpSpPr>
      <p:sp>
        <p:nvSpPr>
          <p:cNvPr id="2605" name="Google Shape;2605;p10"/>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606" name="Google Shape;2606;p10"/>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07" name="Google Shape;2607;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608"/>
        <p:cNvGrpSpPr/>
        <p:nvPr/>
      </p:nvGrpSpPr>
      <p:grpSpPr>
        <a:xfrm>
          <a:off x="0" y="0"/>
          <a:ext cx="0" cy="0"/>
          <a:chOff x="0" y="0"/>
          <a:chExt cx="0" cy="0"/>
        </a:xfrm>
      </p:grpSpPr>
      <p:sp>
        <p:nvSpPr>
          <p:cNvPr id="2609" name="Google Shape;2609;p1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2610" name="Google Shape;2610;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611"/>
        <p:cNvGrpSpPr/>
        <p:nvPr/>
      </p:nvGrpSpPr>
      <p:grpSpPr>
        <a:xfrm>
          <a:off x="0" y="0"/>
          <a:ext cx="0" cy="0"/>
          <a:chOff x="0" y="0"/>
          <a:chExt cx="0" cy="0"/>
        </a:xfrm>
      </p:grpSpPr>
      <p:sp>
        <p:nvSpPr>
          <p:cNvPr id="2612" name="Google Shape;2612;p12"/>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3" name="Google Shape;2613;p12"/>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614" name="Google Shape;2614;p12"/>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615" name="Google Shape;2615;p12"/>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616" name="Google Shape;2616;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17"/>
        <p:cNvGrpSpPr/>
        <p:nvPr/>
      </p:nvGrpSpPr>
      <p:grpSpPr>
        <a:xfrm>
          <a:off x="0" y="0"/>
          <a:ext cx="0" cy="0"/>
          <a:chOff x="0" y="0"/>
          <a:chExt cx="0" cy="0"/>
        </a:xfrm>
      </p:grpSpPr>
      <p:sp>
        <p:nvSpPr>
          <p:cNvPr id="2618" name="Google Shape;2618;p13"/>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2619" name="Google Shape;2619;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620"/>
        <p:cNvGrpSpPr/>
        <p:nvPr/>
      </p:nvGrpSpPr>
      <p:grpSpPr>
        <a:xfrm>
          <a:off x="0" y="0"/>
          <a:ext cx="0" cy="0"/>
          <a:chOff x="0" y="0"/>
          <a:chExt cx="0" cy="0"/>
        </a:xfrm>
      </p:grpSpPr>
      <p:sp>
        <p:nvSpPr>
          <p:cNvPr id="2621" name="Google Shape;2621;p14"/>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622" name="Google Shape;2622;p14"/>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2623" name="Google Shape;262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24"/>
        <p:cNvGrpSpPr/>
        <p:nvPr/>
      </p:nvGrpSpPr>
      <p:grpSpPr>
        <a:xfrm>
          <a:off x="0" y="0"/>
          <a:ext cx="0" cy="0"/>
          <a:chOff x="0" y="0"/>
          <a:chExt cx="0" cy="0"/>
        </a:xfrm>
      </p:grpSpPr>
      <p:sp>
        <p:nvSpPr>
          <p:cNvPr id="2625" name="Google Shape;2625;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ver Pag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B974CB-EAFD-1669-FD84-2D4584E57E3D}"/>
              </a:ext>
            </a:extLst>
          </p:cNvPr>
          <p:cNvPicPr>
            <a:picLocks noChangeAspect="1"/>
          </p:cNvPicPr>
          <p:nvPr userDrawn="1"/>
        </p:nvPicPr>
        <p:blipFill>
          <a:blip r:embed="rId2"/>
          <a:stretch>
            <a:fillRect/>
          </a:stretch>
        </p:blipFill>
        <p:spPr>
          <a:xfrm>
            <a:off x="-1" y="0"/>
            <a:ext cx="9144000" cy="5143500"/>
          </a:xfrm>
          <a:prstGeom prst="rect">
            <a:avLst/>
          </a:prstGeom>
          <a:solidFill>
            <a:schemeClr val="tx2"/>
          </a:solidFill>
        </p:spPr>
      </p:pic>
      <p:pic>
        <p:nvPicPr>
          <p:cNvPr id="3" name="Dolmio_Logo.png">
            <a:extLst>
              <a:ext uri="{FF2B5EF4-FFF2-40B4-BE49-F238E27FC236}">
                <a16:creationId xmlns:a16="http://schemas.microsoft.com/office/drawing/2014/main" id="{80F8DE48-9FDE-0038-CE6B-5FC4F8F04A1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2428725" y="799628"/>
            <a:ext cx="4590000" cy="1547214"/>
          </a:xfrm>
          <a:prstGeom prst="rect">
            <a:avLst/>
          </a:prstGeom>
          <a:ln w="12700">
            <a:miter lim="400000"/>
          </a:ln>
        </p:spPr>
      </p:pic>
      <p:sp>
        <p:nvSpPr>
          <p:cNvPr id="2" name="Title 1">
            <a:extLst>
              <a:ext uri="{FF2B5EF4-FFF2-40B4-BE49-F238E27FC236}">
                <a16:creationId xmlns:a16="http://schemas.microsoft.com/office/drawing/2014/main" id="{1C983B0E-85F4-3C28-8EB0-8A5E0002DF8C}"/>
              </a:ext>
            </a:extLst>
          </p:cNvPr>
          <p:cNvSpPr>
            <a:spLocks noGrp="1"/>
          </p:cNvSpPr>
          <p:nvPr>
            <p:ph type="ctrTitle" hasCustomPrompt="1"/>
          </p:nvPr>
        </p:nvSpPr>
        <p:spPr>
          <a:xfrm>
            <a:off x="1735931" y="2670758"/>
            <a:ext cx="5672138" cy="1255615"/>
          </a:xfrm>
        </p:spPr>
        <p:txBody>
          <a:bodyPr anchor="ctr" anchorCtr="0"/>
          <a:lstStyle>
            <a:lvl1pPr algn="ctr">
              <a:lnSpc>
                <a:spcPct val="80000"/>
              </a:lnSpc>
              <a:defRPr sz="4500" b="1" i="0" cap="none" baseline="0">
                <a:solidFill>
                  <a:schemeClr val="bg1"/>
                </a:solidFill>
                <a:latin typeface="Mars Centra Extrabold" pitchFamily="2" charset="77"/>
                <a:ea typeface="Mars Centra Extrabold" pitchFamily="2" charset="77"/>
              </a:defRPr>
            </a:lvl1pPr>
          </a:lstStyle>
          <a:p>
            <a:r>
              <a:rPr lang="en-US"/>
              <a:t>Click to edit title</a:t>
            </a:r>
          </a:p>
        </p:txBody>
      </p:sp>
      <p:sp>
        <p:nvSpPr>
          <p:cNvPr id="4" name="Text Placeholder 4">
            <a:extLst>
              <a:ext uri="{FF2B5EF4-FFF2-40B4-BE49-F238E27FC236}">
                <a16:creationId xmlns:a16="http://schemas.microsoft.com/office/drawing/2014/main" id="{75ECCDC1-47C3-570C-EE33-BDAC27C24AEB}"/>
              </a:ext>
            </a:extLst>
          </p:cNvPr>
          <p:cNvSpPr>
            <a:spLocks noGrp="1"/>
          </p:cNvSpPr>
          <p:nvPr>
            <p:ph type="body" idx="1" hasCustomPrompt="1"/>
          </p:nvPr>
        </p:nvSpPr>
        <p:spPr>
          <a:xfrm>
            <a:off x="2558022" y="4401538"/>
            <a:ext cx="4026872" cy="247009"/>
          </a:xfrm>
        </p:spPr>
        <p:txBody>
          <a:bodyPr>
            <a:noAutofit/>
          </a:bodyPr>
          <a:lstStyle>
            <a:lvl1pPr algn="ctr">
              <a:defRPr sz="1350" b="1">
                <a:solidFill>
                  <a:schemeClr val="bg1"/>
                </a:solidFill>
              </a:defRPr>
            </a:lvl1pPr>
          </a:lstStyle>
          <a:p>
            <a:r>
              <a:rPr lang="en-GB"/>
              <a:t>Subtitle here</a:t>
            </a:r>
          </a:p>
        </p:txBody>
      </p:sp>
    </p:spTree>
    <p:extLst>
      <p:ext uri="{BB962C8B-B14F-4D97-AF65-F5344CB8AC3E}">
        <p14:creationId xmlns:p14="http://schemas.microsoft.com/office/powerpoint/2010/main" val="8670932"/>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Page 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812374-5AB7-9438-C918-DB2ADEB8F980}"/>
              </a:ext>
            </a:extLst>
          </p:cNvPr>
          <p:cNvPicPr>
            <a:picLocks noChangeAspect="1"/>
          </p:cNvPicPr>
          <p:nvPr userDrawn="1"/>
        </p:nvPicPr>
        <p:blipFill>
          <a:blip r:embed="rId2"/>
          <a:stretch>
            <a:fillRect/>
          </a:stretch>
        </p:blipFill>
        <p:spPr>
          <a:xfrm>
            <a:off x="-1" y="0"/>
            <a:ext cx="9144000" cy="5143500"/>
          </a:xfrm>
          <a:prstGeom prst="rect">
            <a:avLst/>
          </a:prstGeom>
          <a:solidFill>
            <a:schemeClr val="tx2"/>
          </a:solidFill>
        </p:spPr>
      </p:pic>
      <p:pic>
        <p:nvPicPr>
          <p:cNvPr id="7" name="Picture 6">
            <a:extLst>
              <a:ext uri="{FF2B5EF4-FFF2-40B4-BE49-F238E27FC236}">
                <a16:creationId xmlns:a16="http://schemas.microsoft.com/office/drawing/2014/main" id="{3F7DB422-1041-E883-6DC5-FE3C99ED689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7276" y="2859755"/>
            <a:ext cx="6958013" cy="2283746"/>
          </a:xfrm>
          <a:prstGeom prst="rect">
            <a:avLst/>
          </a:prstGeom>
        </p:spPr>
      </p:pic>
      <p:pic>
        <p:nvPicPr>
          <p:cNvPr id="10" name="Dolmio_Logo.png">
            <a:extLst>
              <a:ext uri="{FF2B5EF4-FFF2-40B4-BE49-F238E27FC236}">
                <a16:creationId xmlns:a16="http://schemas.microsoft.com/office/drawing/2014/main" id="{A3D2C7B4-FFBB-8699-4979-A2973B3FBB8A}"/>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2675998" y="463931"/>
            <a:ext cx="4001521" cy="1348847"/>
          </a:xfrm>
          <a:prstGeom prst="rect">
            <a:avLst/>
          </a:prstGeom>
          <a:ln w="12700">
            <a:miter lim="400000"/>
          </a:ln>
        </p:spPr>
      </p:pic>
      <p:pic>
        <p:nvPicPr>
          <p:cNvPr id="14" name="Image" descr="Image">
            <a:extLst>
              <a:ext uri="{FF2B5EF4-FFF2-40B4-BE49-F238E27FC236}">
                <a16:creationId xmlns:a16="http://schemas.microsoft.com/office/drawing/2014/main" id="{BB981C73-DB5F-CE9A-3DBE-E41E5734A417}"/>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3770100" y="3067651"/>
            <a:ext cx="1576231" cy="303593"/>
          </a:xfrm>
          <a:prstGeom prst="rect">
            <a:avLst/>
          </a:prstGeom>
          <a:ln w="12700">
            <a:miter lim="400000"/>
          </a:ln>
        </p:spPr>
      </p:pic>
      <p:sp>
        <p:nvSpPr>
          <p:cNvPr id="15" name="Subtitle 2">
            <a:extLst>
              <a:ext uri="{FF2B5EF4-FFF2-40B4-BE49-F238E27FC236}">
                <a16:creationId xmlns:a16="http://schemas.microsoft.com/office/drawing/2014/main" id="{CD894D92-7D2D-44B0-FB5A-A5CC051B16D7}"/>
              </a:ext>
            </a:extLst>
          </p:cNvPr>
          <p:cNvSpPr>
            <a:spLocks noGrp="1"/>
          </p:cNvSpPr>
          <p:nvPr>
            <p:ph type="subTitle" idx="1" hasCustomPrompt="1"/>
          </p:nvPr>
        </p:nvSpPr>
        <p:spPr>
          <a:xfrm>
            <a:off x="3770100" y="3115648"/>
            <a:ext cx="1576800" cy="204111"/>
          </a:xfrm>
        </p:spPr>
        <p:txBody>
          <a:bodyPr>
            <a:noAutofit/>
          </a:bodyPr>
          <a:lstStyle>
            <a:lvl1pPr marL="0" indent="0" algn="ctr">
              <a:lnSpc>
                <a:spcPct val="90000"/>
              </a:lnSpc>
              <a:buNone/>
              <a:defRPr sz="1350" b="1" i="0" cap="all" spc="53" baseline="0">
                <a:solidFill>
                  <a:schemeClr val="bg2"/>
                </a:solidFill>
                <a:latin typeface="Mars Centra" pitchFamily="2" charset="77"/>
                <a:ea typeface="Mars Centra"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XX.XX.2025</a:t>
            </a:r>
          </a:p>
        </p:txBody>
      </p:sp>
      <p:sp>
        <p:nvSpPr>
          <p:cNvPr id="16" name="Title 1">
            <a:extLst>
              <a:ext uri="{FF2B5EF4-FFF2-40B4-BE49-F238E27FC236}">
                <a16:creationId xmlns:a16="http://schemas.microsoft.com/office/drawing/2014/main" id="{13D5A14F-3FA4-3D33-8168-94A87F2AA834}"/>
              </a:ext>
            </a:extLst>
          </p:cNvPr>
          <p:cNvSpPr>
            <a:spLocks noGrp="1"/>
          </p:cNvSpPr>
          <p:nvPr>
            <p:ph type="ctrTitle" hasCustomPrompt="1"/>
          </p:nvPr>
        </p:nvSpPr>
        <p:spPr>
          <a:xfrm>
            <a:off x="1332000" y="1899995"/>
            <a:ext cx="6480000" cy="1255615"/>
          </a:xfrm>
        </p:spPr>
        <p:txBody>
          <a:bodyPr anchor="ctr" anchorCtr="0"/>
          <a:lstStyle>
            <a:lvl1pPr algn="ctr">
              <a:lnSpc>
                <a:spcPct val="80000"/>
              </a:lnSpc>
              <a:defRPr sz="4500" b="1" i="0" cap="none" baseline="0">
                <a:solidFill>
                  <a:schemeClr val="bg1"/>
                </a:solidFill>
                <a:latin typeface="Mars Centra Extrabold" pitchFamily="2" charset="77"/>
                <a:ea typeface="Mars Centra Extrabold" pitchFamily="2" charset="77"/>
              </a:defRPr>
            </a:lvl1pPr>
          </a:lstStyle>
          <a:p>
            <a:r>
              <a:rPr lang="en-US"/>
              <a:t>Click to edit title</a:t>
            </a:r>
          </a:p>
        </p:txBody>
      </p:sp>
    </p:spTree>
    <p:extLst>
      <p:ext uri="{BB962C8B-B14F-4D97-AF65-F5344CB8AC3E}">
        <p14:creationId xmlns:p14="http://schemas.microsoft.com/office/powerpoint/2010/main" val="184318267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ver Page Plain">
    <p:bg>
      <p:bgRef idx="1001">
        <a:schemeClr val="bg1"/>
      </p:bgRef>
    </p:bg>
    <p:spTree>
      <p:nvGrpSpPr>
        <p:cNvPr id="1" name=""/>
        <p:cNvGrpSpPr/>
        <p:nvPr/>
      </p:nvGrpSpPr>
      <p:grpSpPr>
        <a:xfrm>
          <a:off x="0" y="0"/>
          <a:ext cx="0" cy="0"/>
          <a:chOff x="0" y="0"/>
          <a:chExt cx="0" cy="0"/>
        </a:xfrm>
      </p:grpSpPr>
      <p:pic>
        <p:nvPicPr>
          <p:cNvPr id="10" name="Dolmio_Logo.png">
            <a:extLst>
              <a:ext uri="{FF2B5EF4-FFF2-40B4-BE49-F238E27FC236}">
                <a16:creationId xmlns:a16="http://schemas.microsoft.com/office/drawing/2014/main" id="{A3D2C7B4-FFBB-8699-4979-A2973B3FBB8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675998" y="463931"/>
            <a:ext cx="4001521" cy="1348847"/>
          </a:xfrm>
          <a:prstGeom prst="rect">
            <a:avLst/>
          </a:prstGeom>
          <a:ln w="12700">
            <a:miter lim="400000"/>
          </a:ln>
        </p:spPr>
      </p:pic>
      <p:pic>
        <p:nvPicPr>
          <p:cNvPr id="14" name="Image" descr="Image">
            <a:extLst>
              <a:ext uri="{FF2B5EF4-FFF2-40B4-BE49-F238E27FC236}">
                <a16:creationId xmlns:a16="http://schemas.microsoft.com/office/drawing/2014/main" id="{BB981C73-DB5F-CE9A-3DBE-E41E5734A41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770100" y="3067651"/>
            <a:ext cx="1576231" cy="303593"/>
          </a:xfrm>
          <a:prstGeom prst="rect">
            <a:avLst/>
          </a:prstGeom>
          <a:ln w="12700">
            <a:miter lim="400000"/>
          </a:ln>
        </p:spPr>
      </p:pic>
      <p:sp>
        <p:nvSpPr>
          <p:cNvPr id="15" name="Subtitle 2">
            <a:extLst>
              <a:ext uri="{FF2B5EF4-FFF2-40B4-BE49-F238E27FC236}">
                <a16:creationId xmlns:a16="http://schemas.microsoft.com/office/drawing/2014/main" id="{CD894D92-7D2D-44B0-FB5A-A5CC051B16D7}"/>
              </a:ext>
            </a:extLst>
          </p:cNvPr>
          <p:cNvSpPr>
            <a:spLocks noGrp="1"/>
          </p:cNvSpPr>
          <p:nvPr>
            <p:ph type="subTitle" idx="1" hasCustomPrompt="1"/>
          </p:nvPr>
        </p:nvSpPr>
        <p:spPr>
          <a:xfrm>
            <a:off x="3770100" y="3115648"/>
            <a:ext cx="1576800" cy="204111"/>
          </a:xfrm>
        </p:spPr>
        <p:txBody>
          <a:bodyPr>
            <a:noAutofit/>
          </a:bodyPr>
          <a:lstStyle>
            <a:lvl1pPr marL="0" indent="0" algn="ctr">
              <a:lnSpc>
                <a:spcPct val="90000"/>
              </a:lnSpc>
              <a:buNone/>
              <a:defRPr sz="1350" b="1" i="0" cap="all" spc="53" baseline="0">
                <a:solidFill>
                  <a:schemeClr val="bg2"/>
                </a:solidFill>
                <a:latin typeface="Mars Centra" pitchFamily="2" charset="77"/>
                <a:ea typeface="Mars Centra"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XX.XX.2025</a:t>
            </a:r>
          </a:p>
        </p:txBody>
      </p:sp>
      <p:sp>
        <p:nvSpPr>
          <p:cNvPr id="16" name="Title 1">
            <a:extLst>
              <a:ext uri="{FF2B5EF4-FFF2-40B4-BE49-F238E27FC236}">
                <a16:creationId xmlns:a16="http://schemas.microsoft.com/office/drawing/2014/main" id="{13D5A14F-3FA4-3D33-8168-94A87F2AA834}"/>
              </a:ext>
            </a:extLst>
          </p:cNvPr>
          <p:cNvSpPr>
            <a:spLocks noGrp="1"/>
          </p:cNvSpPr>
          <p:nvPr>
            <p:ph type="ctrTitle" hasCustomPrompt="1"/>
          </p:nvPr>
        </p:nvSpPr>
        <p:spPr>
          <a:xfrm>
            <a:off x="1332000" y="1899995"/>
            <a:ext cx="6480000" cy="1255615"/>
          </a:xfrm>
        </p:spPr>
        <p:txBody>
          <a:bodyPr anchor="ctr" anchorCtr="0"/>
          <a:lstStyle>
            <a:lvl1pPr algn="ctr">
              <a:lnSpc>
                <a:spcPct val="80000"/>
              </a:lnSpc>
              <a:defRPr sz="4500" b="1" i="0" cap="none" baseline="0">
                <a:solidFill>
                  <a:schemeClr val="tx1"/>
                </a:solidFill>
                <a:latin typeface="Mars Centra Extrabold" pitchFamily="2" charset="77"/>
                <a:ea typeface="Mars Centra Extrabold" pitchFamily="2" charset="77"/>
              </a:defRPr>
            </a:lvl1pPr>
          </a:lstStyle>
          <a:p>
            <a:r>
              <a:rPr lang="en-US"/>
              <a:t>Click to edit title</a:t>
            </a:r>
          </a:p>
        </p:txBody>
      </p:sp>
    </p:spTree>
    <p:extLst>
      <p:ext uri="{BB962C8B-B14F-4D97-AF65-F5344CB8AC3E}">
        <p14:creationId xmlns:p14="http://schemas.microsoft.com/office/powerpoint/2010/main" val="1924732913"/>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Section Header v1">
    <p:bg>
      <p:bgPr>
        <a:solidFill>
          <a:schemeClr val="tx1"/>
        </a:solidFill>
        <a:effectLst/>
      </p:bgPr>
    </p:bg>
    <p:spTree>
      <p:nvGrpSpPr>
        <p:cNvPr id="1" name=""/>
        <p:cNvGrpSpPr/>
        <p:nvPr/>
      </p:nvGrpSpPr>
      <p:grpSpPr>
        <a:xfrm>
          <a:off x="0" y="0"/>
          <a:ext cx="0" cy="0"/>
          <a:chOff x="0" y="0"/>
          <a:chExt cx="0" cy="0"/>
        </a:xfrm>
      </p:grpSpPr>
      <p:pic>
        <p:nvPicPr>
          <p:cNvPr id="2" name="Dolmio_PPT_Divider 1.png" descr="Dolmio_PPT_Divider 1.png">
            <a:extLst>
              <a:ext uri="{FF2B5EF4-FFF2-40B4-BE49-F238E27FC236}">
                <a16:creationId xmlns:a16="http://schemas.microsoft.com/office/drawing/2014/main" id="{25264917-F051-49E2-EE80-C31E2052ED2D}"/>
              </a:ext>
            </a:extLst>
          </p:cNvPr>
          <p:cNvPicPr>
            <a:picLocks noChangeAspect="1"/>
          </p:cNvPicPr>
          <p:nvPr userDrawn="1"/>
        </p:nvPicPr>
        <p:blipFill>
          <a:blip r:embed="rId2"/>
          <a:srcRect t="18" b="18"/>
          <a:stretch>
            <a:fillRect/>
          </a:stretch>
        </p:blipFill>
        <p:spPr>
          <a:xfrm>
            <a:off x="-1905" y="1"/>
            <a:ext cx="9145905" cy="5143500"/>
          </a:xfrm>
          <a:prstGeom prst="rect">
            <a:avLst/>
          </a:prstGeom>
          <a:ln w="12700">
            <a:miter lim="400000"/>
          </a:ln>
        </p:spPr>
      </p:pic>
      <p:sp>
        <p:nvSpPr>
          <p:cNvPr id="7" name="Title 1"/>
          <p:cNvSpPr>
            <a:spLocks noGrp="1"/>
          </p:cNvSpPr>
          <p:nvPr>
            <p:ph type="ctrTitle" hasCustomPrompt="1"/>
          </p:nvPr>
        </p:nvSpPr>
        <p:spPr>
          <a:xfrm>
            <a:off x="1021557" y="1737832"/>
            <a:ext cx="7100887" cy="1676400"/>
          </a:xfrm>
        </p:spPr>
        <p:txBody>
          <a:bodyPr anchor="ctr" anchorCtr="0"/>
          <a:lstStyle>
            <a:lvl1pPr algn="ctr">
              <a:lnSpc>
                <a:spcPct val="83000"/>
              </a:lnSpc>
              <a:defRPr sz="4500" b="1" i="0">
                <a:solidFill>
                  <a:schemeClr val="bg1"/>
                </a:solidFill>
                <a:latin typeface="+mj-lt"/>
                <a:ea typeface="Mars Centra" pitchFamily="2" charset="77"/>
              </a:defRPr>
            </a:lvl1pPr>
          </a:lstStyle>
          <a:p>
            <a:r>
              <a:rPr lang="en-US"/>
              <a:t>Click to</a:t>
            </a:r>
            <a:br>
              <a:rPr lang="en-US"/>
            </a:br>
            <a:r>
              <a:rPr lang="en-US"/>
              <a:t>edit section</a:t>
            </a:r>
            <a:br>
              <a:rPr lang="en-US"/>
            </a:br>
            <a:r>
              <a:rPr lang="en-US"/>
              <a:t>title</a:t>
            </a:r>
            <a:endParaRPr lang="en-GB"/>
          </a:p>
        </p:txBody>
      </p:sp>
      <p:pic>
        <p:nvPicPr>
          <p:cNvPr id="3" name="Picture 2">
            <a:extLst>
              <a:ext uri="{FF2B5EF4-FFF2-40B4-BE49-F238E27FC236}">
                <a16:creationId xmlns:a16="http://schemas.microsoft.com/office/drawing/2014/main" id="{4FBF5E52-C1F1-C8C6-6AED-A67B189DE89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Tree>
    <p:extLst>
      <p:ext uri="{BB962C8B-B14F-4D97-AF65-F5344CB8AC3E}">
        <p14:creationId xmlns:p14="http://schemas.microsoft.com/office/powerpoint/2010/main" val="2231847823"/>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_Onion Light">
    <p:bg>
      <p:bgPr>
        <a:solidFill>
          <a:schemeClr val="tx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2EEC72-7118-44D2-7400-A8DB4FCEBA51}"/>
              </a:ext>
            </a:extLst>
          </p:cNvPr>
          <p:cNvPicPr>
            <a:picLocks noChangeAspect="1"/>
          </p:cNvPicPr>
          <p:nvPr userDrawn="1"/>
        </p:nvPicPr>
        <p:blipFill>
          <a:blip r:embed="rId2"/>
          <a:stretch>
            <a:fillRect/>
          </a:stretch>
        </p:blipFill>
        <p:spPr>
          <a:xfrm>
            <a:off x="0" y="0"/>
            <a:ext cx="8710613" cy="5143500"/>
          </a:xfrm>
          <a:prstGeom prst="rect">
            <a:avLst/>
          </a:prstGeom>
        </p:spPr>
      </p:pic>
      <p:sp>
        <p:nvSpPr>
          <p:cNvPr id="7" name="Title 1"/>
          <p:cNvSpPr>
            <a:spLocks noGrp="1"/>
          </p:cNvSpPr>
          <p:nvPr>
            <p:ph type="ctrTitle" hasCustomPrompt="1"/>
          </p:nvPr>
        </p:nvSpPr>
        <p:spPr>
          <a:xfrm>
            <a:off x="305991" y="1857375"/>
            <a:ext cx="6387704" cy="1676400"/>
          </a:xfrm>
        </p:spPr>
        <p:txBody>
          <a:bodyPr anchor="ctr" anchorCtr="0"/>
          <a:lstStyle>
            <a:lvl1pPr algn="ctr">
              <a:lnSpc>
                <a:spcPct val="83000"/>
              </a:lnSpc>
              <a:defRPr sz="4500" b="1" i="0">
                <a:solidFill>
                  <a:schemeClr val="bg1"/>
                </a:solidFill>
                <a:latin typeface="+mj-lt"/>
                <a:ea typeface="Mars Centra" pitchFamily="2" charset="77"/>
              </a:defRPr>
            </a:lvl1pPr>
          </a:lstStyle>
          <a:p>
            <a:r>
              <a:rPr lang="en-US"/>
              <a:t>Click to</a:t>
            </a:r>
            <a:br>
              <a:rPr lang="en-US"/>
            </a:br>
            <a:r>
              <a:rPr lang="en-US"/>
              <a:t>edit section</a:t>
            </a:r>
            <a:br>
              <a:rPr lang="en-US"/>
            </a:br>
            <a:r>
              <a:rPr lang="en-US"/>
              <a:t>title</a:t>
            </a:r>
            <a:endParaRPr lang="en-GB"/>
          </a:p>
        </p:txBody>
      </p:sp>
      <p:pic>
        <p:nvPicPr>
          <p:cNvPr id="4" name="Picture 3">
            <a:extLst>
              <a:ext uri="{FF2B5EF4-FFF2-40B4-BE49-F238E27FC236}">
                <a16:creationId xmlns:a16="http://schemas.microsoft.com/office/drawing/2014/main" id="{55C5F96C-DBA0-9496-1375-9A4204318A7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pic>
        <p:nvPicPr>
          <p:cNvPr id="5" name="Picture 4">
            <a:extLst>
              <a:ext uri="{FF2B5EF4-FFF2-40B4-BE49-F238E27FC236}">
                <a16:creationId xmlns:a16="http://schemas.microsoft.com/office/drawing/2014/main" id="{57892500-98E3-0800-FD49-09EE5A3B3D31}"/>
              </a:ext>
            </a:extLst>
          </p:cNvPr>
          <p:cNvPicPr>
            <a:picLocks noChangeAspect="1"/>
          </p:cNvPicPr>
          <p:nvPr userDrawn="1"/>
        </p:nvPicPr>
        <p:blipFill>
          <a:blip r:embed="rId4"/>
          <a:srcRect l="20871" t="18989" r="32106" b="33812"/>
          <a:stretch/>
        </p:blipFill>
        <p:spPr>
          <a:xfrm>
            <a:off x="6848804" y="3245561"/>
            <a:ext cx="1414064" cy="1419373"/>
          </a:xfrm>
          <a:prstGeom prst="rect">
            <a:avLst/>
          </a:prstGeom>
        </p:spPr>
      </p:pic>
      <p:pic>
        <p:nvPicPr>
          <p:cNvPr id="8" name="Picture 7">
            <a:extLst>
              <a:ext uri="{FF2B5EF4-FFF2-40B4-BE49-F238E27FC236}">
                <a16:creationId xmlns:a16="http://schemas.microsoft.com/office/drawing/2014/main" id="{61603B74-EF7F-98D0-3D19-3C85DC6E15DE}"/>
              </a:ext>
            </a:extLst>
          </p:cNvPr>
          <p:cNvPicPr>
            <a:picLocks noChangeAspect="1"/>
          </p:cNvPicPr>
          <p:nvPr userDrawn="1"/>
        </p:nvPicPr>
        <p:blipFill>
          <a:blip r:embed="rId5"/>
          <a:srcRect l="48545" t="47796" r="14297" b="30388"/>
          <a:stretch/>
        </p:blipFill>
        <p:spPr>
          <a:xfrm rot="1326061">
            <a:off x="7614012" y="1744264"/>
            <a:ext cx="1527161" cy="1678154"/>
          </a:xfrm>
          <a:prstGeom prst="rect">
            <a:avLst/>
          </a:prstGeom>
        </p:spPr>
      </p:pic>
      <p:pic>
        <p:nvPicPr>
          <p:cNvPr id="6" name="Picture 5">
            <a:extLst>
              <a:ext uri="{FF2B5EF4-FFF2-40B4-BE49-F238E27FC236}">
                <a16:creationId xmlns:a16="http://schemas.microsoft.com/office/drawing/2014/main" id="{27BF3220-BD5C-6F0F-1376-4BF007054442}"/>
              </a:ext>
            </a:extLst>
          </p:cNvPr>
          <p:cNvPicPr>
            <a:picLocks noChangeAspect="1"/>
          </p:cNvPicPr>
          <p:nvPr userDrawn="1"/>
        </p:nvPicPr>
        <p:blipFill>
          <a:blip r:embed="rId4"/>
          <a:srcRect l="15916" t="15373" r="25600" b="34665"/>
          <a:stretch/>
        </p:blipFill>
        <p:spPr>
          <a:xfrm rot="13769585">
            <a:off x="7571932" y="1386928"/>
            <a:ext cx="1101378" cy="940895"/>
          </a:xfrm>
          <a:prstGeom prst="rect">
            <a:avLst/>
          </a:prstGeom>
        </p:spPr>
      </p:pic>
      <p:pic>
        <p:nvPicPr>
          <p:cNvPr id="10" name="Picture 9">
            <a:extLst>
              <a:ext uri="{FF2B5EF4-FFF2-40B4-BE49-F238E27FC236}">
                <a16:creationId xmlns:a16="http://schemas.microsoft.com/office/drawing/2014/main" id="{A43470E2-2D3C-BEBB-E145-7EEDA28AB306}"/>
              </a:ext>
            </a:extLst>
          </p:cNvPr>
          <p:cNvPicPr>
            <a:picLocks noChangeAspect="1"/>
          </p:cNvPicPr>
          <p:nvPr userDrawn="1"/>
        </p:nvPicPr>
        <p:blipFill>
          <a:blip r:embed="rId6"/>
          <a:stretch>
            <a:fillRect/>
          </a:stretch>
        </p:blipFill>
        <p:spPr>
          <a:xfrm>
            <a:off x="6562870" y="2009125"/>
            <a:ext cx="1022467" cy="1258421"/>
          </a:xfrm>
          <a:prstGeom prst="rect">
            <a:avLst/>
          </a:prstGeom>
        </p:spPr>
      </p:pic>
    </p:spTree>
    <p:extLst>
      <p:ext uri="{BB962C8B-B14F-4D97-AF65-F5344CB8AC3E}">
        <p14:creationId xmlns:p14="http://schemas.microsoft.com/office/powerpoint/2010/main" val="2912681235"/>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_green">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305991" y="1857375"/>
            <a:ext cx="6387704" cy="1676400"/>
          </a:xfrm>
        </p:spPr>
        <p:txBody>
          <a:bodyPr anchor="ctr" anchorCtr="0"/>
          <a:lstStyle>
            <a:lvl1pPr algn="ctr">
              <a:lnSpc>
                <a:spcPct val="83000"/>
              </a:lnSpc>
              <a:defRPr sz="4500" b="1" i="0">
                <a:solidFill>
                  <a:schemeClr val="bg1"/>
                </a:solidFill>
                <a:latin typeface="+mj-lt"/>
                <a:ea typeface="Mars Centra" pitchFamily="2" charset="77"/>
              </a:defRPr>
            </a:lvl1pPr>
          </a:lstStyle>
          <a:p>
            <a:r>
              <a:rPr lang="en-US"/>
              <a:t>Click to</a:t>
            </a:r>
            <a:br>
              <a:rPr lang="en-US"/>
            </a:br>
            <a:r>
              <a:rPr lang="en-US"/>
              <a:t>edit section</a:t>
            </a:r>
            <a:br>
              <a:rPr lang="en-US"/>
            </a:br>
            <a:r>
              <a:rPr lang="en-US"/>
              <a:t>title</a:t>
            </a:r>
            <a:endParaRPr lang="en-GB"/>
          </a:p>
        </p:txBody>
      </p:sp>
      <p:pic>
        <p:nvPicPr>
          <p:cNvPr id="2" name="Picture 1">
            <a:extLst>
              <a:ext uri="{FF2B5EF4-FFF2-40B4-BE49-F238E27FC236}">
                <a16:creationId xmlns:a16="http://schemas.microsoft.com/office/drawing/2014/main" id="{814FDD62-FCA0-9D1A-840E-4617C5A0CE9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pic>
        <p:nvPicPr>
          <p:cNvPr id="3" name="Picture 2">
            <a:extLst>
              <a:ext uri="{FF2B5EF4-FFF2-40B4-BE49-F238E27FC236}">
                <a16:creationId xmlns:a16="http://schemas.microsoft.com/office/drawing/2014/main" id="{0A2A3731-0679-7499-AE75-0F56D3551B29}"/>
              </a:ext>
            </a:extLst>
          </p:cNvPr>
          <p:cNvPicPr>
            <a:picLocks noChangeAspect="1"/>
          </p:cNvPicPr>
          <p:nvPr userDrawn="1"/>
        </p:nvPicPr>
        <p:blipFill>
          <a:blip r:embed="rId3"/>
          <a:srcRect l="20871" t="18989" r="32106" b="33812"/>
          <a:stretch/>
        </p:blipFill>
        <p:spPr>
          <a:xfrm rot="20317967">
            <a:off x="7537726" y="2948979"/>
            <a:ext cx="1811315" cy="1756614"/>
          </a:xfrm>
          <a:prstGeom prst="rect">
            <a:avLst/>
          </a:prstGeom>
        </p:spPr>
      </p:pic>
      <p:pic>
        <p:nvPicPr>
          <p:cNvPr id="4" name="Picture 3">
            <a:extLst>
              <a:ext uri="{FF2B5EF4-FFF2-40B4-BE49-F238E27FC236}">
                <a16:creationId xmlns:a16="http://schemas.microsoft.com/office/drawing/2014/main" id="{8BA2F604-B8D8-2C07-EE13-EEB840C34281}"/>
              </a:ext>
            </a:extLst>
          </p:cNvPr>
          <p:cNvPicPr>
            <a:picLocks noChangeAspect="1"/>
          </p:cNvPicPr>
          <p:nvPr userDrawn="1"/>
        </p:nvPicPr>
        <p:blipFill>
          <a:blip r:embed="rId4"/>
          <a:srcRect l="48545" t="47796" r="14297" b="30388"/>
          <a:stretch/>
        </p:blipFill>
        <p:spPr>
          <a:xfrm rot="44028">
            <a:off x="7675833" y="836769"/>
            <a:ext cx="1956184" cy="2076882"/>
          </a:xfrm>
          <a:prstGeom prst="rect">
            <a:avLst/>
          </a:prstGeom>
        </p:spPr>
      </p:pic>
      <p:pic>
        <p:nvPicPr>
          <p:cNvPr id="5" name="Picture 4">
            <a:extLst>
              <a:ext uri="{FF2B5EF4-FFF2-40B4-BE49-F238E27FC236}">
                <a16:creationId xmlns:a16="http://schemas.microsoft.com/office/drawing/2014/main" id="{C06880B7-9194-4952-CE94-23A440F8A044}"/>
              </a:ext>
            </a:extLst>
          </p:cNvPr>
          <p:cNvPicPr>
            <a:picLocks noChangeAspect="1"/>
          </p:cNvPicPr>
          <p:nvPr userDrawn="1"/>
        </p:nvPicPr>
        <p:blipFill>
          <a:blip r:embed="rId3"/>
          <a:srcRect l="15916" t="15373" r="25600" b="34665"/>
          <a:stretch/>
        </p:blipFill>
        <p:spPr>
          <a:xfrm rot="18651850">
            <a:off x="7399245" y="345079"/>
            <a:ext cx="1363064" cy="1205220"/>
          </a:xfrm>
          <a:prstGeom prst="rect">
            <a:avLst/>
          </a:prstGeom>
        </p:spPr>
      </p:pic>
      <p:pic>
        <p:nvPicPr>
          <p:cNvPr id="6" name="Picture 5">
            <a:extLst>
              <a:ext uri="{FF2B5EF4-FFF2-40B4-BE49-F238E27FC236}">
                <a16:creationId xmlns:a16="http://schemas.microsoft.com/office/drawing/2014/main" id="{A7C359E7-8774-33C9-888A-2F513CBD9764}"/>
              </a:ext>
            </a:extLst>
          </p:cNvPr>
          <p:cNvPicPr>
            <a:picLocks noChangeAspect="1"/>
          </p:cNvPicPr>
          <p:nvPr userDrawn="1"/>
        </p:nvPicPr>
        <p:blipFill>
          <a:blip r:embed="rId5"/>
          <a:stretch>
            <a:fillRect/>
          </a:stretch>
        </p:blipFill>
        <p:spPr>
          <a:xfrm rot="18896624">
            <a:off x="6631436" y="1631101"/>
            <a:ext cx="1309707" cy="1557420"/>
          </a:xfrm>
          <a:prstGeom prst="rect">
            <a:avLst/>
          </a:prstGeom>
        </p:spPr>
      </p:pic>
    </p:spTree>
    <p:extLst>
      <p:ext uri="{BB962C8B-B14F-4D97-AF65-F5344CB8AC3E}">
        <p14:creationId xmlns:p14="http://schemas.microsoft.com/office/powerpoint/2010/main" val="672640137"/>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arge quote and title">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924EB6-507D-FFD8-492E-A2992F8567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2" name="Title 1">
            <a:extLst>
              <a:ext uri="{FF2B5EF4-FFF2-40B4-BE49-F238E27FC236}">
                <a16:creationId xmlns:a16="http://schemas.microsoft.com/office/drawing/2014/main" id="{9D74D5C1-FCDB-C38C-4EF3-C2F851B1B9DC}"/>
              </a:ext>
            </a:extLst>
          </p:cNvPr>
          <p:cNvSpPr>
            <a:spLocks noGrp="1"/>
          </p:cNvSpPr>
          <p:nvPr>
            <p:ph type="title"/>
          </p:nvPr>
        </p:nvSpPr>
        <p:spPr/>
        <p:txBody>
          <a:bodyPr/>
          <a:lstStyle>
            <a:lvl1pPr>
              <a:defRPr>
                <a:solidFill>
                  <a:schemeClr val="accent1"/>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6FF8CC03-DD5B-684A-AA73-D58F92598BEC}"/>
              </a:ext>
            </a:extLst>
          </p:cNvPr>
          <p:cNvSpPr>
            <a:spLocks noGrp="1"/>
          </p:cNvSpPr>
          <p:nvPr>
            <p:ph type="body" sz="quarter" idx="10"/>
          </p:nvPr>
        </p:nvSpPr>
        <p:spPr>
          <a:xfrm>
            <a:off x="305991" y="1182292"/>
            <a:ext cx="8532019" cy="2522810"/>
          </a:xfrm>
        </p:spPr>
        <p:txBody>
          <a:bodyPr anchor="ctr" anchorCtr="0">
            <a:normAutofit/>
          </a:bodyPr>
          <a:lstStyle>
            <a:lvl1pPr algn="ctr">
              <a:defRPr sz="2100" b="1">
                <a:solidFill>
                  <a:schemeClr val="tx1"/>
                </a:solidFill>
                <a:latin typeface="+mn-lt"/>
              </a:defRPr>
            </a:lvl1pPr>
            <a:lvl2pPr algn="ctr">
              <a:defRPr sz="2100">
                <a:solidFill>
                  <a:schemeClr val="tx1"/>
                </a:solidFill>
              </a:defRPr>
            </a:lvl2pPr>
            <a:lvl3pPr algn="ctr">
              <a:defRPr sz="1800">
                <a:solidFill>
                  <a:schemeClr val="tx1"/>
                </a:solidFill>
              </a:defRPr>
            </a:lvl3pPr>
            <a:lvl4pPr marL="8335" indent="0" algn="ctr">
              <a:buFontTx/>
              <a:buNone/>
              <a:tabLst/>
              <a:defRPr sz="1800">
                <a:solidFill>
                  <a:schemeClr val="tx1"/>
                </a:solidFill>
              </a:defRPr>
            </a:lvl4pPr>
            <a:lvl5pPr marL="8335" indent="0" algn="ctr">
              <a:buFontTx/>
              <a:buNone/>
              <a:tabLst/>
              <a:defRPr sz="15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868386457"/>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ubhead  Large quote green green">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924EB6-507D-FFD8-492E-A2992F8567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2" name="Title 1">
            <a:extLst>
              <a:ext uri="{FF2B5EF4-FFF2-40B4-BE49-F238E27FC236}">
                <a16:creationId xmlns:a16="http://schemas.microsoft.com/office/drawing/2014/main" id="{9D74D5C1-FCDB-C38C-4EF3-C2F851B1B9DC}"/>
              </a:ext>
            </a:extLst>
          </p:cNvPr>
          <p:cNvSpPr>
            <a:spLocks noGrp="1"/>
          </p:cNvSpPr>
          <p:nvPr>
            <p:ph type="title"/>
          </p:nvPr>
        </p:nvSpPr>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6FF8CC03-DD5B-684A-AA73-D58F92598BEC}"/>
              </a:ext>
            </a:extLst>
          </p:cNvPr>
          <p:cNvSpPr>
            <a:spLocks noGrp="1"/>
          </p:cNvSpPr>
          <p:nvPr>
            <p:ph type="body" sz="quarter" idx="10"/>
          </p:nvPr>
        </p:nvSpPr>
        <p:spPr>
          <a:xfrm>
            <a:off x="305991" y="1182291"/>
            <a:ext cx="8532019" cy="2522311"/>
          </a:xfrm>
        </p:spPr>
        <p:txBody>
          <a:bodyPr anchor="ctr" anchorCtr="0">
            <a:noAutofit/>
          </a:bodyPr>
          <a:lstStyle>
            <a:lvl1pPr algn="ctr">
              <a:defRPr sz="4500" b="1">
                <a:solidFill>
                  <a:schemeClr val="accent1"/>
                </a:solidFill>
                <a:latin typeface="+mn-lt"/>
              </a:defRPr>
            </a:lvl1pPr>
            <a:lvl2pPr algn="ctr">
              <a:defRPr sz="2100">
                <a:solidFill>
                  <a:schemeClr val="tx1"/>
                </a:solidFill>
              </a:defRPr>
            </a:lvl2pPr>
            <a:lvl3pPr algn="ctr">
              <a:defRPr sz="1800">
                <a:solidFill>
                  <a:schemeClr val="tx1"/>
                </a:solidFill>
              </a:defRPr>
            </a:lvl3pPr>
            <a:lvl4pPr marL="8335" indent="0" algn="ctr">
              <a:buFontTx/>
              <a:buNone/>
              <a:tabLst/>
              <a:defRPr sz="1800">
                <a:solidFill>
                  <a:schemeClr val="tx1"/>
                </a:solidFill>
              </a:defRPr>
            </a:lvl4pPr>
            <a:lvl5pPr marL="8335" indent="0" algn="ctr">
              <a:buFontTx/>
              <a:buNone/>
              <a:tabLst/>
              <a:defRPr sz="15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562814296"/>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rge headline and quote-green">
    <p:bg>
      <p:bgPr>
        <a:solidFill>
          <a:schemeClr val="bg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924EB6-507D-FFD8-492E-A2992F8567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2" name="Title 1">
            <a:extLst>
              <a:ext uri="{FF2B5EF4-FFF2-40B4-BE49-F238E27FC236}">
                <a16:creationId xmlns:a16="http://schemas.microsoft.com/office/drawing/2014/main" id="{9D74D5C1-FCDB-C38C-4EF3-C2F851B1B9DC}"/>
              </a:ext>
            </a:extLst>
          </p:cNvPr>
          <p:cNvSpPr>
            <a:spLocks noGrp="1"/>
          </p:cNvSpPr>
          <p:nvPr>
            <p:ph type="title"/>
          </p:nvPr>
        </p:nvSpPr>
        <p:spPr>
          <a:xfrm>
            <a:off x="305992" y="1182292"/>
            <a:ext cx="8532018" cy="794951"/>
          </a:xfrm>
        </p:spPr>
        <p:txBody>
          <a:bodyPr/>
          <a:lstStyle>
            <a:lvl1pPr algn="ctr">
              <a:defRPr sz="4500">
                <a:solidFill>
                  <a:schemeClr val="accent1"/>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6FF8CC03-DD5B-684A-AA73-D58F92598BEC}"/>
              </a:ext>
            </a:extLst>
          </p:cNvPr>
          <p:cNvSpPr>
            <a:spLocks noGrp="1"/>
          </p:cNvSpPr>
          <p:nvPr>
            <p:ph type="body" sz="quarter" idx="10"/>
          </p:nvPr>
        </p:nvSpPr>
        <p:spPr>
          <a:xfrm>
            <a:off x="305991" y="2066305"/>
            <a:ext cx="8532019" cy="1736767"/>
          </a:xfrm>
        </p:spPr>
        <p:txBody>
          <a:bodyPr anchor="t" anchorCtr="0">
            <a:normAutofit/>
          </a:bodyPr>
          <a:lstStyle>
            <a:lvl1pPr algn="ctr">
              <a:defRPr sz="2100" b="1">
                <a:solidFill>
                  <a:schemeClr val="tx1"/>
                </a:solidFill>
                <a:latin typeface="+mn-lt"/>
              </a:defRPr>
            </a:lvl1pPr>
            <a:lvl2pPr algn="ctr">
              <a:defRPr sz="2100">
                <a:solidFill>
                  <a:schemeClr val="tx1"/>
                </a:solidFill>
              </a:defRPr>
            </a:lvl2pPr>
            <a:lvl3pPr marL="0" indent="0" algn="ctr">
              <a:buFontTx/>
              <a:buNone/>
              <a:defRPr sz="1800">
                <a:solidFill>
                  <a:schemeClr val="tx1"/>
                </a:solidFill>
              </a:defRPr>
            </a:lvl3pPr>
            <a:lvl4pPr marL="8335" indent="0" algn="ctr">
              <a:buFontTx/>
              <a:buNone/>
              <a:tabLst/>
              <a:defRPr sz="1800">
                <a:solidFill>
                  <a:schemeClr val="tx1"/>
                </a:solidFill>
              </a:defRPr>
            </a:lvl4pPr>
            <a:lvl5pPr marL="8335" indent="0" algn="ctr">
              <a:buFontTx/>
              <a:buNone/>
              <a:tabLst/>
              <a:defRPr sz="1500">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891172591"/>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x conten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924EB6-507D-FFD8-492E-A2992F85673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2" name="Rectangle 1">
            <a:extLst>
              <a:ext uri="{FF2B5EF4-FFF2-40B4-BE49-F238E27FC236}">
                <a16:creationId xmlns:a16="http://schemas.microsoft.com/office/drawing/2014/main" id="{D4F27E68-19AA-36C4-625D-779CD16A8D8A}"/>
              </a:ext>
            </a:extLst>
          </p:cNvPr>
          <p:cNvSpPr/>
          <p:nvPr userDrawn="1"/>
        </p:nvSpPr>
        <p:spPr>
          <a:xfrm>
            <a:off x="4595812" y="0"/>
            <a:ext cx="4548188"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 name="Title 3">
            <a:extLst>
              <a:ext uri="{FF2B5EF4-FFF2-40B4-BE49-F238E27FC236}">
                <a16:creationId xmlns:a16="http://schemas.microsoft.com/office/drawing/2014/main" id="{1E755E1A-D3C7-3F04-419F-090657C5BC8E}"/>
              </a:ext>
            </a:extLst>
          </p:cNvPr>
          <p:cNvSpPr>
            <a:spLocks noGrp="1"/>
          </p:cNvSpPr>
          <p:nvPr>
            <p:ph type="title"/>
          </p:nvPr>
        </p:nvSpPr>
        <p:spPr>
          <a:xfrm>
            <a:off x="305992" y="439342"/>
            <a:ext cx="3954858" cy="3979068"/>
          </a:xfrm>
        </p:spPr>
        <p:txBody>
          <a:bodyPr anchor="ctr" anchorCtr="0"/>
          <a:lstStyle>
            <a:lvl1pPr algn="ctr">
              <a:defRPr sz="4500">
                <a:solidFill>
                  <a:schemeClr val="accent1"/>
                </a:solidFill>
              </a:defRPr>
            </a:lvl1pPr>
          </a:lstStyle>
          <a:p>
            <a:r>
              <a:rPr lang="en-GB"/>
              <a:t>Click to edit Master title style</a:t>
            </a:r>
            <a:endParaRPr lang="en-US"/>
          </a:p>
        </p:txBody>
      </p:sp>
      <p:sp>
        <p:nvSpPr>
          <p:cNvPr id="5" name="Text Placeholder 4">
            <a:extLst>
              <a:ext uri="{FF2B5EF4-FFF2-40B4-BE49-F238E27FC236}">
                <a16:creationId xmlns:a16="http://schemas.microsoft.com/office/drawing/2014/main" id="{D01666FD-1D4E-B207-0973-A0E4E9F00059}"/>
              </a:ext>
            </a:extLst>
          </p:cNvPr>
          <p:cNvSpPr>
            <a:spLocks noGrp="1"/>
          </p:cNvSpPr>
          <p:nvPr>
            <p:ph type="body" idx="1" hasCustomPrompt="1"/>
          </p:nvPr>
        </p:nvSpPr>
        <p:spPr>
          <a:xfrm>
            <a:off x="4889500" y="439341"/>
            <a:ext cx="3948509" cy="3979069"/>
          </a:xfrm>
        </p:spPr>
        <p:txBody>
          <a:bodyPr anchor="ctr" anchorCtr="0">
            <a:noAutofit/>
          </a:bodyPr>
          <a:lstStyle>
            <a:lvl1pPr algn="ctr">
              <a:lnSpc>
                <a:spcPct val="82000"/>
              </a:lnSpc>
              <a:defRPr sz="4500">
                <a:solidFill>
                  <a:schemeClr val="tx1"/>
                </a:solidFill>
                <a:latin typeface="+mj-lt"/>
              </a:defRPr>
            </a:lvl1pPr>
          </a:lstStyle>
          <a:p>
            <a:r>
              <a:rPr lang="en-GB"/>
              <a:t>Click to edit Master title style</a:t>
            </a:r>
          </a:p>
        </p:txBody>
      </p:sp>
      <p:sp>
        <p:nvSpPr>
          <p:cNvPr id="6" name="Date Placeholder 5">
            <a:extLst>
              <a:ext uri="{FF2B5EF4-FFF2-40B4-BE49-F238E27FC236}">
                <a16:creationId xmlns:a16="http://schemas.microsoft.com/office/drawing/2014/main" id="{F7E320C7-D842-EBD9-E4E3-261F1902BA9F}"/>
              </a:ext>
            </a:extLst>
          </p:cNvPr>
          <p:cNvSpPr>
            <a:spLocks noGrp="1"/>
          </p:cNvSpPr>
          <p:nvPr>
            <p:ph type="dt" sz="half" idx="10"/>
          </p:nvPr>
        </p:nvSpPr>
        <p:spPr/>
        <p:txBody>
          <a:bodyPr/>
          <a:lstStyle/>
          <a:p>
            <a:fld id="{39B1DD55-FB57-1B4E-9700-0095280ED90B}" type="datetime1">
              <a:rPr lang="en-GB" smtClean="0"/>
              <a:pPr/>
              <a:t>24/08/2026</a:t>
            </a:fld>
            <a:endParaRPr lang="en-GB"/>
          </a:p>
        </p:txBody>
      </p:sp>
      <p:sp>
        <p:nvSpPr>
          <p:cNvPr id="7" name="Footer Placeholder 6">
            <a:extLst>
              <a:ext uri="{FF2B5EF4-FFF2-40B4-BE49-F238E27FC236}">
                <a16:creationId xmlns:a16="http://schemas.microsoft.com/office/drawing/2014/main" id="{8AC8E2A1-6986-EB70-B13D-DC031B91DF6E}"/>
              </a:ext>
            </a:extLst>
          </p:cNvPr>
          <p:cNvSpPr>
            <a:spLocks noGrp="1"/>
          </p:cNvSpPr>
          <p:nvPr>
            <p:ph type="ftr" sz="quarter" idx="11"/>
          </p:nvPr>
        </p:nvSpPr>
        <p:spPr/>
        <p:txBody>
          <a:bodyPr/>
          <a:lstStyle/>
          <a:p>
            <a:r>
              <a:rPr lang="en-US"/>
              <a:t>Presentation title</a:t>
            </a:r>
          </a:p>
        </p:txBody>
      </p:sp>
      <p:sp>
        <p:nvSpPr>
          <p:cNvPr id="8" name="Slide Number Placeholder 7">
            <a:extLst>
              <a:ext uri="{FF2B5EF4-FFF2-40B4-BE49-F238E27FC236}">
                <a16:creationId xmlns:a16="http://schemas.microsoft.com/office/drawing/2014/main" id="{FE1019C0-4DC6-7F0E-E192-117583100399}"/>
              </a:ext>
            </a:extLst>
          </p:cNvPr>
          <p:cNvSpPr>
            <a:spLocks noGrp="1"/>
          </p:cNvSpPr>
          <p:nvPr>
            <p:ph type="sldNum" sz="quarter" idx="12"/>
          </p:nvPr>
        </p:nvSpPr>
        <p:spPr/>
        <p:txBody>
          <a:bodyPr/>
          <a:lstStyle/>
          <a:p>
            <a:fld id="{4770C07C-6EB6-43CC-802D-2DB2147E2D02}" type="slidenum">
              <a:rPr lang="en-GB" smtClean="0"/>
              <a:pPr/>
              <a:t>‹#›</a:t>
            </a:fld>
            <a:endParaRPr lang="en-GB"/>
          </a:p>
        </p:txBody>
      </p:sp>
    </p:spTree>
    <p:extLst>
      <p:ext uri="{BB962C8B-B14F-4D97-AF65-F5344CB8AC3E}">
        <p14:creationId xmlns:p14="http://schemas.microsoft.com/office/powerpoint/2010/main" val="3003862691"/>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2 coloir split">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7E9A96-6A3E-AB73-5B56-3F619CD60D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4" name="Rectangle 3">
            <a:extLst>
              <a:ext uri="{FF2B5EF4-FFF2-40B4-BE49-F238E27FC236}">
                <a16:creationId xmlns:a16="http://schemas.microsoft.com/office/drawing/2014/main" id="{390B3EEF-7C63-7BFF-D6A2-CE51DE0E1432}"/>
              </a:ext>
            </a:extLst>
          </p:cNvPr>
          <p:cNvSpPr/>
          <p:nvPr userDrawn="1"/>
        </p:nvSpPr>
        <p:spPr>
          <a:xfrm>
            <a:off x="4595812" y="0"/>
            <a:ext cx="4548188"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Title Placeholder 1">
            <a:extLst>
              <a:ext uri="{FF2B5EF4-FFF2-40B4-BE49-F238E27FC236}">
                <a16:creationId xmlns:a16="http://schemas.microsoft.com/office/drawing/2014/main" id="{ACD5F319-2EC7-26A8-22AC-4BA9FAF2C076}"/>
              </a:ext>
            </a:extLst>
          </p:cNvPr>
          <p:cNvSpPr>
            <a:spLocks noGrp="1"/>
          </p:cNvSpPr>
          <p:nvPr>
            <p:ph type="title" hasCustomPrompt="1"/>
          </p:nvPr>
        </p:nvSpPr>
        <p:spPr>
          <a:xfrm>
            <a:off x="305992" y="439341"/>
            <a:ext cx="4075581" cy="696851"/>
          </a:xfrm>
          <a:prstGeom prst="rect">
            <a:avLst/>
          </a:prstGeom>
        </p:spPr>
        <p:txBody>
          <a:bodyPr vert="horz" lIns="0" tIns="0" rIns="0" bIns="0" rtlCol="0" anchor="t" anchorCtr="0">
            <a:noAutofit/>
          </a:bodyPr>
          <a:lstStyle>
            <a:lvl1pPr>
              <a:defRPr>
                <a:solidFill>
                  <a:schemeClr val="tx1"/>
                </a:solidFill>
              </a:defRPr>
            </a:lvl1pPr>
          </a:lstStyle>
          <a:p>
            <a:r>
              <a:rPr lang="en-US"/>
              <a:t>Click to edit title style</a:t>
            </a:r>
            <a:endParaRPr lang="en-GB"/>
          </a:p>
        </p:txBody>
      </p:sp>
      <p:sp>
        <p:nvSpPr>
          <p:cNvPr id="6" name="Text Placeholder 4">
            <a:extLst>
              <a:ext uri="{FF2B5EF4-FFF2-40B4-BE49-F238E27FC236}">
                <a16:creationId xmlns:a16="http://schemas.microsoft.com/office/drawing/2014/main" id="{BC695CFC-68D5-597C-75DD-91B7F30EF6C5}"/>
              </a:ext>
            </a:extLst>
          </p:cNvPr>
          <p:cNvSpPr>
            <a:spLocks noGrp="1"/>
          </p:cNvSpPr>
          <p:nvPr>
            <p:ph type="body" idx="1"/>
          </p:nvPr>
        </p:nvSpPr>
        <p:spPr>
          <a:xfrm>
            <a:off x="324970" y="121418"/>
            <a:ext cx="4075581" cy="247009"/>
          </a:xfrm>
        </p:spPr>
        <p:txBody>
          <a:bodyPr>
            <a:normAutofit/>
          </a:bodyPr>
          <a:lstStyle>
            <a:lvl1pPr>
              <a:defRPr sz="825">
                <a:solidFill>
                  <a:schemeClr val="accent1"/>
                </a:solidFill>
              </a:defRPr>
            </a:lvl1pPr>
          </a:lstStyle>
          <a:p>
            <a:r>
              <a:rPr lang="en-GB"/>
              <a:t>SECTION TITLE</a:t>
            </a:r>
          </a:p>
          <a:p>
            <a:endParaRPr lang="en-GB"/>
          </a:p>
        </p:txBody>
      </p:sp>
      <p:sp>
        <p:nvSpPr>
          <p:cNvPr id="2" name="Date Placeholder 1">
            <a:extLst>
              <a:ext uri="{FF2B5EF4-FFF2-40B4-BE49-F238E27FC236}">
                <a16:creationId xmlns:a16="http://schemas.microsoft.com/office/drawing/2014/main" id="{7024C61F-1F7D-F6C1-2D03-3A3DEB2AF6C0}"/>
              </a:ext>
            </a:extLst>
          </p:cNvPr>
          <p:cNvSpPr>
            <a:spLocks noGrp="1"/>
          </p:cNvSpPr>
          <p:nvPr>
            <p:ph type="dt" sz="half" idx="10"/>
          </p:nvPr>
        </p:nvSpPr>
        <p:spPr/>
        <p:txBody>
          <a:bodyPr/>
          <a:lstStyle/>
          <a:p>
            <a:fld id="{39B1DD55-FB57-1B4E-9700-0095280ED90B}" type="datetime1">
              <a:rPr lang="en-GB" smtClean="0"/>
              <a:pPr/>
              <a:t>24/08/2026</a:t>
            </a:fld>
            <a:endParaRPr lang="en-GB"/>
          </a:p>
        </p:txBody>
      </p:sp>
      <p:sp>
        <p:nvSpPr>
          <p:cNvPr id="7" name="Footer Placeholder 6">
            <a:extLst>
              <a:ext uri="{FF2B5EF4-FFF2-40B4-BE49-F238E27FC236}">
                <a16:creationId xmlns:a16="http://schemas.microsoft.com/office/drawing/2014/main" id="{B257828F-8CDA-AB24-DD08-D1C45626E65E}"/>
              </a:ext>
            </a:extLst>
          </p:cNvPr>
          <p:cNvSpPr>
            <a:spLocks noGrp="1"/>
          </p:cNvSpPr>
          <p:nvPr>
            <p:ph type="ftr" sz="quarter" idx="11"/>
          </p:nvPr>
        </p:nvSpPr>
        <p:spPr/>
        <p:txBody>
          <a:bodyPr/>
          <a:lstStyle/>
          <a:p>
            <a:r>
              <a:rPr lang="en-US"/>
              <a:t>Presentation title</a:t>
            </a:r>
          </a:p>
        </p:txBody>
      </p:sp>
      <p:sp>
        <p:nvSpPr>
          <p:cNvPr id="8" name="Slide Number Placeholder 7">
            <a:extLst>
              <a:ext uri="{FF2B5EF4-FFF2-40B4-BE49-F238E27FC236}">
                <a16:creationId xmlns:a16="http://schemas.microsoft.com/office/drawing/2014/main" id="{280D313A-A897-187D-AD86-7DE68C7BC033}"/>
              </a:ext>
            </a:extLst>
          </p:cNvPr>
          <p:cNvSpPr>
            <a:spLocks noGrp="1"/>
          </p:cNvSpPr>
          <p:nvPr>
            <p:ph type="sldNum" sz="quarter" idx="12"/>
          </p:nvPr>
        </p:nvSpPr>
        <p:spPr/>
        <p:txBody>
          <a:bodyPr/>
          <a:lstStyle/>
          <a:p>
            <a:fld id="{4770C07C-6EB6-43CC-802D-2DB2147E2D02}" type="slidenum">
              <a:rPr lang="en-GB" smtClean="0"/>
              <a:pPr/>
              <a:t>‹#›</a:t>
            </a:fld>
            <a:endParaRPr lang="en-GB"/>
          </a:p>
        </p:txBody>
      </p:sp>
    </p:spTree>
    <p:extLst>
      <p:ext uri="{BB962C8B-B14F-4D97-AF65-F5344CB8AC3E}">
        <p14:creationId xmlns:p14="http://schemas.microsoft.com/office/powerpoint/2010/main" val="1623737223"/>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Narrow green">
    <p:bg>
      <p:bgPr>
        <a:solidFill>
          <a:schemeClr val="bg1"/>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0207813F-10F4-279C-052D-C82EC78C0BE9}"/>
              </a:ext>
            </a:extLst>
          </p:cNvPr>
          <p:cNvSpPr/>
          <p:nvPr userDrawn="1"/>
        </p:nvSpPr>
        <p:spPr>
          <a:xfrm rot="5400000">
            <a:off x="-501254" y="501253"/>
            <a:ext cx="5143500" cy="4140994"/>
          </a:xfrm>
          <a:custGeom>
            <a:avLst/>
            <a:gdLst>
              <a:gd name="connsiteX0" fmla="*/ 0 w 6858000"/>
              <a:gd name="connsiteY0" fmla="*/ 5521325 h 5521325"/>
              <a:gd name="connsiteX1" fmla="*/ 0 w 6858000"/>
              <a:gd name="connsiteY1" fmla="*/ 407988 h 5521325"/>
              <a:gd name="connsiteX2" fmla="*/ 2564625 w 6858000"/>
              <a:gd name="connsiteY2" fmla="*/ 407988 h 5521325"/>
              <a:gd name="connsiteX3" fmla="*/ 3429000 w 6858000"/>
              <a:gd name="connsiteY3" fmla="*/ 0 h 5521325"/>
              <a:gd name="connsiteX4" fmla="*/ 4293375 w 6858000"/>
              <a:gd name="connsiteY4" fmla="*/ 407988 h 5521325"/>
              <a:gd name="connsiteX5" fmla="*/ 6858000 w 6858000"/>
              <a:gd name="connsiteY5" fmla="*/ 407988 h 5521325"/>
              <a:gd name="connsiteX6" fmla="*/ 6858000 w 6858000"/>
              <a:gd name="connsiteY6" fmla="*/ 5521325 h 5521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0" h="5521325">
                <a:moveTo>
                  <a:pt x="0" y="5521325"/>
                </a:moveTo>
                <a:lnTo>
                  <a:pt x="0" y="407988"/>
                </a:lnTo>
                <a:lnTo>
                  <a:pt x="2564625" y="407988"/>
                </a:lnTo>
                <a:lnTo>
                  <a:pt x="3429000" y="0"/>
                </a:lnTo>
                <a:lnTo>
                  <a:pt x="4293375" y="407988"/>
                </a:lnTo>
                <a:lnTo>
                  <a:pt x="6858000" y="407988"/>
                </a:lnTo>
                <a:lnTo>
                  <a:pt x="6858000" y="552132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050"/>
          </a:p>
        </p:txBody>
      </p:sp>
      <p:sp>
        <p:nvSpPr>
          <p:cNvPr id="2" name="Title Placeholder 1">
            <a:extLst>
              <a:ext uri="{FF2B5EF4-FFF2-40B4-BE49-F238E27FC236}">
                <a16:creationId xmlns:a16="http://schemas.microsoft.com/office/drawing/2014/main" id="{A47DD52C-FAC8-944D-4900-87E6D97BFBCD}"/>
              </a:ext>
            </a:extLst>
          </p:cNvPr>
          <p:cNvSpPr>
            <a:spLocks noGrp="1"/>
          </p:cNvSpPr>
          <p:nvPr>
            <p:ph type="title" hasCustomPrompt="1"/>
          </p:nvPr>
        </p:nvSpPr>
        <p:spPr>
          <a:xfrm>
            <a:off x="305992" y="439341"/>
            <a:ext cx="3240096" cy="696851"/>
          </a:xfrm>
          <a:prstGeom prst="rect">
            <a:avLst/>
          </a:prstGeom>
        </p:spPr>
        <p:txBody>
          <a:bodyPr vert="horz" lIns="0" tIns="0" rIns="0" bIns="0" rtlCol="0" anchor="t" anchorCtr="0">
            <a:noAutofit/>
          </a:bodyPr>
          <a:lstStyle>
            <a:lvl1pPr>
              <a:defRPr>
                <a:solidFill>
                  <a:schemeClr val="bg1"/>
                </a:solidFill>
              </a:defRPr>
            </a:lvl1pPr>
          </a:lstStyle>
          <a:p>
            <a:r>
              <a:rPr lang="en-US"/>
              <a:t>Click to edit title</a:t>
            </a:r>
            <a:endParaRPr lang="en-GB"/>
          </a:p>
        </p:txBody>
      </p:sp>
      <p:sp>
        <p:nvSpPr>
          <p:cNvPr id="5" name="Text Placeholder 5">
            <a:extLst>
              <a:ext uri="{FF2B5EF4-FFF2-40B4-BE49-F238E27FC236}">
                <a16:creationId xmlns:a16="http://schemas.microsoft.com/office/drawing/2014/main" id="{691D2C31-38A5-2A9F-BBF3-CBAEB84F7974}"/>
              </a:ext>
            </a:extLst>
          </p:cNvPr>
          <p:cNvSpPr>
            <a:spLocks noGrp="1"/>
          </p:cNvSpPr>
          <p:nvPr>
            <p:ph type="body" sz="quarter" idx="10"/>
          </p:nvPr>
        </p:nvSpPr>
        <p:spPr>
          <a:xfrm>
            <a:off x="305991" y="1182291"/>
            <a:ext cx="3240097" cy="3183412"/>
          </a:xfrm>
        </p:spPr>
        <p:txBody>
          <a:bodyPr>
            <a:noAutofit/>
          </a:bodyPr>
          <a:lstStyle>
            <a:lvl1pPr>
              <a:defRPr>
                <a:solidFill>
                  <a:schemeClr val="bg1"/>
                </a:solidFill>
              </a:defRPr>
            </a:lvl1pPr>
            <a:lvl2pPr>
              <a:defRPr b="1">
                <a:solidFill>
                  <a:schemeClr val="accent1"/>
                </a:solidFill>
              </a:defRPr>
            </a:lvl2pPr>
            <a:lvl3pPr marL="214313" indent="-214313">
              <a:buClr>
                <a:schemeClr val="accent1"/>
              </a:buClr>
              <a:buFont typeface="Arial" panose="020B0604020202020204" pitchFamily="34" charset="0"/>
              <a:buChar char="•"/>
              <a:defRPr>
                <a:solidFill>
                  <a:schemeClr val="bg1"/>
                </a:solidFill>
              </a:defRPr>
            </a:lvl3pPr>
            <a:lvl4pPr marL="457200" indent="-257175">
              <a:buClr>
                <a:schemeClr val="accent1"/>
              </a:buClr>
              <a:buFont typeface="Arial" panose="020B0604020202020204" pitchFamily="34" charset="0"/>
              <a:buChar char="•"/>
              <a:defRPr>
                <a:solidFill>
                  <a:schemeClr val="bg1"/>
                </a:solidFill>
              </a:defRPr>
            </a:lvl4pPr>
            <a:lvl5pPr marL="617935" indent="-214313">
              <a:buClr>
                <a:schemeClr val="accent1"/>
              </a:buClr>
              <a:buFont typeface="Arial" panose="020B0604020202020204" pitchFamily="34" charset="0"/>
              <a:buChar cha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176D7601-B857-88F2-71E5-860ECFF45D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3" name="Text Placeholder 4">
            <a:extLst>
              <a:ext uri="{FF2B5EF4-FFF2-40B4-BE49-F238E27FC236}">
                <a16:creationId xmlns:a16="http://schemas.microsoft.com/office/drawing/2014/main" id="{94FD0519-914F-56D4-C4AE-FA537C0EE52E}"/>
              </a:ext>
            </a:extLst>
          </p:cNvPr>
          <p:cNvSpPr>
            <a:spLocks noGrp="1"/>
          </p:cNvSpPr>
          <p:nvPr>
            <p:ph type="body" idx="1"/>
          </p:nvPr>
        </p:nvSpPr>
        <p:spPr>
          <a:xfrm>
            <a:off x="324970" y="121418"/>
            <a:ext cx="4075581" cy="247009"/>
          </a:xfrm>
        </p:spPr>
        <p:txBody>
          <a:bodyPr>
            <a:normAutofit/>
          </a:bodyPr>
          <a:lstStyle>
            <a:lvl1pPr>
              <a:defRPr sz="825">
                <a:solidFill>
                  <a:schemeClr val="accent1"/>
                </a:solidFill>
              </a:defRPr>
            </a:lvl1pPr>
          </a:lstStyle>
          <a:p>
            <a:r>
              <a:rPr lang="en-GB"/>
              <a:t>SECTION TITLE</a:t>
            </a:r>
          </a:p>
          <a:p>
            <a:endParaRPr lang="en-GB"/>
          </a:p>
        </p:txBody>
      </p:sp>
      <p:sp>
        <p:nvSpPr>
          <p:cNvPr id="6" name="Date Placeholder 5">
            <a:extLst>
              <a:ext uri="{FF2B5EF4-FFF2-40B4-BE49-F238E27FC236}">
                <a16:creationId xmlns:a16="http://schemas.microsoft.com/office/drawing/2014/main" id="{921F71CB-E199-5719-8787-8989088BEF64}"/>
              </a:ext>
            </a:extLst>
          </p:cNvPr>
          <p:cNvSpPr>
            <a:spLocks noGrp="1"/>
          </p:cNvSpPr>
          <p:nvPr>
            <p:ph type="dt" sz="half" idx="11"/>
          </p:nvPr>
        </p:nvSpPr>
        <p:spPr/>
        <p:txBody>
          <a:bodyPr/>
          <a:lstStyle/>
          <a:p>
            <a:fld id="{39B1DD55-FB57-1B4E-9700-0095280ED90B}" type="datetime1">
              <a:rPr lang="en-GB" smtClean="0"/>
              <a:pPr/>
              <a:t>24/08/2026</a:t>
            </a:fld>
            <a:endParaRPr lang="en-GB"/>
          </a:p>
        </p:txBody>
      </p:sp>
      <p:sp>
        <p:nvSpPr>
          <p:cNvPr id="7" name="Footer Placeholder 6">
            <a:extLst>
              <a:ext uri="{FF2B5EF4-FFF2-40B4-BE49-F238E27FC236}">
                <a16:creationId xmlns:a16="http://schemas.microsoft.com/office/drawing/2014/main" id="{E18A38EB-1BC9-FFA3-0B3D-54EBC04BA840}"/>
              </a:ext>
            </a:extLst>
          </p:cNvPr>
          <p:cNvSpPr>
            <a:spLocks noGrp="1"/>
          </p:cNvSpPr>
          <p:nvPr>
            <p:ph type="ftr" sz="quarter" idx="12"/>
          </p:nvPr>
        </p:nvSpPr>
        <p:spPr/>
        <p:txBody>
          <a:bodyPr/>
          <a:lstStyle/>
          <a:p>
            <a:r>
              <a:rPr lang="en-US"/>
              <a:t>Presentation title</a:t>
            </a:r>
          </a:p>
        </p:txBody>
      </p:sp>
      <p:sp>
        <p:nvSpPr>
          <p:cNvPr id="10" name="Slide Number Placeholder 9">
            <a:extLst>
              <a:ext uri="{FF2B5EF4-FFF2-40B4-BE49-F238E27FC236}">
                <a16:creationId xmlns:a16="http://schemas.microsoft.com/office/drawing/2014/main" id="{A5AC8041-78E8-DA04-74B6-4BAD394FD461}"/>
              </a:ext>
            </a:extLst>
          </p:cNvPr>
          <p:cNvSpPr>
            <a:spLocks noGrp="1"/>
          </p:cNvSpPr>
          <p:nvPr>
            <p:ph type="sldNum" sz="quarter" idx="13"/>
          </p:nvPr>
        </p:nvSpPr>
        <p:spPr/>
        <p:txBody>
          <a:bodyPr/>
          <a:lstStyle/>
          <a:p>
            <a:fld id="{4770C07C-6EB6-43CC-802D-2DB2147E2D02}" type="slidenum">
              <a:rPr lang="en-GB" smtClean="0"/>
              <a:pPr/>
              <a:t>‹#›</a:t>
            </a:fld>
            <a:endParaRPr lang="en-GB"/>
          </a:p>
        </p:txBody>
      </p:sp>
    </p:spTree>
    <p:extLst>
      <p:ext uri="{BB962C8B-B14F-4D97-AF65-F5344CB8AC3E}">
        <p14:creationId xmlns:p14="http://schemas.microsoft.com/office/powerpoint/2010/main" val="187296818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7DD52C-FAC8-944D-4900-87E6D97BFBCD}"/>
              </a:ext>
            </a:extLst>
          </p:cNvPr>
          <p:cNvSpPr>
            <a:spLocks noGrp="1"/>
          </p:cNvSpPr>
          <p:nvPr>
            <p:ph type="title"/>
          </p:nvPr>
        </p:nvSpPr>
        <p:spPr>
          <a:xfrm>
            <a:off x="305992" y="439341"/>
            <a:ext cx="8532018" cy="696851"/>
          </a:xfrm>
          <a:prstGeom prst="rect">
            <a:avLst/>
          </a:prstGeom>
        </p:spPr>
        <p:txBody>
          <a:bodyPr vert="horz" lIns="0" tIns="0" rIns="0" bIns="0" rtlCol="0" anchor="t" anchorCtr="0">
            <a:noAutofit/>
          </a:bodyPr>
          <a:lstStyle>
            <a:lvl1pPr>
              <a:defRPr>
                <a:solidFill>
                  <a:schemeClr val="tx1"/>
                </a:solidFill>
              </a:defRPr>
            </a:lvl1pPr>
          </a:lstStyle>
          <a:p>
            <a:r>
              <a:rPr lang="en-US"/>
              <a:t>Click to edit Master title style</a:t>
            </a:r>
            <a:endParaRPr lang="en-GB"/>
          </a:p>
        </p:txBody>
      </p:sp>
      <p:sp>
        <p:nvSpPr>
          <p:cNvPr id="5" name="Text Placeholder 5">
            <a:extLst>
              <a:ext uri="{FF2B5EF4-FFF2-40B4-BE49-F238E27FC236}">
                <a16:creationId xmlns:a16="http://schemas.microsoft.com/office/drawing/2014/main" id="{691D2C31-38A5-2A9F-BBF3-CBAEB84F7974}"/>
              </a:ext>
            </a:extLst>
          </p:cNvPr>
          <p:cNvSpPr>
            <a:spLocks noGrp="1"/>
          </p:cNvSpPr>
          <p:nvPr>
            <p:ph type="body" sz="quarter" idx="10"/>
          </p:nvPr>
        </p:nvSpPr>
        <p:spPr>
          <a:xfrm>
            <a:off x="305992" y="952500"/>
            <a:ext cx="4266008" cy="3413203"/>
          </a:xfrm>
        </p:spPr>
        <p:txBody>
          <a:bodyPr/>
          <a:lstStyle>
            <a:lvl1pPr>
              <a:defRPr>
                <a:solidFill>
                  <a:schemeClr val="tx1"/>
                </a:solidFill>
              </a:defRPr>
            </a:lvl1pPr>
            <a:lvl2pPr>
              <a:defRPr b="1">
                <a:solidFill>
                  <a:schemeClr val="tx2"/>
                </a:solidFill>
              </a:defRPr>
            </a:lvl2pPr>
            <a:lvl3pPr marL="214313" indent="-214313">
              <a:buClr>
                <a:schemeClr val="tx2"/>
              </a:buClr>
              <a:buFont typeface="Arial" panose="020B0604020202020204" pitchFamily="34" charset="0"/>
              <a:buChar char="•"/>
              <a:defRPr>
                <a:solidFill>
                  <a:schemeClr val="tx2"/>
                </a:solidFill>
              </a:defRPr>
            </a:lvl3pPr>
            <a:lvl4pPr marL="457200" indent="-257175">
              <a:buClr>
                <a:schemeClr val="tx2"/>
              </a:buClr>
              <a:buFont typeface="Arial" panose="020B0604020202020204" pitchFamily="34" charset="0"/>
              <a:buChar char="•"/>
              <a:defRPr>
                <a:solidFill>
                  <a:schemeClr val="tx1"/>
                </a:solidFill>
              </a:defRPr>
            </a:lvl4pPr>
            <a:lvl5pPr marL="617935" indent="-214313">
              <a:buClr>
                <a:schemeClr val="tx2"/>
              </a:buClr>
              <a:buFont typeface="Arial" panose="020B0604020202020204" pitchFamily="34" charset="0"/>
              <a:buChar cha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176D7601-B857-88F2-71E5-860ECFF45D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3" name="Text Placeholder 4">
            <a:extLst>
              <a:ext uri="{FF2B5EF4-FFF2-40B4-BE49-F238E27FC236}">
                <a16:creationId xmlns:a16="http://schemas.microsoft.com/office/drawing/2014/main" id="{94FD0519-914F-56D4-C4AE-FA537C0EE52E}"/>
              </a:ext>
            </a:extLst>
          </p:cNvPr>
          <p:cNvSpPr>
            <a:spLocks noGrp="1"/>
          </p:cNvSpPr>
          <p:nvPr>
            <p:ph type="body" idx="1" hasCustomPrompt="1"/>
          </p:nvPr>
        </p:nvSpPr>
        <p:spPr>
          <a:xfrm>
            <a:off x="324970" y="121418"/>
            <a:ext cx="4075581" cy="247009"/>
          </a:xfrm>
        </p:spPr>
        <p:txBody>
          <a:bodyPr rIns="0">
            <a:normAutofit/>
          </a:bodyPr>
          <a:lstStyle>
            <a:lvl1pPr>
              <a:defRPr sz="825">
                <a:solidFill>
                  <a:schemeClr val="tx2"/>
                </a:solidFill>
              </a:defRPr>
            </a:lvl1pPr>
          </a:lstStyle>
          <a:p>
            <a:r>
              <a:rPr lang="en-GB"/>
              <a:t>SECTION TITLE</a:t>
            </a:r>
          </a:p>
          <a:p>
            <a:endParaRPr lang="en-GB"/>
          </a:p>
        </p:txBody>
      </p:sp>
      <p:sp>
        <p:nvSpPr>
          <p:cNvPr id="10" name="Date Placeholder 9">
            <a:extLst>
              <a:ext uri="{FF2B5EF4-FFF2-40B4-BE49-F238E27FC236}">
                <a16:creationId xmlns:a16="http://schemas.microsoft.com/office/drawing/2014/main" id="{CFCD40C4-1787-5AF1-37D6-9CF7BA77B72E}"/>
              </a:ext>
            </a:extLst>
          </p:cNvPr>
          <p:cNvSpPr>
            <a:spLocks noGrp="1"/>
          </p:cNvSpPr>
          <p:nvPr>
            <p:ph type="dt" sz="half" idx="11"/>
          </p:nvPr>
        </p:nvSpPr>
        <p:spPr/>
        <p:txBody>
          <a:bodyPr/>
          <a:lstStyle/>
          <a:p>
            <a:fld id="{39B1DD55-FB57-1B4E-9700-0095280ED90B}" type="datetime1">
              <a:rPr lang="en-GB" smtClean="0"/>
              <a:pPr/>
              <a:t>24/08/2026</a:t>
            </a:fld>
            <a:endParaRPr lang="en-GB"/>
          </a:p>
        </p:txBody>
      </p:sp>
      <p:sp>
        <p:nvSpPr>
          <p:cNvPr id="11" name="Footer Placeholder 10">
            <a:extLst>
              <a:ext uri="{FF2B5EF4-FFF2-40B4-BE49-F238E27FC236}">
                <a16:creationId xmlns:a16="http://schemas.microsoft.com/office/drawing/2014/main" id="{DF46038F-F6E5-6A6E-5647-F98EEC6F9598}"/>
              </a:ext>
            </a:extLst>
          </p:cNvPr>
          <p:cNvSpPr>
            <a:spLocks noGrp="1"/>
          </p:cNvSpPr>
          <p:nvPr>
            <p:ph type="ftr" sz="quarter" idx="12"/>
          </p:nvPr>
        </p:nvSpPr>
        <p:spPr/>
        <p:txBody>
          <a:bodyPr/>
          <a:lstStyle/>
          <a:p>
            <a:r>
              <a:rPr lang="en-US"/>
              <a:t>Presentation title</a:t>
            </a:r>
          </a:p>
        </p:txBody>
      </p:sp>
      <p:sp>
        <p:nvSpPr>
          <p:cNvPr id="12" name="Slide Number Placeholder 11">
            <a:extLst>
              <a:ext uri="{FF2B5EF4-FFF2-40B4-BE49-F238E27FC236}">
                <a16:creationId xmlns:a16="http://schemas.microsoft.com/office/drawing/2014/main" id="{8501F6AC-296C-595A-F869-C4DD6133E1A3}"/>
              </a:ext>
            </a:extLst>
          </p:cNvPr>
          <p:cNvSpPr>
            <a:spLocks noGrp="1"/>
          </p:cNvSpPr>
          <p:nvPr>
            <p:ph type="sldNum" sz="quarter" idx="13"/>
          </p:nvPr>
        </p:nvSpPr>
        <p:spPr/>
        <p:txBody>
          <a:bodyPr/>
          <a:lstStyle/>
          <a:p>
            <a:fld id="{4770C07C-6EB6-43CC-802D-2DB2147E2D02}" type="slidenum">
              <a:rPr lang="en-GB" smtClean="0"/>
              <a:pPr/>
              <a:t>‹#›</a:t>
            </a:fld>
            <a:endParaRPr lang="en-GB"/>
          </a:p>
        </p:txBody>
      </p:sp>
    </p:spTree>
    <p:extLst>
      <p:ext uri="{BB962C8B-B14F-4D97-AF65-F5344CB8AC3E}">
        <p14:creationId xmlns:p14="http://schemas.microsoft.com/office/powerpoint/2010/main" val="2688644452"/>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ti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93550-9B20-83F8-5A79-7AC7189D9AC4}"/>
              </a:ext>
            </a:extLst>
          </p:cNvPr>
          <p:cNvSpPr>
            <a:spLocks noGrp="1"/>
          </p:cNvSpPr>
          <p:nvPr>
            <p:ph type="title"/>
          </p:nvPr>
        </p:nvSpPr>
        <p:spPr>
          <a:xfrm>
            <a:off x="305992" y="440100"/>
            <a:ext cx="8532018" cy="650192"/>
          </a:xfrm>
        </p:spPr>
        <p:txBody>
          <a:bodyPr/>
          <a:lstStyle/>
          <a:p>
            <a:r>
              <a:rPr lang="en-US"/>
              <a:t>Click to edit Master title style</a:t>
            </a:r>
            <a:endParaRPr lang="en-GB"/>
          </a:p>
        </p:txBody>
      </p:sp>
      <p:pic>
        <p:nvPicPr>
          <p:cNvPr id="3" name="Picture 2">
            <a:extLst>
              <a:ext uri="{FF2B5EF4-FFF2-40B4-BE49-F238E27FC236}">
                <a16:creationId xmlns:a16="http://schemas.microsoft.com/office/drawing/2014/main" id="{0B7E9A96-6A3E-AB73-5B56-3F619CD60D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4" name="Date Placeholder 3">
            <a:extLst>
              <a:ext uri="{FF2B5EF4-FFF2-40B4-BE49-F238E27FC236}">
                <a16:creationId xmlns:a16="http://schemas.microsoft.com/office/drawing/2014/main" id="{7C2C9BEB-1095-A3B8-85A1-20C112BE8211}"/>
              </a:ext>
            </a:extLst>
          </p:cNvPr>
          <p:cNvSpPr>
            <a:spLocks noGrp="1"/>
          </p:cNvSpPr>
          <p:nvPr>
            <p:ph type="dt" sz="half" idx="10"/>
          </p:nvPr>
        </p:nvSpPr>
        <p:spPr/>
        <p:txBody>
          <a:bodyPr/>
          <a:lstStyle/>
          <a:p>
            <a:fld id="{39B1DD55-FB57-1B4E-9700-0095280ED90B}" type="datetime1">
              <a:rPr lang="en-GB" smtClean="0"/>
              <a:pPr/>
              <a:t>24/08/2026</a:t>
            </a:fld>
            <a:endParaRPr lang="en-GB"/>
          </a:p>
        </p:txBody>
      </p:sp>
      <p:sp>
        <p:nvSpPr>
          <p:cNvPr id="5" name="Footer Placeholder 4">
            <a:extLst>
              <a:ext uri="{FF2B5EF4-FFF2-40B4-BE49-F238E27FC236}">
                <a16:creationId xmlns:a16="http://schemas.microsoft.com/office/drawing/2014/main" id="{5DC73C27-21B4-04DB-CA2A-B7A3D727B6D6}"/>
              </a:ext>
            </a:extLst>
          </p:cNvPr>
          <p:cNvSpPr>
            <a:spLocks noGrp="1"/>
          </p:cNvSpPr>
          <p:nvPr>
            <p:ph type="ftr" sz="quarter" idx="11"/>
          </p:nvPr>
        </p:nvSpPr>
        <p:spPr/>
        <p:txBody>
          <a:bodyPr/>
          <a:lstStyle/>
          <a:p>
            <a:r>
              <a:rPr lang="en-US"/>
              <a:t>Presentation title</a:t>
            </a:r>
          </a:p>
        </p:txBody>
      </p:sp>
      <p:sp>
        <p:nvSpPr>
          <p:cNvPr id="6" name="Slide Number Placeholder 5">
            <a:extLst>
              <a:ext uri="{FF2B5EF4-FFF2-40B4-BE49-F238E27FC236}">
                <a16:creationId xmlns:a16="http://schemas.microsoft.com/office/drawing/2014/main" id="{236E6128-B547-8308-03E3-1867503CE166}"/>
              </a:ext>
            </a:extLst>
          </p:cNvPr>
          <p:cNvSpPr>
            <a:spLocks noGrp="1"/>
          </p:cNvSpPr>
          <p:nvPr>
            <p:ph type="sldNum" sz="quarter" idx="12"/>
          </p:nvPr>
        </p:nvSpPr>
        <p:spPr/>
        <p:txBody>
          <a:bodyPr/>
          <a:lstStyle/>
          <a:p>
            <a:fld id="{4770C07C-6EB6-43CC-802D-2DB2147E2D02}" type="slidenum">
              <a:rPr lang="en-GB" smtClean="0"/>
              <a:pPr/>
              <a:t>‹#›</a:t>
            </a:fld>
            <a:endParaRPr lang="en-GB"/>
          </a:p>
        </p:txBody>
      </p:sp>
      <p:sp>
        <p:nvSpPr>
          <p:cNvPr id="7" name="Text Placeholder 4">
            <a:extLst>
              <a:ext uri="{FF2B5EF4-FFF2-40B4-BE49-F238E27FC236}">
                <a16:creationId xmlns:a16="http://schemas.microsoft.com/office/drawing/2014/main" id="{D3168FC5-2F30-B8C3-9828-D95428EEB0AE}"/>
              </a:ext>
            </a:extLst>
          </p:cNvPr>
          <p:cNvSpPr>
            <a:spLocks noGrp="1"/>
          </p:cNvSpPr>
          <p:nvPr>
            <p:ph type="body" idx="1"/>
          </p:nvPr>
        </p:nvSpPr>
        <p:spPr>
          <a:xfrm>
            <a:off x="324970" y="121418"/>
            <a:ext cx="4075581" cy="247009"/>
          </a:xfrm>
        </p:spPr>
        <p:txBody>
          <a:bodyPr>
            <a:normAutofit/>
          </a:bodyPr>
          <a:lstStyle>
            <a:lvl1pPr>
              <a:defRPr sz="825">
                <a:solidFill>
                  <a:schemeClr val="tx2"/>
                </a:solidFill>
              </a:defRPr>
            </a:lvl1pPr>
          </a:lstStyle>
          <a:p>
            <a:r>
              <a:rPr lang="en-GB"/>
              <a:t>SECTION TITLE</a:t>
            </a:r>
          </a:p>
          <a:p>
            <a:endParaRPr lang="en-GB"/>
          </a:p>
        </p:txBody>
      </p:sp>
    </p:spTree>
    <p:extLst>
      <p:ext uri="{BB962C8B-B14F-4D97-AF65-F5344CB8AC3E}">
        <p14:creationId xmlns:p14="http://schemas.microsoft.com/office/powerpoint/2010/main" val="3193091411"/>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7DD52C-FAC8-944D-4900-87E6D97BFBCD}"/>
              </a:ext>
            </a:extLst>
          </p:cNvPr>
          <p:cNvSpPr>
            <a:spLocks noGrp="1"/>
          </p:cNvSpPr>
          <p:nvPr>
            <p:ph type="title"/>
          </p:nvPr>
        </p:nvSpPr>
        <p:spPr>
          <a:xfrm>
            <a:off x="305992" y="439341"/>
            <a:ext cx="8532018" cy="696851"/>
          </a:xfrm>
          <a:prstGeom prst="rect">
            <a:avLst/>
          </a:prstGeom>
        </p:spPr>
        <p:txBody>
          <a:bodyPr vert="horz" lIns="0" tIns="0" rIns="0" bIns="0" rtlCol="0" anchor="t" anchorCtr="0">
            <a:noAutofit/>
          </a:bodyPr>
          <a:lstStyle>
            <a:lvl1pPr>
              <a:defRPr>
                <a:solidFill>
                  <a:schemeClr val="tx1"/>
                </a:solidFill>
              </a:defRPr>
            </a:lvl1pPr>
          </a:lstStyle>
          <a:p>
            <a:r>
              <a:rPr lang="en-US"/>
              <a:t>Click to edit Master title style</a:t>
            </a:r>
            <a:endParaRPr lang="en-GB"/>
          </a:p>
        </p:txBody>
      </p:sp>
      <p:sp>
        <p:nvSpPr>
          <p:cNvPr id="5" name="Text Placeholder 5">
            <a:extLst>
              <a:ext uri="{FF2B5EF4-FFF2-40B4-BE49-F238E27FC236}">
                <a16:creationId xmlns:a16="http://schemas.microsoft.com/office/drawing/2014/main" id="{691D2C31-38A5-2A9F-BBF3-CBAEB84F7974}"/>
              </a:ext>
            </a:extLst>
          </p:cNvPr>
          <p:cNvSpPr>
            <a:spLocks noGrp="1"/>
          </p:cNvSpPr>
          <p:nvPr>
            <p:ph type="body" sz="quarter" idx="10"/>
          </p:nvPr>
        </p:nvSpPr>
        <p:spPr>
          <a:xfrm>
            <a:off x="305991" y="952500"/>
            <a:ext cx="4031059" cy="3413203"/>
          </a:xfrm>
        </p:spPr>
        <p:txBody>
          <a:bodyPr/>
          <a:lstStyle>
            <a:lvl1pPr>
              <a:defRPr b="0">
                <a:solidFill>
                  <a:schemeClr val="tx1"/>
                </a:solidFill>
              </a:defRPr>
            </a:lvl1pPr>
            <a:lvl2pPr>
              <a:defRPr b="1">
                <a:solidFill>
                  <a:schemeClr val="tx2"/>
                </a:solidFill>
              </a:defRPr>
            </a:lvl2pPr>
            <a:lvl3pPr marL="214313" indent="-214313">
              <a:buClr>
                <a:schemeClr val="tx2"/>
              </a:buClr>
              <a:buFont typeface="Arial" panose="020B0604020202020204" pitchFamily="34" charset="0"/>
              <a:buChar char="•"/>
              <a:defRPr>
                <a:solidFill>
                  <a:schemeClr val="tx2"/>
                </a:solidFill>
              </a:defRPr>
            </a:lvl3pPr>
            <a:lvl4pPr marL="457200" indent="-257175">
              <a:buClr>
                <a:schemeClr val="tx2"/>
              </a:buClr>
              <a:buFont typeface="Arial" panose="020B0604020202020204" pitchFamily="34" charset="0"/>
              <a:buChar char="•"/>
              <a:defRPr>
                <a:solidFill>
                  <a:schemeClr val="tx1"/>
                </a:solidFill>
              </a:defRPr>
            </a:lvl4pPr>
            <a:lvl5pPr marL="617935" indent="-214313">
              <a:buClr>
                <a:schemeClr val="tx2"/>
              </a:buClr>
              <a:buFont typeface="Arial" panose="020B0604020202020204" pitchFamily="34" charset="0"/>
              <a:buChar cha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176D7601-B857-88F2-71E5-860ECFF45D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3" name="Text Placeholder 4">
            <a:extLst>
              <a:ext uri="{FF2B5EF4-FFF2-40B4-BE49-F238E27FC236}">
                <a16:creationId xmlns:a16="http://schemas.microsoft.com/office/drawing/2014/main" id="{94FD0519-914F-56D4-C4AE-FA537C0EE52E}"/>
              </a:ext>
            </a:extLst>
          </p:cNvPr>
          <p:cNvSpPr>
            <a:spLocks noGrp="1"/>
          </p:cNvSpPr>
          <p:nvPr>
            <p:ph type="body" idx="1"/>
          </p:nvPr>
        </p:nvSpPr>
        <p:spPr>
          <a:xfrm>
            <a:off x="324970" y="121418"/>
            <a:ext cx="4075581" cy="247009"/>
          </a:xfrm>
        </p:spPr>
        <p:txBody>
          <a:bodyPr>
            <a:normAutofit/>
          </a:bodyPr>
          <a:lstStyle>
            <a:lvl1pPr>
              <a:defRPr sz="825">
                <a:solidFill>
                  <a:schemeClr val="tx2"/>
                </a:solidFill>
              </a:defRPr>
            </a:lvl1pPr>
          </a:lstStyle>
          <a:p>
            <a:r>
              <a:rPr lang="en-GB"/>
              <a:t>SECTION TITLE</a:t>
            </a:r>
          </a:p>
          <a:p>
            <a:endParaRPr lang="en-GB"/>
          </a:p>
        </p:txBody>
      </p:sp>
      <p:sp>
        <p:nvSpPr>
          <p:cNvPr id="6" name="Text Placeholder 5">
            <a:extLst>
              <a:ext uri="{FF2B5EF4-FFF2-40B4-BE49-F238E27FC236}">
                <a16:creationId xmlns:a16="http://schemas.microsoft.com/office/drawing/2014/main" id="{B9FBF6E0-5E8D-D9A5-6A63-11591E39CD03}"/>
              </a:ext>
            </a:extLst>
          </p:cNvPr>
          <p:cNvSpPr>
            <a:spLocks noGrp="1"/>
          </p:cNvSpPr>
          <p:nvPr>
            <p:ph type="body" sz="quarter" idx="11"/>
          </p:nvPr>
        </p:nvSpPr>
        <p:spPr>
          <a:xfrm>
            <a:off x="4801791" y="952500"/>
            <a:ext cx="4031059" cy="3413203"/>
          </a:xfrm>
        </p:spPr>
        <p:txBody>
          <a:bodyPr/>
          <a:lstStyle>
            <a:lvl1pPr>
              <a:defRPr b="0">
                <a:solidFill>
                  <a:schemeClr val="tx1"/>
                </a:solidFill>
              </a:defRPr>
            </a:lvl1pPr>
            <a:lvl2pPr>
              <a:defRPr b="1">
                <a:solidFill>
                  <a:schemeClr val="tx2"/>
                </a:solidFill>
              </a:defRPr>
            </a:lvl2pPr>
            <a:lvl3pPr marL="214313" indent="-214313">
              <a:buClr>
                <a:schemeClr val="tx2"/>
              </a:buClr>
              <a:buFont typeface="Arial" panose="020B0604020202020204" pitchFamily="34" charset="0"/>
              <a:buChar char="•"/>
              <a:defRPr>
                <a:solidFill>
                  <a:schemeClr val="tx2"/>
                </a:solidFill>
              </a:defRPr>
            </a:lvl3pPr>
            <a:lvl4pPr marL="457200" indent="-257175">
              <a:buClr>
                <a:schemeClr val="tx2"/>
              </a:buClr>
              <a:buFont typeface="Arial" panose="020B0604020202020204" pitchFamily="34" charset="0"/>
              <a:buChar char="•"/>
              <a:defRPr>
                <a:solidFill>
                  <a:schemeClr val="tx1"/>
                </a:solidFill>
              </a:defRPr>
            </a:lvl4pPr>
            <a:lvl5pPr marL="617935" indent="-214313">
              <a:buClr>
                <a:schemeClr val="tx2"/>
              </a:buClr>
              <a:buFont typeface="Arial" panose="020B0604020202020204" pitchFamily="34" charset="0"/>
              <a:buChar cha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E047F49-654D-A132-6126-831BEE2BF9B9}"/>
              </a:ext>
            </a:extLst>
          </p:cNvPr>
          <p:cNvSpPr>
            <a:spLocks noGrp="1"/>
          </p:cNvSpPr>
          <p:nvPr>
            <p:ph type="dt" sz="half" idx="12"/>
          </p:nvPr>
        </p:nvSpPr>
        <p:spPr/>
        <p:txBody>
          <a:bodyPr/>
          <a:lstStyle/>
          <a:p>
            <a:fld id="{39B1DD55-FB57-1B4E-9700-0095280ED90B}" type="datetime1">
              <a:rPr lang="en-GB" smtClean="0"/>
              <a:pPr/>
              <a:t>24/08/2026</a:t>
            </a:fld>
            <a:endParaRPr lang="en-GB"/>
          </a:p>
        </p:txBody>
      </p:sp>
      <p:sp>
        <p:nvSpPr>
          <p:cNvPr id="8" name="Footer Placeholder 7">
            <a:extLst>
              <a:ext uri="{FF2B5EF4-FFF2-40B4-BE49-F238E27FC236}">
                <a16:creationId xmlns:a16="http://schemas.microsoft.com/office/drawing/2014/main" id="{D37CF680-CC51-1DE3-521C-08FA68EFED8E}"/>
              </a:ext>
            </a:extLst>
          </p:cNvPr>
          <p:cNvSpPr>
            <a:spLocks noGrp="1"/>
          </p:cNvSpPr>
          <p:nvPr>
            <p:ph type="ftr" sz="quarter" idx="13"/>
          </p:nvPr>
        </p:nvSpPr>
        <p:spPr/>
        <p:txBody>
          <a:bodyPr/>
          <a:lstStyle/>
          <a:p>
            <a:r>
              <a:rPr lang="en-US"/>
              <a:t>Presentation title</a:t>
            </a:r>
          </a:p>
        </p:txBody>
      </p:sp>
      <p:sp>
        <p:nvSpPr>
          <p:cNvPr id="10" name="Slide Number Placeholder 9">
            <a:extLst>
              <a:ext uri="{FF2B5EF4-FFF2-40B4-BE49-F238E27FC236}">
                <a16:creationId xmlns:a16="http://schemas.microsoft.com/office/drawing/2014/main" id="{63EA72E2-BBAC-04D9-FA3F-8A09D10A2693}"/>
              </a:ext>
            </a:extLst>
          </p:cNvPr>
          <p:cNvSpPr>
            <a:spLocks noGrp="1"/>
          </p:cNvSpPr>
          <p:nvPr>
            <p:ph type="sldNum" sz="quarter" idx="14"/>
          </p:nvPr>
        </p:nvSpPr>
        <p:spPr/>
        <p:txBody>
          <a:bodyPr/>
          <a:lstStyle/>
          <a:p>
            <a:fld id="{4770C07C-6EB6-43CC-802D-2DB2147E2D02}" type="slidenum">
              <a:rPr lang="en-GB" smtClean="0"/>
              <a:pPr/>
              <a:t>‹#›</a:t>
            </a:fld>
            <a:endParaRPr lang="en-GB"/>
          </a:p>
        </p:txBody>
      </p:sp>
    </p:spTree>
    <p:extLst>
      <p:ext uri="{BB962C8B-B14F-4D97-AF65-F5344CB8AC3E}">
        <p14:creationId xmlns:p14="http://schemas.microsoft.com/office/powerpoint/2010/main" val="2876094243"/>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slash pic">
    <p:bg>
      <p:bgRef idx="1001">
        <a:schemeClr val="bg1"/>
      </p:bgRef>
    </p:bg>
    <p:spTree>
      <p:nvGrpSpPr>
        <p:cNvPr id="1" name=""/>
        <p:cNvGrpSpPr/>
        <p:nvPr/>
      </p:nvGrpSpPr>
      <p:grpSpPr>
        <a:xfrm>
          <a:off x="0" y="0"/>
          <a:ext cx="0" cy="0"/>
          <a:chOff x="0" y="0"/>
          <a:chExt cx="0" cy="0"/>
        </a:xfrm>
      </p:grpSpPr>
      <p:sp>
        <p:nvSpPr>
          <p:cNvPr id="7" name="Picture Placeholder 24">
            <a:extLst>
              <a:ext uri="{FF2B5EF4-FFF2-40B4-BE49-F238E27FC236}">
                <a16:creationId xmlns:a16="http://schemas.microsoft.com/office/drawing/2014/main" id="{E8E371DB-5604-06C1-0335-644C27CB2670}"/>
              </a:ext>
            </a:extLst>
          </p:cNvPr>
          <p:cNvSpPr>
            <a:spLocks noGrp="1"/>
          </p:cNvSpPr>
          <p:nvPr>
            <p:ph type="pic" sz="quarter" idx="13"/>
          </p:nvPr>
        </p:nvSpPr>
        <p:spPr>
          <a:xfrm>
            <a:off x="4038439" y="1"/>
            <a:ext cx="5105561" cy="5143499"/>
          </a:xfrm>
          <a:custGeom>
            <a:avLst/>
            <a:gdLst>
              <a:gd name="connsiteX0" fmla="*/ 0 w 13614828"/>
              <a:gd name="connsiteY0" fmla="*/ 0 h 13715996"/>
              <a:gd name="connsiteX1" fmla="*/ 13614828 w 13614828"/>
              <a:gd name="connsiteY1" fmla="*/ 1 h 13715996"/>
              <a:gd name="connsiteX2" fmla="*/ 13614826 w 13614828"/>
              <a:gd name="connsiteY2" fmla="*/ 13715996 h 13715996"/>
              <a:gd name="connsiteX3" fmla="*/ 8401554 w 13614828"/>
              <a:gd name="connsiteY3" fmla="*/ 13715996 h 13715996"/>
              <a:gd name="connsiteX4" fmla="*/ 8368566 w 13614828"/>
              <a:gd name="connsiteY4" fmla="*/ 13628254 h 13715996"/>
              <a:gd name="connsiteX5" fmla="*/ 8118908 w 13614828"/>
              <a:gd name="connsiteY5" fmla="*/ 13386271 h 13715996"/>
              <a:gd name="connsiteX6" fmla="*/ 7892362 w 13614828"/>
              <a:gd name="connsiteY6" fmla="*/ 13129136 h 13715996"/>
              <a:gd name="connsiteX7" fmla="*/ 7872498 w 13614828"/>
              <a:gd name="connsiteY7" fmla="*/ 12748103 h 13715996"/>
              <a:gd name="connsiteX8" fmla="*/ 7630176 w 13614828"/>
              <a:gd name="connsiteY8" fmla="*/ 12501467 h 13715996"/>
              <a:gd name="connsiteX9" fmla="*/ 7537918 w 13614828"/>
              <a:gd name="connsiteY9" fmla="*/ 12163480 h 13715996"/>
              <a:gd name="connsiteX10" fmla="*/ 7155960 w 13614828"/>
              <a:gd name="connsiteY10" fmla="*/ 12000663 h 13715996"/>
              <a:gd name="connsiteX11" fmla="*/ 7104260 w 13614828"/>
              <a:gd name="connsiteY11" fmla="*/ 11639022 h 13715996"/>
              <a:gd name="connsiteX12" fmla="*/ 6833184 w 13614828"/>
              <a:gd name="connsiteY12" fmla="*/ 11408910 h 13715996"/>
              <a:gd name="connsiteX13" fmla="*/ 6770774 w 13614828"/>
              <a:gd name="connsiteY13" fmla="*/ 11053210 h 13715996"/>
              <a:gd name="connsiteX14" fmla="*/ 6681386 w 13614828"/>
              <a:gd name="connsiteY14" fmla="*/ 10713047 h 13715996"/>
              <a:gd name="connsiteX15" fmla="*/ 6507202 w 13614828"/>
              <a:gd name="connsiteY15" fmla="*/ 10425139 h 13715996"/>
              <a:gd name="connsiteX16" fmla="*/ 6048880 w 13614828"/>
              <a:gd name="connsiteY16" fmla="*/ 10308738 h 13715996"/>
              <a:gd name="connsiteX17" fmla="*/ 6090014 w 13614828"/>
              <a:gd name="connsiteY17" fmla="*/ 9890392 h 13715996"/>
              <a:gd name="connsiteX18" fmla="*/ 5974143 w 13614828"/>
              <a:gd name="connsiteY18" fmla="*/ 9566656 h 13715996"/>
              <a:gd name="connsiteX19" fmla="*/ 5612020 w 13614828"/>
              <a:gd name="connsiteY19" fmla="*/ 9392267 h 13715996"/>
              <a:gd name="connsiteX20" fmla="*/ 5546930 w 13614828"/>
              <a:gd name="connsiteY20" fmla="*/ 9038049 h 13715996"/>
              <a:gd name="connsiteX21" fmla="*/ 5345574 w 13614828"/>
              <a:gd name="connsiteY21" fmla="*/ 8766368 h 13715996"/>
              <a:gd name="connsiteX22" fmla="*/ 5130831 w 13614828"/>
              <a:gd name="connsiteY22" fmla="*/ 8502111 h 13715996"/>
              <a:gd name="connsiteX23" fmla="*/ 5073773 w 13614828"/>
              <a:gd name="connsiteY23" fmla="*/ 8143444 h 13715996"/>
              <a:gd name="connsiteX24" fmla="*/ 4841672 w 13614828"/>
              <a:gd name="connsiteY24" fmla="*/ 7889975 h 13715996"/>
              <a:gd name="connsiteX25" fmla="*/ 4614926 w 13614828"/>
              <a:gd name="connsiteY25" fmla="*/ 7633536 h 13715996"/>
              <a:gd name="connsiteX26" fmla="*/ 4439160 w 13614828"/>
              <a:gd name="connsiteY26" fmla="*/ 7345924 h 13715996"/>
              <a:gd name="connsiteX27" fmla="*/ 4278763 w 13614828"/>
              <a:gd name="connsiteY27" fmla="*/ 7049209 h 13715996"/>
              <a:gd name="connsiteX28" fmla="*/ 4194732 w 13614828"/>
              <a:gd name="connsiteY28" fmla="*/ 6706076 h 13715996"/>
              <a:gd name="connsiteX29" fmla="*/ 3976017 w 13614828"/>
              <a:gd name="connsiteY29" fmla="*/ 6445186 h 13715996"/>
              <a:gd name="connsiteX30" fmla="*/ 3686495 w 13614828"/>
              <a:gd name="connsiteY30" fmla="*/ 6227048 h 13715996"/>
              <a:gd name="connsiteX31" fmla="*/ 3698864 w 13614828"/>
              <a:gd name="connsiteY31" fmla="*/ 5825226 h 13715996"/>
              <a:gd name="connsiteX32" fmla="*/ 3353004 w 13614828"/>
              <a:gd name="connsiteY32" fmla="*/ 5641237 h 13715996"/>
              <a:gd name="connsiteX33" fmla="*/ 3317969 w 13614828"/>
              <a:gd name="connsiteY33" fmla="*/ 5268611 h 13715996"/>
              <a:gd name="connsiteX34" fmla="*/ 3035981 w 13614828"/>
              <a:gd name="connsiteY34" fmla="*/ 5045130 h 13715996"/>
              <a:gd name="connsiteX35" fmla="*/ 2987355 w 13614828"/>
              <a:gd name="connsiteY35" fmla="*/ 4680617 h 13715996"/>
              <a:gd name="connsiteX36" fmla="*/ 2571779 w 13614828"/>
              <a:gd name="connsiteY36" fmla="*/ 4538190 h 13715996"/>
              <a:gd name="connsiteX37" fmla="*/ 2664578 w 13614828"/>
              <a:gd name="connsiteY37" fmla="*/ 4088868 h 13715996"/>
              <a:gd name="connsiteX38" fmla="*/ 2415320 w 13614828"/>
              <a:gd name="connsiteY38" fmla="*/ 3845493 h 13715996"/>
              <a:gd name="connsiteX39" fmla="*/ 2083051 w 13614828"/>
              <a:gd name="connsiteY39" fmla="*/ 3653385 h 13715996"/>
              <a:gd name="connsiteX40" fmla="*/ 1903711 w 13614828"/>
              <a:gd name="connsiteY40" fmla="*/ 3367752 h 13715996"/>
              <a:gd name="connsiteX41" fmla="*/ 1850427 w 13614828"/>
              <a:gd name="connsiteY41" fmla="*/ 3006407 h 13715996"/>
              <a:gd name="connsiteX42" fmla="*/ 1553959 w 13614828"/>
              <a:gd name="connsiteY42" fmla="*/ 2791536 h 13715996"/>
              <a:gd name="connsiteX43" fmla="*/ 1398024 w 13614828"/>
              <a:gd name="connsiteY43" fmla="*/ 2492345 h 13715996"/>
              <a:gd name="connsiteX44" fmla="*/ 1409304 w 13614828"/>
              <a:gd name="connsiteY44" fmla="*/ 2091712 h 13715996"/>
              <a:gd name="connsiteX45" fmla="*/ 1208839 w 13614828"/>
              <a:gd name="connsiteY45" fmla="*/ 1819538 h 13715996"/>
              <a:gd name="connsiteX46" fmla="*/ 894122 w 13614828"/>
              <a:gd name="connsiteY46" fmla="*/ 1615952 h 13715996"/>
              <a:gd name="connsiteX47" fmla="*/ 897167 w 13614828"/>
              <a:gd name="connsiteY47" fmla="*/ 1220464 h 13715996"/>
              <a:gd name="connsiteX48" fmla="*/ 660406 w 13614828"/>
              <a:gd name="connsiteY48" fmla="*/ 970167 h 13715996"/>
              <a:gd name="connsiteX49" fmla="*/ 329723 w 13614828"/>
              <a:gd name="connsiteY49" fmla="*/ 777761 h 13715996"/>
              <a:gd name="connsiteX50" fmla="*/ 156433 w 13614828"/>
              <a:gd name="connsiteY50" fmla="*/ 489358 h 13715996"/>
              <a:gd name="connsiteX51" fmla="*/ 103146 w 13614828"/>
              <a:gd name="connsiteY51" fmla="*/ 128014 h 13715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3614828" h="13715996">
                <a:moveTo>
                  <a:pt x="0" y="0"/>
                </a:moveTo>
                <a:lnTo>
                  <a:pt x="13614828" y="1"/>
                </a:lnTo>
                <a:lnTo>
                  <a:pt x="13614826" y="13715996"/>
                </a:lnTo>
                <a:lnTo>
                  <a:pt x="8401554" y="13715996"/>
                </a:lnTo>
                <a:lnTo>
                  <a:pt x="8368566" y="13628254"/>
                </a:lnTo>
                <a:lnTo>
                  <a:pt x="8118908" y="13386271"/>
                </a:lnTo>
                <a:lnTo>
                  <a:pt x="7892362" y="13129136"/>
                </a:lnTo>
                <a:lnTo>
                  <a:pt x="7872498" y="12748103"/>
                </a:lnTo>
                <a:lnTo>
                  <a:pt x="7630176" y="12501467"/>
                </a:lnTo>
                <a:lnTo>
                  <a:pt x="7537918" y="12163480"/>
                </a:lnTo>
                <a:lnTo>
                  <a:pt x="7155960" y="12000663"/>
                </a:lnTo>
                <a:lnTo>
                  <a:pt x="7104260" y="11639022"/>
                </a:lnTo>
                <a:lnTo>
                  <a:pt x="6833184" y="11408910"/>
                </a:lnTo>
                <a:lnTo>
                  <a:pt x="6770774" y="11053210"/>
                </a:lnTo>
                <a:lnTo>
                  <a:pt x="6681386" y="10713047"/>
                </a:lnTo>
                <a:lnTo>
                  <a:pt x="6507202" y="10425139"/>
                </a:lnTo>
                <a:lnTo>
                  <a:pt x="6048880" y="10308738"/>
                </a:lnTo>
                <a:lnTo>
                  <a:pt x="6090014" y="9890392"/>
                </a:lnTo>
                <a:lnTo>
                  <a:pt x="5974143" y="9566656"/>
                </a:lnTo>
                <a:lnTo>
                  <a:pt x="5612020" y="9392267"/>
                </a:lnTo>
                <a:lnTo>
                  <a:pt x="5546930" y="9038049"/>
                </a:lnTo>
                <a:lnTo>
                  <a:pt x="5345574" y="8766368"/>
                </a:lnTo>
                <a:lnTo>
                  <a:pt x="5130831" y="8502111"/>
                </a:lnTo>
                <a:lnTo>
                  <a:pt x="5073773" y="8143444"/>
                </a:lnTo>
                <a:lnTo>
                  <a:pt x="4841672" y="7889975"/>
                </a:lnTo>
                <a:lnTo>
                  <a:pt x="4614926" y="7633536"/>
                </a:lnTo>
                <a:lnTo>
                  <a:pt x="4439160" y="7345924"/>
                </a:lnTo>
                <a:lnTo>
                  <a:pt x="4278763" y="7049209"/>
                </a:lnTo>
                <a:lnTo>
                  <a:pt x="4194732" y="6706076"/>
                </a:lnTo>
                <a:lnTo>
                  <a:pt x="3976017" y="6445186"/>
                </a:lnTo>
                <a:lnTo>
                  <a:pt x="3686495" y="6227048"/>
                </a:lnTo>
                <a:lnTo>
                  <a:pt x="3698864" y="5825226"/>
                </a:lnTo>
                <a:lnTo>
                  <a:pt x="3353004" y="5641237"/>
                </a:lnTo>
                <a:lnTo>
                  <a:pt x="3317969" y="5268611"/>
                </a:lnTo>
                <a:lnTo>
                  <a:pt x="3035981" y="5045130"/>
                </a:lnTo>
                <a:lnTo>
                  <a:pt x="2987355" y="4680617"/>
                </a:lnTo>
                <a:lnTo>
                  <a:pt x="2571779" y="4538190"/>
                </a:lnTo>
                <a:lnTo>
                  <a:pt x="2664578" y="4088868"/>
                </a:lnTo>
                <a:lnTo>
                  <a:pt x="2415320" y="3845493"/>
                </a:lnTo>
                <a:lnTo>
                  <a:pt x="2083051" y="3653385"/>
                </a:lnTo>
                <a:lnTo>
                  <a:pt x="1903711" y="3367752"/>
                </a:lnTo>
                <a:lnTo>
                  <a:pt x="1850427" y="3006407"/>
                </a:lnTo>
                <a:lnTo>
                  <a:pt x="1553959" y="2791536"/>
                </a:lnTo>
                <a:lnTo>
                  <a:pt x="1398024" y="2492345"/>
                </a:lnTo>
                <a:lnTo>
                  <a:pt x="1409304" y="2091712"/>
                </a:lnTo>
                <a:lnTo>
                  <a:pt x="1208839" y="1819538"/>
                </a:lnTo>
                <a:lnTo>
                  <a:pt x="894122" y="1615952"/>
                </a:lnTo>
                <a:lnTo>
                  <a:pt x="897167" y="1220464"/>
                </a:lnTo>
                <a:lnTo>
                  <a:pt x="660406" y="970167"/>
                </a:lnTo>
                <a:lnTo>
                  <a:pt x="329723" y="777761"/>
                </a:lnTo>
                <a:lnTo>
                  <a:pt x="156433" y="489358"/>
                </a:lnTo>
                <a:lnTo>
                  <a:pt x="103146" y="128014"/>
                </a:lnTo>
                <a:close/>
              </a:path>
            </a:pathLst>
          </a:custGeom>
          <a:solidFill>
            <a:schemeClr val="bg1">
              <a:lumMod val="95000"/>
            </a:schemeClr>
          </a:solidFill>
        </p:spPr>
        <p:txBody>
          <a:bodyPr wrap="square" tIns="108000">
            <a:noAutofit/>
          </a:bodyPr>
          <a:lstStyle>
            <a:lvl1pPr algn="ctr">
              <a:defRPr>
                <a:solidFill>
                  <a:schemeClr val="tx1"/>
                </a:solidFill>
              </a:defRPr>
            </a:lvl1pPr>
          </a:lstStyle>
          <a:p>
            <a:endParaRPr lang="en-US"/>
          </a:p>
        </p:txBody>
      </p:sp>
      <p:sp>
        <p:nvSpPr>
          <p:cNvPr id="2" name="Title Placeholder 1">
            <a:extLst>
              <a:ext uri="{FF2B5EF4-FFF2-40B4-BE49-F238E27FC236}">
                <a16:creationId xmlns:a16="http://schemas.microsoft.com/office/drawing/2014/main" id="{A47DD52C-FAC8-944D-4900-87E6D97BFBCD}"/>
              </a:ext>
            </a:extLst>
          </p:cNvPr>
          <p:cNvSpPr>
            <a:spLocks noGrp="1"/>
          </p:cNvSpPr>
          <p:nvPr>
            <p:ph type="title" hasCustomPrompt="1"/>
          </p:nvPr>
        </p:nvSpPr>
        <p:spPr>
          <a:xfrm>
            <a:off x="305992" y="439341"/>
            <a:ext cx="8532018" cy="696851"/>
          </a:xfrm>
          <a:prstGeom prst="rect">
            <a:avLst/>
          </a:prstGeom>
        </p:spPr>
        <p:txBody>
          <a:bodyPr vert="horz" lIns="0" tIns="0" rIns="0" bIns="0" rtlCol="0" anchor="t" anchorCtr="0">
            <a:noAutofit/>
          </a:bodyPr>
          <a:lstStyle>
            <a:lvl1pPr>
              <a:defRPr>
                <a:solidFill>
                  <a:schemeClr val="tx1"/>
                </a:solidFill>
              </a:defRPr>
            </a:lvl1pPr>
          </a:lstStyle>
          <a:p>
            <a:r>
              <a:rPr lang="en-US"/>
              <a:t>Click to edit title style</a:t>
            </a:r>
            <a:endParaRPr lang="en-GB"/>
          </a:p>
        </p:txBody>
      </p:sp>
      <p:sp>
        <p:nvSpPr>
          <p:cNvPr id="5" name="Text Placeholder 5">
            <a:extLst>
              <a:ext uri="{FF2B5EF4-FFF2-40B4-BE49-F238E27FC236}">
                <a16:creationId xmlns:a16="http://schemas.microsoft.com/office/drawing/2014/main" id="{691D2C31-38A5-2A9F-BBF3-CBAEB84F7974}"/>
              </a:ext>
            </a:extLst>
          </p:cNvPr>
          <p:cNvSpPr>
            <a:spLocks noGrp="1"/>
          </p:cNvSpPr>
          <p:nvPr>
            <p:ph type="body" sz="quarter" idx="10"/>
          </p:nvPr>
        </p:nvSpPr>
        <p:spPr>
          <a:xfrm>
            <a:off x="305992" y="952500"/>
            <a:ext cx="4266008" cy="3413203"/>
          </a:xfrm>
        </p:spPr>
        <p:txBody>
          <a:bodyPr/>
          <a:lstStyle>
            <a:lvl1pPr>
              <a:defRPr>
                <a:solidFill>
                  <a:schemeClr val="tx1"/>
                </a:solidFill>
              </a:defRPr>
            </a:lvl1pPr>
            <a:lvl2pPr>
              <a:defRPr>
                <a:solidFill>
                  <a:schemeClr val="tx2"/>
                </a:solidFill>
              </a:defRPr>
            </a:lvl2pPr>
            <a:lvl3pPr>
              <a:defRPr>
                <a:solidFill>
                  <a:schemeClr val="tx2"/>
                </a:solidFill>
              </a:defRPr>
            </a:lvl3pPr>
            <a:lvl4pPr marL="457200" indent="-257175">
              <a:buClr>
                <a:schemeClr val="tx2"/>
              </a:buClr>
              <a:buFont typeface="Arial" panose="020B0604020202020204" pitchFamily="34" charset="0"/>
              <a:buChar char="•"/>
              <a:defRPr>
                <a:solidFill>
                  <a:schemeClr val="tx1"/>
                </a:solidFill>
              </a:defRPr>
            </a:lvl4pPr>
            <a:lvl5pPr marL="617935" indent="-214313">
              <a:buClr>
                <a:schemeClr val="tx2"/>
              </a:buClr>
              <a:buFont typeface="Arial" panose="020B0604020202020204" pitchFamily="34" charset="0"/>
              <a:buChar cha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176D7601-B857-88F2-71E5-860ECFF45D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3" name="Text Placeholder 4">
            <a:extLst>
              <a:ext uri="{FF2B5EF4-FFF2-40B4-BE49-F238E27FC236}">
                <a16:creationId xmlns:a16="http://schemas.microsoft.com/office/drawing/2014/main" id="{94FD0519-914F-56D4-C4AE-FA537C0EE52E}"/>
              </a:ext>
            </a:extLst>
          </p:cNvPr>
          <p:cNvSpPr>
            <a:spLocks noGrp="1"/>
          </p:cNvSpPr>
          <p:nvPr>
            <p:ph type="body" idx="1"/>
          </p:nvPr>
        </p:nvSpPr>
        <p:spPr>
          <a:xfrm>
            <a:off x="324970" y="121418"/>
            <a:ext cx="4075581" cy="247009"/>
          </a:xfrm>
        </p:spPr>
        <p:txBody>
          <a:bodyPr>
            <a:normAutofit/>
          </a:bodyPr>
          <a:lstStyle>
            <a:lvl1pPr>
              <a:defRPr sz="825">
                <a:solidFill>
                  <a:schemeClr val="tx2"/>
                </a:solidFill>
              </a:defRPr>
            </a:lvl1pPr>
          </a:lstStyle>
          <a:p>
            <a:r>
              <a:rPr lang="en-GB"/>
              <a:t>SECTION TITLE</a:t>
            </a:r>
          </a:p>
          <a:p>
            <a:endParaRPr lang="en-GB"/>
          </a:p>
        </p:txBody>
      </p:sp>
      <p:sp>
        <p:nvSpPr>
          <p:cNvPr id="14" name="Date Placeholder 13">
            <a:extLst>
              <a:ext uri="{FF2B5EF4-FFF2-40B4-BE49-F238E27FC236}">
                <a16:creationId xmlns:a16="http://schemas.microsoft.com/office/drawing/2014/main" id="{E7FA9138-FC31-250C-4208-6990EEBAFBAB}"/>
              </a:ext>
            </a:extLst>
          </p:cNvPr>
          <p:cNvSpPr>
            <a:spLocks noGrp="1"/>
          </p:cNvSpPr>
          <p:nvPr>
            <p:ph type="dt" sz="half" idx="14"/>
          </p:nvPr>
        </p:nvSpPr>
        <p:spPr/>
        <p:txBody>
          <a:bodyPr/>
          <a:lstStyle/>
          <a:p>
            <a:fld id="{39B1DD55-FB57-1B4E-9700-0095280ED90B}" type="datetime1">
              <a:rPr lang="en-GB" smtClean="0"/>
              <a:pPr/>
              <a:t>24/08/2026</a:t>
            </a:fld>
            <a:endParaRPr lang="en-GB"/>
          </a:p>
        </p:txBody>
      </p:sp>
      <p:sp>
        <p:nvSpPr>
          <p:cNvPr id="15" name="Footer Placeholder 14">
            <a:extLst>
              <a:ext uri="{FF2B5EF4-FFF2-40B4-BE49-F238E27FC236}">
                <a16:creationId xmlns:a16="http://schemas.microsoft.com/office/drawing/2014/main" id="{9C2416AA-2F6C-55AC-2D2D-FEEDB424992A}"/>
              </a:ext>
            </a:extLst>
          </p:cNvPr>
          <p:cNvSpPr>
            <a:spLocks noGrp="1"/>
          </p:cNvSpPr>
          <p:nvPr>
            <p:ph type="ftr" sz="quarter" idx="15"/>
          </p:nvPr>
        </p:nvSpPr>
        <p:spPr/>
        <p:txBody>
          <a:bodyPr/>
          <a:lstStyle/>
          <a:p>
            <a:r>
              <a:rPr lang="en-US"/>
              <a:t>Presentation title</a:t>
            </a:r>
          </a:p>
        </p:txBody>
      </p:sp>
      <p:sp>
        <p:nvSpPr>
          <p:cNvPr id="16" name="Slide Number Placeholder 15">
            <a:extLst>
              <a:ext uri="{FF2B5EF4-FFF2-40B4-BE49-F238E27FC236}">
                <a16:creationId xmlns:a16="http://schemas.microsoft.com/office/drawing/2014/main" id="{96460A07-80D0-5856-3805-20CDF0635329}"/>
              </a:ext>
            </a:extLst>
          </p:cNvPr>
          <p:cNvSpPr>
            <a:spLocks noGrp="1"/>
          </p:cNvSpPr>
          <p:nvPr>
            <p:ph type="sldNum" sz="quarter" idx="16"/>
          </p:nvPr>
        </p:nvSpPr>
        <p:spPr/>
        <p:txBody>
          <a:bodyPr/>
          <a:lstStyle/>
          <a:p>
            <a:fld id="{4770C07C-6EB6-43CC-802D-2DB2147E2D02}" type="slidenum">
              <a:rPr lang="en-GB" smtClean="0"/>
              <a:pPr/>
              <a:t>‹#›</a:t>
            </a:fld>
            <a:endParaRPr lang="en-GB"/>
          </a:p>
        </p:txBody>
      </p:sp>
    </p:spTree>
    <p:extLst>
      <p:ext uri="{BB962C8B-B14F-4D97-AF65-F5344CB8AC3E}">
        <p14:creationId xmlns:p14="http://schemas.microsoft.com/office/powerpoint/2010/main" val="2739130317"/>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s">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589CCE-EF5B-863E-8D93-019E6CDA28D1}"/>
              </a:ext>
            </a:extLst>
          </p:cNvPr>
          <p:cNvSpPr>
            <a:spLocks noGrp="1"/>
          </p:cNvSpPr>
          <p:nvPr>
            <p:ph type="title" hasCustomPrompt="1"/>
          </p:nvPr>
        </p:nvSpPr>
        <p:spPr>
          <a:xfrm>
            <a:off x="305992" y="440100"/>
            <a:ext cx="2858690" cy="650192"/>
          </a:xfrm>
          <a:prstGeom prst="rect">
            <a:avLst/>
          </a:prstGeom>
        </p:spPr>
        <p:txBody>
          <a:bodyPr vert="horz" lIns="0" tIns="0" rIns="0" bIns="0" rtlCol="0" anchor="t" anchorCtr="0">
            <a:noAutofit/>
          </a:bodyPr>
          <a:lstStyle>
            <a:lvl1pPr>
              <a:defRPr>
                <a:solidFill>
                  <a:schemeClr val="tx1"/>
                </a:solidFill>
              </a:defRPr>
            </a:lvl1pPr>
          </a:lstStyle>
          <a:p>
            <a:r>
              <a:rPr lang="en-US"/>
              <a:t>Click to edit title</a:t>
            </a:r>
            <a:endParaRPr lang="en-GB"/>
          </a:p>
        </p:txBody>
      </p:sp>
      <p:sp>
        <p:nvSpPr>
          <p:cNvPr id="3" name="Content Placeholder 3">
            <a:extLst>
              <a:ext uri="{FF2B5EF4-FFF2-40B4-BE49-F238E27FC236}">
                <a16:creationId xmlns:a16="http://schemas.microsoft.com/office/drawing/2014/main" id="{29BE45A9-2185-8740-26FB-67FC60962FE1}"/>
              </a:ext>
            </a:extLst>
          </p:cNvPr>
          <p:cNvSpPr>
            <a:spLocks noGrp="1"/>
          </p:cNvSpPr>
          <p:nvPr>
            <p:ph sz="quarter" idx="11"/>
          </p:nvPr>
        </p:nvSpPr>
        <p:spPr>
          <a:xfrm>
            <a:off x="3881437" y="240301"/>
            <a:ext cx="4956572" cy="4187411"/>
          </a:xfrm>
        </p:spPr>
        <p:txBody>
          <a:bodyPr/>
          <a:lstStyle>
            <a:lvl1pPr>
              <a:defRPr>
                <a:solidFill>
                  <a:schemeClr val="tx1"/>
                </a:solidFill>
              </a:defRPr>
            </a:lvl1pPr>
            <a:lvl2pPr>
              <a:defRPr>
                <a:solidFill>
                  <a:schemeClr val="tx1"/>
                </a:solidFill>
              </a:defRPr>
            </a:lvl2pPr>
            <a:lvl3pPr>
              <a:defRPr>
                <a:solidFill>
                  <a:schemeClr val="tx2"/>
                </a:solidFill>
              </a:defRPr>
            </a:lvl3pPr>
            <a:lvl4pPr marL="457200" indent="-257175">
              <a:buClr>
                <a:schemeClr val="tx2"/>
              </a:buClr>
              <a:buFont typeface="Arial" panose="020B0604020202020204" pitchFamily="34" charset="0"/>
              <a:buChar char="•"/>
              <a:defRPr>
                <a:solidFill>
                  <a:schemeClr val="tx1"/>
                </a:solidFill>
              </a:defRPr>
            </a:lvl4pPr>
            <a:lvl5pPr marL="617935" indent="-214313">
              <a:buClr>
                <a:schemeClr val="tx2"/>
              </a:buClr>
              <a:buFont typeface="Arial" panose="020B0604020202020204" pitchFamily="34" charset="0"/>
              <a:buChar cha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04E5DF1A-69CA-5971-2D30-26CECDA2E1B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5" name="Date Placeholder 4">
            <a:extLst>
              <a:ext uri="{FF2B5EF4-FFF2-40B4-BE49-F238E27FC236}">
                <a16:creationId xmlns:a16="http://schemas.microsoft.com/office/drawing/2014/main" id="{668AC4FD-F019-F029-A9F7-033FACF24C40}"/>
              </a:ext>
            </a:extLst>
          </p:cNvPr>
          <p:cNvSpPr>
            <a:spLocks noGrp="1"/>
          </p:cNvSpPr>
          <p:nvPr>
            <p:ph type="dt" sz="half" idx="12"/>
          </p:nvPr>
        </p:nvSpPr>
        <p:spPr/>
        <p:txBody>
          <a:bodyPr/>
          <a:lstStyle/>
          <a:p>
            <a:fld id="{39B1DD55-FB57-1B4E-9700-0095280ED90B}" type="datetime1">
              <a:rPr lang="en-GB" smtClean="0"/>
              <a:pPr/>
              <a:t>24/08/2026</a:t>
            </a:fld>
            <a:endParaRPr lang="en-GB"/>
          </a:p>
        </p:txBody>
      </p:sp>
      <p:sp>
        <p:nvSpPr>
          <p:cNvPr id="6" name="Footer Placeholder 5">
            <a:extLst>
              <a:ext uri="{FF2B5EF4-FFF2-40B4-BE49-F238E27FC236}">
                <a16:creationId xmlns:a16="http://schemas.microsoft.com/office/drawing/2014/main" id="{C0F26E6C-296B-60F4-2C29-D2B0753CF0D0}"/>
              </a:ext>
            </a:extLst>
          </p:cNvPr>
          <p:cNvSpPr>
            <a:spLocks noGrp="1"/>
          </p:cNvSpPr>
          <p:nvPr>
            <p:ph type="ftr" sz="quarter" idx="13"/>
          </p:nvPr>
        </p:nvSpPr>
        <p:spPr/>
        <p:txBody>
          <a:bodyPr/>
          <a:lstStyle/>
          <a:p>
            <a:r>
              <a:rPr lang="en-US"/>
              <a:t>Presentation title</a:t>
            </a:r>
          </a:p>
        </p:txBody>
      </p:sp>
      <p:sp>
        <p:nvSpPr>
          <p:cNvPr id="8" name="Slide Number Placeholder 7">
            <a:extLst>
              <a:ext uri="{FF2B5EF4-FFF2-40B4-BE49-F238E27FC236}">
                <a16:creationId xmlns:a16="http://schemas.microsoft.com/office/drawing/2014/main" id="{D4DF54EF-A6B2-FBA3-0608-03E07445F604}"/>
              </a:ext>
            </a:extLst>
          </p:cNvPr>
          <p:cNvSpPr>
            <a:spLocks noGrp="1"/>
          </p:cNvSpPr>
          <p:nvPr>
            <p:ph type="sldNum" sz="quarter" idx="14"/>
          </p:nvPr>
        </p:nvSpPr>
        <p:spPr/>
        <p:txBody>
          <a:bodyPr/>
          <a:lstStyle/>
          <a:p>
            <a:fld id="{4770C07C-6EB6-43CC-802D-2DB2147E2D02}" type="slidenum">
              <a:rPr lang="en-GB" smtClean="0"/>
              <a:pPr/>
              <a:t>‹#›</a:t>
            </a:fld>
            <a:endParaRPr lang="en-GB"/>
          </a:p>
        </p:txBody>
      </p:sp>
    </p:spTree>
    <p:extLst>
      <p:ext uri="{BB962C8B-B14F-4D97-AF65-F5344CB8AC3E}">
        <p14:creationId xmlns:p14="http://schemas.microsoft.com/office/powerpoint/2010/main" val="1285253964"/>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_half page-green">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7F28D5-2304-2FEF-4333-5212EFD7CC35}"/>
              </a:ext>
            </a:extLst>
          </p:cNvPr>
          <p:cNvSpPr/>
          <p:nvPr userDrawn="1"/>
        </p:nvSpPr>
        <p:spPr>
          <a:xfrm>
            <a:off x="4595812" y="0"/>
            <a:ext cx="4548188"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 name="Picture 1">
            <a:extLst>
              <a:ext uri="{FF2B5EF4-FFF2-40B4-BE49-F238E27FC236}">
                <a16:creationId xmlns:a16="http://schemas.microsoft.com/office/drawing/2014/main" id="{6B5E16F4-1702-9F1B-24FB-C03AFE9B0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4" name="Title Placeholder 1">
            <a:extLst>
              <a:ext uri="{FF2B5EF4-FFF2-40B4-BE49-F238E27FC236}">
                <a16:creationId xmlns:a16="http://schemas.microsoft.com/office/drawing/2014/main" id="{D567E2B7-8087-7902-7E20-5FD8878B2973}"/>
              </a:ext>
            </a:extLst>
          </p:cNvPr>
          <p:cNvSpPr>
            <a:spLocks noGrp="1"/>
          </p:cNvSpPr>
          <p:nvPr>
            <p:ph type="title" hasCustomPrompt="1"/>
          </p:nvPr>
        </p:nvSpPr>
        <p:spPr>
          <a:xfrm>
            <a:off x="305993" y="439341"/>
            <a:ext cx="4094558" cy="451151"/>
          </a:xfrm>
          <a:prstGeom prst="rect">
            <a:avLst/>
          </a:prstGeom>
        </p:spPr>
        <p:txBody>
          <a:bodyPr vert="horz" lIns="0" tIns="0" rIns="0" bIns="0" rtlCol="0" anchor="t" anchorCtr="0">
            <a:noAutofit/>
          </a:bodyPr>
          <a:lstStyle>
            <a:lvl1pPr>
              <a:defRPr>
                <a:solidFill>
                  <a:schemeClr val="tx1"/>
                </a:solidFill>
              </a:defRPr>
            </a:lvl1pPr>
          </a:lstStyle>
          <a:p>
            <a:r>
              <a:rPr lang="en-US"/>
              <a:t>Click to edit title style</a:t>
            </a:r>
            <a:endParaRPr lang="en-GB"/>
          </a:p>
        </p:txBody>
      </p:sp>
      <p:sp>
        <p:nvSpPr>
          <p:cNvPr id="12" name="Text Placeholder 5">
            <a:extLst>
              <a:ext uri="{FF2B5EF4-FFF2-40B4-BE49-F238E27FC236}">
                <a16:creationId xmlns:a16="http://schemas.microsoft.com/office/drawing/2014/main" id="{C8668E04-3345-85BD-01BC-DB295512F9AD}"/>
              </a:ext>
            </a:extLst>
          </p:cNvPr>
          <p:cNvSpPr>
            <a:spLocks noGrp="1"/>
          </p:cNvSpPr>
          <p:nvPr>
            <p:ph type="body" sz="quarter" idx="10"/>
          </p:nvPr>
        </p:nvSpPr>
        <p:spPr>
          <a:xfrm>
            <a:off x="305992" y="952500"/>
            <a:ext cx="4094559" cy="3413203"/>
          </a:xfrm>
        </p:spPr>
        <p:txBody>
          <a:bodyPr>
            <a:noAutofit/>
          </a:bodyPr>
          <a:lstStyle>
            <a:lvl1pPr>
              <a:defRPr b="0">
                <a:solidFill>
                  <a:schemeClr val="tx1"/>
                </a:solidFill>
              </a:defRPr>
            </a:lvl1pPr>
            <a:lvl2pPr>
              <a:defRPr>
                <a:solidFill>
                  <a:schemeClr val="tx2"/>
                </a:solidFill>
                <a:latin typeface="+mn-lt"/>
              </a:defRPr>
            </a:lvl2pPr>
            <a:lvl3pPr>
              <a:defRPr>
                <a:solidFill>
                  <a:schemeClr val="tx2"/>
                </a:solidFill>
                <a:latin typeface="+mn-lt"/>
              </a:defRPr>
            </a:lvl3pPr>
            <a:lvl4pPr marL="457200" indent="-257175">
              <a:buClr>
                <a:schemeClr val="tx2"/>
              </a:buClr>
              <a:buFont typeface="Arial" panose="020B0604020202020204" pitchFamily="34" charset="0"/>
              <a:buChar char="•"/>
              <a:defRPr>
                <a:solidFill>
                  <a:schemeClr val="tx1"/>
                </a:solidFill>
                <a:latin typeface="+mn-lt"/>
              </a:defRPr>
            </a:lvl4pPr>
            <a:lvl5pPr marL="617935" indent="-214313">
              <a:buClr>
                <a:schemeClr val="tx2"/>
              </a:buClr>
              <a:buFont typeface="Arial" panose="020B0604020202020204" pitchFamily="34" charset="0"/>
              <a:buChar char="•"/>
              <a:defRPr>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989ADD8-2ED7-9A53-797F-1EE5295ECDC2}"/>
              </a:ext>
            </a:extLst>
          </p:cNvPr>
          <p:cNvSpPr>
            <a:spLocks noGrp="1"/>
          </p:cNvSpPr>
          <p:nvPr>
            <p:ph type="body" idx="1"/>
          </p:nvPr>
        </p:nvSpPr>
        <p:spPr>
          <a:xfrm>
            <a:off x="324970" y="121418"/>
            <a:ext cx="4094558" cy="247009"/>
          </a:xfrm>
        </p:spPr>
        <p:txBody>
          <a:bodyPr>
            <a:normAutofit/>
          </a:bodyPr>
          <a:lstStyle>
            <a:lvl1pPr>
              <a:defRPr sz="825">
                <a:solidFill>
                  <a:schemeClr val="tx2"/>
                </a:solidFill>
              </a:defRPr>
            </a:lvl1pPr>
          </a:lstStyle>
          <a:p>
            <a:r>
              <a:rPr lang="en-GB"/>
              <a:t>SECTION TITLE</a:t>
            </a:r>
          </a:p>
          <a:p>
            <a:endParaRPr lang="en-GB"/>
          </a:p>
        </p:txBody>
      </p:sp>
      <p:sp>
        <p:nvSpPr>
          <p:cNvPr id="6" name="Date Placeholder 5">
            <a:extLst>
              <a:ext uri="{FF2B5EF4-FFF2-40B4-BE49-F238E27FC236}">
                <a16:creationId xmlns:a16="http://schemas.microsoft.com/office/drawing/2014/main" id="{A043C670-4B8E-4CD3-DB2C-49E48CD54E75}"/>
              </a:ext>
            </a:extLst>
          </p:cNvPr>
          <p:cNvSpPr>
            <a:spLocks noGrp="1"/>
          </p:cNvSpPr>
          <p:nvPr>
            <p:ph type="dt" sz="half" idx="11"/>
          </p:nvPr>
        </p:nvSpPr>
        <p:spPr/>
        <p:txBody>
          <a:bodyPr/>
          <a:lstStyle/>
          <a:p>
            <a:fld id="{39B1DD55-FB57-1B4E-9700-0095280ED90B}" type="datetime1">
              <a:rPr lang="en-GB" smtClean="0"/>
              <a:pPr/>
              <a:t>24/08/2026</a:t>
            </a:fld>
            <a:endParaRPr lang="en-GB"/>
          </a:p>
        </p:txBody>
      </p:sp>
      <p:sp>
        <p:nvSpPr>
          <p:cNvPr id="7" name="Footer Placeholder 6">
            <a:extLst>
              <a:ext uri="{FF2B5EF4-FFF2-40B4-BE49-F238E27FC236}">
                <a16:creationId xmlns:a16="http://schemas.microsoft.com/office/drawing/2014/main" id="{901A5E86-EF39-3C0D-3F94-08CC655A2184}"/>
              </a:ext>
            </a:extLst>
          </p:cNvPr>
          <p:cNvSpPr>
            <a:spLocks noGrp="1"/>
          </p:cNvSpPr>
          <p:nvPr>
            <p:ph type="ftr" sz="quarter" idx="12"/>
          </p:nvPr>
        </p:nvSpPr>
        <p:spPr/>
        <p:txBody>
          <a:bodyPr/>
          <a:lstStyle/>
          <a:p>
            <a:r>
              <a:rPr lang="en-US"/>
              <a:t>Presentation title</a:t>
            </a:r>
          </a:p>
        </p:txBody>
      </p:sp>
      <p:sp>
        <p:nvSpPr>
          <p:cNvPr id="8" name="Slide Number Placeholder 7">
            <a:extLst>
              <a:ext uri="{FF2B5EF4-FFF2-40B4-BE49-F238E27FC236}">
                <a16:creationId xmlns:a16="http://schemas.microsoft.com/office/drawing/2014/main" id="{713BB99D-0911-7108-C586-0A0F6E30DF48}"/>
              </a:ext>
            </a:extLst>
          </p:cNvPr>
          <p:cNvSpPr>
            <a:spLocks noGrp="1"/>
          </p:cNvSpPr>
          <p:nvPr>
            <p:ph type="sldNum" sz="quarter" idx="13"/>
          </p:nvPr>
        </p:nvSpPr>
        <p:spPr/>
        <p:txBody>
          <a:bodyPr/>
          <a:lstStyle/>
          <a:p>
            <a:fld id="{4770C07C-6EB6-43CC-802D-2DB2147E2D02}" type="slidenum">
              <a:rPr lang="en-GB" smtClean="0"/>
              <a:pPr/>
              <a:t>‹#›</a:t>
            </a:fld>
            <a:endParaRPr lang="en-GB"/>
          </a:p>
        </p:txBody>
      </p:sp>
    </p:spTree>
    <p:extLst>
      <p:ext uri="{BB962C8B-B14F-4D97-AF65-F5344CB8AC3E}">
        <p14:creationId xmlns:p14="http://schemas.microsoft.com/office/powerpoint/2010/main" val="352805581"/>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_quote half page-green">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7F28D5-2304-2FEF-4333-5212EFD7CC35}"/>
              </a:ext>
            </a:extLst>
          </p:cNvPr>
          <p:cNvSpPr/>
          <p:nvPr userDrawn="1"/>
        </p:nvSpPr>
        <p:spPr>
          <a:xfrm>
            <a:off x="4595812" y="0"/>
            <a:ext cx="4548188"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2" name="Picture 1">
            <a:extLst>
              <a:ext uri="{FF2B5EF4-FFF2-40B4-BE49-F238E27FC236}">
                <a16:creationId xmlns:a16="http://schemas.microsoft.com/office/drawing/2014/main" id="{6B5E16F4-1702-9F1B-24FB-C03AFE9B0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4" name="Title Placeholder 1">
            <a:extLst>
              <a:ext uri="{FF2B5EF4-FFF2-40B4-BE49-F238E27FC236}">
                <a16:creationId xmlns:a16="http://schemas.microsoft.com/office/drawing/2014/main" id="{D567E2B7-8087-7902-7E20-5FD8878B2973}"/>
              </a:ext>
            </a:extLst>
          </p:cNvPr>
          <p:cNvSpPr>
            <a:spLocks noGrp="1"/>
          </p:cNvSpPr>
          <p:nvPr>
            <p:ph type="title" hasCustomPrompt="1"/>
          </p:nvPr>
        </p:nvSpPr>
        <p:spPr>
          <a:xfrm>
            <a:off x="305993" y="439341"/>
            <a:ext cx="4094558" cy="451151"/>
          </a:xfrm>
          <a:prstGeom prst="rect">
            <a:avLst/>
          </a:prstGeom>
        </p:spPr>
        <p:txBody>
          <a:bodyPr vert="horz" lIns="0" tIns="0" rIns="0" bIns="0" rtlCol="0" anchor="t" anchorCtr="0">
            <a:noAutofit/>
          </a:bodyPr>
          <a:lstStyle>
            <a:lvl1pPr>
              <a:defRPr>
                <a:solidFill>
                  <a:schemeClr val="tx1"/>
                </a:solidFill>
              </a:defRPr>
            </a:lvl1pPr>
          </a:lstStyle>
          <a:p>
            <a:r>
              <a:rPr lang="en-US"/>
              <a:t>Click to edit title style</a:t>
            </a:r>
            <a:endParaRPr lang="en-GB"/>
          </a:p>
        </p:txBody>
      </p:sp>
      <p:sp>
        <p:nvSpPr>
          <p:cNvPr id="9" name="Footer Placeholder 11">
            <a:extLst>
              <a:ext uri="{FF2B5EF4-FFF2-40B4-BE49-F238E27FC236}">
                <a16:creationId xmlns:a16="http://schemas.microsoft.com/office/drawing/2014/main" id="{29375964-1797-6ACF-F964-4CEE94C42B9C}"/>
              </a:ext>
            </a:extLst>
          </p:cNvPr>
          <p:cNvSpPr txBox="1">
            <a:spLocks/>
          </p:cNvSpPr>
          <p:nvPr userDrawn="1"/>
        </p:nvSpPr>
        <p:spPr>
          <a:xfrm>
            <a:off x="6646274" y="4930619"/>
            <a:ext cx="2191736" cy="87520"/>
          </a:xfrm>
          <a:prstGeom prst="rect">
            <a:avLst/>
          </a:prstGeom>
        </p:spPr>
        <p:txBody>
          <a:bodyPr lIns="0" tIns="0" rIns="0" bIns="0" anchor="t" anchorCtr="0"/>
          <a:lstStyle>
            <a:defPPr>
              <a:defRPr lang="en-US"/>
            </a:defPPr>
            <a:lvl1pPr marL="0" algn="l" defTabSz="914400" rtl="0" eaLnBrk="1" latinLnBrk="0" hangingPunct="1">
              <a:defRPr sz="900" kern="1200">
                <a:solidFill>
                  <a:srgbClr val="00709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685800" rtl="0" eaLnBrk="1" fontAlgn="auto" latinLnBrk="0" hangingPunct="1">
              <a:lnSpc>
                <a:spcPct val="100000"/>
              </a:lnSpc>
              <a:spcBef>
                <a:spcPts val="0"/>
              </a:spcBef>
              <a:spcAft>
                <a:spcPts val="0"/>
              </a:spcAft>
              <a:buClrTx/>
              <a:buSzTx/>
              <a:buFontTx/>
              <a:buNone/>
              <a:tabLst/>
              <a:defRPr/>
            </a:pPr>
            <a:r>
              <a:rPr lang="en-GB" sz="600">
                <a:solidFill>
                  <a:schemeClr val="tx1"/>
                </a:solidFill>
                <a:latin typeface="Mars Centra" pitchFamily="2" charset="77"/>
                <a:ea typeface="Mars Centra" pitchFamily="2" charset="77"/>
              </a:rPr>
              <a:t>Copyright © 2025 Mars, Incorporated | Confidential    </a:t>
            </a:r>
            <a:fld id="{9C3ACAB3-CA36-4966-8A1D-076772D39D8D}" type="slidenum">
              <a:rPr lang="en-GB" sz="600" smtClean="0">
                <a:solidFill>
                  <a:schemeClr val="tx1"/>
                </a:solidFill>
                <a:latin typeface="Mars Centra" pitchFamily="2" charset="77"/>
                <a:ea typeface="Mars Centra" pitchFamily="2" charset="77"/>
              </a:rPr>
              <a:pPr marL="0" marR="0" lvl="0" indent="0" algn="r" defTabSz="685800" rtl="0" eaLnBrk="1" fontAlgn="auto" latinLnBrk="0" hangingPunct="1">
                <a:lnSpc>
                  <a:spcPct val="100000"/>
                </a:lnSpc>
                <a:spcBef>
                  <a:spcPts val="0"/>
                </a:spcBef>
                <a:spcAft>
                  <a:spcPts val="0"/>
                </a:spcAft>
                <a:buClrTx/>
                <a:buSzTx/>
                <a:buFontTx/>
                <a:buNone/>
                <a:tabLst/>
                <a:defRPr/>
              </a:pPr>
              <a:t>‹#›</a:t>
            </a:fld>
            <a:endParaRPr lang="en-GB" sz="600">
              <a:solidFill>
                <a:schemeClr val="tx1"/>
              </a:solidFill>
              <a:latin typeface="Mars Centra" pitchFamily="2" charset="77"/>
              <a:ea typeface="Mars Centra" pitchFamily="2" charset="77"/>
            </a:endParaRPr>
          </a:p>
          <a:p>
            <a:pPr algn="r"/>
            <a:endParaRPr lang="en-GB" sz="600">
              <a:solidFill>
                <a:schemeClr val="tx1"/>
              </a:solidFill>
              <a:latin typeface="Mars Centra" pitchFamily="2" charset="77"/>
              <a:ea typeface="Mars Centra" pitchFamily="2" charset="77"/>
            </a:endParaRPr>
          </a:p>
        </p:txBody>
      </p:sp>
      <p:sp>
        <p:nvSpPr>
          <p:cNvPr id="12" name="Text Placeholder 5">
            <a:extLst>
              <a:ext uri="{FF2B5EF4-FFF2-40B4-BE49-F238E27FC236}">
                <a16:creationId xmlns:a16="http://schemas.microsoft.com/office/drawing/2014/main" id="{C8668E04-3345-85BD-01BC-DB295512F9AD}"/>
              </a:ext>
            </a:extLst>
          </p:cNvPr>
          <p:cNvSpPr>
            <a:spLocks noGrp="1"/>
          </p:cNvSpPr>
          <p:nvPr>
            <p:ph type="body" sz="quarter" idx="10"/>
          </p:nvPr>
        </p:nvSpPr>
        <p:spPr>
          <a:xfrm>
            <a:off x="305992" y="952500"/>
            <a:ext cx="4094559" cy="3413203"/>
          </a:xfrm>
        </p:spPr>
        <p:txBody>
          <a:bodyPr>
            <a:noAutofit/>
          </a:bodyPr>
          <a:lstStyle>
            <a:lvl1pPr>
              <a:defRPr b="0">
                <a:solidFill>
                  <a:schemeClr val="tx1"/>
                </a:solidFill>
              </a:defRPr>
            </a:lvl1pPr>
            <a:lvl2pPr>
              <a:defRPr>
                <a:solidFill>
                  <a:schemeClr val="tx2"/>
                </a:solidFill>
                <a:latin typeface="+mn-lt"/>
              </a:defRPr>
            </a:lvl2pPr>
            <a:lvl3pPr marL="214313" indent="-214313">
              <a:buClr>
                <a:schemeClr val="tx2"/>
              </a:buClr>
              <a:buFont typeface="Arial" panose="020B0604020202020204" pitchFamily="34" charset="0"/>
              <a:buChar char="•"/>
              <a:defRPr>
                <a:solidFill>
                  <a:schemeClr val="tx2"/>
                </a:solidFill>
                <a:latin typeface="+mn-lt"/>
              </a:defRPr>
            </a:lvl3pPr>
            <a:lvl4pPr marL="457200" indent="-257175">
              <a:buClr>
                <a:schemeClr val="tx2"/>
              </a:buClr>
              <a:buFont typeface="Arial" panose="020B0604020202020204" pitchFamily="34" charset="0"/>
              <a:buChar char="•"/>
              <a:defRPr sz="1350">
                <a:solidFill>
                  <a:schemeClr val="tx1"/>
                </a:solidFill>
                <a:latin typeface="+mn-lt"/>
              </a:defRPr>
            </a:lvl4pPr>
            <a:lvl5pPr marL="617935" indent="-214313">
              <a:buClr>
                <a:schemeClr val="tx2"/>
              </a:buClr>
              <a:buFont typeface="Arial" panose="020B0604020202020204" pitchFamily="34" charset="0"/>
              <a:buChar char="•"/>
              <a:defRPr>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989ADD8-2ED7-9A53-797F-1EE5295ECDC2}"/>
              </a:ext>
            </a:extLst>
          </p:cNvPr>
          <p:cNvSpPr>
            <a:spLocks noGrp="1"/>
          </p:cNvSpPr>
          <p:nvPr>
            <p:ph type="body" idx="1"/>
          </p:nvPr>
        </p:nvSpPr>
        <p:spPr>
          <a:xfrm>
            <a:off x="324970" y="121418"/>
            <a:ext cx="4094558" cy="247009"/>
          </a:xfrm>
        </p:spPr>
        <p:txBody>
          <a:bodyPr>
            <a:normAutofit/>
          </a:bodyPr>
          <a:lstStyle>
            <a:lvl1pPr>
              <a:defRPr sz="825">
                <a:solidFill>
                  <a:schemeClr val="tx2"/>
                </a:solidFill>
              </a:defRPr>
            </a:lvl1pPr>
          </a:lstStyle>
          <a:p>
            <a:r>
              <a:rPr lang="en-GB"/>
              <a:t>SECTION TITLE</a:t>
            </a:r>
          </a:p>
          <a:p>
            <a:endParaRPr lang="en-GB"/>
          </a:p>
        </p:txBody>
      </p:sp>
      <p:sp>
        <p:nvSpPr>
          <p:cNvPr id="7" name="Content Placeholder 3">
            <a:extLst>
              <a:ext uri="{FF2B5EF4-FFF2-40B4-BE49-F238E27FC236}">
                <a16:creationId xmlns:a16="http://schemas.microsoft.com/office/drawing/2014/main" id="{7A984D8E-BD0A-1122-8417-ED75F55AF909}"/>
              </a:ext>
            </a:extLst>
          </p:cNvPr>
          <p:cNvSpPr>
            <a:spLocks noGrp="1"/>
          </p:cNvSpPr>
          <p:nvPr>
            <p:ph sz="quarter" idx="11" hasCustomPrompt="1"/>
          </p:nvPr>
        </p:nvSpPr>
        <p:spPr>
          <a:xfrm>
            <a:off x="4979020" y="948841"/>
            <a:ext cx="3858989" cy="2580520"/>
          </a:xfrm>
        </p:spPr>
        <p:txBody>
          <a:bodyPr/>
          <a:lstStyle>
            <a:lvl1pPr algn="ctr">
              <a:defRPr sz="2700" b="1">
                <a:solidFill>
                  <a:schemeClr val="accent1"/>
                </a:solidFill>
              </a:defRPr>
            </a:lvl1pPr>
            <a:lvl2pPr algn="ctr">
              <a:defRPr sz="2100" b="1">
                <a:solidFill>
                  <a:schemeClr val="accent1"/>
                </a:solidFill>
              </a:defRPr>
            </a:lvl2pPr>
            <a:lvl3pPr marL="0" indent="0" algn="ctr">
              <a:buFontTx/>
              <a:buNone/>
              <a:defRPr>
                <a:solidFill>
                  <a:schemeClr val="accent1"/>
                </a:solidFill>
              </a:defRPr>
            </a:lvl3pPr>
            <a:lvl4pPr marL="4763" indent="0" algn="ctr">
              <a:buClr>
                <a:schemeClr val="accent1"/>
              </a:buClr>
              <a:buFontTx/>
              <a:buNone/>
              <a:tabLst/>
              <a:defRPr sz="1200">
                <a:solidFill>
                  <a:schemeClr val="accent1"/>
                </a:solidFill>
              </a:defRPr>
            </a:lvl4pPr>
            <a:lvl5pPr marL="4763" indent="0" algn="ctr">
              <a:buClr>
                <a:schemeClr val="accent1"/>
              </a:buClr>
              <a:buFontTx/>
              <a:buNone/>
              <a:tabLst/>
              <a:defRPr sz="900">
                <a:solidFill>
                  <a:schemeClr val="accent1"/>
                </a:solidFill>
              </a:defRPr>
            </a:lvl5pPr>
          </a:lstStyle>
          <a:p>
            <a:pPr lvl="0"/>
            <a:r>
              <a:rPr lang="en-GB"/>
              <a:t>Click to edit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Date Placeholder 5">
            <a:extLst>
              <a:ext uri="{FF2B5EF4-FFF2-40B4-BE49-F238E27FC236}">
                <a16:creationId xmlns:a16="http://schemas.microsoft.com/office/drawing/2014/main" id="{C3D8579D-D3C8-C308-8C27-391056B87D39}"/>
              </a:ext>
            </a:extLst>
          </p:cNvPr>
          <p:cNvSpPr>
            <a:spLocks noGrp="1"/>
          </p:cNvSpPr>
          <p:nvPr>
            <p:ph type="dt" sz="half" idx="12"/>
          </p:nvPr>
        </p:nvSpPr>
        <p:spPr/>
        <p:txBody>
          <a:bodyPr/>
          <a:lstStyle/>
          <a:p>
            <a:fld id="{39B1DD55-FB57-1B4E-9700-0095280ED90B}" type="datetime1">
              <a:rPr lang="en-GB" smtClean="0"/>
              <a:pPr/>
              <a:t>24/08/2026</a:t>
            </a:fld>
            <a:endParaRPr lang="en-GB"/>
          </a:p>
        </p:txBody>
      </p:sp>
      <p:sp>
        <p:nvSpPr>
          <p:cNvPr id="8" name="Footer Placeholder 7">
            <a:extLst>
              <a:ext uri="{FF2B5EF4-FFF2-40B4-BE49-F238E27FC236}">
                <a16:creationId xmlns:a16="http://schemas.microsoft.com/office/drawing/2014/main" id="{F3C89FB9-9C5C-AFB0-5958-7A0EE9ECD0B2}"/>
              </a:ext>
            </a:extLst>
          </p:cNvPr>
          <p:cNvSpPr>
            <a:spLocks noGrp="1"/>
          </p:cNvSpPr>
          <p:nvPr>
            <p:ph type="ftr" sz="quarter" idx="13"/>
          </p:nvPr>
        </p:nvSpPr>
        <p:spPr/>
        <p:txBody>
          <a:bodyPr/>
          <a:lstStyle>
            <a:lvl1pPr>
              <a:defRPr>
                <a:solidFill>
                  <a:schemeClr val="bg1"/>
                </a:solidFill>
              </a:defRPr>
            </a:lvl1pPr>
          </a:lstStyle>
          <a:p>
            <a:r>
              <a:rPr lang="en-US"/>
              <a:t>Presentation title</a:t>
            </a:r>
          </a:p>
        </p:txBody>
      </p:sp>
      <p:sp>
        <p:nvSpPr>
          <p:cNvPr id="10" name="Slide Number Placeholder 9">
            <a:extLst>
              <a:ext uri="{FF2B5EF4-FFF2-40B4-BE49-F238E27FC236}">
                <a16:creationId xmlns:a16="http://schemas.microsoft.com/office/drawing/2014/main" id="{0C312B12-265F-73F8-C973-40CC2C5266A2}"/>
              </a:ext>
            </a:extLst>
          </p:cNvPr>
          <p:cNvSpPr>
            <a:spLocks noGrp="1"/>
          </p:cNvSpPr>
          <p:nvPr>
            <p:ph type="sldNum" sz="quarter" idx="14"/>
          </p:nvPr>
        </p:nvSpPr>
        <p:spPr/>
        <p:txBody>
          <a:bodyPr/>
          <a:lstStyle>
            <a:lvl1pPr>
              <a:defRPr>
                <a:solidFill>
                  <a:schemeClr val="bg1"/>
                </a:solidFill>
              </a:defRPr>
            </a:lvl1pPr>
          </a:lstStyle>
          <a:p>
            <a:fld id="{4770C07C-6EB6-43CC-802D-2DB2147E2D02}" type="slidenum">
              <a:rPr lang="en-GB" smtClean="0"/>
              <a:pPr/>
              <a:t>‹#›</a:t>
            </a:fld>
            <a:endParaRPr lang="en-GB"/>
          </a:p>
        </p:txBody>
      </p:sp>
    </p:spTree>
    <p:extLst>
      <p:ext uri="{BB962C8B-B14F-4D97-AF65-F5344CB8AC3E}">
        <p14:creationId xmlns:p14="http://schemas.microsoft.com/office/powerpoint/2010/main" val="503989601"/>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_half page pic">
    <p:bg>
      <p:bgRef idx="1001">
        <a:schemeClr val="bg1"/>
      </p:bgRef>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B83D857-09A4-1688-D98C-C64DCB2BE00C}"/>
              </a:ext>
            </a:extLst>
          </p:cNvPr>
          <p:cNvSpPr>
            <a:spLocks noGrp="1"/>
          </p:cNvSpPr>
          <p:nvPr>
            <p:ph type="pic" sz="quarter" idx="11" hasCustomPrompt="1"/>
          </p:nvPr>
        </p:nvSpPr>
        <p:spPr>
          <a:xfrm>
            <a:off x="4595812" y="0"/>
            <a:ext cx="4548188" cy="5143500"/>
          </a:xfrm>
          <a:solidFill>
            <a:schemeClr val="bg1">
              <a:lumMod val="95000"/>
            </a:schemeClr>
          </a:solidFill>
        </p:spPr>
        <p:txBody>
          <a:bodyPr tIns="144000"/>
          <a:lstStyle>
            <a:lvl1pPr algn="ctr">
              <a:defRPr>
                <a:solidFill>
                  <a:schemeClr val="tx1"/>
                </a:solidFill>
              </a:defRPr>
            </a:lvl1pPr>
          </a:lstStyle>
          <a:p>
            <a:r>
              <a:rPr lang="en-US"/>
              <a:t>Click to add picture</a:t>
            </a:r>
          </a:p>
        </p:txBody>
      </p:sp>
      <p:pic>
        <p:nvPicPr>
          <p:cNvPr id="2" name="Picture 1">
            <a:extLst>
              <a:ext uri="{FF2B5EF4-FFF2-40B4-BE49-F238E27FC236}">
                <a16:creationId xmlns:a16="http://schemas.microsoft.com/office/drawing/2014/main" id="{6B5E16F4-1702-9F1B-24FB-C03AFE9B0DB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4" name="Title Placeholder 1">
            <a:extLst>
              <a:ext uri="{FF2B5EF4-FFF2-40B4-BE49-F238E27FC236}">
                <a16:creationId xmlns:a16="http://schemas.microsoft.com/office/drawing/2014/main" id="{D567E2B7-8087-7902-7E20-5FD8878B2973}"/>
              </a:ext>
            </a:extLst>
          </p:cNvPr>
          <p:cNvSpPr>
            <a:spLocks noGrp="1"/>
          </p:cNvSpPr>
          <p:nvPr>
            <p:ph type="title" hasCustomPrompt="1"/>
          </p:nvPr>
        </p:nvSpPr>
        <p:spPr>
          <a:xfrm>
            <a:off x="305993" y="439341"/>
            <a:ext cx="3954857" cy="451151"/>
          </a:xfrm>
          <a:prstGeom prst="rect">
            <a:avLst/>
          </a:prstGeom>
        </p:spPr>
        <p:txBody>
          <a:bodyPr vert="horz" lIns="0" tIns="0" rIns="0" bIns="0" rtlCol="0" anchor="t" anchorCtr="0">
            <a:noAutofit/>
          </a:bodyPr>
          <a:lstStyle>
            <a:lvl1pPr>
              <a:defRPr>
                <a:solidFill>
                  <a:schemeClr val="tx1"/>
                </a:solidFill>
              </a:defRPr>
            </a:lvl1pPr>
          </a:lstStyle>
          <a:p>
            <a:r>
              <a:rPr lang="en-US"/>
              <a:t>Click to edit title style</a:t>
            </a:r>
            <a:endParaRPr lang="en-GB"/>
          </a:p>
        </p:txBody>
      </p:sp>
      <p:sp>
        <p:nvSpPr>
          <p:cNvPr id="12" name="Text Placeholder 5">
            <a:extLst>
              <a:ext uri="{FF2B5EF4-FFF2-40B4-BE49-F238E27FC236}">
                <a16:creationId xmlns:a16="http://schemas.microsoft.com/office/drawing/2014/main" id="{C8668E04-3345-85BD-01BC-DB295512F9AD}"/>
              </a:ext>
            </a:extLst>
          </p:cNvPr>
          <p:cNvSpPr>
            <a:spLocks noGrp="1"/>
          </p:cNvSpPr>
          <p:nvPr>
            <p:ph type="body" sz="quarter" idx="10"/>
          </p:nvPr>
        </p:nvSpPr>
        <p:spPr>
          <a:xfrm>
            <a:off x="305992" y="952500"/>
            <a:ext cx="3954858" cy="3413203"/>
          </a:xfrm>
        </p:spPr>
        <p:txBody>
          <a:bodyPr>
            <a:noAutofit/>
          </a:bodyPr>
          <a:lstStyle>
            <a:lvl1pPr>
              <a:defRPr b="0">
                <a:solidFill>
                  <a:schemeClr val="tx1"/>
                </a:solidFill>
              </a:defRPr>
            </a:lvl1pPr>
            <a:lvl2pPr>
              <a:defRPr>
                <a:solidFill>
                  <a:schemeClr val="tx2"/>
                </a:solidFill>
                <a:latin typeface="+mn-lt"/>
              </a:defRPr>
            </a:lvl2pPr>
            <a:lvl3pPr>
              <a:defRPr>
                <a:solidFill>
                  <a:schemeClr val="tx2"/>
                </a:solidFill>
                <a:latin typeface="+mn-lt"/>
              </a:defRPr>
            </a:lvl3pPr>
            <a:lvl4pPr marL="457200" indent="-257175">
              <a:buClr>
                <a:schemeClr val="tx2"/>
              </a:buClr>
              <a:buFont typeface="Arial" panose="020B0604020202020204" pitchFamily="34" charset="0"/>
              <a:buChar char="•"/>
              <a:defRPr>
                <a:solidFill>
                  <a:schemeClr val="tx1"/>
                </a:solidFill>
                <a:latin typeface="+mn-lt"/>
              </a:defRPr>
            </a:lvl4pPr>
            <a:lvl5pPr marL="617935" indent="-214313">
              <a:buClr>
                <a:schemeClr val="tx2"/>
              </a:buClr>
              <a:buFont typeface="Arial" panose="020B0604020202020204" pitchFamily="34" charset="0"/>
              <a:buChar char="•"/>
              <a:defRPr>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989ADD8-2ED7-9A53-797F-1EE5295ECDC2}"/>
              </a:ext>
            </a:extLst>
          </p:cNvPr>
          <p:cNvSpPr>
            <a:spLocks noGrp="1"/>
          </p:cNvSpPr>
          <p:nvPr>
            <p:ph type="body" idx="1"/>
          </p:nvPr>
        </p:nvSpPr>
        <p:spPr>
          <a:xfrm>
            <a:off x="324970" y="121418"/>
            <a:ext cx="3954857" cy="247009"/>
          </a:xfrm>
        </p:spPr>
        <p:txBody>
          <a:bodyPr>
            <a:normAutofit/>
          </a:bodyPr>
          <a:lstStyle>
            <a:lvl1pPr>
              <a:defRPr sz="825">
                <a:solidFill>
                  <a:schemeClr val="tx2"/>
                </a:solidFill>
              </a:defRPr>
            </a:lvl1pPr>
          </a:lstStyle>
          <a:p>
            <a:r>
              <a:rPr lang="en-GB"/>
              <a:t>SECTION TITLE</a:t>
            </a:r>
          </a:p>
          <a:p>
            <a:endParaRPr lang="en-GB"/>
          </a:p>
        </p:txBody>
      </p:sp>
      <p:sp>
        <p:nvSpPr>
          <p:cNvPr id="3" name="Date Placeholder 2">
            <a:extLst>
              <a:ext uri="{FF2B5EF4-FFF2-40B4-BE49-F238E27FC236}">
                <a16:creationId xmlns:a16="http://schemas.microsoft.com/office/drawing/2014/main" id="{9EBAA3C9-A231-97F7-5D72-C5AE8A84E54A}"/>
              </a:ext>
            </a:extLst>
          </p:cNvPr>
          <p:cNvSpPr>
            <a:spLocks noGrp="1"/>
          </p:cNvSpPr>
          <p:nvPr>
            <p:ph type="dt" sz="half" idx="12"/>
          </p:nvPr>
        </p:nvSpPr>
        <p:spPr/>
        <p:txBody>
          <a:bodyPr/>
          <a:lstStyle/>
          <a:p>
            <a:fld id="{39B1DD55-FB57-1B4E-9700-0095280ED90B}" type="datetime1">
              <a:rPr lang="en-GB" smtClean="0"/>
              <a:pPr/>
              <a:t>24/08/2026</a:t>
            </a:fld>
            <a:endParaRPr lang="en-GB"/>
          </a:p>
        </p:txBody>
      </p:sp>
      <p:sp>
        <p:nvSpPr>
          <p:cNvPr id="6" name="Footer Placeholder 5">
            <a:extLst>
              <a:ext uri="{FF2B5EF4-FFF2-40B4-BE49-F238E27FC236}">
                <a16:creationId xmlns:a16="http://schemas.microsoft.com/office/drawing/2014/main" id="{EE17C96B-78E7-9D22-BC6B-8400EE37A74C}"/>
              </a:ext>
            </a:extLst>
          </p:cNvPr>
          <p:cNvSpPr>
            <a:spLocks noGrp="1"/>
          </p:cNvSpPr>
          <p:nvPr>
            <p:ph type="ftr" sz="quarter" idx="13"/>
          </p:nvPr>
        </p:nvSpPr>
        <p:spPr/>
        <p:txBody>
          <a:bodyPr/>
          <a:lstStyle/>
          <a:p>
            <a:r>
              <a:rPr lang="en-US"/>
              <a:t>Presentation title</a:t>
            </a:r>
          </a:p>
        </p:txBody>
      </p:sp>
      <p:sp>
        <p:nvSpPr>
          <p:cNvPr id="8" name="Slide Number Placeholder 7">
            <a:extLst>
              <a:ext uri="{FF2B5EF4-FFF2-40B4-BE49-F238E27FC236}">
                <a16:creationId xmlns:a16="http://schemas.microsoft.com/office/drawing/2014/main" id="{CA087290-4092-7166-724B-59CCF0B47EF0}"/>
              </a:ext>
            </a:extLst>
          </p:cNvPr>
          <p:cNvSpPr>
            <a:spLocks noGrp="1"/>
          </p:cNvSpPr>
          <p:nvPr>
            <p:ph type="sldNum" sz="quarter" idx="14"/>
          </p:nvPr>
        </p:nvSpPr>
        <p:spPr/>
        <p:txBody>
          <a:bodyPr/>
          <a:lstStyle/>
          <a:p>
            <a:fld id="{4770C07C-6EB6-43CC-802D-2DB2147E2D02}" type="slidenum">
              <a:rPr lang="en-GB" smtClean="0"/>
              <a:pPr/>
              <a:t>‹#›</a:t>
            </a:fld>
            <a:endParaRPr lang="en-GB"/>
          </a:p>
        </p:txBody>
      </p:sp>
    </p:spTree>
    <p:extLst>
      <p:ext uri="{BB962C8B-B14F-4D97-AF65-F5344CB8AC3E}">
        <p14:creationId xmlns:p14="http://schemas.microsoft.com/office/powerpoint/2010/main" val="930812521"/>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and content with laptop">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0539DE-4246-B0C8-FE6B-A470B580D7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pic>
        <p:nvPicPr>
          <p:cNvPr id="4" name="Picture 3" descr="A white computer with a white screen&#10;&#10;AI-generated content may be incorrect.">
            <a:extLst>
              <a:ext uri="{FF2B5EF4-FFF2-40B4-BE49-F238E27FC236}">
                <a16:creationId xmlns:a16="http://schemas.microsoft.com/office/drawing/2014/main" id="{A587247A-281D-2677-5570-4FF9F8CCA877}"/>
              </a:ext>
            </a:extLst>
          </p:cNvPr>
          <p:cNvPicPr>
            <a:picLocks noChangeAspect="1"/>
          </p:cNvPicPr>
          <p:nvPr userDrawn="1"/>
        </p:nvPicPr>
        <p:blipFill>
          <a:blip r:embed="rId3"/>
          <a:stretch>
            <a:fillRect/>
          </a:stretch>
        </p:blipFill>
        <p:spPr>
          <a:xfrm>
            <a:off x="3493121" y="951089"/>
            <a:ext cx="5276755" cy="3241322"/>
          </a:xfrm>
          <a:prstGeom prst="rect">
            <a:avLst/>
          </a:prstGeom>
        </p:spPr>
      </p:pic>
      <p:sp>
        <p:nvSpPr>
          <p:cNvPr id="5" name="Picture Placeholder 21">
            <a:extLst>
              <a:ext uri="{FF2B5EF4-FFF2-40B4-BE49-F238E27FC236}">
                <a16:creationId xmlns:a16="http://schemas.microsoft.com/office/drawing/2014/main" id="{9E11B08A-6ABD-751A-CE4F-9C43DF657B59}"/>
              </a:ext>
            </a:extLst>
          </p:cNvPr>
          <p:cNvSpPr>
            <a:spLocks noGrp="1"/>
          </p:cNvSpPr>
          <p:nvPr>
            <p:ph type="pic" sz="quarter" idx="14"/>
          </p:nvPr>
        </p:nvSpPr>
        <p:spPr>
          <a:xfrm>
            <a:off x="4042424" y="1023258"/>
            <a:ext cx="4180490" cy="2820214"/>
          </a:xfrm>
          <a:custGeom>
            <a:avLst/>
            <a:gdLst>
              <a:gd name="connsiteX0" fmla="*/ 85030 w 5573987"/>
              <a:gd name="connsiteY0" fmla="*/ 0 h 3760285"/>
              <a:gd name="connsiteX1" fmla="*/ 2482065 w 5573987"/>
              <a:gd name="connsiteY1" fmla="*/ 0 h 3760285"/>
              <a:gd name="connsiteX2" fmla="*/ 2482860 w 5573987"/>
              <a:gd name="connsiteY2" fmla="*/ 10228 h 3760285"/>
              <a:gd name="connsiteX3" fmla="*/ 2482860 w 5573987"/>
              <a:gd name="connsiteY3" fmla="*/ 34872 h 3760285"/>
              <a:gd name="connsiteX4" fmla="*/ 2567890 w 5573987"/>
              <a:gd name="connsiteY4" fmla="*/ 107443 h 3760285"/>
              <a:gd name="connsiteX5" fmla="*/ 3022195 w 5573987"/>
              <a:gd name="connsiteY5" fmla="*/ 107443 h 3760285"/>
              <a:gd name="connsiteX6" fmla="*/ 3107189 w 5573987"/>
              <a:gd name="connsiteY6" fmla="*/ 34872 h 3760285"/>
              <a:gd name="connsiteX7" fmla="*/ 3107189 w 5573987"/>
              <a:gd name="connsiteY7" fmla="*/ 10228 h 3760285"/>
              <a:gd name="connsiteX8" fmla="*/ 3107967 w 5573987"/>
              <a:gd name="connsiteY8" fmla="*/ 0 h 3760285"/>
              <a:gd name="connsiteX9" fmla="*/ 5488940 w 5573987"/>
              <a:gd name="connsiteY9" fmla="*/ 0 h 3760285"/>
              <a:gd name="connsiteX10" fmla="*/ 5488957 w 5573987"/>
              <a:gd name="connsiteY10" fmla="*/ 0 h 3760285"/>
              <a:gd name="connsiteX11" fmla="*/ 5573987 w 5573987"/>
              <a:gd name="connsiteY11" fmla="*/ 85043 h 3760285"/>
              <a:gd name="connsiteX12" fmla="*/ 5573987 w 5573987"/>
              <a:gd name="connsiteY12" fmla="*/ 3760285 h 3760285"/>
              <a:gd name="connsiteX13" fmla="*/ 0 w 5573987"/>
              <a:gd name="connsiteY13" fmla="*/ 3760285 h 3760285"/>
              <a:gd name="connsiteX14" fmla="*/ 0 w 5573987"/>
              <a:gd name="connsiteY14" fmla="*/ 85043 h 3760285"/>
              <a:gd name="connsiteX15" fmla="*/ 85030 w 5573987"/>
              <a:gd name="connsiteY15" fmla="*/ 0 h 3760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73987" h="3760285">
                <a:moveTo>
                  <a:pt x="85030" y="0"/>
                </a:moveTo>
                <a:lnTo>
                  <a:pt x="2482065" y="0"/>
                </a:lnTo>
                <a:cubicBezTo>
                  <a:pt x="2483002" y="1166"/>
                  <a:pt x="2482896" y="5176"/>
                  <a:pt x="2482860" y="10228"/>
                </a:cubicBezTo>
                <a:lnTo>
                  <a:pt x="2482860" y="34872"/>
                </a:lnTo>
                <a:cubicBezTo>
                  <a:pt x="2482860" y="78984"/>
                  <a:pt x="2520198" y="107443"/>
                  <a:pt x="2567890" y="107443"/>
                </a:cubicBezTo>
                <a:lnTo>
                  <a:pt x="3022195" y="107443"/>
                </a:lnTo>
                <a:cubicBezTo>
                  <a:pt x="3069799" y="107443"/>
                  <a:pt x="3107189" y="78984"/>
                  <a:pt x="3107189" y="34872"/>
                </a:cubicBezTo>
                <a:lnTo>
                  <a:pt x="3107189" y="10228"/>
                </a:lnTo>
                <a:cubicBezTo>
                  <a:pt x="3107154" y="5176"/>
                  <a:pt x="3107065" y="1166"/>
                  <a:pt x="3107967" y="0"/>
                </a:cubicBezTo>
                <a:lnTo>
                  <a:pt x="5488940" y="0"/>
                </a:lnTo>
                <a:lnTo>
                  <a:pt x="5488957" y="0"/>
                </a:lnTo>
                <a:cubicBezTo>
                  <a:pt x="5535837" y="0"/>
                  <a:pt x="5573987" y="38140"/>
                  <a:pt x="5573987" y="85043"/>
                </a:cubicBezTo>
                <a:lnTo>
                  <a:pt x="5573987" y="3760285"/>
                </a:lnTo>
                <a:lnTo>
                  <a:pt x="0" y="3760285"/>
                </a:lnTo>
                <a:lnTo>
                  <a:pt x="0" y="85043"/>
                </a:lnTo>
                <a:cubicBezTo>
                  <a:pt x="0" y="38140"/>
                  <a:pt x="38133" y="0"/>
                  <a:pt x="85030" y="0"/>
                </a:cubicBezTo>
                <a:close/>
              </a:path>
            </a:pathLst>
          </a:custGeom>
          <a:solidFill>
            <a:schemeClr val="bg1"/>
          </a:solidFill>
        </p:spPr>
        <p:txBody>
          <a:bodyPr wrap="square">
            <a:noAutofit/>
          </a:bodyPr>
          <a:lstStyle/>
          <a:p>
            <a:endParaRPr lang="en-US"/>
          </a:p>
        </p:txBody>
      </p:sp>
      <p:sp>
        <p:nvSpPr>
          <p:cNvPr id="6" name="Title Placeholder 1">
            <a:extLst>
              <a:ext uri="{FF2B5EF4-FFF2-40B4-BE49-F238E27FC236}">
                <a16:creationId xmlns:a16="http://schemas.microsoft.com/office/drawing/2014/main" id="{722827C5-6807-9380-90D3-4C0A06F96D45}"/>
              </a:ext>
            </a:extLst>
          </p:cNvPr>
          <p:cNvSpPr>
            <a:spLocks noGrp="1"/>
          </p:cNvSpPr>
          <p:nvPr>
            <p:ph type="title" hasCustomPrompt="1"/>
          </p:nvPr>
        </p:nvSpPr>
        <p:spPr>
          <a:xfrm>
            <a:off x="305993" y="439341"/>
            <a:ext cx="4094558" cy="451151"/>
          </a:xfrm>
          <a:prstGeom prst="rect">
            <a:avLst/>
          </a:prstGeom>
        </p:spPr>
        <p:txBody>
          <a:bodyPr vert="horz" lIns="0" tIns="0" rIns="0" bIns="0" rtlCol="0" anchor="t" anchorCtr="0">
            <a:noAutofit/>
          </a:bodyPr>
          <a:lstStyle>
            <a:lvl1pPr>
              <a:defRPr>
                <a:solidFill>
                  <a:schemeClr val="tx1"/>
                </a:solidFill>
              </a:defRPr>
            </a:lvl1pPr>
          </a:lstStyle>
          <a:p>
            <a:r>
              <a:rPr lang="en-US"/>
              <a:t>Click to edit title style</a:t>
            </a:r>
            <a:endParaRPr lang="en-GB"/>
          </a:p>
        </p:txBody>
      </p:sp>
      <p:sp>
        <p:nvSpPr>
          <p:cNvPr id="8" name="Text Placeholder 4">
            <a:extLst>
              <a:ext uri="{FF2B5EF4-FFF2-40B4-BE49-F238E27FC236}">
                <a16:creationId xmlns:a16="http://schemas.microsoft.com/office/drawing/2014/main" id="{FC14F730-BDE0-4670-ABA9-1A36BEFF394D}"/>
              </a:ext>
            </a:extLst>
          </p:cNvPr>
          <p:cNvSpPr>
            <a:spLocks noGrp="1"/>
          </p:cNvSpPr>
          <p:nvPr>
            <p:ph type="body" idx="1"/>
          </p:nvPr>
        </p:nvSpPr>
        <p:spPr>
          <a:xfrm>
            <a:off x="324970" y="121418"/>
            <a:ext cx="4075581" cy="247009"/>
          </a:xfrm>
        </p:spPr>
        <p:txBody>
          <a:bodyPr>
            <a:normAutofit/>
          </a:bodyPr>
          <a:lstStyle>
            <a:lvl1pPr>
              <a:defRPr sz="825">
                <a:solidFill>
                  <a:schemeClr val="tx2"/>
                </a:solidFill>
              </a:defRPr>
            </a:lvl1pPr>
          </a:lstStyle>
          <a:p>
            <a:r>
              <a:rPr lang="en-GB"/>
              <a:t>SECTION TITLE</a:t>
            </a:r>
          </a:p>
          <a:p>
            <a:endParaRPr lang="en-GB"/>
          </a:p>
        </p:txBody>
      </p:sp>
      <p:sp>
        <p:nvSpPr>
          <p:cNvPr id="2" name="Date Placeholder 1">
            <a:extLst>
              <a:ext uri="{FF2B5EF4-FFF2-40B4-BE49-F238E27FC236}">
                <a16:creationId xmlns:a16="http://schemas.microsoft.com/office/drawing/2014/main" id="{59A4DC32-5CD1-4731-1EAD-BE74D5A69778}"/>
              </a:ext>
            </a:extLst>
          </p:cNvPr>
          <p:cNvSpPr>
            <a:spLocks noGrp="1"/>
          </p:cNvSpPr>
          <p:nvPr>
            <p:ph type="dt" sz="half" idx="15"/>
          </p:nvPr>
        </p:nvSpPr>
        <p:spPr/>
        <p:txBody>
          <a:bodyPr/>
          <a:lstStyle/>
          <a:p>
            <a:fld id="{39B1DD55-FB57-1B4E-9700-0095280ED90B}" type="datetime1">
              <a:rPr lang="en-GB" smtClean="0"/>
              <a:pPr/>
              <a:t>24/08/2026</a:t>
            </a:fld>
            <a:endParaRPr lang="en-GB"/>
          </a:p>
        </p:txBody>
      </p:sp>
      <p:sp>
        <p:nvSpPr>
          <p:cNvPr id="9" name="Footer Placeholder 8">
            <a:extLst>
              <a:ext uri="{FF2B5EF4-FFF2-40B4-BE49-F238E27FC236}">
                <a16:creationId xmlns:a16="http://schemas.microsoft.com/office/drawing/2014/main" id="{BA3918CB-6822-03CD-097A-823E266698BC}"/>
              </a:ext>
            </a:extLst>
          </p:cNvPr>
          <p:cNvSpPr>
            <a:spLocks noGrp="1"/>
          </p:cNvSpPr>
          <p:nvPr>
            <p:ph type="ftr" sz="quarter" idx="16"/>
          </p:nvPr>
        </p:nvSpPr>
        <p:spPr/>
        <p:txBody>
          <a:bodyPr/>
          <a:lstStyle/>
          <a:p>
            <a:r>
              <a:rPr lang="en-US"/>
              <a:t>Presentation title</a:t>
            </a:r>
          </a:p>
        </p:txBody>
      </p:sp>
      <p:sp>
        <p:nvSpPr>
          <p:cNvPr id="10" name="Slide Number Placeholder 9">
            <a:extLst>
              <a:ext uri="{FF2B5EF4-FFF2-40B4-BE49-F238E27FC236}">
                <a16:creationId xmlns:a16="http://schemas.microsoft.com/office/drawing/2014/main" id="{33A2AA6D-9656-DE55-4F1D-4C002730E99E}"/>
              </a:ext>
            </a:extLst>
          </p:cNvPr>
          <p:cNvSpPr>
            <a:spLocks noGrp="1"/>
          </p:cNvSpPr>
          <p:nvPr>
            <p:ph type="sldNum" sz="quarter" idx="17"/>
          </p:nvPr>
        </p:nvSpPr>
        <p:spPr/>
        <p:txBody>
          <a:bodyPr/>
          <a:lstStyle/>
          <a:p>
            <a:fld id="{4770C07C-6EB6-43CC-802D-2DB2147E2D02}" type="slidenum">
              <a:rPr lang="en-GB" smtClean="0"/>
              <a:pPr/>
              <a:t>‹#›</a:t>
            </a:fld>
            <a:endParaRPr lang="en-GB"/>
          </a:p>
        </p:txBody>
      </p:sp>
      <p:sp>
        <p:nvSpPr>
          <p:cNvPr id="11" name="Text Placeholder 5">
            <a:extLst>
              <a:ext uri="{FF2B5EF4-FFF2-40B4-BE49-F238E27FC236}">
                <a16:creationId xmlns:a16="http://schemas.microsoft.com/office/drawing/2014/main" id="{49E6528D-AE5F-D81C-7DB6-0094ABD33C64}"/>
              </a:ext>
            </a:extLst>
          </p:cNvPr>
          <p:cNvSpPr>
            <a:spLocks noGrp="1"/>
          </p:cNvSpPr>
          <p:nvPr>
            <p:ph type="body" sz="quarter" idx="10"/>
          </p:nvPr>
        </p:nvSpPr>
        <p:spPr>
          <a:xfrm>
            <a:off x="305992" y="952500"/>
            <a:ext cx="3954858" cy="3413203"/>
          </a:xfrm>
        </p:spPr>
        <p:txBody>
          <a:bodyPr>
            <a:noAutofit/>
          </a:bodyPr>
          <a:lstStyle>
            <a:lvl1pPr>
              <a:defRPr b="0">
                <a:solidFill>
                  <a:schemeClr val="tx1"/>
                </a:solidFill>
              </a:defRPr>
            </a:lvl1pPr>
            <a:lvl2pPr>
              <a:defRPr>
                <a:solidFill>
                  <a:schemeClr val="tx2"/>
                </a:solidFill>
                <a:latin typeface="+mn-lt"/>
              </a:defRPr>
            </a:lvl2pPr>
            <a:lvl3pPr>
              <a:defRPr>
                <a:solidFill>
                  <a:schemeClr val="tx2"/>
                </a:solidFill>
                <a:latin typeface="+mn-lt"/>
              </a:defRPr>
            </a:lvl3pPr>
            <a:lvl4pPr marL="457200" indent="-257175">
              <a:buClr>
                <a:schemeClr val="tx2"/>
              </a:buClr>
              <a:buFont typeface="Arial" panose="020B0604020202020204" pitchFamily="34" charset="0"/>
              <a:buChar char="•"/>
              <a:defRPr>
                <a:solidFill>
                  <a:schemeClr val="tx1"/>
                </a:solidFill>
                <a:latin typeface="+mn-lt"/>
              </a:defRPr>
            </a:lvl4pPr>
            <a:lvl5pPr marL="617935" indent="-214313">
              <a:buClr>
                <a:schemeClr val="tx2"/>
              </a:buClr>
              <a:buFont typeface="Arial" panose="020B0604020202020204" pitchFamily="34" charset="0"/>
              <a:buChar char="•"/>
              <a:defRPr>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159620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with phone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B0539DE-4246-B0C8-FE6B-A470B580D7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6" name="Title Placeholder 1">
            <a:extLst>
              <a:ext uri="{FF2B5EF4-FFF2-40B4-BE49-F238E27FC236}">
                <a16:creationId xmlns:a16="http://schemas.microsoft.com/office/drawing/2014/main" id="{722827C5-6807-9380-90D3-4C0A06F96D45}"/>
              </a:ext>
            </a:extLst>
          </p:cNvPr>
          <p:cNvSpPr>
            <a:spLocks noGrp="1"/>
          </p:cNvSpPr>
          <p:nvPr>
            <p:ph type="title" hasCustomPrompt="1"/>
          </p:nvPr>
        </p:nvSpPr>
        <p:spPr>
          <a:xfrm>
            <a:off x="305993" y="439341"/>
            <a:ext cx="4094558" cy="451151"/>
          </a:xfrm>
          <a:prstGeom prst="rect">
            <a:avLst/>
          </a:prstGeom>
        </p:spPr>
        <p:txBody>
          <a:bodyPr vert="horz" lIns="0" tIns="0" rIns="0" bIns="0" rtlCol="0" anchor="t" anchorCtr="0">
            <a:noAutofit/>
          </a:bodyPr>
          <a:lstStyle>
            <a:lvl1pPr>
              <a:defRPr>
                <a:solidFill>
                  <a:schemeClr val="tx1"/>
                </a:solidFill>
              </a:defRPr>
            </a:lvl1pPr>
          </a:lstStyle>
          <a:p>
            <a:r>
              <a:rPr lang="en-US"/>
              <a:t>Click to edit title style</a:t>
            </a:r>
            <a:endParaRPr lang="en-GB"/>
          </a:p>
        </p:txBody>
      </p:sp>
      <p:sp>
        <p:nvSpPr>
          <p:cNvPr id="8" name="Text Placeholder 4">
            <a:extLst>
              <a:ext uri="{FF2B5EF4-FFF2-40B4-BE49-F238E27FC236}">
                <a16:creationId xmlns:a16="http://schemas.microsoft.com/office/drawing/2014/main" id="{FC14F730-BDE0-4670-ABA9-1A36BEFF394D}"/>
              </a:ext>
            </a:extLst>
          </p:cNvPr>
          <p:cNvSpPr>
            <a:spLocks noGrp="1"/>
          </p:cNvSpPr>
          <p:nvPr>
            <p:ph type="body" idx="1"/>
          </p:nvPr>
        </p:nvSpPr>
        <p:spPr>
          <a:xfrm>
            <a:off x="324970" y="121418"/>
            <a:ext cx="4075581" cy="247009"/>
          </a:xfrm>
        </p:spPr>
        <p:txBody>
          <a:bodyPr>
            <a:normAutofit/>
          </a:bodyPr>
          <a:lstStyle>
            <a:lvl1pPr>
              <a:defRPr sz="825">
                <a:solidFill>
                  <a:schemeClr val="tx2"/>
                </a:solidFill>
              </a:defRPr>
            </a:lvl1pPr>
          </a:lstStyle>
          <a:p>
            <a:r>
              <a:rPr lang="en-GB"/>
              <a:t>SECTION TITLE</a:t>
            </a:r>
          </a:p>
          <a:p>
            <a:endParaRPr lang="en-GB"/>
          </a:p>
        </p:txBody>
      </p:sp>
      <p:pic>
        <p:nvPicPr>
          <p:cNvPr id="2" name="Picture 1" descr="A white cell phone with a black background&#10;&#10;AI-generated content may be incorrect.">
            <a:extLst>
              <a:ext uri="{FF2B5EF4-FFF2-40B4-BE49-F238E27FC236}">
                <a16:creationId xmlns:a16="http://schemas.microsoft.com/office/drawing/2014/main" id="{FD6FF525-5F04-2DDD-63B8-C511316A6D6F}"/>
              </a:ext>
            </a:extLst>
          </p:cNvPr>
          <p:cNvPicPr>
            <a:picLocks noChangeAspect="1"/>
          </p:cNvPicPr>
          <p:nvPr userDrawn="1"/>
        </p:nvPicPr>
        <p:blipFill>
          <a:blip r:embed="rId3"/>
          <a:stretch>
            <a:fillRect/>
          </a:stretch>
        </p:blipFill>
        <p:spPr>
          <a:xfrm>
            <a:off x="6172287" y="753625"/>
            <a:ext cx="2802108" cy="3656227"/>
          </a:xfrm>
          <a:prstGeom prst="rect">
            <a:avLst/>
          </a:prstGeom>
        </p:spPr>
      </p:pic>
      <p:sp>
        <p:nvSpPr>
          <p:cNvPr id="9" name="Picture Placeholder 36">
            <a:extLst>
              <a:ext uri="{FF2B5EF4-FFF2-40B4-BE49-F238E27FC236}">
                <a16:creationId xmlns:a16="http://schemas.microsoft.com/office/drawing/2014/main" id="{9877B2F1-8255-084B-145D-22C6CC3D05ED}"/>
              </a:ext>
            </a:extLst>
          </p:cNvPr>
          <p:cNvSpPr>
            <a:spLocks noGrp="1"/>
          </p:cNvSpPr>
          <p:nvPr>
            <p:ph type="pic" sz="quarter" idx="15"/>
          </p:nvPr>
        </p:nvSpPr>
        <p:spPr>
          <a:xfrm>
            <a:off x="6775353" y="837549"/>
            <a:ext cx="1596606" cy="3433691"/>
          </a:xfrm>
          <a:custGeom>
            <a:avLst/>
            <a:gdLst>
              <a:gd name="connsiteX0" fmla="*/ 244573 w 2128808"/>
              <a:gd name="connsiteY0" fmla="*/ 0 h 4578255"/>
              <a:gd name="connsiteX1" fmla="*/ 537096 w 2128808"/>
              <a:gd name="connsiteY1" fmla="*/ 0 h 4578255"/>
              <a:gd name="connsiteX2" fmla="*/ 551305 w 2128808"/>
              <a:gd name="connsiteY2" fmla="*/ 14211 h 4578255"/>
              <a:gd name="connsiteX3" fmla="*/ 551305 w 2128808"/>
              <a:gd name="connsiteY3" fmla="*/ 19670 h 4578255"/>
              <a:gd name="connsiteX4" fmla="*/ 659228 w 2128808"/>
              <a:gd name="connsiteY4" fmla="*/ 127613 h 4578255"/>
              <a:gd name="connsiteX5" fmla="*/ 1469602 w 2128808"/>
              <a:gd name="connsiteY5" fmla="*/ 127613 h 4578255"/>
              <a:gd name="connsiteX6" fmla="*/ 1577525 w 2128808"/>
              <a:gd name="connsiteY6" fmla="*/ 19670 h 4578255"/>
              <a:gd name="connsiteX7" fmla="*/ 1577525 w 2128808"/>
              <a:gd name="connsiteY7" fmla="*/ 14211 h 4578255"/>
              <a:gd name="connsiteX8" fmla="*/ 1591733 w 2128808"/>
              <a:gd name="connsiteY8" fmla="*/ 0 h 4578255"/>
              <a:gd name="connsiteX9" fmla="*/ 1884235 w 2128808"/>
              <a:gd name="connsiteY9" fmla="*/ 0 h 4578255"/>
              <a:gd name="connsiteX10" fmla="*/ 2128808 w 2128808"/>
              <a:gd name="connsiteY10" fmla="*/ 244618 h 4578255"/>
              <a:gd name="connsiteX11" fmla="*/ 2128808 w 2128808"/>
              <a:gd name="connsiteY11" fmla="*/ 4333637 h 4578255"/>
              <a:gd name="connsiteX12" fmla="*/ 1884235 w 2128808"/>
              <a:gd name="connsiteY12" fmla="*/ 4578255 h 4578255"/>
              <a:gd name="connsiteX13" fmla="*/ 244573 w 2128808"/>
              <a:gd name="connsiteY13" fmla="*/ 4578255 h 4578255"/>
              <a:gd name="connsiteX14" fmla="*/ 0 w 2128808"/>
              <a:gd name="connsiteY14" fmla="*/ 4333637 h 4578255"/>
              <a:gd name="connsiteX15" fmla="*/ 0 w 2128808"/>
              <a:gd name="connsiteY15" fmla="*/ 244618 h 4578255"/>
              <a:gd name="connsiteX16" fmla="*/ 244573 w 2128808"/>
              <a:gd name="connsiteY16" fmla="*/ 0 h 457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8808" h="4578255">
                <a:moveTo>
                  <a:pt x="244573" y="0"/>
                </a:moveTo>
                <a:lnTo>
                  <a:pt x="537096" y="0"/>
                </a:lnTo>
                <a:cubicBezTo>
                  <a:pt x="544941" y="0"/>
                  <a:pt x="551305" y="6365"/>
                  <a:pt x="551305" y="14211"/>
                </a:cubicBezTo>
                <a:lnTo>
                  <a:pt x="551305" y="19670"/>
                </a:lnTo>
                <a:cubicBezTo>
                  <a:pt x="551305" y="79300"/>
                  <a:pt x="599632" y="127613"/>
                  <a:pt x="659228" y="127613"/>
                </a:cubicBezTo>
                <a:lnTo>
                  <a:pt x="1469602" y="127613"/>
                </a:lnTo>
                <a:cubicBezTo>
                  <a:pt x="1529220" y="127613"/>
                  <a:pt x="1577525" y="79278"/>
                  <a:pt x="1577525" y="19670"/>
                </a:cubicBezTo>
                <a:lnTo>
                  <a:pt x="1577525" y="14211"/>
                </a:lnTo>
                <a:cubicBezTo>
                  <a:pt x="1577525" y="6365"/>
                  <a:pt x="1583889" y="0"/>
                  <a:pt x="1591733" y="0"/>
                </a:cubicBezTo>
                <a:lnTo>
                  <a:pt x="1884235" y="0"/>
                </a:lnTo>
                <a:cubicBezTo>
                  <a:pt x="2019294" y="0"/>
                  <a:pt x="2128808" y="109512"/>
                  <a:pt x="2128808" y="244618"/>
                </a:cubicBezTo>
                <a:lnTo>
                  <a:pt x="2128808" y="4333637"/>
                </a:lnTo>
                <a:cubicBezTo>
                  <a:pt x="2128808" y="4468721"/>
                  <a:pt x="2019316" y="4578255"/>
                  <a:pt x="1884235" y="4578255"/>
                </a:cubicBezTo>
                <a:lnTo>
                  <a:pt x="244573" y="4578255"/>
                </a:lnTo>
                <a:cubicBezTo>
                  <a:pt x="109514" y="4578255"/>
                  <a:pt x="0" y="4468743"/>
                  <a:pt x="0" y="4333637"/>
                </a:cubicBezTo>
                <a:lnTo>
                  <a:pt x="0" y="244618"/>
                </a:lnTo>
                <a:cubicBezTo>
                  <a:pt x="0" y="109534"/>
                  <a:pt x="109514" y="0"/>
                  <a:pt x="244573" y="0"/>
                </a:cubicBezTo>
                <a:close/>
              </a:path>
            </a:pathLst>
          </a:custGeom>
          <a:solidFill>
            <a:schemeClr val="bg1">
              <a:lumMod val="95000"/>
            </a:schemeClr>
          </a:solidFill>
        </p:spPr>
        <p:txBody>
          <a:bodyPr wrap="square" tIns="288000">
            <a:noAutofit/>
          </a:bodyPr>
          <a:lstStyle>
            <a:lvl1pPr algn="ctr">
              <a:defRPr/>
            </a:lvl1pPr>
          </a:lstStyle>
          <a:p>
            <a:endParaRPr lang="en-US"/>
          </a:p>
        </p:txBody>
      </p:sp>
      <p:pic>
        <p:nvPicPr>
          <p:cNvPr id="10" name="Picture 9" descr="A white cell phone with a black background&#10;&#10;AI-generated content may be incorrect.">
            <a:extLst>
              <a:ext uri="{FF2B5EF4-FFF2-40B4-BE49-F238E27FC236}">
                <a16:creationId xmlns:a16="http://schemas.microsoft.com/office/drawing/2014/main" id="{9512F0C5-0319-8965-424C-496EB4B35CB2}"/>
              </a:ext>
            </a:extLst>
          </p:cNvPr>
          <p:cNvPicPr>
            <a:picLocks noChangeAspect="1"/>
          </p:cNvPicPr>
          <p:nvPr userDrawn="1"/>
        </p:nvPicPr>
        <p:blipFill>
          <a:blip r:embed="rId3"/>
          <a:srcRect r="6285"/>
          <a:stretch/>
        </p:blipFill>
        <p:spPr>
          <a:xfrm>
            <a:off x="3769200" y="753625"/>
            <a:ext cx="2626024" cy="3656227"/>
          </a:xfrm>
          <a:prstGeom prst="rect">
            <a:avLst/>
          </a:prstGeom>
        </p:spPr>
      </p:pic>
      <p:sp>
        <p:nvSpPr>
          <p:cNvPr id="11" name="Picture Placeholder 36">
            <a:extLst>
              <a:ext uri="{FF2B5EF4-FFF2-40B4-BE49-F238E27FC236}">
                <a16:creationId xmlns:a16="http://schemas.microsoft.com/office/drawing/2014/main" id="{31D21614-D611-0E5B-A933-A595E8F34E6B}"/>
              </a:ext>
            </a:extLst>
          </p:cNvPr>
          <p:cNvSpPr>
            <a:spLocks noGrp="1"/>
          </p:cNvSpPr>
          <p:nvPr>
            <p:ph type="pic" sz="quarter" idx="14"/>
          </p:nvPr>
        </p:nvSpPr>
        <p:spPr>
          <a:xfrm>
            <a:off x="4372267" y="837549"/>
            <a:ext cx="1596606" cy="3433691"/>
          </a:xfrm>
          <a:custGeom>
            <a:avLst/>
            <a:gdLst>
              <a:gd name="connsiteX0" fmla="*/ 244573 w 2128808"/>
              <a:gd name="connsiteY0" fmla="*/ 0 h 4578255"/>
              <a:gd name="connsiteX1" fmla="*/ 537096 w 2128808"/>
              <a:gd name="connsiteY1" fmla="*/ 0 h 4578255"/>
              <a:gd name="connsiteX2" fmla="*/ 551305 w 2128808"/>
              <a:gd name="connsiteY2" fmla="*/ 14211 h 4578255"/>
              <a:gd name="connsiteX3" fmla="*/ 551305 w 2128808"/>
              <a:gd name="connsiteY3" fmla="*/ 19670 h 4578255"/>
              <a:gd name="connsiteX4" fmla="*/ 659228 w 2128808"/>
              <a:gd name="connsiteY4" fmla="*/ 127613 h 4578255"/>
              <a:gd name="connsiteX5" fmla="*/ 1469602 w 2128808"/>
              <a:gd name="connsiteY5" fmla="*/ 127613 h 4578255"/>
              <a:gd name="connsiteX6" fmla="*/ 1577525 w 2128808"/>
              <a:gd name="connsiteY6" fmla="*/ 19670 h 4578255"/>
              <a:gd name="connsiteX7" fmla="*/ 1577525 w 2128808"/>
              <a:gd name="connsiteY7" fmla="*/ 14211 h 4578255"/>
              <a:gd name="connsiteX8" fmla="*/ 1591733 w 2128808"/>
              <a:gd name="connsiteY8" fmla="*/ 0 h 4578255"/>
              <a:gd name="connsiteX9" fmla="*/ 1884235 w 2128808"/>
              <a:gd name="connsiteY9" fmla="*/ 0 h 4578255"/>
              <a:gd name="connsiteX10" fmla="*/ 2128808 w 2128808"/>
              <a:gd name="connsiteY10" fmla="*/ 244618 h 4578255"/>
              <a:gd name="connsiteX11" fmla="*/ 2128808 w 2128808"/>
              <a:gd name="connsiteY11" fmla="*/ 4333637 h 4578255"/>
              <a:gd name="connsiteX12" fmla="*/ 1884235 w 2128808"/>
              <a:gd name="connsiteY12" fmla="*/ 4578255 h 4578255"/>
              <a:gd name="connsiteX13" fmla="*/ 244573 w 2128808"/>
              <a:gd name="connsiteY13" fmla="*/ 4578255 h 4578255"/>
              <a:gd name="connsiteX14" fmla="*/ 0 w 2128808"/>
              <a:gd name="connsiteY14" fmla="*/ 4333637 h 4578255"/>
              <a:gd name="connsiteX15" fmla="*/ 0 w 2128808"/>
              <a:gd name="connsiteY15" fmla="*/ 244618 h 4578255"/>
              <a:gd name="connsiteX16" fmla="*/ 244573 w 2128808"/>
              <a:gd name="connsiteY16" fmla="*/ 0 h 457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28808" h="4578255">
                <a:moveTo>
                  <a:pt x="244573" y="0"/>
                </a:moveTo>
                <a:lnTo>
                  <a:pt x="537096" y="0"/>
                </a:lnTo>
                <a:cubicBezTo>
                  <a:pt x="544941" y="0"/>
                  <a:pt x="551305" y="6365"/>
                  <a:pt x="551305" y="14211"/>
                </a:cubicBezTo>
                <a:lnTo>
                  <a:pt x="551305" y="19670"/>
                </a:lnTo>
                <a:cubicBezTo>
                  <a:pt x="551305" y="79300"/>
                  <a:pt x="599632" y="127613"/>
                  <a:pt x="659228" y="127613"/>
                </a:cubicBezTo>
                <a:lnTo>
                  <a:pt x="1469602" y="127613"/>
                </a:lnTo>
                <a:cubicBezTo>
                  <a:pt x="1529220" y="127613"/>
                  <a:pt x="1577525" y="79278"/>
                  <a:pt x="1577525" y="19670"/>
                </a:cubicBezTo>
                <a:lnTo>
                  <a:pt x="1577525" y="14211"/>
                </a:lnTo>
                <a:cubicBezTo>
                  <a:pt x="1577525" y="6365"/>
                  <a:pt x="1583889" y="0"/>
                  <a:pt x="1591733" y="0"/>
                </a:cubicBezTo>
                <a:lnTo>
                  <a:pt x="1884235" y="0"/>
                </a:lnTo>
                <a:cubicBezTo>
                  <a:pt x="2019294" y="0"/>
                  <a:pt x="2128808" y="109512"/>
                  <a:pt x="2128808" y="244618"/>
                </a:cubicBezTo>
                <a:lnTo>
                  <a:pt x="2128808" y="4333637"/>
                </a:lnTo>
                <a:cubicBezTo>
                  <a:pt x="2128808" y="4468721"/>
                  <a:pt x="2019316" y="4578255"/>
                  <a:pt x="1884235" y="4578255"/>
                </a:cubicBezTo>
                <a:lnTo>
                  <a:pt x="244573" y="4578255"/>
                </a:lnTo>
                <a:cubicBezTo>
                  <a:pt x="109514" y="4578255"/>
                  <a:pt x="0" y="4468743"/>
                  <a:pt x="0" y="4333637"/>
                </a:cubicBezTo>
                <a:lnTo>
                  <a:pt x="0" y="244618"/>
                </a:lnTo>
                <a:cubicBezTo>
                  <a:pt x="0" y="109534"/>
                  <a:pt x="109514" y="0"/>
                  <a:pt x="244573" y="0"/>
                </a:cubicBezTo>
                <a:close/>
              </a:path>
            </a:pathLst>
          </a:custGeom>
          <a:solidFill>
            <a:schemeClr val="bg1">
              <a:lumMod val="95000"/>
            </a:schemeClr>
          </a:solidFill>
        </p:spPr>
        <p:txBody>
          <a:bodyPr wrap="square" tIns="288000">
            <a:noAutofit/>
          </a:bodyPr>
          <a:lstStyle>
            <a:lvl1pPr algn="ctr">
              <a:defRPr/>
            </a:lvl1pPr>
          </a:lstStyle>
          <a:p>
            <a:endParaRPr lang="en-US"/>
          </a:p>
        </p:txBody>
      </p:sp>
      <p:sp>
        <p:nvSpPr>
          <p:cNvPr id="4" name="Date Placeholder 3">
            <a:extLst>
              <a:ext uri="{FF2B5EF4-FFF2-40B4-BE49-F238E27FC236}">
                <a16:creationId xmlns:a16="http://schemas.microsoft.com/office/drawing/2014/main" id="{300AF275-3206-6DBE-53F8-EB1AADF0F59F}"/>
              </a:ext>
            </a:extLst>
          </p:cNvPr>
          <p:cNvSpPr>
            <a:spLocks noGrp="1"/>
          </p:cNvSpPr>
          <p:nvPr>
            <p:ph type="dt" sz="half" idx="16"/>
          </p:nvPr>
        </p:nvSpPr>
        <p:spPr/>
        <p:txBody>
          <a:bodyPr/>
          <a:lstStyle/>
          <a:p>
            <a:fld id="{39B1DD55-FB57-1B4E-9700-0095280ED90B}" type="datetime1">
              <a:rPr lang="en-GB" smtClean="0"/>
              <a:pPr/>
              <a:t>24/08/2026</a:t>
            </a:fld>
            <a:endParaRPr lang="en-GB"/>
          </a:p>
        </p:txBody>
      </p:sp>
      <p:sp>
        <p:nvSpPr>
          <p:cNvPr id="5" name="Footer Placeholder 4">
            <a:extLst>
              <a:ext uri="{FF2B5EF4-FFF2-40B4-BE49-F238E27FC236}">
                <a16:creationId xmlns:a16="http://schemas.microsoft.com/office/drawing/2014/main" id="{747EE8DA-AA08-A8F5-C3B1-F9E71334C256}"/>
              </a:ext>
            </a:extLst>
          </p:cNvPr>
          <p:cNvSpPr>
            <a:spLocks noGrp="1"/>
          </p:cNvSpPr>
          <p:nvPr>
            <p:ph type="ftr" sz="quarter" idx="17"/>
          </p:nvPr>
        </p:nvSpPr>
        <p:spPr/>
        <p:txBody>
          <a:bodyPr/>
          <a:lstStyle/>
          <a:p>
            <a:r>
              <a:rPr lang="en-US"/>
              <a:t>Presentation title</a:t>
            </a:r>
          </a:p>
        </p:txBody>
      </p:sp>
      <p:sp>
        <p:nvSpPr>
          <p:cNvPr id="12" name="Slide Number Placeholder 11">
            <a:extLst>
              <a:ext uri="{FF2B5EF4-FFF2-40B4-BE49-F238E27FC236}">
                <a16:creationId xmlns:a16="http://schemas.microsoft.com/office/drawing/2014/main" id="{A6BF36D4-4DFC-0508-49D2-89D11ACDC1A9}"/>
              </a:ext>
            </a:extLst>
          </p:cNvPr>
          <p:cNvSpPr>
            <a:spLocks noGrp="1"/>
          </p:cNvSpPr>
          <p:nvPr>
            <p:ph type="sldNum" sz="quarter" idx="18"/>
          </p:nvPr>
        </p:nvSpPr>
        <p:spPr/>
        <p:txBody>
          <a:bodyPr/>
          <a:lstStyle/>
          <a:p>
            <a:fld id="{4770C07C-6EB6-43CC-802D-2DB2147E2D02}" type="slidenum">
              <a:rPr lang="en-GB" smtClean="0"/>
              <a:pPr/>
              <a:t>‹#›</a:t>
            </a:fld>
            <a:endParaRPr lang="en-GB"/>
          </a:p>
        </p:txBody>
      </p:sp>
      <p:sp>
        <p:nvSpPr>
          <p:cNvPr id="13" name="Text Placeholder 5">
            <a:extLst>
              <a:ext uri="{FF2B5EF4-FFF2-40B4-BE49-F238E27FC236}">
                <a16:creationId xmlns:a16="http://schemas.microsoft.com/office/drawing/2014/main" id="{45769019-C5A4-582A-F4CA-604C5468B909}"/>
              </a:ext>
            </a:extLst>
          </p:cNvPr>
          <p:cNvSpPr>
            <a:spLocks noGrp="1"/>
          </p:cNvSpPr>
          <p:nvPr>
            <p:ph type="body" sz="quarter" idx="10"/>
          </p:nvPr>
        </p:nvSpPr>
        <p:spPr>
          <a:xfrm>
            <a:off x="305992" y="952500"/>
            <a:ext cx="3954858" cy="3413203"/>
          </a:xfrm>
        </p:spPr>
        <p:txBody>
          <a:bodyPr>
            <a:noAutofit/>
          </a:bodyPr>
          <a:lstStyle>
            <a:lvl1pPr>
              <a:defRPr b="0">
                <a:solidFill>
                  <a:schemeClr val="tx1"/>
                </a:solidFill>
              </a:defRPr>
            </a:lvl1pPr>
            <a:lvl2pPr>
              <a:defRPr>
                <a:solidFill>
                  <a:schemeClr val="tx2"/>
                </a:solidFill>
                <a:latin typeface="+mn-lt"/>
              </a:defRPr>
            </a:lvl2pPr>
            <a:lvl3pPr>
              <a:defRPr>
                <a:solidFill>
                  <a:schemeClr val="tx2"/>
                </a:solidFill>
                <a:latin typeface="+mn-lt"/>
              </a:defRPr>
            </a:lvl3pPr>
            <a:lvl4pPr marL="457200" indent="-257175">
              <a:buClr>
                <a:schemeClr val="tx2"/>
              </a:buClr>
              <a:buFont typeface="Arial" panose="020B0604020202020204" pitchFamily="34" charset="0"/>
              <a:buChar char="•"/>
              <a:defRPr>
                <a:solidFill>
                  <a:schemeClr val="tx1"/>
                </a:solidFill>
                <a:latin typeface="+mn-lt"/>
              </a:defRPr>
            </a:lvl4pPr>
            <a:lvl5pPr marL="617935" indent="-214313">
              <a:buClr>
                <a:schemeClr val="tx2"/>
              </a:buClr>
              <a:buFont typeface="Arial" panose="020B0604020202020204" pitchFamily="34" charset="0"/>
              <a:buChar char="•"/>
              <a:defRPr>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398784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h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93550-9B20-83F8-5A79-7AC7189D9AC4}"/>
              </a:ext>
            </a:extLst>
          </p:cNvPr>
          <p:cNvSpPr>
            <a:spLocks noGrp="1"/>
          </p:cNvSpPr>
          <p:nvPr>
            <p:ph type="title"/>
          </p:nvPr>
        </p:nvSpPr>
        <p:spPr>
          <a:xfrm>
            <a:off x="305992" y="440100"/>
            <a:ext cx="8532018" cy="650192"/>
          </a:xfrm>
        </p:spPr>
        <p:txBody>
          <a:bodyPr/>
          <a:lstStyle/>
          <a:p>
            <a:r>
              <a:rPr lang="en-US"/>
              <a:t>Click to edit Master title style</a:t>
            </a:r>
            <a:endParaRPr lang="en-GB"/>
          </a:p>
        </p:txBody>
      </p:sp>
      <p:pic>
        <p:nvPicPr>
          <p:cNvPr id="3" name="Picture 2">
            <a:extLst>
              <a:ext uri="{FF2B5EF4-FFF2-40B4-BE49-F238E27FC236}">
                <a16:creationId xmlns:a16="http://schemas.microsoft.com/office/drawing/2014/main" id="{0B7E9A96-6A3E-AB73-5B56-3F619CD60D8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5" name="Chart Placeholder 4">
            <a:extLst>
              <a:ext uri="{FF2B5EF4-FFF2-40B4-BE49-F238E27FC236}">
                <a16:creationId xmlns:a16="http://schemas.microsoft.com/office/drawing/2014/main" id="{3C0011AA-5441-621E-8E94-0A94ADCF23B8}"/>
              </a:ext>
            </a:extLst>
          </p:cNvPr>
          <p:cNvSpPr>
            <a:spLocks noGrp="1"/>
          </p:cNvSpPr>
          <p:nvPr>
            <p:ph type="chart" sz="quarter" idx="10"/>
          </p:nvPr>
        </p:nvSpPr>
        <p:spPr>
          <a:xfrm>
            <a:off x="305991" y="1588770"/>
            <a:ext cx="8532019" cy="2829639"/>
          </a:xfrm>
        </p:spPr>
        <p:txBody>
          <a:bodyPr/>
          <a:lstStyle/>
          <a:p>
            <a:endParaRPr lang="en-US"/>
          </a:p>
        </p:txBody>
      </p:sp>
      <p:sp>
        <p:nvSpPr>
          <p:cNvPr id="7" name="Text Placeholder 6">
            <a:extLst>
              <a:ext uri="{FF2B5EF4-FFF2-40B4-BE49-F238E27FC236}">
                <a16:creationId xmlns:a16="http://schemas.microsoft.com/office/drawing/2014/main" id="{7CBAF1D1-FD33-1735-0139-BC272E0F3643}"/>
              </a:ext>
            </a:extLst>
          </p:cNvPr>
          <p:cNvSpPr>
            <a:spLocks noGrp="1"/>
          </p:cNvSpPr>
          <p:nvPr>
            <p:ph type="body" sz="quarter" idx="11"/>
          </p:nvPr>
        </p:nvSpPr>
        <p:spPr>
          <a:xfrm>
            <a:off x="305992" y="947700"/>
            <a:ext cx="8532017" cy="481013"/>
          </a:xfrm>
        </p:spPr>
        <p:txBody>
          <a:bodyPr>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4C05EE1-F8E4-08D0-DDB8-5E4BBDD43E66}"/>
              </a:ext>
            </a:extLst>
          </p:cNvPr>
          <p:cNvSpPr>
            <a:spLocks noGrp="1"/>
          </p:cNvSpPr>
          <p:nvPr>
            <p:ph type="dt" sz="half" idx="12"/>
          </p:nvPr>
        </p:nvSpPr>
        <p:spPr/>
        <p:txBody>
          <a:bodyPr/>
          <a:lstStyle/>
          <a:p>
            <a:fld id="{39B1DD55-FB57-1B4E-9700-0095280ED90B}" type="datetime1">
              <a:rPr lang="en-GB" smtClean="0"/>
              <a:pPr/>
              <a:t>24/08/2026</a:t>
            </a:fld>
            <a:endParaRPr lang="en-GB"/>
          </a:p>
        </p:txBody>
      </p:sp>
      <p:sp>
        <p:nvSpPr>
          <p:cNvPr id="6" name="Footer Placeholder 5">
            <a:extLst>
              <a:ext uri="{FF2B5EF4-FFF2-40B4-BE49-F238E27FC236}">
                <a16:creationId xmlns:a16="http://schemas.microsoft.com/office/drawing/2014/main" id="{7886D753-55F5-2F32-3B6D-268285F7EB86}"/>
              </a:ext>
            </a:extLst>
          </p:cNvPr>
          <p:cNvSpPr>
            <a:spLocks noGrp="1"/>
          </p:cNvSpPr>
          <p:nvPr>
            <p:ph type="ftr" sz="quarter" idx="13"/>
          </p:nvPr>
        </p:nvSpPr>
        <p:spPr/>
        <p:txBody>
          <a:bodyPr/>
          <a:lstStyle/>
          <a:p>
            <a:r>
              <a:rPr lang="en-US"/>
              <a:t>Presentation title</a:t>
            </a:r>
          </a:p>
        </p:txBody>
      </p:sp>
      <p:sp>
        <p:nvSpPr>
          <p:cNvPr id="8" name="Slide Number Placeholder 7">
            <a:extLst>
              <a:ext uri="{FF2B5EF4-FFF2-40B4-BE49-F238E27FC236}">
                <a16:creationId xmlns:a16="http://schemas.microsoft.com/office/drawing/2014/main" id="{7C8991F7-4940-F09C-9A23-98A56C65E418}"/>
              </a:ext>
            </a:extLst>
          </p:cNvPr>
          <p:cNvSpPr>
            <a:spLocks noGrp="1"/>
          </p:cNvSpPr>
          <p:nvPr>
            <p:ph type="sldNum" sz="quarter" idx="14"/>
          </p:nvPr>
        </p:nvSpPr>
        <p:spPr/>
        <p:txBody>
          <a:bodyPr/>
          <a:lstStyle/>
          <a:p>
            <a:fld id="{4770C07C-6EB6-43CC-802D-2DB2147E2D02}" type="slidenum">
              <a:rPr lang="en-GB" smtClean="0"/>
              <a:pPr/>
              <a:t>‹#›</a:t>
            </a:fld>
            <a:endParaRPr lang="en-GB"/>
          </a:p>
        </p:txBody>
      </p:sp>
      <p:sp>
        <p:nvSpPr>
          <p:cNvPr id="9" name="Text Placeholder 4">
            <a:extLst>
              <a:ext uri="{FF2B5EF4-FFF2-40B4-BE49-F238E27FC236}">
                <a16:creationId xmlns:a16="http://schemas.microsoft.com/office/drawing/2014/main" id="{85752027-6551-52A6-FCD9-F99A923BA9AF}"/>
              </a:ext>
            </a:extLst>
          </p:cNvPr>
          <p:cNvSpPr>
            <a:spLocks noGrp="1"/>
          </p:cNvSpPr>
          <p:nvPr>
            <p:ph type="body" idx="1"/>
          </p:nvPr>
        </p:nvSpPr>
        <p:spPr>
          <a:xfrm>
            <a:off x="324970" y="121418"/>
            <a:ext cx="4075581" cy="247009"/>
          </a:xfrm>
        </p:spPr>
        <p:txBody>
          <a:bodyPr>
            <a:normAutofit/>
          </a:bodyPr>
          <a:lstStyle>
            <a:lvl1pPr>
              <a:defRPr sz="825">
                <a:solidFill>
                  <a:schemeClr val="tx2"/>
                </a:solidFill>
              </a:defRPr>
            </a:lvl1pPr>
          </a:lstStyle>
          <a:p>
            <a:r>
              <a:rPr lang="en-GB"/>
              <a:t>SECTION TITLE</a:t>
            </a:r>
          </a:p>
          <a:p>
            <a:endParaRPr lang="en-GB"/>
          </a:p>
        </p:txBody>
      </p:sp>
    </p:spTree>
    <p:extLst>
      <p:ext uri="{BB962C8B-B14F-4D97-AF65-F5344CB8AC3E}">
        <p14:creationId xmlns:p14="http://schemas.microsoft.com/office/powerpoint/2010/main" val="4141771861"/>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_chart right">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589CCE-EF5B-863E-8D93-019E6CDA28D1}"/>
              </a:ext>
            </a:extLst>
          </p:cNvPr>
          <p:cNvSpPr>
            <a:spLocks noGrp="1"/>
          </p:cNvSpPr>
          <p:nvPr>
            <p:ph type="title"/>
          </p:nvPr>
        </p:nvSpPr>
        <p:spPr>
          <a:xfrm>
            <a:off x="305992" y="440101"/>
            <a:ext cx="8532018" cy="482426"/>
          </a:xfrm>
          <a:prstGeom prst="rect">
            <a:avLst/>
          </a:prstGeom>
        </p:spPr>
        <p:txBody>
          <a:bodyPr vert="horz" lIns="0" tIns="0" rIns="0" bIns="0" rtlCol="0" anchor="t" anchorCtr="0">
            <a:noAutofit/>
          </a:bodyPr>
          <a:lstStyle>
            <a:lvl1pPr>
              <a:defRPr>
                <a:solidFill>
                  <a:schemeClr val="tx1"/>
                </a:solidFill>
              </a:defRPr>
            </a:lvl1pPr>
          </a:lstStyle>
          <a:p>
            <a:r>
              <a:rPr lang="en-US"/>
              <a:t>Click to edit Master title style</a:t>
            </a:r>
            <a:endParaRPr lang="en-GB"/>
          </a:p>
        </p:txBody>
      </p:sp>
      <p:pic>
        <p:nvPicPr>
          <p:cNvPr id="4" name="Picture 3">
            <a:extLst>
              <a:ext uri="{FF2B5EF4-FFF2-40B4-BE49-F238E27FC236}">
                <a16:creationId xmlns:a16="http://schemas.microsoft.com/office/drawing/2014/main" id="{04E5DF1A-69CA-5971-2D30-26CECDA2E1B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6" name="Chart Placeholder 5">
            <a:extLst>
              <a:ext uri="{FF2B5EF4-FFF2-40B4-BE49-F238E27FC236}">
                <a16:creationId xmlns:a16="http://schemas.microsoft.com/office/drawing/2014/main" id="{70E70F21-4646-0590-CD50-2C79DB47155E}"/>
              </a:ext>
            </a:extLst>
          </p:cNvPr>
          <p:cNvSpPr>
            <a:spLocks noGrp="1"/>
          </p:cNvSpPr>
          <p:nvPr>
            <p:ph type="chart" sz="quarter" idx="12"/>
          </p:nvPr>
        </p:nvSpPr>
        <p:spPr>
          <a:xfrm>
            <a:off x="4845844" y="890587"/>
            <a:ext cx="3992166" cy="3758804"/>
          </a:xfrm>
        </p:spPr>
        <p:txBody>
          <a:bodyPr/>
          <a:lstStyle/>
          <a:p>
            <a:endParaRPr lang="en-US"/>
          </a:p>
        </p:txBody>
      </p:sp>
      <p:sp>
        <p:nvSpPr>
          <p:cNvPr id="5" name="Date Placeholder 4">
            <a:extLst>
              <a:ext uri="{FF2B5EF4-FFF2-40B4-BE49-F238E27FC236}">
                <a16:creationId xmlns:a16="http://schemas.microsoft.com/office/drawing/2014/main" id="{75A8D2F6-D527-41D6-82E7-7FA5E373DCE3}"/>
              </a:ext>
            </a:extLst>
          </p:cNvPr>
          <p:cNvSpPr>
            <a:spLocks noGrp="1"/>
          </p:cNvSpPr>
          <p:nvPr>
            <p:ph type="dt" sz="half" idx="13"/>
          </p:nvPr>
        </p:nvSpPr>
        <p:spPr/>
        <p:txBody>
          <a:bodyPr/>
          <a:lstStyle/>
          <a:p>
            <a:fld id="{39B1DD55-FB57-1B4E-9700-0095280ED90B}" type="datetime1">
              <a:rPr lang="en-GB" smtClean="0"/>
              <a:pPr/>
              <a:t>24/08/2026</a:t>
            </a:fld>
            <a:endParaRPr lang="en-GB"/>
          </a:p>
        </p:txBody>
      </p:sp>
      <p:sp>
        <p:nvSpPr>
          <p:cNvPr id="8" name="Footer Placeholder 7">
            <a:extLst>
              <a:ext uri="{FF2B5EF4-FFF2-40B4-BE49-F238E27FC236}">
                <a16:creationId xmlns:a16="http://schemas.microsoft.com/office/drawing/2014/main" id="{B0A02E42-50C3-D7D2-3D53-296DA75534A6}"/>
              </a:ext>
            </a:extLst>
          </p:cNvPr>
          <p:cNvSpPr>
            <a:spLocks noGrp="1"/>
          </p:cNvSpPr>
          <p:nvPr>
            <p:ph type="ftr" sz="quarter" idx="14"/>
          </p:nvPr>
        </p:nvSpPr>
        <p:spPr/>
        <p:txBody>
          <a:bodyPr/>
          <a:lstStyle/>
          <a:p>
            <a:r>
              <a:rPr lang="en-US"/>
              <a:t>Presentation title</a:t>
            </a:r>
          </a:p>
        </p:txBody>
      </p:sp>
      <p:sp>
        <p:nvSpPr>
          <p:cNvPr id="9" name="Slide Number Placeholder 8">
            <a:extLst>
              <a:ext uri="{FF2B5EF4-FFF2-40B4-BE49-F238E27FC236}">
                <a16:creationId xmlns:a16="http://schemas.microsoft.com/office/drawing/2014/main" id="{B0B40538-5972-E6F6-1172-AB06FAA445D1}"/>
              </a:ext>
            </a:extLst>
          </p:cNvPr>
          <p:cNvSpPr>
            <a:spLocks noGrp="1"/>
          </p:cNvSpPr>
          <p:nvPr>
            <p:ph type="sldNum" sz="quarter" idx="15"/>
          </p:nvPr>
        </p:nvSpPr>
        <p:spPr/>
        <p:txBody>
          <a:bodyPr/>
          <a:lstStyle/>
          <a:p>
            <a:fld id="{4770C07C-6EB6-43CC-802D-2DB2147E2D02}" type="slidenum">
              <a:rPr lang="en-GB" smtClean="0"/>
              <a:pPr/>
              <a:t>‹#›</a:t>
            </a:fld>
            <a:endParaRPr lang="en-GB"/>
          </a:p>
        </p:txBody>
      </p:sp>
      <p:sp>
        <p:nvSpPr>
          <p:cNvPr id="7" name="Text Placeholder 5">
            <a:extLst>
              <a:ext uri="{FF2B5EF4-FFF2-40B4-BE49-F238E27FC236}">
                <a16:creationId xmlns:a16="http://schemas.microsoft.com/office/drawing/2014/main" id="{67A9B7AF-EB01-41F1-FAD6-E04F629B9002}"/>
              </a:ext>
            </a:extLst>
          </p:cNvPr>
          <p:cNvSpPr>
            <a:spLocks noGrp="1"/>
          </p:cNvSpPr>
          <p:nvPr>
            <p:ph type="body" sz="quarter" idx="10"/>
          </p:nvPr>
        </p:nvSpPr>
        <p:spPr>
          <a:xfrm>
            <a:off x="305992" y="952500"/>
            <a:ext cx="3954858" cy="3413203"/>
          </a:xfrm>
        </p:spPr>
        <p:txBody>
          <a:bodyPr>
            <a:noAutofit/>
          </a:bodyPr>
          <a:lstStyle>
            <a:lvl1pPr>
              <a:defRPr b="0">
                <a:solidFill>
                  <a:schemeClr val="tx1"/>
                </a:solidFill>
              </a:defRPr>
            </a:lvl1pPr>
            <a:lvl2pPr>
              <a:defRPr>
                <a:solidFill>
                  <a:schemeClr val="tx2"/>
                </a:solidFill>
                <a:latin typeface="+mn-lt"/>
              </a:defRPr>
            </a:lvl2pPr>
            <a:lvl3pPr>
              <a:defRPr>
                <a:solidFill>
                  <a:schemeClr val="tx2"/>
                </a:solidFill>
                <a:latin typeface="+mn-lt"/>
              </a:defRPr>
            </a:lvl3pPr>
            <a:lvl4pPr marL="457200" indent="-257175">
              <a:buClr>
                <a:schemeClr val="tx2"/>
              </a:buClr>
              <a:buFont typeface="Arial" panose="020B0604020202020204" pitchFamily="34" charset="0"/>
              <a:buChar char="•"/>
              <a:defRPr>
                <a:solidFill>
                  <a:schemeClr val="tx1"/>
                </a:solidFill>
                <a:latin typeface="+mn-lt"/>
              </a:defRPr>
            </a:lvl4pPr>
            <a:lvl5pPr marL="617935" indent="-214313">
              <a:buClr>
                <a:schemeClr val="tx2"/>
              </a:buClr>
              <a:buFont typeface="Arial" panose="020B0604020202020204" pitchFamily="34" charset="0"/>
              <a:buChar char="•"/>
              <a:defRPr>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Text Placeholder 4">
            <a:extLst>
              <a:ext uri="{FF2B5EF4-FFF2-40B4-BE49-F238E27FC236}">
                <a16:creationId xmlns:a16="http://schemas.microsoft.com/office/drawing/2014/main" id="{DB637762-74F5-62E6-8BA5-9284331987C0}"/>
              </a:ext>
            </a:extLst>
          </p:cNvPr>
          <p:cNvSpPr>
            <a:spLocks noGrp="1"/>
          </p:cNvSpPr>
          <p:nvPr>
            <p:ph type="body" idx="1"/>
          </p:nvPr>
        </p:nvSpPr>
        <p:spPr>
          <a:xfrm>
            <a:off x="324970" y="121418"/>
            <a:ext cx="4075581" cy="247009"/>
          </a:xfrm>
        </p:spPr>
        <p:txBody>
          <a:bodyPr>
            <a:normAutofit/>
          </a:bodyPr>
          <a:lstStyle>
            <a:lvl1pPr>
              <a:defRPr sz="825">
                <a:solidFill>
                  <a:schemeClr val="tx2"/>
                </a:solidFill>
              </a:defRPr>
            </a:lvl1pPr>
          </a:lstStyle>
          <a:p>
            <a:r>
              <a:rPr lang="en-GB"/>
              <a:t>SECTION TITLE</a:t>
            </a:r>
          </a:p>
          <a:p>
            <a:endParaRPr lang="en-GB"/>
          </a:p>
        </p:txBody>
      </p:sp>
    </p:spTree>
    <p:extLst>
      <p:ext uri="{BB962C8B-B14F-4D97-AF65-F5344CB8AC3E}">
        <p14:creationId xmlns:p14="http://schemas.microsoft.com/office/powerpoint/2010/main" val="219136351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7DD52C-FAC8-944D-4900-87E6D97BFBCD}"/>
              </a:ext>
            </a:extLst>
          </p:cNvPr>
          <p:cNvSpPr>
            <a:spLocks noGrp="1"/>
          </p:cNvSpPr>
          <p:nvPr>
            <p:ph type="title"/>
          </p:nvPr>
        </p:nvSpPr>
        <p:spPr>
          <a:xfrm>
            <a:off x="305992" y="439341"/>
            <a:ext cx="8532018" cy="696851"/>
          </a:xfrm>
          <a:prstGeom prst="rect">
            <a:avLst/>
          </a:prstGeom>
        </p:spPr>
        <p:txBody>
          <a:bodyPr vert="horz" lIns="0" tIns="0" rIns="0" bIns="0" rtlCol="0" anchor="t" anchorCtr="0">
            <a:noAutofit/>
          </a:bodyPr>
          <a:lstStyle>
            <a:lvl1pPr>
              <a:defRPr>
                <a:solidFill>
                  <a:schemeClr val="tx1"/>
                </a:solidFill>
              </a:defRPr>
            </a:lvl1pPr>
          </a:lstStyle>
          <a:p>
            <a:r>
              <a:rPr lang="en-US"/>
              <a:t>Click to edit Master title style</a:t>
            </a:r>
            <a:endParaRPr lang="en-GB"/>
          </a:p>
        </p:txBody>
      </p:sp>
      <p:pic>
        <p:nvPicPr>
          <p:cNvPr id="4" name="Picture 3">
            <a:extLst>
              <a:ext uri="{FF2B5EF4-FFF2-40B4-BE49-F238E27FC236}">
                <a16:creationId xmlns:a16="http://schemas.microsoft.com/office/drawing/2014/main" id="{176D7601-B857-88F2-71E5-860ECFF45D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3" name="Text Placeholder 4">
            <a:extLst>
              <a:ext uri="{FF2B5EF4-FFF2-40B4-BE49-F238E27FC236}">
                <a16:creationId xmlns:a16="http://schemas.microsoft.com/office/drawing/2014/main" id="{94FD0519-914F-56D4-C4AE-FA537C0EE52E}"/>
              </a:ext>
            </a:extLst>
          </p:cNvPr>
          <p:cNvSpPr>
            <a:spLocks noGrp="1"/>
          </p:cNvSpPr>
          <p:nvPr>
            <p:ph type="body" idx="1"/>
          </p:nvPr>
        </p:nvSpPr>
        <p:spPr>
          <a:xfrm>
            <a:off x="324970" y="121418"/>
            <a:ext cx="4075581" cy="247009"/>
          </a:xfrm>
        </p:spPr>
        <p:txBody>
          <a:bodyPr>
            <a:normAutofit/>
          </a:bodyPr>
          <a:lstStyle>
            <a:lvl1pPr>
              <a:defRPr sz="825">
                <a:solidFill>
                  <a:schemeClr val="tx2"/>
                </a:solidFill>
              </a:defRPr>
            </a:lvl1pPr>
          </a:lstStyle>
          <a:p>
            <a:r>
              <a:rPr lang="en-GB"/>
              <a:t>SECTION TITLE</a:t>
            </a:r>
          </a:p>
          <a:p>
            <a:endParaRPr lang="en-GB"/>
          </a:p>
        </p:txBody>
      </p:sp>
      <p:sp>
        <p:nvSpPr>
          <p:cNvPr id="5" name="Date Placeholder 4">
            <a:extLst>
              <a:ext uri="{FF2B5EF4-FFF2-40B4-BE49-F238E27FC236}">
                <a16:creationId xmlns:a16="http://schemas.microsoft.com/office/drawing/2014/main" id="{CD9E9DF9-4CD9-F7C7-7994-9BE17218A90D}"/>
              </a:ext>
            </a:extLst>
          </p:cNvPr>
          <p:cNvSpPr>
            <a:spLocks noGrp="1"/>
          </p:cNvSpPr>
          <p:nvPr>
            <p:ph type="dt" sz="half" idx="10"/>
          </p:nvPr>
        </p:nvSpPr>
        <p:spPr/>
        <p:txBody>
          <a:bodyPr/>
          <a:lstStyle/>
          <a:p>
            <a:fld id="{39B1DD55-FB57-1B4E-9700-0095280ED90B}" type="datetime1">
              <a:rPr lang="en-GB" smtClean="0"/>
              <a:pPr/>
              <a:t>24/08/2026</a:t>
            </a:fld>
            <a:endParaRPr lang="en-GB"/>
          </a:p>
        </p:txBody>
      </p:sp>
      <p:sp>
        <p:nvSpPr>
          <p:cNvPr id="6" name="Footer Placeholder 5">
            <a:extLst>
              <a:ext uri="{FF2B5EF4-FFF2-40B4-BE49-F238E27FC236}">
                <a16:creationId xmlns:a16="http://schemas.microsoft.com/office/drawing/2014/main" id="{079B7D32-FBCB-167C-F47F-2719E86E424D}"/>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F08EF3F1-EAF9-8128-F7D4-DB8ECDDFB01E}"/>
              </a:ext>
            </a:extLst>
          </p:cNvPr>
          <p:cNvSpPr>
            <a:spLocks noGrp="1"/>
          </p:cNvSpPr>
          <p:nvPr>
            <p:ph type="sldNum" sz="quarter" idx="12"/>
          </p:nvPr>
        </p:nvSpPr>
        <p:spPr/>
        <p:txBody>
          <a:bodyPr/>
          <a:lstStyle/>
          <a:p>
            <a:fld id="{4770C07C-6EB6-43CC-802D-2DB2147E2D02}" type="slidenum">
              <a:rPr lang="en-GB" smtClean="0"/>
              <a:pPr/>
              <a:t>‹#›</a:t>
            </a:fld>
            <a:endParaRPr lang="en-GB"/>
          </a:p>
        </p:txBody>
      </p:sp>
    </p:spTree>
    <p:extLst>
      <p:ext uri="{BB962C8B-B14F-4D97-AF65-F5344CB8AC3E}">
        <p14:creationId xmlns:p14="http://schemas.microsoft.com/office/powerpoint/2010/main" val="3083631340"/>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only green">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7DD52C-FAC8-944D-4900-87E6D97BFBCD}"/>
              </a:ext>
            </a:extLst>
          </p:cNvPr>
          <p:cNvSpPr>
            <a:spLocks noGrp="1"/>
          </p:cNvSpPr>
          <p:nvPr>
            <p:ph type="title"/>
          </p:nvPr>
        </p:nvSpPr>
        <p:spPr>
          <a:xfrm>
            <a:off x="305992" y="439341"/>
            <a:ext cx="8532018" cy="696851"/>
          </a:xfrm>
          <a:prstGeom prst="rect">
            <a:avLst/>
          </a:prstGeom>
        </p:spPr>
        <p:txBody>
          <a:bodyPr vert="horz" lIns="0" tIns="0" rIns="0" bIns="0" rtlCol="0" anchor="t" anchorCtr="0">
            <a:noAutofit/>
          </a:bodyPr>
          <a:lstStyle>
            <a:lvl1pPr>
              <a:defRPr>
                <a:solidFill>
                  <a:schemeClr val="tx1"/>
                </a:solidFill>
              </a:defRPr>
            </a:lvl1pPr>
          </a:lstStyle>
          <a:p>
            <a:r>
              <a:rPr lang="en-US"/>
              <a:t>Click to edit Master title style</a:t>
            </a:r>
            <a:endParaRPr lang="en-GB"/>
          </a:p>
        </p:txBody>
      </p:sp>
      <p:pic>
        <p:nvPicPr>
          <p:cNvPr id="4" name="Picture 3">
            <a:extLst>
              <a:ext uri="{FF2B5EF4-FFF2-40B4-BE49-F238E27FC236}">
                <a16:creationId xmlns:a16="http://schemas.microsoft.com/office/drawing/2014/main" id="{176D7601-B857-88F2-71E5-860ECFF45D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
        <p:nvSpPr>
          <p:cNvPr id="3" name="Text Placeholder 4">
            <a:extLst>
              <a:ext uri="{FF2B5EF4-FFF2-40B4-BE49-F238E27FC236}">
                <a16:creationId xmlns:a16="http://schemas.microsoft.com/office/drawing/2014/main" id="{94FD0519-914F-56D4-C4AE-FA537C0EE52E}"/>
              </a:ext>
            </a:extLst>
          </p:cNvPr>
          <p:cNvSpPr>
            <a:spLocks noGrp="1"/>
          </p:cNvSpPr>
          <p:nvPr>
            <p:ph type="body" idx="1"/>
          </p:nvPr>
        </p:nvSpPr>
        <p:spPr>
          <a:xfrm>
            <a:off x="324970" y="121418"/>
            <a:ext cx="4075581" cy="247009"/>
          </a:xfrm>
        </p:spPr>
        <p:txBody>
          <a:bodyPr>
            <a:normAutofit/>
          </a:bodyPr>
          <a:lstStyle>
            <a:lvl1pPr>
              <a:defRPr sz="825">
                <a:solidFill>
                  <a:schemeClr val="accent1"/>
                </a:solidFill>
              </a:defRPr>
            </a:lvl1pPr>
          </a:lstStyle>
          <a:p>
            <a:r>
              <a:rPr lang="en-GB"/>
              <a:t>SECTION TITLE</a:t>
            </a:r>
          </a:p>
          <a:p>
            <a:endParaRPr lang="en-GB"/>
          </a:p>
        </p:txBody>
      </p:sp>
      <p:sp>
        <p:nvSpPr>
          <p:cNvPr id="8" name="Date Placeholder 7">
            <a:extLst>
              <a:ext uri="{FF2B5EF4-FFF2-40B4-BE49-F238E27FC236}">
                <a16:creationId xmlns:a16="http://schemas.microsoft.com/office/drawing/2014/main" id="{1147C76F-3FB9-FEC2-0816-71E49291ACD4}"/>
              </a:ext>
            </a:extLst>
          </p:cNvPr>
          <p:cNvSpPr>
            <a:spLocks noGrp="1"/>
          </p:cNvSpPr>
          <p:nvPr>
            <p:ph type="dt" sz="half" idx="10"/>
          </p:nvPr>
        </p:nvSpPr>
        <p:spPr/>
        <p:txBody>
          <a:bodyPr/>
          <a:lstStyle/>
          <a:p>
            <a:fld id="{39B1DD55-FB57-1B4E-9700-0095280ED90B}" type="datetime1">
              <a:rPr lang="en-GB" smtClean="0"/>
              <a:pPr/>
              <a:t>24/08/2026</a:t>
            </a:fld>
            <a:endParaRPr lang="en-GB"/>
          </a:p>
        </p:txBody>
      </p:sp>
      <p:sp>
        <p:nvSpPr>
          <p:cNvPr id="10" name="Footer Placeholder 9">
            <a:extLst>
              <a:ext uri="{FF2B5EF4-FFF2-40B4-BE49-F238E27FC236}">
                <a16:creationId xmlns:a16="http://schemas.microsoft.com/office/drawing/2014/main" id="{B31820F9-A8DC-0DFC-2AE6-C63D17F778BB}"/>
              </a:ext>
            </a:extLst>
          </p:cNvPr>
          <p:cNvSpPr>
            <a:spLocks noGrp="1"/>
          </p:cNvSpPr>
          <p:nvPr>
            <p:ph type="ftr" sz="quarter" idx="11"/>
          </p:nvPr>
        </p:nvSpPr>
        <p:spPr/>
        <p:txBody>
          <a:bodyPr/>
          <a:lstStyle/>
          <a:p>
            <a:r>
              <a:rPr lang="en-US"/>
              <a:t>Presentation title</a:t>
            </a:r>
          </a:p>
        </p:txBody>
      </p:sp>
      <p:sp>
        <p:nvSpPr>
          <p:cNvPr id="11" name="Slide Number Placeholder 10">
            <a:extLst>
              <a:ext uri="{FF2B5EF4-FFF2-40B4-BE49-F238E27FC236}">
                <a16:creationId xmlns:a16="http://schemas.microsoft.com/office/drawing/2014/main" id="{51CB15C1-9D3F-AFDF-A9B4-F5AC878612FB}"/>
              </a:ext>
            </a:extLst>
          </p:cNvPr>
          <p:cNvSpPr>
            <a:spLocks noGrp="1"/>
          </p:cNvSpPr>
          <p:nvPr>
            <p:ph type="sldNum" sz="quarter" idx="12"/>
          </p:nvPr>
        </p:nvSpPr>
        <p:spPr/>
        <p:txBody>
          <a:bodyPr/>
          <a:lstStyle/>
          <a:p>
            <a:fld id="{4770C07C-6EB6-43CC-802D-2DB2147E2D02}" type="slidenum">
              <a:rPr lang="en-GB" smtClean="0"/>
              <a:pPr/>
              <a:t>‹#›</a:t>
            </a:fld>
            <a:endParaRPr lang="en-GB"/>
          </a:p>
        </p:txBody>
      </p:sp>
    </p:spTree>
    <p:extLst>
      <p:ext uri="{BB962C8B-B14F-4D97-AF65-F5344CB8AC3E}">
        <p14:creationId xmlns:p14="http://schemas.microsoft.com/office/powerpoint/2010/main" val="404716093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231CE8-C9D2-4E25-4D9E-D671C9DAEBA2}"/>
              </a:ext>
            </a:extLst>
          </p:cNvPr>
          <p:cNvSpPr>
            <a:spLocks noGrp="1"/>
          </p:cNvSpPr>
          <p:nvPr>
            <p:ph type="dt" sz="half" idx="10"/>
          </p:nvPr>
        </p:nvSpPr>
        <p:spPr/>
        <p:txBody>
          <a:bodyPr/>
          <a:lstStyle/>
          <a:p>
            <a:fld id="{0785D6A2-BF18-47B1-BF29-10FB1B1D540E}" type="datetimeFigureOut">
              <a:rPr lang="en-GB" smtClean="0"/>
              <a:t>24/08/2026</a:t>
            </a:fld>
            <a:endParaRPr lang="en-GB"/>
          </a:p>
        </p:txBody>
      </p:sp>
      <p:sp>
        <p:nvSpPr>
          <p:cNvPr id="3" name="Footer Placeholder 2">
            <a:extLst>
              <a:ext uri="{FF2B5EF4-FFF2-40B4-BE49-F238E27FC236}">
                <a16:creationId xmlns:a16="http://schemas.microsoft.com/office/drawing/2014/main" id="{65EBC162-3C9B-D9E5-742F-636E7F7EF9D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B6D2C54-4204-3337-BF17-10CED4C1259D}"/>
              </a:ext>
            </a:extLst>
          </p:cNvPr>
          <p:cNvSpPr>
            <a:spLocks noGrp="1"/>
          </p:cNvSpPr>
          <p:nvPr>
            <p:ph type="sldNum" sz="quarter" idx="12"/>
          </p:nvPr>
        </p:nvSpPr>
        <p:spPr/>
        <p:txBody>
          <a:bodyPr/>
          <a:lstStyle/>
          <a:p>
            <a:fld id="{2DB76C0A-4067-49B2-A65B-A8EFDD012D23}" type="slidenum">
              <a:rPr lang="en-GB" smtClean="0"/>
              <a:t>‹#›</a:t>
            </a:fld>
            <a:endParaRPr lang="en-GB"/>
          </a:p>
        </p:txBody>
      </p:sp>
    </p:spTree>
    <p:extLst>
      <p:ext uri="{BB962C8B-B14F-4D97-AF65-F5344CB8AC3E}">
        <p14:creationId xmlns:p14="http://schemas.microsoft.com/office/powerpoint/2010/main" val="16103625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green">
    <p:bg>
      <p:bgRef idx="1001">
        <a:schemeClr val="bg2"/>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231CE8-C9D2-4E25-4D9E-D671C9DAEBA2}"/>
              </a:ext>
            </a:extLst>
          </p:cNvPr>
          <p:cNvSpPr>
            <a:spLocks noGrp="1"/>
          </p:cNvSpPr>
          <p:nvPr>
            <p:ph type="dt" sz="half" idx="10"/>
          </p:nvPr>
        </p:nvSpPr>
        <p:spPr/>
        <p:txBody>
          <a:bodyPr/>
          <a:lstStyle/>
          <a:p>
            <a:fld id="{0785D6A2-BF18-47B1-BF29-10FB1B1D540E}" type="datetimeFigureOut">
              <a:rPr lang="en-GB" smtClean="0"/>
              <a:t>24/08/2026</a:t>
            </a:fld>
            <a:endParaRPr lang="en-GB"/>
          </a:p>
        </p:txBody>
      </p:sp>
      <p:sp>
        <p:nvSpPr>
          <p:cNvPr id="3" name="Footer Placeholder 2">
            <a:extLst>
              <a:ext uri="{FF2B5EF4-FFF2-40B4-BE49-F238E27FC236}">
                <a16:creationId xmlns:a16="http://schemas.microsoft.com/office/drawing/2014/main" id="{65EBC162-3C9B-D9E5-742F-636E7F7EF9D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B6D2C54-4204-3337-BF17-10CED4C1259D}"/>
              </a:ext>
            </a:extLst>
          </p:cNvPr>
          <p:cNvSpPr>
            <a:spLocks noGrp="1"/>
          </p:cNvSpPr>
          <p:nvPr>
            <p:ph type="sldNum" sz="quarter" idx="12"/>
          </p:nvPr>
        </p:nvSpPr>
        <p:spPr/>
        <p:txBody>
          <a:bodyPr/>
          <a:lstStyle/>
          <a:p>
            <a:fld id="{2DB76C0A-4067-49B2-A65B-A8EFDD012D23}" type="slidenum">
              <a:rPr lang="en-GB" smtClean="0"/>
              <a:t>‹#›</a:t>
            </a:fld>
            <a:endParaRPr lang="en-GB"/>
          </a:p>
        </p:txBody>
      </p:sp>
    </p:spTree>
    <p:extLst>
      <p:ext uri="{BB962C8B-B14F-4D97-AF65-F5344CB8AC3E}">
        <p14:creationId xmlns:p14="http://schemas.microsoft.com/office/powerpoint/2010/main" val="4192586948"/>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Section Header_Plain">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7AFFFF3-3FF6-E88D-AF71-60212293CD8D}"/>
              </a:ext>
            </a:extLst>
          </p:cNvPr>
          <p:cNvPicPr>
            <a:picLocks noChangeAspect="1"/>
          </p:cNvPicPr>
          <p:nvPr userDrawn="1"/>
        </p:nvPicPr>
        <p:blipFill>
          <a:blip r:embed="rId2"/>
          <a:stretch>
            <a:fillRect/>
          </a:stretch>
        </p:blipFill>
        <p:spPr>
          <a:xfrm>
            <a:off x="-1" y="0"/>
            <a:ext cx="9144000" cy="5143500"/>
          </a:xfrm>
          <a:prstGeom prst="rect">
            <a:avLst/>
          </a:prstGeom>
          <a:solidFill>
            <a:schemeClr val="bg2"/>
          </a:solidFill>
        </p:spPr>
      </p:pic>
      <p:pic>
        <p:nvPicPr>
          <p:cNvPr id="707" name="Picture 706">
            <a:extLst>
              <a:ext uri="{FF2B5EF4-FFF2-40B4-BE49-F238E27FC236}">
                <a16:creationId xmlns:a16="http://schemas.microsoft.com/office/drawing/2014/main" id="{5D088F15-84C3-0507-5867-CA2603F2799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pic>
        <p:nvPicPr>
          <p:cNvPr id="3" name="Dolmio_Logo.png">
            <a:extLst>
              <a:ext uri="{FF2B5EF4-FFF2-40B4-BE49-F238E27FC236}">
                <a16:creationId xmlns:a16="http://schemas.microsoft.com/office/drawing/2014/main" id="{E3B3F7A8-05FA-79FC-78E0-F1B822739114}"/>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2428725" y="799628"/>
            <a:ext cx="4590000" cy="1547214"/>
          </a:xfrm>
          <a:prstGeom prst="rect">
            <a:avLst/>
          </a:prstGeom>
          <a:ln w="12700">
            <a:miter lim="400000"/>
          </a:ln>
        </p:spPr>
      </p:pic>
      <p:sp>
        <p:nvSpPr>
          <p:cNvPr id="9" name="Title 8">
            <a:extLst>
              <a:ext uri="{FF2B5EF4-FFF2-40B4-BE49-F238E27FC236}">
                <a16:creationId xmlns:a16="http://schemas.microsoft.com/office/drawing/2014/main" id="{BA3C20A4-0D63-C3C2-3200-D0D60D42F504}"/>
              </a:ext>
            </a:extLst>
          </p:cNvPr>
          <p:cNvSpPr>
            <a:spLocks noGrp="1"/>
          </p:cNvSpPr>
          <p:nvPr>
            <p:ph type="title" hasCustomPrompt="1"/>
          </p:nvPr>
        </p:nvSpPr>
        <p:spPr>
          <a:xfrm>
            <a:off x="2776590" y="2591848"/>
            <a:ext cx="3601350" cy="650192"/>
          </a:xfrm>
          <a:solidFill>
            <a:schemeClr val="accent1"/>
          </a:solidFill>
        </p:spPr>
        <p:txBody>
          <a:bodyPr tIns="251999" anchor="ctr" anchorCtr="0"/>
          <a:lstStyle>
            <a:lvl1pPr algn="ctr">
              <a:defRPr sz="4500">
                <a:solidFill>
                  <a:schemeClr val="bg1"/>
                </a:solidFill>
              </a:defRPr>
            </a:lvl1pPr>
          </a:lstStyle>
          <a:p>
            <a:r>
              <a:rPr lang="en-GB"/>
              <a:t>Thanks</a:t>
            </a:r>
            <a:endParaRPr lang="en-US"/>
          </a:p>
        </p:txBody>
      </p:sp>
    </p:spTree>
    <p:extLst>
      <p:ext uri="{BB962C8B-B14F-4D97-AF65-F5344CB8AC3E}">
        <p14:creationId xmlns:p14="http://schemas.microsoft.com/office/powerpoint/2010/main" val="2093808361"/>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Slide Number Placeholder 4"/>
          <p:cNvSpPr>
            <a:spLocks noGrp="1"/>
          </p:cNvSpPr>
          <p:nvPr>
            <p:ph type="sldNum" sz="quarter" idx="11"/>
          </p:nvPr>
        </p:nvSpPr>
        <p:spPr/>
        <p:txBody>
          <a:bodyPr/>
          <a:lstStyle/>
          <a:p>
            <a:pPr defTabSz="685800">
              <a:buClrTx/>
              <a:defRPr/>
            </a:pPr>
            <a:fld id="{9C3ACAB3-CA36-4966-8A1D-076772D39D8D}" type="slidenum">
              <a:rPr lang="en-GB" kern="1200" smtClean="0">
                <a:solidFill>
                  <a:srgbClr val="1A5632"/>
                </a:solidFill>
                <a:latin typeface="Mars Centra"/>
                <a:ea typeface="+mn-ea"/>
                <a:cs typeface="+mn-cs"/>
              </a:rPr>
              <a:pPr defTabSz="685800">
                <a:buClrTx/>
                <a:defRPr/>
              </a:pPr>
              <a:t>‹#›</a:t>
            </a:fld>
            <a:endParaRPr lang="en-GB" kern="1200">
              <a:solidFill>
                <a:srgbClr val="1A5632"/>
              </a:solidFill>
              <a:latin typeface="Mars Centra"/>
              <a:ea typeface="+mn-ea"/>
              <a:cs typeface="+mn-cs"/>
            </a:endParaRPr>
          </a:p>
        </p:txBody>
      </p:sp>
      <p:sp>
        <p:nvSpPr>
          <p:cNvPr id="3" name="Footer Placeholder 2">
            <a:extLst>
              <a:ext uri="{FF2B5EF4-FFF2-40B4-BE49-F238E27FC236}">
                <a16:creationId xmlns:a16="http://schemas.microsoft.com/office/drawing/2014/main" id="{C4C36046-B3E5-45DA-AD30-60A97B84BE8C}"/>
              </a:ext>
            </a:extLst>
          </p:cNvPr>
          <p:cNvSpPr>
            <a:spLocks noGrp="1"/>
          </p:cNvSpPr>
          <p:nvPr>
            <p:ph type="ftr" sz="quarter" idx="12"/>
          </p:nvPr>
        </p:nvSpPr>
        <p:spPr/>
        <p:txBody>
          <a:bodyPr/>
          <a:lstStyle/>
          <a:p>
            <a:pPr defTabSz="685800">
              <a:buClrTx/>
              <a:defRPr/>
            </a:pPr>
            <a:endParaRPr lang="en-GB" kern="1200">
              <a:solidFill>
                <a:srgbClr val="1A5632"/>
              </a:solidFill>
              <a:latin typeface="Mars Centra"/>
              <a:ea typeface="+mn-ea"/>
              <a:cs typeface="+mn-cs"/>
            </a:endParaRPr>
          </a:p>
        </p:txBody>
      </p:sp>
    </p:spTree>
    <p:extLst>
      <p:ext uri="{BB962C8B-B14F-4D97-AF65-F5344CB8AC3E}">
        <p14:creationId xmlns:p14="http://schemas.microsoft.com/office/powerpoint/2010/main" val="25759154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Branded Footer">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589CCE-EF5B-863E-8D93-019E6CDA28D1}"/>
              </a:ext>
            </a:extLst>
          </p:cNvPr>
          <p:cNvSpPr>
            <a:spLocks noGrp="1"/>
          </p:cNvSpPr>
          <p:nvPr>
            <p:ph type="title"/>
          </p:nvPr>
        </p:nvSpPr>
        <p:spPr>
          <a:xfrm>
            <a:off x="305992" y="240300"/>
            <a:ext cx="8532018" cy="650192"/>
          </a:xfrm>
          <a:prstGeom prst="rect">
            <a:avLst/>
          </a:prstGeom>
        </p:spPr>
        <p:txBody>
          <a:bodyPr vert="horz" lIns="0" tIns="0" rIns="0" bIns="0" rtlCol="0" anchor="t" anchorCtr="0">
            <a:noAutofit/>
          </a:bodyPr>
          <a:lstStyle/>
          <a:p>
            <a:r>
              <a:rPr lang="en-US"/>
              <a:t>Click to edit Master title style</a:t>
            </a:r>
            <a:endParaRPr lang="en-GB"/>
          </a:p>
        </p:txBody>
      </p:sp>
      <p:pic>
        <p:nvPicPr>
          <p:cNvPr id="3" name="Picture 2">
            <a:extLst>
              <a:ext uri="{FF2B5EF4-FFF2-40B4-BE49-F238E27FC236}">
                <a16:creationId xmlns:a16="http://schemas.microsoft.com/office/drawing/2014/main" id="{D4CEB8AE-BC4C-AFBB-F4D7-3AF39669D16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97822" y="4747387"/>
            <a:ext cx="912741" cy="270752"/>
          </a:xfrm>
          <a:prstGeom prst="rect">
            <a:avLst/>
          </a:prstGeom>
        </p:spPr>
      </p:pic>
      <p:sp>
        <p:nvSpPr>
          <p:cNvPr id="4" name="Footer Placeholder 11">
            <a:extLst>
              <a:ext uri="{FF2B5EF4-FFF2-40B4-BE49-F238E27FC236}">
                <a16:creationId xmlns:a16="http://schemas.microsoft.com/office/drawing/2014/main" id="{EA6DAC89-8CF2-530B-A5F5-4CF4C836AB40}"/>
              </a:ext>
            </a:extLst>
          </p:cNvPr>
          <p:cNvSpPr txBox="1">
            <a:spLocks/>
          </p:cNvSpPr>
          <p:nvPr userDrawn="1"/>
        </p:nvSpPr>
        <p:spPr>
          <a:xfrm>
            <a:off x="6646274" y="4930619"/>
            <a:ext cx="2191736" cy="87520"/>
          </a:xfrm>
          <a:prstGeom prst="rect">
            <a:avLst/>
          </a:prstGeom>
        </p:spPr>
        <p:txBody>
          <a:bodyPr lIns="0" tIns="0" rIns="0" bIns="0" anchor="t" anchorCtr="0"/>
          <a:lstStyle>
            <a:defPPr>
              <a:defRPr lang="en-US"/>
            </a:defPPr>
            <a:lvl1pPr marL="0" algn="l" defTabSz="914400" rtl="0" eaLnBrk="1" latinLnBrk="0" hangingPunct="1">
              <a:defRPr sz="900" kern="1200">
                <a:solidFill>
                  <a:srgbClr val="00709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GB" sz="600" b="0" i="0" u="none" strike="noStrike" kern="1200" cap="none" spc="0" normalizeH="0" baseline="0" noProof="0">
                <a:ln>
                  <a:noFill/>
                </a:ln>
                <a:solidFill>
                  <a:srgbClr val="020B99"/>
                </a:solidFill>
                <a:effectLst/>
                <a:uLnTx/>
                <a:uFillTx/>
                <a:latin typeface="Mars Centra" pitchFamily="2" charset="77"/>
                <a:ea typeface="Mars Centra" pitchFamily="2" charset="77"/>
                <a:cs typeface="+mn-cs"/>
              </a:rPr>
              <a:t>Copyright © 2024 Mars, Incorporated | Confidential    </a:t>
            </a:r>
            <a:fld id="{9C3ACAB3-CA36-4966-8A1D-076772D39D8D}" type="slidenum">
              <a:rPr kumimoji="0" lang="en-GB" sz="600" b="0" i="0" u="none" strike="noStrike" kern="1200" cap="none" spc="0" normalizeH="0" baseline="0" noProof="0" smtClean="0">
                <a:ln>
                  <a:noFill/>
                </a:ln>
                <a:solidFill>
                  <a:srgbClr val="020B99"/>
                </a:solidFill>
                <a:effectLst/>
                <a:uLnTx/>
                <a:uFillTx/>
                <a:latin typeface="Mars Centra" pitchFamily="2" charset="77"/>
                <a:ea typeface="Mars Centra" pitchFamily="2" charset="77"/>
                <a:cs typeface="+mn-cs"/>
              </a:rPr>
              <a:pPr marL="0" marR="0" lvl="0" indent="0" algn="r" defTabSz="685800" rtl="0" eaLnBrk="1" fontAlgn="auto" latinLnBrk="0" hangingPunct="1">
                <a:lnSpc>
                  <a:spcPct val="100000"/>
                </a:lnSpc>
                <a:spcBef>
                  <a:spcPts val="0"/>
                </a:spcBef>
                <a:spcAft>
                  <a:spcPts val="0"/>
                </a:spcAft>
                <a:buClrTx/>
                <a:buSzTx/>
                <a:buFontTx/>
                <a:buNone/>
                <a:tabLst/>
                <a:defRPr/>
              </a:pPr>
              <a:t>‹#›</a:t>
            </a:fld>
            <a:endParaRPr kumimoji="0" lang="en-GB" sz="600" b="0" i="0" u="none" strike="noStrike" kern="1200" cap="none" spc="0" normalizeH="0" baseline="0" noProof="0">
              <a:ln>
                <a:noFill/>
              </a:ln>
              <a:solidFill>
                <a:srgbClr val="020B99"/>
              </a:solidFill>
              <a:effectLst/>
              <a:uLnTx/>
              <a:uFillTx/>
              <a:latin typeface="Mars Centra" pitchFamily="2" charset="77"/>
              <a:ea typeface="Mars Centra" pitchFamily="2" charset="77"/>
              <a:cs typeface="+mn-cs"/>
            </a:endParaRPr>
          </a:p>
          <a:p>
            <a:pPr marL="0" marR="0" lvl="0" indent="0" algn="r" defTabSz="685800" rtl="0" eaLnBrk="1" fontAlgn="auto" latinLnBrk="0" hangingPunct="1">
              <a:lnSpc>
                <a:spcPct val="100000"/>
              </a:lnSpc>
              <a:spcBef>
                <a:spcPts val="0"/>
              </a:spcBef>
              <a:spcAft>
                <a:spcPts val="0"/>
              </a:spcAft>
              <a:buClrTx/>
              <a:buSzTx/>
              <a:buFontTx/>
              <a:buNone/>
              <a:tabLst/>
              <a:defRPr/>
            </a:pPr>
            <a:endParaRPr kumimoji="0" lang="en-GB" sz="600" b="0" i="0" u="none" strike="noStrike" kern="1200" cap="none" spc="0" normalizeH="0" baseline="0" noProof="0">
              <a:ln>
                <a:noFill/>
              </a:ln>
              <a:solidFill>
                <a:srgbClr val="020B99"/>
              </a:solidFill>
              <a:effectLst/>
              <a:uLnTx/>
              <a:uFillTx/>
              <a:latin typeface="Mars Centra" pitchFamily="2" charset="77"/>
              <a:ea typeface="Mars Centra" pitchFamily="2" charset="77"/>
              <a:cs typeface="+mn-cs"/>
            </a:endParaRPr>
          </a:p>
        </p:txBody>
      </p:sp>
    </p:spTree>
    <p:extLst>
      <p:ext uri="{BB962C8B-B14F-4D97-AF65-F5344CB8AC3E}">
        <p14:creationId xmlns:p14="http://schemas.microsoft.com/office/powerpoint/2010/main" val="2320039233"/>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p:cNvSpPr>
            <a:spLocks noGrp="1"/>
          </p:cNvSpPr>
          <p:nvPr>
            <p:ph type="dt" sz="half" idx="10"/>
          </p:nvPr>
        </p:nvSpPr>
        <p:spPr/>
        <p:txBody>
          <a:bodyPr/>
          <a:lstStyle/>
          <a:p>
            <a:pPr defTabSz="685800">
              <a:buClrTx/>
              <a:defRPr/>
            </a:pPr>
            <a:r>
              <a:rPr lang="en-US" kern="1200">
                <a:solidFill>
                  <a:srgbClr val="3C3C3C"/>
                </a:solidFill>
                <a:latin typeface="Mars Centra"/>
                <a:ea typeface="+mn-ea"/>
                <a:cs typeface="+mn-cs"/>
              </a:rPr>
              <a:t>Copyright © 2019 Mars, Incorporated — Confidential</a:t>
            </a:r>
            <a:endParaRPr lang="en-GB" kern="1200">
              <a:solidFill>
                <a:srgbClr val="3C3C3C"/>
              </a:solidFill>
              <a:latin typeface="Mars Centra"/>
              <a:ea typeface="+mn-ea"/>
              <a:cs typeface="+mn-cs"/>
            </a:endParaRPr>
          </a:p>
        </p:txBody>
      </p:sp>
      <p:sp>
        <p:nvSpPr>
          <p:cNvPr id="8" name="Slide Number Placeholder 7"/>
          <p:cNvSpPr>
            <a:spLocks noGrp="1"/>
          </p:cNvSpPr>
          <p:nvPr>
            <p:ph type="sldNum" sz="quarter" idx="11"/>
          </p:nvPr>
        </p:nvSpPr>
        <p:spPr/>
        <p:txBody>
          <a:bodyPr/>
          <a:lstStyle/>
          <a:p>
            <a:pPr defTabSz="685800">
              <a:buClrTx/>
              <a:defRPr/>
            </a:pPr>
            <a:fld id="{9C3ACAB3-CA36-4966-8A1D-076772D39D8D}" type="slidenum">
              <a:rPr lang="en-GB" kern="1200" smtClean="0">
                <a:solidFill>
                  <a:srgbClr val="3C3C3C"/>
                </a:solidFill>
                <a:latin typeface="Mars Centra"/>
                <a:ea typeface="+mn-ea"/>
                <a:cs typeface="+mn-cs"/>
              </a:rPr>
              <a:pPr defTabSz="685800">
                <a:buClrTx/>
                <a:defRPr/>
              </a:pPr>
              <a:t>‹#›</a:t>
            </a:fld>
            <a:endParaRPr lang="en-GB" kern="1200">
              <a:solidFill>
                <a:srgbClr val="3C3C3C"/>
              </a:solidFill>
              <a:latin typeface="Mars Centra"/>
              <a:ea typeface="+mn-ea"/>
              <a:cs typeface="+mn-cs"/>
            </a:endParaRPr>
          </a:p>
        </p:txBody>
      </p:sp>
    </p:spTree>
    <p:extLst>
      <p:ext uri="{BB962C8B-B14F-4D97-AF65-F5344CB8AC3E}">
        <p14:creationId xmlns:p14="http://schemas.microsoft.com/office/powerpoint/2010/main" val="1662424777"/>
      </p:ext>
    </p:extLst>
  </p:cSld>
  <p:clrMapOvr>
    <a:masterClrMapping/>
  </p:clrMapOvr>
  <p:extLst>
    <p:ext uri="{DCECCB84-F9BA-43D5-87BE-67443E8EF086}">
      <p15:sldGuideLst xmlns:p15="http://schemas.microsoft.com/office/powerpoint/2012/main">
        <p15:guide id="1" pos="256">
          <p15:clr>
            <a:srgbClr val="CCCCCC"/>
          </p15:clr>
        </p15:guide>
        <p15:guide id="2" pos="7424">
          <p15:clr>
            <a:srgbClr val="CCCCCC"/>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slideLayout" Target="../slideLayouts/slideLayout40.xml"/><Relationship Id="rId39" Type="http://schemas.openxmlformats.org/officeDocument/2006/relationships/image" Target="../media/image5.emf"/><Relationship Id="rId21" Type="http://schemas.openxmlformats.org/officeDocument/2006/relationships/slideLayout" Target="../slideLayouts/slideLayout35.xml"/><Relationship Id="rId34" Type="http://schemas.openxmlformats.org/officeDocument/2006/relationships/tags" Target="../tags/tag1.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slideLayout" Target="../slideLayouts/slideLayout39.xml"/><Relationship Id="rId33" Type="http://schemas.openxmlformats.org/officeDocument/2006/relationships/theme" Target="../theme/theme2.xml"/><Relationship Id="rId38" Type="http://schemas.openxmlformats.org/officeDocument/2006/relationships/image" Target="../media/image4.emf"/><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slideLayout" Target="../slideLayouts/slideLayout43.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slideLayout" Target="../slideLayouts/slideLayout38.xml"/><Relationship Id="rId32" Type="http://schemas.openxmlformats.org/officeDocument/2006/relationships/slideLayout" Target="../slideLayouts/slideLayout46.xml"/><Relationship Id="rId37" Type="http://schemas.openxmlformats.org/officeDocument/2006/relationships/oleObject" Target="../embeddings/oleObject1.bin"/><Relationship Id="rId40" Type="http://schemas.openxmlformats.org/officeDocument/2006/relationships/image" Target="../media/image6.emf"/><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slideLayout" Target="../slideLayouts/slideLayout37.xml"/><Relationship Id="rId28" Type="http://schemas.openxmlformats.org/officeDocument/2006/relationships/slideLayout" Target="../slideLayouts/slideLayout42.xml"/><Relationship Id="rId36" Type="http://schemas.openxmlformats.org/officeDocument/2006/relationships/tags" Target="../tags/tag3.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31" Type="http://schemas.openxmlformats.org/officeDocument/2006/relationships/slideLayout" Target="../slideLayouts/slideLayout45.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slideLayout" Target="../slideLayouts/slideLayout36.xml"/><Relationship Id="rId27" Type="http://schemas.openxmlformats.org/officeDocument/2006/relationships/slideLayout" Target="../slideLayouts/slideLayout41.xml"/><Relationship Id="rId30" Type="http://schemas.openxmlformats.org/officeDocument/2006/relationships/slideLayout" Target="../slideLayouts/slideLayout44.xml"/><Relationship Id="rId35" Type="http://schemas.openxmlformats.org/officeDocument/2006/relationships/tags" Target="../tags/tag2.xml"/><Relationship Id="rId8" Type="http://schemas.openxmlformats.org/officeDocument/2006/relationships/slideLayout" Target="../slideLayouts/slideLayout22.xml"/><Relationship Id="rId3"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8364F9A1-890B-44B2-8610-DED1E010579B}"/>
              </a:ext>
            </a:extLst>
          </p:cNvPr>
          <p:cNvGraphicFramePr>
            <a:graphicFrameLocks noChangeAspect="1"/>
          </p:cNvGraphicFramePr>
          <p:nvPr>
            <p:custDataLst>
              <p:tags r:id="rId34"/>
            </p:custData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37" imgW="473" imgH="473" progId="TCLayout.ActiveDocument.1">
                  <p:embed/>
                </p:oleObj>
              </mc:Choice>
              <mc:Fallback>
                <p:oleObj name="think-cell Slide" r:id="rId37" imgW="473" imgH="473" progId="TCLayout.ActiveDocument.1">
                  <p:embed/>
                  <p:pic>
                    <p:nvPicPr>
                      <p:cNvPr id="7" name="Object 6" hidden="1">
                        <a:extLst>
                          <a:ext uri="{FF2B5EF4-FFF2-40B4-BE49-F238E27FC236}">
                            <a16:creationId xmlns:a16="http://schemas.microsoft.com/office/drawing/2014/main" id="{8364F9A1-890B-44B2-8610-DED1E010579B}"/>
                          </a:ext>
                        </a:extLst>
                      </p:cNvPr>
                      <p:cNvPicPr/>
                      <p:nvPr/>
                    </p:nvPicPr>
                    <p:blipFill>
                      <a:blip r:embed="rId38"/>
                      <a:stretch>
                        <a:fillRect/>
                      </a:stretch>
                    </p:blipFill>
                    <p:spPr>
                      <a:xfrm>
                        <a:off x="1191" y="1191"/>
                        <a:ext cx="1191" cy="1191"/>
                      </a:xfrm>
                      <a:prstGeom prst="rect">
                        <a:avLst/>
                      </a:prstGeom>
                    </p:spPr>
                  </p:pic>
                </p:oleObj>
              </mc:Fallback>
            </mc:AlternateContent>
          </a:graphicData>
        </a:graphic>
      </p:graphicFrame>
      <p:sp>
        <p:nvSpPr>
          <p:cNvPr id="6" name="Rectangle 5" hidden="1">
            <a:extLst>
              <a:ext uri="{FF2B5EF4-FFF2-40B4-BE49-F238E27FC236}">
                <a16:creationId xmlns:a16="http://schemas.microsoft.com/office/drawing/2014/main" id="{AD3C82CD-E935-4F91-8EBB-37BF08F8BFB7}"/>
              </a:ext>
            </a:extLst>
          </p:cNvPr>
          <p:cNvSpPr/>
          <p:nvPr>
            <p:custDataLst>
              <p:tags r:id="rId35"/>
            </p:custDataLst>
          </p:nvPr>
        </p:nvSpPr>
        <p:spPr>
          <a:xfrm>
            <a:off x="0" y="0"/>
            <a:ext cx="119063" cy="1190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2250" b="0" i="0" baseline="0">
              <a:latin typeface="Mars Centra Extrabold" pitchFamily="2" charset="0"/>
              <a:cs typeface="+mj-cs"/>
              <a:sym typeface="Mars Centra Extrabold" pitchFamily="2" charset="0"/>
            </a:endParaRPr>
          </a:p>
        </p:txBody>
      </p:sp>
      <p:pic>
        <p:nvPicPr>
          <p:cNvPr id="5" name="Object 4"/>
          <p:cNvPicPr>
            <a:picLocks noChangeAspect="1"/>
          </p:cNvPicPr>
          <p:nvPr/>
        </p:nvPicPr>
        <p:blipFill>
          <a:blip r:embed="rId39"/>
          <a:srcRect/>
          <a:stretch>
            <a:fillRect/>
          </a:stretch>
        </p:blipFill>
        <p:spPr bwMode="auto">
          <a:xfrm>
            <a:off x="1191" y="1191"/>
            <a:ext cx="1191" cy="1191"/>
          </a:xfrm>
          <a:prstGeom prst="rect">
            <a:avLst/>
          </a:prstGeom>
          <a:noFill/>
        </p:spPr>
      </p:pic>
      <p:sp>
        <p:nvSpPr>
          <p:cNvPr id="4" name="Rectangle 3" hidden="1"/>
          <p:cNvSpPr/>
          <p:nvPr>
            <p:custDataLst>
              <p:tags r:id="rId36"/>
            </p:custDataLst>
          </p:nvPr>
        </p:nvSpPr>
        <p:spPr>
          <a:xfrm>
            <a:off x="0" y="0"/>
            <a:ext cx="119063" cy="1190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83000"/>
              </a:lnSpc>
              <a:spcBef>
                <a:spcPct val="0"/>
              </a:spcBef>
              <a:spcAft>
                <a:spcPct val="0"/>
              </a:spcAft>
            </a:pPr>
            <a:endParaRPr lang="en-US" sz="2250" b="0" i="0" baseline="0">
              <a:latin typeface="Mars Centra Extrabold" pitchFamily="2" charset="0"/>
              <a:cs typeface="+mj-cs"/>
              <a:sym typeface="Mars Centra Extrabold" pitchFamily="2" charset="0"/>
            </a:endParaRPr>
          </a:p>
        </p:txBody>
      </p:sp>
      <p:grpSp>
        <p:nvGrpSpPr>
          <p:cNvPr id="53" name="Group 52" hidden="1"/>
          <p:cNvGrpSpPr/>
          <p:nvPr/>
        </p:nvGrpSpPr>
        <p:grpSpPr>
          <a:xfrm>
            <a:off x="375047" y="-157163"/>
            <a:ext cx="8393906" cy="81000"/>
            <a:chOff x="500063" y="-209550"/>
            <a:chExt cx="11191874" cy="476250"/>
          </a:xfrm>
        </p:grpSpPr>
        <p:cxnSp>
          <p:nvCxnSpPr>
            <p:cNvPr id="16" name="Straight Connector 15"/>
            <p:cNvCxnSpPr/>
            <p:nvPr/>
          </p:nvCxnSpPr>
          <p:spPr>
            <a:xfrm>
              <a:off x="500063"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376693" y="-209550"/>
              <a:ext cx="61119" cy="476250"/>
              <a:chOff x="1366837" y="-209550"/>
              <a:chExt cx="61119" cy="476250"/>
            </a:xfrm>
          </p:grpSpPr>
          <p:cxnSp>
            <p:nvCxnSpPr>
              <p:cNvPr id="17" name="Straight Connector 16"/>
              <p:cNvCxnSpPr/>
              <p:nvPr/>
            </p:nvCxnSpPr>
            <p:spPr>
              <a:xfrm>
                <a:off x="1366837"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427956"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 name="Group 19"/>
            <p:cNvGrpSpPr/>
            <p:nvPr/>
          </p:nvGrpSpPr>
          <p:grpSpPr>
            <a:xfrm>
              <a:off x="2314442" y="-209550"/>
              <a:ext cx="61119" cy="476250"/>
              <a:chOff x="1366837" y="-209550"/>
              <a:chExt cx="61119" cy="476250"/>
            </a:xfrm>
          </p:grpSpPr>
          <p:cxnSp>
            <p:nvCxnSpPr>
              <p:cNvPr id="21" name="Straight Connector 20"/>
              <p:cNvCxnSpPr/>
              <p:nvPr/>
            </p:nvCxnSpPr>
            <p:spPr>
              <a:xfrm>
                <a:off x="1366837"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427956"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 name="Group 22"/>
            <p:cNvGrpSpPr/>
            <p:nvPr/>
          </p:nvGrpSpPr>
          <p:grpSpPr>
            <a:xfrm>
              <a:off x="3252191" y="-209550"/>
              <a:ext cx="61119" cy="476250"/>
              <a:chOff x="1366837" y="-209550"/>
              <a:chExt cx="61119" cy="476250"/>
            </a:xfrm>
          </p:grpSpPr>
          <p:cxnSp>
            <p:nvCxnSpPr>
              <p:cNvPr id="24" name="Straight Connector 23"/>
              <p:cNvCxnSpPr/>
              <p:nvPr/>
            </p:nvCxnSpPr>
            <p:spPr>
              <a:xfrm>
                <a:off x="1366837"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427956"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a:off x="4189940" y="-209550"/>
              <a:ext cx="61119" cy="476250"/>
              <a:chOff x="1366837" y="-209550"/>
              <a:chExt cx="61119" cy="476250"/>
            </a:xfrm>
          </p:grpSpPr>
          <p:cxnSp>
            <p:nvCxnSpPr>
              <p:cNvPr id="27" name="Straight Connector 26"/>
              <p:cNvCxnSpPr/>
              <p:nvPr/>
            </p:nvCxnSpPr>
            <p:spPr>
              <a:xfrm>
                <a:off x="1366837"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427956"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Group 28"/>
            <p:cNvGrpSpPr/>
            <p:nvPr/>
          </p:nvGrpSpPr>
          <p:grpSpPr>
            <a:xfrm>
              <a:off x="5127689" y="-209550"/>
              <a:ext cx="61119" cy="476250"/>
              <a:chOff x="1366837" y="-209550"/>
              <a:chExt cx="61119" cy="476250"/>
            </a:xfrm>
          </p:grpSpPr>
          <p:cxnSp>
            <p:nvCxnSpPr>
              <p:cNvPr id="30" name="Straight Connector 29"/>
              <p:cNvCxnSpPr/>
              <p:nvPr/>
            </p:nvCxnSpPr>
            <p:spPr>
              <a:xfrm>
                <a:off x="1366837"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427956"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 name="Group 31"/>
            <p:cNvGrpSpPr/>
            <p:nvPr/>
          </p:nvGrpSpPr>
          <p:grpSpPr>
            <a:xfrm>
              <a:off x="6065438" y="-209550"/>
              <a:ext cx="61119" cy="476250"/>
              <a:chOff x="1366837" y="-209550"/>
              <a:chExt cx="61119" cy="476250"/>
            </a:xfrm>
          </p:grpSpPr>
          <p:cxnSp>
            <p:nvCxnSpPr>
              <p:cNvPr id="33" name="Straight Connector 32"/>
              <p:cNvCxnSpPr/>
              <p:nvPr/>
            </p:nvCxnSpPr>
            <p:spPr>
              <a:xfrm>
                <a:off x="1366837"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1427956"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Group 34"/>
            <p:cNvGrpSpPr/>
            <p:nvPr/>
          </p:nvGrpSpPr>
          <p:grpSpPr>
            <a:xfrm>
              <a:off x="7003187" y="-209550"/>
              <a:ext cx="61119" cy="476250"/>
              <a:chOff x="1366837" y="-209550"/>
              <a:chExt cx="61119" cy="476250"/>
            </a:xfrm>
          </p:grpSpPr>
          <p:cxnSp>
            <p:nvCxnSpPr>
              <p:cNvPr id="36" name="Straight Connector 35"/>
              <p:cNvCxnSpPr/>
              <p:nvPr/>
            </p:nvCxnSpPr>
            <p:spPr>
              <a:xfrm>
                <a:off x="1366837"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427956"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Group 37"/>
            <p:cNvGrpSpPr/>
            <p:nvPr/>
          </p:nvGrpSpPr>
          <p:grpSpPr>
            <a:xfrm>
              <a:off x="7940936" y="-209550"/>
              <a:ext cx="61119" cy="476250"/>
              <a:chOff x="1366837" y="-209550"/>
              <a:chExt cx="61119" cy="476250"/>
            </a:xfrm>
          </p:grpSpPr>
          <p:cxnSp>
            <p:nvCxnSpPr>
              <p:cNvPr id="39" name="Straight Connector 38"/>
              <p:cNvCxnSpPr/>
              <p:nvPr/>
            </p:nvCxnSpPr>
            <p:spPr>
              <a:xfrm>
                <a:off x="1366837"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1427956"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 name="Group 40"/>
            <p:cNvGrpSpPr/>
            <p:nvPr/>
          </p:nvGrpSpPr>
          <p:grpSpPr>
            <a:xfrm>
              <a:off x="8878685" y="-209550"/>
              <a:ext cx="61119" cy="476250"/>
              <a:chOff x="1366837" y="-209550"/>
              <a:chExt cx="61119" cy="476250"/>
            </a:xfrm>
          </p:grpSpPr>
          <p:cxnSp>
            <p:nvCxnSpPr>
              <p:cNvPr id="42" name="Straight Connector 41"/>
              <p:cNvCxnSpPr/>
              <p:nvPr/>
            </p:nvCxnSpPr>
            <p:spPr>
              <a:xfrm>
                <a:off x="1366837"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1427956"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Group 43"/>
            <p:cNvGrpSpPr/>
            <p:nvPr/>
          </p:nvGrpSpPr>
          <p:grpSpPr>
            <a:xfrm>
              <a:off x="9816434" y="-209550"/>
              <a:ext cx="61119" cy="476250"/>
              <a:chOff x="1366837" y="-209550"/>
              <a:chExt cx="61119" cy="476250"/>
            </a:xfrm>
          </p:grpSpPr>
          <p:cxnSp>
            <p:nvCxnSpPr>
              <p:cNvPr id="45" name="Straight Connector 44"/>
              <p:cNvCxnSpPr/>
              <p:nvPr/>
            </p:nvCxnSpPr>
            <p:spPr>
              <a:xfrm>
                <a:off x="1366837"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1427956"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7" name="Group 46"/>
            <p:cNvGrpSpPr/>
            <p:nvPr/>
          </p:nvGrpSpPr>
          <p:grpSpPr>
            <a:xfrm>
              <a:off x="10754183" y="-209550"/>
              <a:ext cx="61119" cy="476250"/>
              <a:chOff x="1366837" y="-209550"/>
              <a:chExt cx="61119" cy="476250"/>
            </a:xfrm>
          </p:grpSpPr>
          <p:cxnSp>
            <p:nvCxnSpPr>
              <p:cNvPr id="48" name="Straight Connector 47"/>
              <p:cNvCxnSpPr/>
              <p:nvPr/>
            </p:nvCxnSpPr>
            <p:spPr>
              <a:xfrm>
                <a:off x="1366837"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1427956"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1" name="Straight Connector 50"/>
            <p:cNvCxnSpPr/>
            <p:nvPr/>
          </p:nvCxnSpPr>
          <p:spPr>
            <a:xfrm>
              <a:off x="11691937" y="-209550"/>
              <a:ext cx="0" cy="4762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p:ph type="title"/>
          </p:nvPr>
        </p:nvSpPr>
        <p:spPr>
          <a:xfrm>
            <a:off x="305992" y="440100"/>
            <a:ext cx="8532018" cy="650192"/>
          </a:xfrm>
          <a:prstGeom prst="rect">
            <a:avLst/>
          </a:prstGeom>
        </p:spPr>
        <p:txBody>
          <a:bodyPr vert="horz" lIns="0" tIns="0" rIns="0" bIns="0" rtlCol="0" anchor="t" anchorCtr="0">
            <a:noAutofit/>
          </a:bodyPr>
          <a:lstStyle/>
          <a:p>
            <a:r>
              <a:rPr lang="en-US"/>
              <a:t>Click to edit Master title style</a:t>
            </a:r>
            <a:endParaRPr lang="en-GB"/>
          </a:p>
        </p:txBody>
      </p:sp>
      <p:sp>
        <p:nvSpPr>
          <p:cNvPr id="12" name="Text Placeholder 11">
            <a:extLst>
              <a:ext uri="{FF2B5EF4-FFF2-40B4-BE49-F238E27FC236}">
                <a16:creationId xmlns:a16="http://schemas.microsoft.com/office/drawing/2014/main" id="{03E2BCDF-85CA-CE99-C114-4B46A8FBC18D}"/>
              </a:ext>
            </a:extLst>
          </p:cNvPr>
          <p:cNvSpPr>
            <a:spLocks noGrp="1"/>
          </p:cNvSpPr>
          <p:nvPr>
            <p:ph type="body" idx="1"/>
          </p:nvPr>
        </p:nvSpPr>
        <p:spPr>
          <a:xfrm>
            <a:off x="305992" y="1058668"/>
            <a:ext cx="7886700" cy="3263504"/>
          </a:xfrm>
          <a:prstGeom prst="rect">
            <a:avLst/>
          </a:prstGeom>
        </p:spPr>
        <p:txBody>
          <a:bodyPr vert="horz" lIns="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4"/>
            <a:endParaRPr lang="en-US"/>
          </a:p>
        </p:txBody>
      </p:sp>
      <p:sp>
        <p:nvSpPr>
          <p:cNvPr id="14" name="Date Placeholder 6">
            <a:extLst>
              <a:ext uri="{FF2B5EF4-FFF2-40B4-BE49-F238E27FC236}">
                <a16:creationId xmlns:a16="http://schemas.microsoft.com/office/drawing/2014/main" id="{0B79F611-B422-43D9-F626-279630BF2FCB}"/>
              </a:ext>
            </a:extLst>
          </p:cNvPr>
          <p:cNvSpPr>
            <a:spLocks noGrp="1"/>
          </p:cNvSpPr>
          <p:nvPr>
            <p:ph type="dt" sz="half" idx="2"/>
          </p:nvPr>
        </p:nvSpPr>
        <p:spPr>
          <a:xfrm>
            <a:off x="2985746" y="4910138"/>
            <a:ext cx="1593000" cy="130969"/>
          </a:xfrm>
          <a:prstGeom prst="rect">
            <a:avLst/>
          </a:prstGeom>
        </p:spPr>
        <p:txBody>
          <a:bodyPr vert="horz" lIns="0" tIns="0" rIns="0" bIns="0" rtlCol="0" anchor="ctr"/>
          <a:lstStyle>
            <a:lvl1pPr algn="l">
              <a:defRPr sz="675">
                <a:solidFill>
                  <a:schemeClr val="tx1"/>
                </a:solidFill>
              </a:defRPr>
            </a:lvl1pPr>
          </a:lstStyle>
          <a:p>
            <a:fld id="{39B1DD55-FB57-1B4E-9700-0095280ED90B}" type="datetime1">
              <a:rPr lang="en-GB" smtClean="0"/>
              <a:pPr/>
              <a:t>24/08/2026</a:t>
            </a:fld>
            <a:endParaRPr lang="en-GB"/>
          </a:p>
        </p:txBody>
      </p:sp>
      <p:sp>
        <p:nvSpPr>
          <p:cNvPr id="15" name="Slide Number Placeholder 22">
            <a:extLst>
              <a:ext uri="{FF2B5EF4-FFF2-40B4-BE49-F238E27FC236}">
                <a16:creationId xmlns:a16="http://schemas.microsoft.com/office/drawing/2014/main" id="{7935FA88-0D04-35E9-2361-41D378961F07}"/>
              </a:ext>
            </a:extLst>
          </p:cNvPr>
          <p:cNvSpPr>
            <a:spLocks noGrp="1"/>
          </p:cNvSpPr>
          <p:nvPr>
            <p:ph type="sldNum" sz="quarter" idx="4"/>
          </p:nvPr>
        </p:nvSpPr>
        <p:spPr>
          <a:xfrm>
            <a:off x="8541010" y="4910138"/>
            <a:ext cx="297000" cy="130969"/>
          </a:xfrm>
          <a:prstGeom prst="rect">
            <a:avLst/>
          </a:prstGeom>
        </p:spPr>
        <p:txBody>
          <a:bodyPr vert="horz" lIns="0" tIns="0" rIns="0" bIns="0" rtlCol="0" anchor="ctr"/>
          <a:lstStyle>
            <a:lvl1pPr algn="r">
              <a:defRPr sz="675">
                <a:solidFill>
                  <a:schemeClr val="tx1"/>
                </a:solidFill>
              </a:defRPr>
            </a:lvl1pPr>
          </a:lstStyle>
          <a:p>
            <a:fld id="{4770C07C-6EB6-43CC-802D-2DB2147E2D02}" type="slidenum">
              <a:rPr lang="en-GB" smtClean="0"/>
              <a:pPr/>
              <a:t>‹#›</a:t>
            </a:fld>
            <a:endParaRPr lang="en-GB"/>
          </a:p>
        </p:txBody>
      </p:sp>
      <p:sp>
        <p:nvSpPr>
          <p:cNvPr id="50" name="Footer Placeholder 4">
            <a:extLst>
              <a:ext uri="{FF2B5EF4-FFF2-40B4-BE49-F238E27FC236}">
                <a16:creationId xmlns:a16="http://schemas.microsoft.com/office/drawing/2014/main" id="{09FBE0C2-6839-8F90-8282-2A9770D193D8}"/>
              </a:ext>
            </a:extLst>
          </p:cNvPr>
          <p:cNvSpPr>
            <a:spLocks noGrp="1"/>
          </p:cNvSpPr>
          <p:nvPr>
            <p:ph type="ftr" sz="quarter" idx="3"/>
          </p:nvPr>
        </p:nvSpPr>
        <p:spPr>
          <a:xfrm>
            <a:off x="4862869" y="4910138"/>
            <a:ext cx="3591000" cy="130969"/>
          </a:xfrm>
          <a:prstGeom prst="rect">
            <a:avLst/>
          </a:prstGeom>
        </p:spPr>
        <p:txBody>
          <a:bodyPr vert="horz" lIns="0" tIns="0" rIns="0" bIns="0" rtlCol="0" anchor="ctr"/>
          <a:lstStyle>
            <a:lvl1pPr algn="r">
              <a:defRPr sz="675">
                <a:solidFill>
                  <a:schemeClr val="tx1"/>
                </a:solidFill>
              </a:defRPr>
            </a:lvl1pPr>
          </a:lstStyle>
          <a:p>
            <a:r>
              <a:rPr lang="en-US"/>
              <a:t>Presentation title</a:t>
            </a:r>
          </a:p>
        </p:txBody>
      </p:sp>
      <p:pic>
        <p:nvPicPr>
          <p:cNvPr id="3" name="Picture 2">
            <a:extLst>
              <a:ext uri="{FF2B5EF4-FFF2-40B4-BE49-F238E27FC236}">
                <a16:creationId xmlns:a16="http://schemas.microsoft.com/office/drawing/2014/main" id="{B4A15DED-564B-0085-98B4-B12696236AEE}"/>
              </a:ext>
            </a:extLst>
          </p:cNvPr>
          <p:cNvPicPr>
            <a:picLocks noChangeAspect="1"/>
          </p:cNvPicPr>
          <p:nvPr userDrawn="1"/>
        </p:nvPicPr>
        <p:blipFill>
          <a:blip r:embed="rId40" cstate="screen">
            <a:extLst>
              <a:ext uri="{28A0092B-C50C-407E-A947-70E740481C1C}">
                <a14:useLocalDpi xmlns:a14="http://schemas.microsoft.com/office/drawing/2010/main"/>
              </a:ext>
            </a:extLst>
          </a:blip>
          <a:stretch>
            <a:fillRect/>
          </a:stretch>
        </p:blipFill>
        <p:spPr>
          <a:xfrm>
            <a:off x="305990" y="4638647"/>
            <a:ext cx="650144" cy="379492"/>
          </a:xfrm>
          <a:prstGeom prst="rect">
            <a:avLst/>
          </a:prstGeom>
        </p:spPr>
      </p:pic>
    </p:spTree>
    <p:extLst>
      <p:ext uri="{BB962C8B-B14F-4D97-AF65-F5344CB8AC3E}">
        <p14:creationId xmlns:p14="http://schemas.microsoft.com/office/powerpoint/2010/main" val="251296915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 id="2147483694" r:id="rId31"/>
    <p:sldLayoutId id="2147483695" r:id="rId32"/>
  </p:sldLayoutIdLst>
  <p:hf sldNum="0" hdr="0" ftr="0" dt="0"/>
  <p:txStyles>
    <p:titleStyle>
      <a:lvl1pPr algn="l" defTabSz="685800" rtl="0" eaLnBrk="1" latinLnBrk="0" hangingPunct="1">
        <a:lnSpc>
          <a:spcPct val="83000"/>
        </a:lnSpc>
        <a:spcBef>
          <a:spcPct val="0"/>
        </a:spcBef>
        <a:buNone/>
        <a:defRPr sz="2400" b="1" i="0" kern="1200">
          <a:solidFill>
            <a:schemeClr val="tx1"/>
          </a:solidFill>
          <a:latin typeface="+mj-lt"/>
          <a:ea typeface="+mj-ea"/>
          <a:cs typeface="+mj-cs"/>
        </a:defRPr>
      </a:lvl1pPr>
    </p:titleStyle>
    <p:bodyStyle>
      <a:lvl1pPr marL="0" indent="0" algn="l" defTabSz="685800" rtl="0" eaLnBrk="1" latinLnBrk="0" hangingPunct="1">
        <a:lnSpc>
          <a:spcPct val="100000"/>
        </a:lnSpc>
        <a:spcBef>
          <a:spcPts val="900"/>
        </a:spcBef>
        <a:buFont typeface="Arial" panose="020B0604020202020204" pitchFamily="34" charset="0"/>
        <a:buNone/>
        <a:defRPr sz="1350" b="0" i="0" kern="1200" spc="0" baseline="0">
          <a:solidFill>
            <a:schemeClr val="tx1"/>
          </a:solidFill>
          <a:latin typeface="Mars Centra" pitchFamily="2" charset="77"/>
          <a:ea typeface="Mars Centra" pitchFamily="2" charset="77"/>
          <a:cs typeface="+mn-cs"/>
        </a:defRPr>
      </a:lvl1pPr>
      <a:lvl2pPr marL="0" indent="0" algn="l" defTabSz="685800" rtl="0" eaLnBrk="1" latinLnBrk="0" hangingPunct="1">
        <a:lnSpc>
          <a:spcPct val="100000"/>
        </a:lnSpc>
        <a:spcBef>
          <a:spcPts val="900"/>
        </a:spcBef>
        <a:buClr>
          <a:schemeClr val="accent2"/>
        </a:buClr>
        <a:buFont typeface="Arial" panose="020B0604020202020204" pitchFamily="34" charset="0"/>
        <a:buNone/>
        <a:defRPr sz="1350" b="1" kern="1200" spc="0">
          <a:solidFill>
            <a:schemeClr val="tx2"/>
          </a:solidFill>
          <a:latin typeface="+mn-lt"/>
          <a:ea typeface="+mn-ea"/>
          <a:cs typeface="+mn-cs"/>
        </a:defRPr>
      </a:lvl2pPr>
      <a:lvl3pPr marL="214313" indent="-214313" algn="l" defTabSz="685800" rtl="0" eaLnBrk="1" latinLnBrk="0" hangingPunct="1">
        <a:lnSpc>
          <a:spcPct val="100000"/>
        </a:lnSpc>
        <a:spcBef>
          <a:spcPts val="450"/>
        </a:spcBef>
        <a:buClr>
          <a:schemeClr val="tx2"/>
        </a:buClr>
        <a:buFont typeface="Arial" panose="020B0604020202020204" pitchFamily="34" charset="0"/>
        <a:buChar char="•"/>
        <a:defRPr sz="1350" b="0" kern="1200" spc="0">
          <a:solidFill>
            <a:schemeClr val="tx1"/>
          </a:solidFill>
          <a:latin typeface="+mn-lt"/>
          <a:ea typeface="+mn-ea"/>
          <a:cs typeface="+mn-cs"/>
        </a:defRPr>
      </a:lvl3pPr>
      <a:lvl4pPr marL="457200" indent="-257175" algn="l" defTabSz="685800" rtl="0" eaLnBrk="1" latinLnBrk="0" hangingPunct="1">
        <a:lnSpc>
          <a:spcPct val="100000"/>
        </a:lnSpc>
        <a:spcBef>
          <a:spcPts val="300"/>
        </a:spcBef>
        <a:buClr>
          <a:schemeClr val="tx2"/>
        </a:buClr>
        <a:buFont typeface="Arial" panose="020B0604020202020204" pitchFamily="34" charset="0"/>
        <a:buChar char="•"/>
        <a:defRPr sz="1350" b="0" kern="1200" spc="0">
          <a:solidFill>
            <a:schemeClr val="tx1"/>
          </a:solidFill>
          <a:latin typeface="+mn-lt"/>
          <a:ea typeface="+mn-ea"/>
          <a:cs typeface="+mn-cs"/>
        </a:defRPr>
      </a:lvl4pPr>
      <a:lvl5pPr marL="617935" indent="-214313" algn="l" defTabSz="685800" rtl="0" eaLnBrk="1" latinLnBrk="0" hangingPunct="1">
        <a:lnSpc>
          <a:spcPct val="100000"/>
        </a:lnSpc>
        <a:spcBef>
          <a:spcPts val="150"/>
        </a:spcBef>
        <a:spcAft>
          <a:spcPts val="225"/>
        </a:spcAft>
        <a:buClr>
          <a:schemeClr val="tx2"/>
        </a:buClr>
        <a:buFont typeface="Arial" panose="020B0604020202020204" pitchFamily="34" charset="0"/>
        <a:buChar char="•"/>
        <a:defRPr sz="1350" b="0" kern="1200" spc="0">
          <a:solidFill>
            <a:schemeClr val="tx1"/>
          </a:solidFill>
          <a:latin typeface="+mn-lt"/>
          <a:ea typeface="+mn-ea"/>
          <a:cs typeface="+mn-cs"/>
        </a:defRPr>
      </a:lvl5pPr>
      <a:lvl6pPr marL="1671638" indent="0" algn="l" defTabSz="685800" rtl="0" eaLnBrk="1" latinLnBrk="0" hangingPunct="1">
        <a:lnSpc>
          <a:spcPct val="90000"/>
        </a:lnSpc>
        <a:spcBef>
          <a:spcPts val="375"/>
        </a:spcBef>
        <a:buClr>
          <a:schemeClr val="accent1"/>
        </a:buClr>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21">
          <p15:clr>
            <a:srgbClr val="F26B43"/>
          </p15:clr>
        </p15:guide>
        <p15:guide id="2" orient="horz" pos="2160">
          <p15:clr>
            <a:srgbClr val="F26B43"/>
          </p15:clr>
        </p15:guide>
        <p15:guide id="3" pos="257">
          <p15:clr>
            <a:srgbClr val="F26B43"/>
          </p15:clr>
        </p15:guide>
        <p15:guide id="4" pos="7423">
          <p15:clr>
            <a:srgbClr val="F26B43"/>
          </p15:clr>
        </p15:guide>
        <p15:guide id="5" pos="819">
          <p15:clr>
            <a:srgbClr val="F26B43"/>
          </p15:clr>
        </p15:guide>
        <p15:guide id="6" pos="858">
          <p15:clr>
            <a:srgbClr val="F26B43"/>
          </p15:clr>
        </p15:guide>
        <p15:guide id="7" pos="1419">
          <p15:clr>
            <a:srgbClr val="F26B43"/>
          </p15:clr>
        </p15:guide>
        <p15:guide id="8" pos="1458">
          <p15:clr>
            <a:srgbClr val="F26B43"/>
          </p15:clr>
        </p15:guide>
        <p15:guide id="9" pos="2026">
          <p15:clr>
            <a:srgbClr val="F26B43"/>
          </p15:clr>
        </p15:guide>
        <p15:guide id="10" pos="2058">
          <p15:clr>
            <a:srgbClr val="F26B43"/>
          </p15:clr>
        </p15:guide>
        <p15:guide id="11" pos="2619">
          <p15:clr>
            <a:srgbClr val="F26B43"/>
          </p15:clr>
        </p15:guide>
        <p15:guide id="12" pos="2658">
          <p15:clr>
            <a:srgbClr val="F26B43"/>
          </p15:clr>
        </p15:guide>
        <p15:guide id="13" pos="3221">
          <p15:clr>
            <a:srgbClr val="F26B43"/>
          </p15:clr>
        </p15:guide>
        <p15:guide id="14" pos="3260">
          <p15:clr>
            <a:srgbClr val="F26B43"/>
          </p15:clr>
        </p15:guide>
        <p15:guide id="15" pos="4421">
          <p15:clr>
            <a:srgbClr val="F26B43"/>
          </p15:clr>
        </p15:guide>
        <p15:guide id="16" pos="4460">
          <p15:clr>
            <a:srgbClr val="F26B43"/>
          </p15:clr>
        </p15:guide>
        <p15:guide id="17" pos="5022">
          <p15:clr>
            <a:srgbClr val="F26B43"/>
          </p15:clr>
        </p15:guide>
        <p15:guide id="18" pos="5061">
          <p15:clr>
            <a:srgbClr val="F26B43"/>
          </p15:clr>
        </p15:guide>
        <p15:guide id="19" pos="5622">
          <p15:clr>
            <a:srgbClr val="F26B43"/>
          </p15:clr>
        </p15:guide>
        <p15:guide id="20" pos="5661">
          <p15:clr>
            <a:srgbClr val="F26B43"/>
          </p15:clr>
        </p15:guide>
        <p15:guide id="21" pos="6222">
          <p15:clr>
            <a:srgbClr val="F26B43"/>
          </p15:clr>
        </p15:guide>
        <p15:guide id="22" pos="6261">
          <p15:clr>
            <a:srgbClr val="F26B43"/>
          </p15:clr>
        </p15:guide>
        <p15:guide id="23" pos="6822">
          <p15:clr>
            <a:srgbClr val="F26B43"/>
          </p15:clr>
        </p15:guide>
        <p15:guide id="24" pos="6861">
          <p15:clr>
            <a:srgbClr val="F26B43"/>
          </p15:clr>
        </p15:guide>
        <p15:guide id="25" orient="horz" pos="591">
          <p15:clr>
            <a:srgbClr val="F26B43"/>
          </p15:clr>
        </p15:guide>
        <p15:guide id="26" orient="horz" pos="3905">
          <p15:clr>
            <a:srgbClr val="F26B43"/>
          </p15:clr>
        </p15:guide>
        <p15:guide id="27" pos="3860">
          <p15:clr>
            <a:srgbClr val="F26B43"/>
          </p15:clr>
        </p15:guide>
        <p15:guide id="28" orient="horz" pos="815">
          <p15:clr>
            <a:srgbClr val="F26B43"/>
          </p15:clr>
        </p15:guide>
        <p15:guide id="29" orient="horz" pos="993">
          <p15:clr>
            <a:srgbClr val="F26B43"/>
          </p15:clr>
        </p15:guide>
        <p15:guide id="30" orient="horz" pos="201">
          <p15:clr>
            <a:srgbClr val="F26B43"/>
          </p15:clr>
        </p15:guide>
        <p15:guide id="31" orient="horz" pos="3711">
          <p15:clr>
            <a:srgbClr val="F26B43"/>
          </p15:clr>
        </p15:guide>
        <p15:guide id="33" orient="horz" pos="4194">
          <p15:clr>
            <a:srgbClr val="F26B43"/>
          </p15:clr>
        </p15:guide>
        <p15:guide id="34" orient="horz" pos="36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23.jpe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microsoft.com/office/2018/10/relationships/comments" Target="../comments/modernComment_104_0.xml"/><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4.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6.png"/><Relationship Id="rId5" Type="http://schemas.openxmlformats.org/officeDocument/2006/relationships/image" Target="../media/image27.png"/><Relationship Id="rId10" Type="http://schemas.openxmlformats.org/officeDocument/2006/relationships/image" Target="../media/image31.png"/><Relationship Id="rId4" Type="http://schemas.openxmlformats.org/officeDocument/2006/relationships/image" Target="../media/image35.png"/><Relationship Id="rId9"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23.jpe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microsoft.com/office/2018/10/relationships/comments" Target="../comments/modernComment_108_0.xml"/><Relationship Id="rId7" Type="http://schemas.openxmlformats.org/officeDocument/2006/relationships/image" Target="../media/image29.png"/><Relationship Id="rId12"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42.png"/><Relationship Id="rId5" Type="http://schemas.openxmlformats.org/officeDocument/2006/relationships/image" Target="../media/image39.png"/><Relationship Id="rId10" Type="http://schemas.openxmlformats.org/officeDocument/2006/relationships/image" Target="../media/image31.png"/><Relationship Id="rId4" Type="http://schemas.openxmlformats.org/officeDocument/2006/relationships/image" Target="../media/image38.png"/><Relationship Id="rId9" Type="http://schemas.openxmlformats.org/officeDocument/2006/relationships/image" Target="../media/image41.png"/></Relationships>
</file>

<file path=ppt/slides/_rels/slide10.xml.rels><?xml version="1.0" encoding="UTF-8" standalone="yes"?>
<Relationships xmlns="http://schemas.openxmlformats.org/package/2006/relationships"><Relationship Id="rId8" Type="http://schemas.openxmlformats.org/officeDocument/2006/relationships/image" Target="../media/image46.png"/><Relationship Id="rId3" Type="http://schemas.microsoft.com/office/2018/10/relationships/comments" Target="../comments/modernComment_109_0.xml"/><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45.png"/><Relationship Id="rId10" Type="http://schemas.openxmlformats.org/officeDocument/2006/relationships/image" Target="../media/image47.png"/><Relationship Id="rId4" Type="http://schemas.openxmlformats.org/officeDocument/2006/relationships/image" Target="../media/image44.png"/><Relationship Id="rId9" Type="http://schemas.openxmlformats.org/officeDocument/2006/relationships/image" Target="../media/image31.pn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microsoft.com/office/2018/10/relationships/comments" Target="../comments/modernComment_10A_0.xml"/><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52.png"/><Relationship Id="rId5" Type="http://schemas.openxmlformats.org/officeDocument/2006/relationships/image" Target="../media/image49.png"/><Relationship Id="rId10" Type="http://schemas.openxmlformats.org/officeDocument/2006/relationships/image" Target="../media/image51.png"/><Relationship Id="rId4" Type="http://schemas.openxmlformats.org/officeDocument/2006/relationships/image" Target="../media/image48.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microsoft.com/office/2018/10/relationships/comments" Target="../comments/modernComment_10B_0.xml"/><Relationship Id="rId7" Type="http://schemas.openxmlformats.org/officeDocument/2006/relationships/image" Target="../media/image29.png"/><Relationship Id="rId12"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52.png"/><Relationship Id="rId5" Type="http://schemas.openxmlformats.org/officeDocument/2006/relationships/image" Target="../media/image54.png"/><Relationship Id="rId10" Type="http://schemas.openxmlformats.org/officeDocument/2006/relationships/image" Target="../media/image51.png"/><Relationship Id="rId4" Type="http://schemas.openxmlformats.org/officeDocument/2006/relationships/image" Target="../media/image53.png"/><Relationship Id="rId9" Type="http://schemas.openxmlformats.org/officeDocument/2006/relationships/image" Target="../media/image50.png"/></Relationships>
</file>

<file path=ppt/slides/_rels/slide13.xml.rels><?xml version="1.0" encoding="UTF-8" standalone="yes"?>
<Relationships xmlns="http://schemas.openxmlformats.org/package/2006/relationships"><Relationship Id="rId8" Type="http://schemas.openxmlformats.org/officeDocument/2006/relationships/image" Target="../media/image42.png"/><Relationship Id="rId3" Type="http://schemas.microsoft.com/office/2018/10/relationships/comments" Target="../comments/modernComment_10C_0.xml"/><Relationship Id="rId7" Type="http://schemas.openxmlformats.org/officeDocument/2006/relationships/image" Target="../media/image41.png"/><Relationship Id="rId12" Type="http://schemas.openxmlformats.org/officeDocument/2006/relationships/image" Target="../media/image5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51.png"/><Relationship Id="rId5" Type="http://schemas.openxmlformats.org/officeDocument/2006/relationships/image" Target="../media/image57.png"/><Relationship Id="rId10" Type="http://schemas.openxmlformats.org/officeDocument/2006/relationships/image" Target="../media/image52.png"/><Relationship Id="rId4" Type="http://schemas.openxmlformats.org/officeDocument/2006/relationships/image" Target="../media/image56.png"/><Relationship Id="rId9" Type="http://schemas.openxmlformats.org/officeDocument/2006/relationships/image" Target="../media/image50.png"/></Relationships>
</file>

<file path=ppt/slides/_rels/slide1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56.png"/><Relationship Id="rId7"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60.png"/><Relationship Id="rId5" Type="http://schemas.openxmlformats.org/officeDocument/2006/relationships/image" Target="../media/image28.png"/><Relationship Id="rId10" Type="http://schemas.openxmlformats.org/officeDocument/2006/relationships/image" Target="../media/image51.png"/><Relationship Id="rId4" Type="http://schemas.openxmlformats.org/officeDocument/2006/relationships/image" Target="../media/image59.png"/><Relationship Id="rId9" Type="http://schemas.openxmlformats.org/officeDocument/2006/relationships/image" Target="../media/image52.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3.jpe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microsoft.com/office/2018/10/relationships/comments" Target="../comments/modernComment_110_0.xml"/><Relationship Id="rId7" Type="http://schemas.openxmlformats.org/officeDocument/2006/relationships/image" Target="../media/image28.png"/><Relationship Id="rId12"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32.png"/><Relationship Id="rId5" Type="http://schemas.openxmlformats.org/officeDocument/2006/relationships/image" Target="../media/image63.png"/><Relationship Id="rId10" Type="http://schemas.openxmlformats.org/officeDocument/2006/relationships/image" Target="../media/image46.png"/><Relationship Id="rId4" Type="http://schemas.openxmlformats.org/officeDocument/2006/relationships/image" Target="../media/image62.png"/><Relationship Id="rId9" Type="http://schemas.openxmlformats.org/officeDocument/2006/relationships/image" Target="../media/image30.png"/></Relationships>
</file>

<file path=ppt/slides/_rels/slide18.xml.rels><?xml version="1.0" encoding="UTF-8" standalone="yes"?>
<Relationships xmlns="http://schemas.openxmlformats.org/package/2006/relationships"><Relationship Id="rId8" Type="http://schemas.openxmlformats.org/officeDocument/2006/relationships/image" Target="../media/image29.png"/><Relationship Id="rId3" Type="http://schemas.microsoft.com/office/2018/10/relationships/comments" Target="../comments/modernComment_111_0.xml"/><Relationship Id="rId7" Type="http://schemas.openxmlformats.org/officeDocument/2006/relationships/image" Target="../media/image28.png"/><Relationship Id="rId12"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46.png"/><Relationship Id="rId5" Type="http://schemas.openxmlformats.org/officeDocument/2006/relationships/image" Target="../media/image66.png"/><Relationship Id="rId10" Type="http://schemas.openxmlformats.org/officeDocument/2006/relationships/image" Target="../media/image67.png"/><Relationship Id="rId4" Type="http://schemas.openxmlformats.org/officeDocument/2006/relationships/image" Target="../media/image65.png"/><Relationship Id="rId9" Type="http://schemas.openxmlformats.org/officeDocument/2006/relationships/image" Target="../media/image30.png"/></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3" Type="http://schemas.microsoft.com/office/2018/10/relationships/comments" Target="../comments/modernComment_112_0.xml"/><Relationship Id="rId7" Type="http://schemas.openxmlformats.org/officeDocument/2006/relationships/image" Target="../media/image28.png"/><Relationship Id="rId12" Type="http://schemas.openxmlformats.org/officeDocument/2006/relationships/image" Target="../media/image7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32.png"/><Relationship Id="rId5" Type="http://schemas.openxmlformats.org/officeDocument/2006/relationships/image" Target="../media/image69.png"/><Relationship Id="rId10" Type="http://schemas.openxmlformats.org/officeDocument/2006/relationships/image" Target="../media/image46.png"/><Relationship Id="rId4" Type="http://schemas.openxmlformats.org/officeDocument/2006/relationships/image" Target="../media/image68.png"/><Relationship Id="rId9" Type="http://schemas.openxmlformats.org/officeDocument/2006/relationships/image" Target="../media/image30.png"/></Relationships>
</file>

<file path=ppt/slides/_rels/slide20.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71.png"/><Relationship Id="rId7"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73.png"/><Relationship Id="rId5" Type="http://schemas.openxmlformats.org/officeDocument/2006/relationships/image" Target="../media/image52.png"/><Relationship Id="rId10" Type="http://schemas.openxmlformats.org/officeDocument/2006/relationships/image" Target="../media/image32.png"/><Relationship Id="rId4" Type="http://schemas.openxmlformats.org/officeDocument/2006/relationships/image" Target="../media/image72.png"/><Relationship Id="rId9" Type="http://schemas.openxmlformats.org/officeDocument/2006/relationships/image" Target="../media/image46.png"/></Relationships>
</file>

<file path=ppt/slides/_rels/slide21.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74.png"/><Relationship Id="rId7"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28.png"/><Relationship Id="rId10" Type="http://schemas.openxmlformats.org/officeDocument/2006/relationships/image" Target="../media/image51.png"/><Relationship Id="rId4" Type="http://schemas.openxmlformats.org/officeDocument/2006/relationships/image" Target="../media/image75.png"/><Relationship Id="rId9"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3" Type="http://schemas.microsoft.com/office/2018/10/relationships/comments" Target="../comments/modernComment_115_0.xml"/><Relationship Id="rId7"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30.png"/><Relationship Id="rId5" Type="http://schemas.openxmlformats.org/officeDocument/2006/relationships/image" Target="../media/image77.png"/><Relationship Id="rId10" Type="http://schemas.openxmlformats.org/officeDocument/2006/relationships/image" Target="../media/image32.png"/><Relationship Id="rId4" Type="http://schemas.openxmlformats.org/officeDocument/2006/relationships/image" Target="../media/image76.png"/><Relationship Id="rId9" Type="http://schemas.openxmlformats.org/officeDocument/2006/relationships/image" Target="../media/image46.png"/></Relationships>
</file>

<file path=ppt/slides/_rels/slide2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78.png"/><Relationship Id="rId7"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52.png"/><Relationship Id="rId4" Type="http://schemas.openxmlformats.org/officeDocument/2006/relationships/image" Target="../media/image79.png"/><Relationship Id="rId9" Type="http://schemas.openxmlformats.org/officeDocument/2006/relationships/image" Target="../media/image32.png"/></Relationships>
</file>

<file path=ppt/slides/_rels/slide2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80.png"/><Relationship Id="rId7"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8.png"/><Relationship Id="rId10" Type="http://schemas.openxmlformats.org/officeDocument/2006/relationships/image" Target="../media/image42.png"/><Relationship Id="rId4" Type="http://schemas.openxmlformats.org/officeDocument/2006/relationships/image" Target="../media/image81.png"/><Relationship Id="rId9" Type="http://schemas.openxmlformats.org/officeDocument/2006/relationships/image" Target="../media/image50.png"/></Relationships>
</file>

<file path=ppt/slides/_rels/slide2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82.png"/><Relationship Id="rId7"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8.png"/><Relationship Id="rId10" Type="http://schemas.openxmlformats.org/officeDocument/2006/relationships/image" Target="../media/image42.png"/><Relationship Id="rId4" Type="http://schemas.openxmlformats.org/officeDocument/2006/relationships/image" Target="../media/image83.png"/><Relationship Id="rId9" Type="http://schemas.openxmlformats.org/officeDocument/2006/relationships/image" Target="../media/image50.png"/></Relationships>
</file>

<file path=ppt/slides/_rels/slide2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84.png"/><Relationship Id="rId7"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8.png"/><Relationship Id="rId10" Type="http://schemas.openxmlformats.org/officeDocument/2006/relationships/image" Target="../media/image42.png"/><Relationship Id="rId4" Type="http://schemas.openxmlformats.org/officeDocument/2006/relationships/image" Target="../media/image85.png"/><Relationship Id="rId9" Type="http://schemas.openxmlformats.org/officeDocument/2006/relationships/image" Target="../media/image50.png"/></Relationships>
</file>

<file path=ppt/slides/_rels/slide2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86.png"/><Relationship Id="rId7" Type="http://schemas.openxmlformats.org/officeDocument/2006/relationships/image" Target="../media/image50.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87.png"/><Relationship Id="rId9" Type="http://schemas.openxmlformats.org/officeDocument/2006/relationships/image" Target="../media/image42.png"/></Relationships>
</file>

<file path=ppt/slides/_rels/slide2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88.png"/><Relationship Id="rId7"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89.png"/><Relationship Id="rId9" Type="http://schemas.openxmlformats.org/officeDocument/2006/relationships/image" Target="../media/image42.png"/></Relationships>
</file>

<file path=ppt/slides/_rels/slide3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90.png"/><Relationship Id="rId7"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91.png"/><Relationship Id="rId9" Type="http://schemas.openxmlformats.org/officeDocument/2006/relationships/image" Target="../media/image42.png"/></Relationships>
</file>

<file path=ppt/slides/_rels/slide3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92.png"/><Relationship Id="rId7"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93.png"/><Relationship Id="rId9" Type="http://schemas.openxmlformats.org/officeDocument/2006/relationships/image" Target="../media/image42.png"/></Relationships>
</file>

<file path=ppt/slides/_rels/slide3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94.png"/><Relationship Id="rId7" Type="http://schemas.openxmlformats.org/officeDocument/2006/relationships/image" Target="../media/image50.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95.png"/><Relationship Id="rId9" Type="http://schemas.openxmlformats.org/officeDocument/2006/relationships/image" Target="../media/image42.png"/></Relationships>
</file>

<file path=ppt/slides/_rels/slide3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96.png"/><Relationship Id="rId7" Type="http://schemas.openxmlformats.org/officeDocument/2006/relationships/image" Target="../media/image50.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97.png"/><Relationship Id="rId9" Type="http://schemas.openxmlformats.org/officeDocument/2006/relationships/image" Target="../media/image42.png"/></Relationships>
</file>

<file path=ppt/slides/_rels/slide34.xml.rels><?xml version="1.0" encoding="UTF-8" standalone="yes"?>
<Relationships xmlns="http://schemas.openxmlformats.org/package/2006/relationships"><Relationship Id="rId8" Type="http://schemas.openxmlformats.org/officeDocument/2006/relationships/image" Target="../media/image50.png"/><Relationship Id="rId3" Type="http://schemas.microsoft.com/office/2018/10/relationships/comments" Target="../comments/modernComment_120_0.xml"/><Relationship Id="rId7" Type="http://schemas.openxmlformats.org/officeDocument/2006/relationships/image" Target="../media/image42.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99.png"/><Relationship Id="rId10" Type="http://schemas.openxmlformats.org/officeDocument/2006/relationships/image" Target="../media/image51.png"/><Relationship Id="rId4" Type="http://schemas.openxmlformats.org/officeDocument/2006/relationships/image" Target="../media/image98.png"/><Relationship Id="rId9" Type="http://schemas.openxmlformats.org/officeDocument/2006/relationships/image" Target="../media/image52.png"/></Relationships>
</file>

<file path=ppt/slides/_rels/slide35.xml.rels><?xml version="1.0" encoding="UTF-8" standalone="yes"?>
<Relationships xmlns="http://schemas.openxmlformats.org/package/2006/relationships"><Relationship Id="rId8" Type="http://schemas.openxmlformats.org/officeDocument/2006/relationships/image" Target="../media/image50.png"/><Relationship Id="rId3" Type="http://schemas.microsoft.com/office/2018/10/relationships/comments" Target="../comments/modernComment_121_0.xml"/><Relationship Id="rId7"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41.png"/><Relationship Id="rId5" Type="http://schemas.openxmlformats.org/officeDocument/2006/relationships/image" Target="../media/image101.png"/><Relationship Id="rId10" Type="http://schemas.openxmlformats.org/officeDocument/2006/relationships/image" Target="../media/image31.png"/><Relationship Id="rId4" Type="http://schemas.openxmlformats.org/officeDocument/2006/relationships/image" Target="../media/image100.png"/><Relationship Id="rId9" Type="http://schemas.openxmlformats.org/officeDocument/2006/relationships/image" Target="../media/image40.png"/></Relationships>
</file>

<file path=ppt/slides/_rels/slide3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02.png"/><Relationship Id="rId7" Type="http://schemas.openxmlformats.org/officeDocument/2006/relationships/image" Target="../media/image50.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40.png"/><Relationship Id="rId4" Type="http://schemas.openxmlformats.org/officeDocument/2006/relationships/image" Target="../media/image103.png"/><Relationship Id="rId9" Type="http://schemas.openxmlformats.org/officeDocument/2006/relationships/image" Target="../media/image30.png"/></Relationships>
</file>

<file path=ppt/slides/_rels/slide3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04.png"/><Relationship Id="rId7"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46.png"/><Relationship Id="rId10" Type="http://schemas.openxmlformats.org/officeDocument/2006/relationships/image" Target="../media/image106.png"/><Relationship Id="rId4" Type="http://schemas.openxmlformats.org/officeDocument/2006/relationships/image" Target="../media/image105.png"/><Relationship Id="rId9" Type="http://schemas.openxmlformats.org/officeDocument/2006/relationships/image" Target="../media/image31.png"/></Relationships>
</file>

<file path=ppt/slides/_rels/slide38.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04.png"/><Relationship Id="rId7"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46.png"/><Relationship Id="rId10" Type="http://schemas.openxmlformats.org/officeDocument/2006/relationships/image" Target="../media/image106.png"/><Relationship Id="rId4" Type="http://schemas.openxmlformats.org/officeDocument/2006/relationships/image" Target="../media/image105.png"/><Relationship Id="rId9" Type="http://schemas.openxmlformats.org/officeDocument/2006/relationships/image" Target="../media/image31.png"/></Relationships>
</file>

<file path=ppt/slides/_rels/slide3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04.png"/><Relationship Id="rId7"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46.png"/><Relationship Id="rId10" Type="http://schemas.openxmlformats.org/officeDocument/2006/relationships/image" Target="../media/image106.png"/><Relationship Id="rId4" Type="http://schemas.openxmlformats.org/officeDocument/2006/relationships/image" Target="../media/image105.png"/><Relationship Id="rId9" Type="http://schemas.openxmlformats.org/officeDocument/2006/relationships/image" Target="../media/image31.png"/></Relationships>
</file>

<file path=ppt/slides/_rels/slide4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04.png"/><Relationship Id="rId7"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46.png"/><Relationship Id="rId10" Type="http://schemas.openxmlformats.org/officeDocument/2006/relationships/image" Target="../media/image106.png"/><Relationship Id="rId4" Type="http://schemas.openxmlformats.org/officeDocument/2006/relationships/image" Target="../media/image105.png"/><Relationship Id="rId9" Type="http://schemas.openxmlformats.org/officeDocument/2006/relationships/image" Target="../media/image31.png"/></Relationships>
</file>

<file path=ppt/slides/_rels/slide4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07.png"/><Relationship Id="rId7"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28.png"/><Relationship Id="rId10" Type="http://schemas.openxmlformats.org/officeDocument/2006/relationships/image" Target="../media/image42.png"/><Relationship Id="rId4" Type="http://schemas.openxmlformats.org/officeDocument/2006/relationships/image" Target="../media/image108.png"/><Relationship Id="rId9" Type="http://schemas.openxmlformats.org/officeDocument/2006/relationships/image" Target="../media/image50.png"/></Relationships>
</file>

<file path=ppt/slides/_rels/slide4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07.png"/><Relationship Id="rId7"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28.png"/><Relationship Id="rId10" Type="http://schemas.openxmlformats.org/officeDocument/2006/relationships/image" Target="../media/image42.png"/><Relationship Id="rId4" Type="http://schemas.openxmlformats.org/officeDocument/2006/relationships/image" Target="../media/image108.png"/><Relationship Id="rId9" Type="http://schemas.openxmlformats.org/officeDocument/2006/relationships/image" Target="../media/image50.png"/></Relationships>
</file>

<file path=ppt/slides/_rels/slide4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07.png"/><Relationship Id="rId7"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28.png"/><Relationship Id="rId10" Type="http://schemas.openxmlformats.org/officeDocument/2006/relationships/image" Target="../media/image42.png"/><Relationship Id="rId4" Type="http://schemas.openxmlformats.org/officeDocument/2006/relationships/image" Target="../media/image108.png"/><Relationship Id="rId9" Type="http://schemas.openxmlformats.org/officeDocument/2006/relationships/image" Target="../media/image50.png"/></Relationships>
</file>

<file path=ppt/slides/_rels/slide44.xml.rels><?xml version="1.0" encoding="UTF-8" standalone="yes"?>
<Relationships xmlns="http://schemas.openxmlformats.org/package/2006/relationships"><Relationship Id="rId8" Type="http://schemas.openxmlformats.org/officeDocument/2006/relationships/image" Target="../media/image50.png"/><Relationship Id="rId3" Type="http://schemas.microsoft.com/office/2018/10/relationships/comments" Target="../comments/modernComment_12A_0.xml"/><Relationship Id="rId7"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110.png"/><Relationship Id="rId10" Type="http://schemas.openxmlformats.org/officeDocument/2006/relationships/image" Target="../media/image51.png"/><Relationship Id="rId4" Type="http://schemas.openxmlformats.org/officeDocument/2006/relationships/image" Target="../media/image109.png"/><Relationship Id="rId9" Type="http://schemas.openxmlformats.org/officeDocument/2006/relationships/image" Target="../media/image52.png"/></Relationships>
</file>

<file path=ppt/slides/_rels/slide45.xml.rels><?xml version="1.0" encoding="UTF-8" standalone="yes"?>
<Relationships xmlns="http://schemas.openxmlformats.org/package/2006/relationships"><Relationship Id="rId8" Type="http://schemas.openxmlformats.org/officeDocument/2006/relationships/image" Target="../media/image50.png"/><Relationship Id="rId3" Type="http://schemas.microsoft.com/office/2018/10/relationships/comments" Target="../comments/modernComment_12B_0.xml"/><Relationship Id="rId7"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112.png"/><Relationship Id="rId10" Type="http://schemas.openxmlformats.org/officeDocument/2006/relationships/image" Target="../media/image51.png"/><Relationship Id="rId4" Type="http://schemas.openxmlformats.org/officeDocument/2006/relationships/image" Target="../media/image111.png"/><Relationship Id="rId9" Type="http://schemas.openxmlformats.org/officeDocument/2006/relationships/image" Target="../media/image52.png"/></Relationships>
</file>

<file path=ppt/slides/_rels/slide46.xml.rels><?xml version="1.0" encoding="UTF-8" standalone="yes"?>
<Relationships xmlns="http://schemas.openxmlformats.org/package/2006/relationships"><Relationship Id="rId8" Type="http://schemas.openxmlformats.org/officeDocument/2006/relationships/image" Target="../media/image41.png"/><Relationship Id="rId3" Type="http://schemas.microsoft.com/office/2018/10/relationships/comments" Target="../comments/modernComment_12C_0.xml"/><Relationship Id="rId7" Type="http://schemas.openxmlformats.org/officeDocument/2006/relationships/image" Target="../media/image42.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114.png"/><Relationship Id="rId10" Type="http://schemas.openxmlformats.org/officeDocument/2006/relationships/image" Target="../media/image51.png"/><Relationship Id="rId4" Type="http://schemas.openxmlformats.org/officeDocument/2006/relationships/image" Target="../media/image113.png"/><Relationship Id="rId9" Type="http://schemas.openxmlformats.org/officeDocument/2006/relationships/image" Target="../media/image52.png"/></Relationships>
</file>

<file path=ppt/slides/_rels/slide47.xml.rels><?xml version="1.0" encoding="UTF-8" standalone="yes"?>
<Relationships xmlns="http://schemas.openxmlformats.org/package/2006/relationships"><Relationship Id="rId8" Type="http://schemas.openxmlformats.org/officeDocument/2006/relationships/image" Target="../media/image31.png"/><Relationship Id="rId3" Type="http://schemas.microsoft.com/office/2018/10/relationships/comments" Target="../comments/modernComment_12D_0.xml"/><Relationship Id="rId7" Type="http://schemas.openxmlformats.org/officeDocument/2006/relationships/image" Target="../media/image30.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42.png"/><Relationship Id="rId5" Type="http://schemas.openxmlformats.org/officeDocument/2006/relationships/image" Target="../media/image116.png"/><Relationship Id="rId10" Type="http://schemas.openxmlformats.org/officeDocument/2006/relationships/image" Target="../media/image52.png"/><Relationship Id="rId4" Type="http://schemas.openxmlformats.org/officeDocument/2006/relationships/image" Target="../media/image115.png"/><Relationship Id="rId9" Type="http://schemas.openxmlformats.org/officeDocument/2006/relationships/image" Target="../media/image50.png"/></Relationships>
</file>

<file path=ppt/slides/_rels/slide4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117.png"/><Relationship Id="rId7"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8.png"/><Relationship Id="rId10" Type="http://schemas.openxmlformats.org/officeDocument/2006/relationships/image" Target="../media/image42.png"/><Relationship Id="rId4" Type="http://schemas.openxmlformats.org/officeDocument/2006/relationships/image" Target="../media/image118.png"/><Relationship Id="rId9" Type="http://schemas.openxmlformats.org/officeDocument/2006/relationships/image" Target="../media/image52.png"/></Relationships>
</file>

<file path=ppt/slides/_rels/slide4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19.png"/><Relationship Id="rId7" Type="http://schemas.openxmlformats.org/officeDocument/2006/relationships/image" Target="../media/image50.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20.png"/><Relationship Id="rId9" Type="http://schemas.openxmlformats.org/officeDocument/2006/relationships/image" Target="../media/image42.png"/></Relationships>
</file>

<file path=ppt/slides/_rels/slide50.xml.rels><?xml version="1.0" encoding="UTF-8" standalone="yes"?>
<Relationships xmlns="http://schemas.openxmlformats.org/package/2006/relationships"><Relationship Id="rId3" Type="http://schemas.microsoft.com/office/2018/10/relationships/comments" Target="../comments/modernComment_130_0.xml"/><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image" Target="../media/image23.jpeg"/><Relationship Id="rId5" Type="http://schemas.openxmlformats.org/officeDocument/2006/relationships/image" Target="../media/image22.png"/><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5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22.png"/><Relationship Id="rId7" Type="http://schemas.openxmlformats.org/officeDocument/2006/relationships/image" Target="../media/image41.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50.png"/><Relationship Id="rId10" Type="http://schemas.openxmlformats.org/officeDocument/2006/relationships/image" Target="../media/image28.png"/><Relationship Id="rId4" Type="http://schemas.openxmlformats.org/officeDocument/2006/relationships/image" Target="../media/image123.png"/><Relationship Id="rId9" Type="http://schemas.openxmlformats.org/officeDocument/2006/relationships/image" Target="../media/image51.png"/></Relationships>
</file>

<file path=ppt/slides/_rels/slide5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24.png"/><Relationship Id="rId7" Type="http://schemas.openxmlformats.org/officeDocument/2006/relationships/image" Target="../media/image31.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42.png"/><Relationship Id="rId10" Type="http://schemas.openxmlformats.org/officeDocument/2006/relationships/image" Target="../media/image28.png"/><Relationship Id="rId4" Type="http://schemas.openxmlformats.org/officeDocument/2006/relationships/image" Target="../media/image125.png"/><Relationship Id="rId9" Type="http://schemas.openxmlformats.org/officeDocument/2006/relationships/image" Target="../media/image51.png"/></Relationships>
</file>

<file path=ppt/slides/_rels/slide5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26.png"/><Relationship Id="rId7"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42.png"/><Relationship Id="rId10" Type="http://schemas.openxmlformats.org/officeDocument/2006/relationships/image" Target="../media/image28.png"/><Relationship Id="rId4" Type="http://schemas.openxmlformats.org/officeDocument/2006/relationships/image" Target="../media/image127.png"/><Relationship Id="rId9" Type="http://schemas.openxmlformats.org/officeDocument/2006/relationships/image" Target="../media/image51.png"/></Relationships>
</file>

<file path=ppt/slides/_rels/slide5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28.png"/><Relationship Id="rId7" Type="http://schemas.openxmlformats.org/officeDocument/2006/relationships/image" Target="../media/image31.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42.png"/><Relationship Id="rId10" Type="http://schemas.openxmlformats.org/officeDocument/2006/relationships/image" Target="../media/image28.png"/><Relationship Id="rId4" Type="http://schemas.openxmlformats.org/officeDocument/2006/relationships/image" Target="../media/image129.png"/><Relationship Id="rId9" Type="http://schemas.openxmlformats.org/officeDocument/2006/relationships/image" Target="../media/image51.png"/></Relationships>
</file>

<file path=ppt/slides/_rels/slide5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5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31.png"/><Relationship Id="rId7" Type="http://schemas.openxmlformats.org/officeDocument/2006/relationships/image" Target="../media/image31.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42.png"/><Relationship Id="rId4" Type="http://schemas.openxmlformats.org/officeDocument/2006/relationships/image" Target="../media/image132.png"/><Relationship Id="rId9" Type="http://schemas.openxmlformats.org/officeDocument/2006/relationships/image" Target="../media/image51.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29"/>
        <p:cNvGrpSpPr/>
        <p:nvPr/>
      </p:nvGrpSpPr>
      <p:grpSpPr>
        <a:xfrm>
          <a:off x="0" y="0"/>
          <a:ext cx="0" cy="0"/>
          <a:chOff x="0" y="0"/>
          <a:chExt cx="0" cy="0"/>
        </a:xfrm>
      </p:grpSpPr>
      <p:sp>
        <p:nvSpPr>
          <p:cNvPr id="2630" name="Google Shape;2630;p16"/>
          <p:cNvSpPr txBox="1">
            <a:spLocks noGrp="1"/>
          </p:cNvSpPr>
          <p:nvPr>
            <p:ph type="ctrTitle"/>
          </p:nvPr>
        </p:nvSpPr>
        <p:spPr>
          <a:xfrm>
            <a:off x="306410" y="1965839"/>
            <a:ext cx="4808400" cy="5967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D21A"/>
              </a:buClr>
              <a:buSzPts val="3300"/>
              <a:buFont typeface="NTR"/>
              <a:buNone/>
            </a:pPr>
            <a:r>
              <a:rPr lang="en" sz="3000"/>
              <a:t>Template Design Final</a:t>
            </a:r>
            <a:br>
              <a:rPr lang="en" sz="3000"/>
            </a:br>
            <a:r>
              <a:rPr lang="en" sz="1800">
                <a:solidFill>
                  <a:schemeClr val="bg1"/>
                </a:solidFill>
              </a:rPr>
              <a:t>8</a:t>
            </a:r>
            <a:r>
              <a:rPr lang="en" sz="1800" baseline="30000">
                <a:solidFill>
                  <a:schemeClr val="bg1"/>
                </a:solidFill>
              </a:rPr>
              <a:t>th</a:t>
            </a:r>
            <a:r>
              <a:rPr lang="en" sz="1800">
                <a:solidFill>
                  <a:schemeClr val="bg1"/>
                </a:solidFill>
              </a:rPr>
              <a:t> July</a:t>
            </a:r>
            <a:endParaRPr sz="3000">
              <a:solidFill>
                <a:schemeClr val="bg1"/>
              </a:solidFill>
              <a:latin typeface="NTR"/>
              <a:ea typeface="NTR"/>
              <a:cs typeface="NTR"/>
              <a:sym typeface="NTR"/>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34"/>
        <p:cNvGrpSpPr/>
        <p:nvPr/>
      </p:nvGrpSpPr>
      <p:grpSpPr>
        <a:xfrm>
          <a:off x="0" y="0"/>
          <a:ext cx="0" cy="0"/>
          <a:chOff x="0" y="0"/>
          <a:chExt cx="0" cy="0"/>
        </a:xfrm>
      </p:grpSpPr>
      <p:sp>
        <p:nvSpPr>
          <p:cNvPr id="2635" name="Google Shape;2635;p17"/>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Overview Summary</a:t>
            </a:r>
            <a:endParaRPr sz="1800" b="1" i="0" u="none" strike="noStrike" cap="none">
              <a:solidFill>
                <a:schemeClr val="dk1"/>
              </a:solidFill>
              <a:latin typeface="Calibri"/>
              <a:ea typeface="Calibri"/>
              <a:cs typeface="Calibri"/>
              <a:sym typeface="Calibri"/>
            </a:endParaRPr>
          </a:p>
        </p:txBody>
      </p:sp>
      <p:cxnSp>
        <p:nvCxnSpPr>
          <p:cNvPr id="2636" name="Google Shape;2636;p17"/>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pic>
        <p:nvPicPr>
          <p:cNvPr id="2637" name="Google Shape;2637;p17" title="Container bh.png"/>
          <p:cNvPicPr preferRelativeResize="0"/>
          <p:nvPr/>
        </p:nvPicPr>
        <p:blipFill rotWithShape="1">
          <a:blip r:embed="rId3">
            <a:alphaModFix/>
          </a:blip>
          <a:srcRect t="1886" b="1886"/>
          <a:stretch/>
        </p:blipFill>
        <p:spPr>
          <a:xfrm>
            <a:off x="1328994" y="464650"/>
            <a:ext cx="6485999" cy="4588825"/>
          </a:xfrm>
          <a:prstGeom prst="rect">
            <a:avLst/>
          </a:prstGeom>
          <a:noFill/>
          <a:ln>
            <a:noFill/>
          </a:ln>
        </p:spPr>
      </p:pic>
      <p:pic>
        <p:nvPicPr>
          <p:cNvPr id="2638" name="Google Shape;2638;p17" title="Untitled design (2).png"/>
          <p:cNvPicPr preferRelativeResize="0"/>
          <p:nvPr/>
        </p:nvPicPr>
        <p:blipFill rotWithShape="1">
          <a:blip r:embed="rId4">
            <a:alphaModFix amt="21000"/>
          </a:blip>
          <a:srcRect r="42834"/>
          <a:stretch/>
        </p:blipFill>
        <p:spPr>
          <a:xfrm rot="10800000" flipH="1">
            <a:off x="22825" y="1388575"/>
            <a:ext cx="3300372" cy="3754925"/>
          </a:xfrm>
          <a:prstGeom prst="rect">
            <a:avLst/>
          </a:prstGeom>
          <a:noFill/>
          <a:ln>
            <a:noFill/>
          </a:ln>
        </p:spPr>
      </p:pic>
      <p:pic>
        <p:nvPicPr>
          <p:cNvPr id="2639" name="Google Shape;2639;p17" title="Untitled design (2).png"/>
          <p:cNvPicPr preferRelativeResize="0"/>
          <p:nvPr/>
        </p:nvPicPr>
        <p:blipFill rotWithShape="1">
          <a:blip r:embed="rId4">
            <a:alphaModFix amt="21000"/>
          </a:blip>
          <a:srcRect r="42834"/>
          <a:stretch/>
        </p:blipFill>
        <p:spPr>
          <a:xfrm flipH="1">
            <a:off x="5843625" y="0"/>
            <a:ext cx="3300372" cy="3754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43"/>
        <p:cNvGrpSpPr/>
        <p:nvPr/>
      </p:nvGrpSpPr>
      <p:grpSpPr>
        <a:xfrm>
          <a:off x="0" y="0"/>
          <a:ext cx="0" cy="0"/>
          <a:chOff x="0" y="0"/>
          <a:chExt cx="0" cy="0"/>
        </a:xfrm>
      </p:grpSpPr>
      <p:pic>
        <p:nvPicPr>
          <p:cNvPr id="2644" name="Google Shape;2644;p18" title="Untitled design (2).png"/>
          <p:cNvPicPr preferRelativeResize="0"/>
          <p:nvPr/>
        </p:nvPicPr>
        <p:blipFill rotWithShape="1">
          <a:blip r:embed="rId3">
            <a:alphaModFix amt="21000"/>
          </a:blip>
          <a:srcRect r="42834"/>
          <a:stretch/>
        </p:blipFill>
        <p:spPr>
          <a:xfrm rot="10800000" flipH="1">
            <a:off x="0" y="1209301"/>
            <a:ext cx="3457951" cy="3934199"/>
          </a:xfrm>
          <a:prstGeom prst="rect">
            <a:avLst/>
          </a:prstGeom>
          <a:noFill/>
          <a:ln>
            <a:noFill/>
          </a:ln>
        </p:spPr>
      </p:pic>
      <p:grpSp>
        <p:nvGrpSpPr>
          <p:cNvPr id="2645" name="Google Shape;2645;p18"/>
          <p:cNvGrpSpPr/>
          <p:nvPr/>
        </p:nvGrpSpPr>
        <p:grpSpPr>
          <a:xfrm>
            <a:off x="6460678" y="1099781"/>
            <a:ext cx="1608209" cy="2694919"/>
            <a:chOff x="8245846" y="3116327"/>
            <a:chExt cx="3618017" cy="3593225"/>
          </a:xfrm>
        </p:grpSpPr>
        <p:grpSp>
          <p:nvGrpSpPr>
            <p:cNvPr id="2646" name="Google Shape;2646;p18"/>
            <p:cNvGrpSpPr/>
            <p:nvPr/>
          </p:nvGrpSpPr>
          <p:grpSpPr>
            <a:xfrm>
              <a:off x="8245846" y="3116327"/>
              <a:ext cx="3618017" cy="3593225"/>
              <a:chOff x="1039100" y="2886375"/>
              <a:chExt cx="2128997" cy="3067200"/>
            </a:xfrm>
          </p:grpSpPr>
          <p:cxnSp>
            <p:nvCxnSpPr>
              <p:cNvPr id="2647" name="Google Shape;2647;p18"/>
              <p:cNvCxnSpPr/>
              <p:nvPr/>
            </p:nvCxnSpPr>
            <p:spPr>
              <a:xfrm>
                <a:off x="1039100" y="2886375"/>
                <a:ext cx="0" cy="3067200"/>
              </a:xfrm>
              <a:prstGeom prst="straightConnector1">
                <a:avLst/>
              </a:prstGeom>
              <a:noFill/>
              <a:ln w="16750" cap="flat" cmpd="sng">
                <a:solidFill>
                  <a:schemeClr val="accent3"/>
                </a:solidFill>
                <a:prstDash val="solid"/>
                <a:round/>
                <a:headEnd type="none" w="sm" len="sm"/>
                <a:tailEnd type="none" w="sm" len="sm"/>
              </a:ln>
            </p:spPr>
          </p:cxnSp>
          <p:sp>
            <p:nvSpPr>
              <p:cNvPr id="2648" name="Google Shape;2648;p18"/>
              <p:cNvSpPr txBox="1"/>
              <p:nvPr/>
            </p:nvSpPr>
            <p:spPr>
              <a:xfrm>
                <a:off x="1180897" y="2886375"/>
                <a:ext cx="1987200" cy="840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chemeClr val="accent3"/>
                    </a:solidFill>
                    <a:latin typeface="Calibri"/>
                    <a:ea typeface="Calibri"/>
                    <a:cs typeface="Calibri"/>
                    <a:sym typeface="Calibri"/>
                  </a:rPr>
                  <a:t>Execute with Excellence (SRM)</a:t>
                </a:r>
                <a:endParaRPr sz="1600" b="1" i="0" u="none" strike="noStrike" cap="none">
                  <a:solidFill>
                    <a:schemeClr val="accent3"/>
                  </a:solidFill>
                  <a:latin typeface="Calibri"/>
                  <a:ea typeface="Calibri"/>
                  <a:cs typeface="Calibri"/>
                  <a:sym typeface="Calibri"/>
                </a:endParaRPr>
              </a:p>
              <a:p>
                <a:pPr marL="0" marR="0" lvl="0" indent="0" algn="l" rtl="0">
                  <a:lnSpc>
                    <a:spcPct val="100000"/>
                  </a:lnSpc>
                  <a:spcBef>
                    <a:spcPts val="0"/>
                  </a:spcBef>
                  <a:spcAft>
                    <a:spcPts val="0"/>
                  </a:spcAft>
                  <a:buClr>
                    <a:srgbClr val="736E6E"/>
                  </a:buClr>
                  <a:buSzPts val="1600"/>
                  <a:buFont typeface="NTR"/>
                  <a:buNone/>
                </a:pPr>
                <a:endParaRPr sz="1600" b="1" i="0" u="none" strike="noStrike" cap="none">
                  <a:solidFill>
                    <a:schemeClr val="accent3"/>
                  </a:solidFill>
                  <a:latin typeface="Calibri"/>
                  <a:ea typeface="Calibri"/>
                  <a:cs typeface="Calibri"/>
                  <a:sym typeface="Calibri"/>
                </a:endParaRPr>
              </a:p>
            </p:txBody>
          </p:sp>
          <p:sp>
            <p:nvSpPr>
              <p:cNvPr id="2649" name="Google Shape;2649;p18"/>
              <p:cNvSpPr txBox="1"/>
              <p:nvPr/>
            </p:nvSpPr>
            <p:spPr>
              <a:xfrm>
                <a:off x="1180904" y="4595955"/>
                <a:ext cx="17883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110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Streamlined reporting experiences through intuitive design, enhanced usability, and operational efficiency.</a:t>
                </a:r>
                <a:endParaRPr sz="1100" b="0" i="0" u="none" strike="noStrike" cap="none">
                  <a:solidFill>
                    <a:schemeClr val="dk1"/>
                  </a:solidFill>
                  <a:latin typeface="Calibri"/>
                  <a:ea typeface="Calibri"/>
                  <a:cs typeface="Calibri"/>
                  <a:sym typeface="Calibri"/>
                </a:endParaRPr>
              </a:p>
            </p:txBody>
          </p:sp>
        </p:grpSp>
        <p:pic>
          <p:nvPicPr>
            <p:cNvPr id="2650" name="Google Shape;2650;p18"/>
            <p:cNvPicPr preferRelativeResize="0"/>
            <p:nvPr/>
          </p:nvPicPr>
          <p:blipFill rotWithShape="1">
            <a:blip r:embed="rId4">
              <a:alphaModFix/>
            </a:blip>
            <a:srcRect l="35189" t="36404" r="36350" b="34855"/>
            <a:stretch/>
          </p:blipFill>
          <p:spPr>
            <a:xfrm>
              <a:off x="8486805" y="4076579"/>
              <a:ext cx="1104485" cy="739133"/>
            </a:xfrm>
            <a:prstGeom prst="rect">
              <a:avLst/>
            </a:prstGeom>
            <a:noFill/>
            <a:ln>
              <a:noFill/>
            </a:ln>
          </p:spPr>
        </p:pic>
      </p:grpSp>
      <p:grpSp>
        <p:nvGrpSpPr>
          <p:cNvPr id="2651" name="Google Shape;2651;p18"/>
          <p:cNvGrpSpPr/>
          <p:nvPr/>
        </p:nvGrpSpPr>
        <p:grpSpPr>
          <a:xfrm>
            <a:off x="4632469" y="1099781"/>
            <a:ext cx="1457968" cy="2655380"/>
            <a:chOff x="4132890" y="3116327"/>
            <a:chExt cx="3280018" cy="3540507"/>
          </a:xfrm>
        </p:grpSpPr>
        <p:grpSp>
          <p:nvGrpSpPr>
            <p:cNvPr id="2652" name="Google Shape;2652;p18"/>
            <p:cNvGrpSpPr/>
            <p:nvPr/>
          </p:nvGrpSpPr>
          <p:grpSpPr>
            <a:xfrm>
              <a:off x="4132890" y="3116327"/>
              <a:ext cx="3280018" cy="3540507"/>
              <a:chOff x="1039100" y="2886375"/>
              <a:chExt cx="1930104" cy="3022200"/>
            </a:xfrm>
          </p:grpSpPr>
          <p:cxnSp>
            <p:nvCxnSpPr>
              <p:cNvPr id="2653" name="Google Shape;2653;p18"/>
              <p:cNvCxnSpPr/>
              <p:nvPr/>
            </p:nvCxnSpPr>
            <p:spPr>
              <a:xfrm>
                <a:off x="1039100" y="2886375"/>
                <a:ext cx="0" cy="3022200"/>
              </a:xfrm>
              <a:prstGeom prst="straightConnector1">
                <a:avLst/>
              </a:prstGeom>
              <a:noFill/>
              <a:ln w="16750" cap="flat" cmpd="sng">
                <a:solidFill>
                  <a:schemeClr val="accent3"/>
                </a:solidFill>
                <a:prstDash val="solid"/>
                <a:round/>
                <a:headEnd type="none" w="sm" len="sm"/>
                <a:tailEnd type="none" w="sm" len="sm"/>
              </a:ln>
            </p:spPr>
          </p:cxnSp>
          <p:sp>
            <p:nvSpPr>
              <p:cNvPr id="2654" name="Google Shape;2654;p18"/>
              <p:cNvSpPr txBox="1"/>
              <p:nvPr/>
            </p:nvSpPr>
            <p:spPr>
              <a:xfrm>
                <a:off x="1180909" y="2886377"/>
                <a:ext cx="1411800" cy="560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chemeClr val="accent3"/>
                    </a:solidFill>
                    <a:latin typeface="Calibri"/>
                    <a:ea typeface="Calibri"/>
                    <a:cs typeface="Calibri"/>
                    <a:sym typeface="Calibri"/>
                  </a:rPr>
                  <a:t>Drive Relevance</a:t>
                </a:r>
                <a:endParaRPr sz="1600" b="1" i="0" u="none" strike="noStrike" cap="none">
                  <a:solidFill>
                    <a:schemeClr val="accent3"/>
                  </a:solidFill>
                  <a:latin typeface="Calibri"/>
                  <a:ea typeface="Calibri"/>
                  <a:cs typeface="Calibri"/>
                  <a:sym typeface="Calibri"/>
                </a:endParaRPr>
              </a:p>
            </p:txBody>
          </p:sp>
          <p:sp>
            <p:nvSpPr>
              <p:cNvPr id="2655" name="Google Shape;2655;p18"/>
              <p:cNvSpPr txBox="1"/>
              <p:nvPr/>
            </p:nvSpPr>
            <p:spPr>
              <a:xfrm>
                <a:off x="1180904" y="4632091"/>
                <a:ext cx="17883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110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Delivered actionable insights tailored to stakeholder priorities, ensuring focus on what matters most.</a:t>
                </a:r>
                <a:endParaRPr sz="1100" b="0" i="0" u="none" strike="noStrike" cap="none">
                  <a:solidFill>
                    <a:schemeClr val="accent1"/>
                  </a:solidFill>
                  <a:latin typeface="Calibri"/>
                  <a:ea typeface="Calibri"/>
                  <a:cs typeface="Calibri"/>
                  <a:sym typeface="Calibri"/>
                </a:endParaRPr>
              </a:p>
            </p:txBody>
          </p:sp>
        </p:grpSp>
        <p:pic>
          <p:nvPicPr>
            <p:cNvPr id="2656" name="Google Shape;2656;p18"/>
            <p:cNvPicPr preferRelativeResize="0"/>
            <p:nvPr/>
          </p:nvPicPr>
          <p:blipFill rotWithShape="1">
            <a:blip r:embed="rId4">
              <a:alphaModFix/>
            </a:blip>
            <a:srcRect l="68324" t="68721" r="4350" b="2548"/>
            <a:stretch/>
          </p:blipFill>
          <p:spPr>
            <a:xfrm>
              <a:off x="4351902" y="4057729"/>
              <a:ext cx="1348497" cy="902867"/>
            </a:xfrm>
            <a:prstGeom prst="rect">
              <a:avLst/>
            </a:prstGeom>
            <a:noFill/>
            <a:ln>
              <a:noFill/>
            </a:ln>
          </p:spPr>
        </p:pic>
      </p:grpSp>
      <p:grpSp>
        <p:nvGrpSpPr>
          <p:cNvPr id="2657" name="Google Shape;2657;p18"/>
          <p:cNvGrpSpPr/>
          <p:nvPr/>
        </p:nvGrpSpPr>
        <p:grpSpPr>
          <a:xfrm>
            <a:off x="2969463" y="1099700"/>
            <a:ext cx="1443137" cy="2631593"/>
            <a:chOff x="1039100" y="2886363"/>
            <a:chExt cx="2771000" cy="2995212"/>
          </a:xfrm>
        </p:grpSpPr>
        <p:cxnSp>
          <p:nvCxnSpPr>
            <p:cNvPr id="2658" name="Google Shape;2658;p18"/>
            <p:cNvCxnSpPr/>
            <p:nvPr/>
          </p:nvCxnSpPr>
          <p:spPr>
            <a:xfrm>
              <a:off x="1039100" y="2886375"/>
              <a:ext cx="0" cy="2995200"/>
            </a:xfrm>
            <a:prstGeom prst="straightConnector1">
              <a:avLst/>
            </a:prstGeom>
            <a:noFill/>
            <a:ln w="16750" cap="flat" cmpd="sng">
              <a:solidFill>
                <a:schemeClr val="accent3"/>
              </a:solidFill>
              <a:prstDash val="solid"/>
              <a:round/>
              <a:headEnd type="none" w="sm" len="sm"/>
              <a:tailEnd type="none" w="sm" len="sm"/>
            </a:ln>
          </p:spPr>
        </p:cxnSp>
        <p:sp>
          <p:nvSpPr>
            <p:cNvPr id="2659" name="Google Shape;2659;p18"/>
            <p:cNvSpPr txBox="1"/>
            <p:nvPr/>
          </p:nvSpPr>
          <p:spPr>
            <a:xfrm>
              <a:off x="1180885" y="2886363"/>
              <a:ext cx="2629200" cy="560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chemeClr val="accent3"/>
                  </a:solidFill>
                  <a:latin typeface="Calibri"/>
                  <a:ea typeface="Calibri"/>
                  <a:cs typeface="Calibri"/>
                  <a:sym typeface="Calibri"/>
                </a:rPr>
                <a:t>Financial Performance</a:t>
              </a:r>
              <a:endParaRPr sz="1600" b="1" i="0" u="none" strike="noStrike" cap="none">
                <a:solidFill>
                  <a:schemeClr val="accent3"/>
                </a:solidFill>
                <a:latin typeface="Calibri"/>
                <a:ea typeface="Calibri"/>
                <a:cs typeface="Calibri"/>
                <a:sym typeface="Calibri"/>
              </a:endParaRPr>
            </a:p>
          </p:txBody>
        </p:sp>
        <p:sp>
          <p:nvSpPr>
            <p:cNvPr id="2660" name="Google Shape;2660;p18"/>
            <p:cNvSpPr txBox="1"/>
            <p:nvPr/>
          </p:nvSpPr>
          <p:spPr>
            <a:xfrm>
              <a:off x="1180900" y="4614034"/>
              <a:ext cx="26292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Improved visibility into key financial metrics, enabling faster and more informed business decisions.</a:t>
              </a:r>
              <a:endParaRPr sz="1100" b="0" i="0" u="none" strike="noStrike" cap="none">
                <a:solidFill>
                  <a:schemeClr val="accent1"/>
                </a:solidFill>
                <a:latin typeface="Calibri"/>
                <a:ea typeface="Calibri"/>
                <a:cs typeface="Calibri"/>
                <a:sym typeface="Calibri"/>
              </a:endParaRPr>
            </a:p>
          </p:txBody>
        </p:sp>
      </p:grpSp>
      <p:pic>
        <p:nvPicPr>
          <p:cNvPr id="2661" name="Google Shape;2661;p18" descr="finance"/>
          <p:cNvPicPr preferRelativeResize="0"/>
          <p:nvPr/>
        </p:nvPicPr>
        <p:blipFill rotWithShape="1">
          <a:blip r:embed="rId5">
            <a:alphaModFix/>
          </a:blip>
          <a:srcRect r="64714" b="64356"/>
          <a:stretch/>
        </p:blipFill>
        <p:spPr>
          <a:xfrm>
            <a:off x="3041693" y="1803706"/>
            <a:ext cx="556768" cy="681400"/>
          </a:xfrm>
          <a:prstGeom prst="rect">
            <a:avLst/>
          </a:prstGeom>
          <a:noFill/>
          <a:ln>
            <a:noFill/>
          </a:ln>
        </p:spPr>
      </p:pic>
      <p:grpSp>
        <p:nvGrpSpPr>
          <p:cNvPr id="2662" name="Google Shape;2662;p18"/>
          <p:cNvGrpSpPr/>
          <p:nvPr/>
        </p:nvGrpSpPr>
        <p:grpSpPr>
          <a:xfrm>
            <a:off x="1306463" y="1099700"/>
            <a:ext cx="1443137" cy="2631593"/>
            <a:chOff x="1039100" y="2886363"/>
            <a:chExt cx="2771000" cy="2995212"/>
          </a:xfrm>
        </p:grpSpPr>
        <p:cxnSp>
          <p:nvCxnSpPr>
            <p:cNvPr id="2663" name="Google Shape;2663;p18"/>
            <p:cNvCxnSpPr/>
            <p:nvPr/>
          </p:nvCxnSpPr>
          <p:spPr>
            <a:xfrm>
              <a:off x="1039100" y="2886375"/>
              <a:ext cx="0" cy="2995200"/>
            </a:xfrm>
            <a:prstGeom prst="straightConnector1">
              <a:avLst/>
            </a:prstGeom>
            <a:noFill/>
            <a:ln w="16750" cap="flat" cmpd="sng">
              <a:solidFill>
                <a:srgbClr val="61A020"/>
              </a:solidFill>
              <a:prstDash val="solid"/>
              <a:round/>
              <a:headEnd type="none" w="sm" len="sm"/>
              <a:tailEnd type="none" w="sm" len="sm"/>
            </a:ln>
          </p:spPr>
        </p:cxnSp>
        <p:sp>
          <p:nvSpPr>
            <p:cNvPr id="2664" name="Google Shape;2664;p18"/>
            <p:cNvSpPr txBox="1"/>
            <p:nvPr/>
          </p:nvSpPr>
          <p:spPr>
            <a:xfrm>
              <a:off x="1180885" y="2886363"/>
              <a:ext cx="2629200" cy="280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rgbClr val="61A020"/>
                  </a:solidFill>
                  <a:latin typeface="Calibri"/>
                  <a:ea typeface="Calibri"/>
                  <a:cs typeface="Calibri"/>
                  <a:sym typeface="Calibri"/>
                </a:rPr>
                <a:t>EU Overview</a:t>
              </a:r>
              <a:endParaRPr sz="1600" b="1" i="0" u="none" strike="noStrike" cap="none">
                <a:solidFill>
                  <a:srgbClr val="61A020"/>
                </a:solidFill>
                <a:latin typeface="Calibri"/>
                <a:ea typeface="Calibri"/>
                <a:cs typeface="Calibri"/>
                <a:sym typeface="Calibri"/>
              </a:endParaRPr>
            </a:p>
          </p:txBody>
        </p:sp>
        <p:sp>
          <p:nvSpPr>
            <p:cNvPr id="2665" name="Google Shape;2665;p18"/>
            <p:cNvSpPr txBox="1"/>
            <p:nvPr/>
          </p:nvSpPr>
          <p:spPr>
            <a:xfrm>
              <a:off x="1180900" y="4618815"/>
              <a:ext cx="26292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A consolidated view of key metrics and insights, enabling quick assessment of overall business performance.</a:t>
              </a:r>
              <a:endParaRPr sz="1100" b="0" i="0" u="none" strike="noStrike" cap="none">
                <a:solidFill>
                  <a:schemeClr val="accent1"/>
                </a:solidFill>
                <a:latin typeface="Calibri"/>
                <a:ea typeface="Calibri"/>
                <a:cs typeface="Calibri"/>
                <a:sym typeface="Calibri"/>
              </a:endParaRPr>
            </a:p>
          </p:txBody>
        </p:sp>
      </p:grpSp>
      <p:pic>
        <p:nvPicPr>
          <p:cNvPr id="2666" name="Google Shape;2666;p18"/>
          <p:cNvPicPr preferRelativeResize="0"/>
          <p:nvPr/>
        </p:nvPicPr>
        <p:blipFill rotWithShape="1">
          <a:blip r:embed="rId4">
            <a:alphaModFix/>
          </a:blip>
          <a:srcRect l="3226" t="2903" r="68551" b="68186"/>
          <a:stretch/>
        </p:blipFill>
        <p:spPr>
          <a:xfrm>
            <a:off x="1388573" y="1803700"/>
            <a:ext cx="619125" cy="681399"/>
          </a:xfrm>
          <a:prstGeom prst="rect">
            <a:avLst/>
          </a:prstGeom>
          <a:noFill/>
          <a:ln>
            <a:noFill/>
          </a:ln>
        </p:spPr>
      </p:pic>
      <p:pic>
        <p:nvPicPr>
          <p:cNvPr id="2667" name="Google Shape;2667;p18" title="Untitled design (2).png"/>
          <p:cNvPicPr preferRelativeResize="0"/>
          <p:nvPr/>
        </p:nvPicPr>
        <p:blipFill rotWithShape="1">
          <a:blip r:embed="rId3">
            <a:alphaModFix amt="31000"/>
          </a:blip>
          <a:srcRect l="68468" b="60229"/>
          <a:stretch/>
        </p:blipFill>
        <p:spPr>
          <a:xfrm>
            <a:off x="6650349" y="0"/>
            <a:ext cx="2493650" cy="20456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71"/>
        <p:cNvGrpSpPr/>
        <p:nvPr/>
      </p:nvGrpSpPr>
      <p:grpSpPr>
        <a:xfrm>
          <a:off x="0" y="0"/>
          <a:ext cx="0" cy="0"/>
          <a:chOff x="0" y="0"/>
          <a:chExt cx="0" cy="0"/>
        </a:xfrm>
      </p:grpSpPr>
      <p:sp>
        <p:nvSpPr>
          <p:cNvPr id="2672" name="Google Shape;2672;p19"/>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EU Overview Reports Coverage</a:t>
            </a:r>
            <a:endParaRPr sz="1800" b="1" i="0" u="none" strike="noStrike" cap="none">
              <a:solidFill>
                <a:schemeClr val="dk1"/>
              </a:solidFill>
              <a:latin typeface="Calibri"/>
              <a:ea typeface="Calibri"/>
              <a:cs typeface="Calibri"/>
              <a:sym typeface="Calibri"/>
            </a:endParaRPr>
          </a:p>
        </p:txBody>
      </p:sp>
      <p:cxnSp>
        <p:nvCxnSpPr>
          <p:cNvPr id="2673" name="Google Shape;2673;p19"/>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pic>
        <p:nvPicPr>
          <p:cNvPr id="2674" name="Google Shape;2674;p19" title="first.png"/>
          <p:cNvPicPr preferRelativeResize="0"/>
          <p:nvPr/>
        </p:nvPicPr>
        <p:blipFill rotWithShape="1">
          <a:blip r:embed="rId3">
            <a:alphaModFix/>
          </a:blip>
          <a:srcRect t="1588" b="1588"/>
          <a:stretch/>
        </p:blipFill>
        <p:spPr>
          <a:xfrm>
            <a:off x="315275" y="464650"/>
            <a:ext cx="8595923" cy="4588825"/>
          </a:xfrm>
          <a:prstGeom prst="rect">
            <a:avLst/>
          </a:prstGeom>
          <a:noFill/>
          <a:ln>
            <a:noFill/>
          </a:ln>
        </p:spPr>
      </p:pic>
      <p:pic>
        <p:nvPicPr>
          <p:cNvPr id="2675" name="Google Shape;2675;p19" title="Untitled design (2).png"/>
          <p:cNvPicPr preferRelativeResize="0"/>
          <p:nvPr/>
        </p:nvPicPr>
        <p:blipFill rotWithShape="1">
          <a:blip r:embed="rId4">
            <a:alphaModFix amt="21000"/>
          </a:blip>
          <a:srcRect r="42834"/>
          <a:stretch/>
        </p:blipFill>
        <p:spPr>
          <a:xfrm rot="10800000" flipH="1">
            <a:off x="22825" y="1388575"/>
            <a:ext cx="3300372" cy="3754925"/>
          </a:xfrm>
          <a:prstGeom prst="rect">
            <a:avLst/>
          </a:prstGeom>
          <a:noFill/>
          <a:ln>
            <a:noFill/>
          </a:ln>
        </p:spPr>
      </p:pic>
      <p:pic>
        <p:nvPicPr>
          <p:cNvPr id="2676" name="Google Shape;2676;p19" title="Untitled design (2).png"/>
          <p:cNvPicPr preferRelativeResize="0"/>
          <p:nvPr/>
        </p:nvPicPr>
        <p:blipFill rotWithShape="1">
          <a:blip r:embed="rId4">
            <a:alphaModFix amt="21000"/>
          </a:blip>
          <a:srcRect r="42834"/>
          <a:stretch/>
        </p:blipFill>
        <p:spPr>
          <a:xfrm flipH="1">
            <a:off x="5843625" y="0"/>
            <a:ext cx="3300372" cy="3754925"/>
          </a:xfrm>
          <a:prstGeom prst="rect">
            <a:avLst/>
          </a:prstGeom>
          <a:noFill/>
          <a:ln>
            <a:noFill/>
          </a:ln>
        </p:spPr>
      </p:pic>
      <p:pic>
        <p:nvPicPr>
          <p:cNvPr id="2677" name="Google Shape;2677;p19" title="Untitled design (2).png"/>
          <p:cNvPicPr preferRelativeResize="0"/>
          <p:nvPr/>
        </p:nvPicPr>
        <p:blipFill rotWithShape="1">
          <a:blip r:embed="rId4">
            <a:alphaModFix amt="31000"/>
          </a:blip>
          <a:srcRect l="43458" b="32560"/>
          <a:stretch/>
        </p:blipFill>
        <p:spPr>
          <a:xfrm rot="5400000">
            <a:off x="5173825" y="1173325"/>
            <a:ext cx="4471598" cy="34687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681"/>
        <p:cNvGrpSpPr/>
        <p:nvPr/>
      </p:nvGrpSpPr>
      <p:grpSpPr>
        <a:xfrm>
          <a:off x="0" y="0"/>
          <a:ext cx="0" cy="0"/>
          <a:chOff x="0" y="0"/>
          <a:chExt cx="0" cy="0"/>
        </a:xfrm>
      </p:grpSpPr>
      <p:pic>
        <p:nvPicPr>
          <p:cNvPr id="2682" name="Google Shape;2682;p20" title="Screenshot k2026-06-05 at 3.38.26 PM 1.png"/>
          <p:cNvPicPr preferRelativeResize="0"/>
          <p:nvPr/>
        </p:nvPicPr>
        <p:blipFill rotWithShape="1">
          <a:blip r:embed="rId4">
            <a:alphaModFix/>
          </a:blip>
          <a:srcRect l="768" r="778"/>
          <a:stretch/>
        </p:blipFill>
        <p:spPr>
          <a:xfrm>
            <a:off x="273752" y="1232246"/>
            <a:ext cx="3675300" cy="2052300"/>
          </a:xfrm>
          <a:prstGeom prst="roundRect">
            <a:avLst>
              <a:gd name="adj" fmla="val 2292"/>
            </a:avLst>
          </a:prstGeom>
          <a:noFill/>
          <a:ln>
            <a:noFill/>
          </a:ln>
        </p:spPr>
      </p:pic>
      <p:sp>
        <p:nvSpPr>
          <p:cNvPr id="2683" name="Google Shape;2683;p20"/>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2684" name="Google Shape;2684;p20"/>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F&amp;N EU Strategic Cells Overview MAT/YTD</a:t>
            </a:r>
            <a:endParaRPr sz="1800" b="1" i="0" u="none" strike="noStrike" cap="none">
              <a:solidFill>
                <a:schemeClr val="dk1"/>
              </a:solidFill>
              <a:latin typeface="Calibri"/>
              <a:ea typeface="Calibri"/>
              <a:cs typeface="Calibri"/>
              <a:sym typeface="Calibri"/>
            </a:endParaRPr>
          </a:p>
        </p:txBody>
      </p:sp>
      <p:cxnSp>
        <p:nvCxnSpPr>
          <p:cNvPr id="2685" name="Google Shape;2685;p20"/>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2686" name="Google Shape;2686;p20"/>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sp>
        <p:nvSpPr>
          <p:cNvPr id="2687" name="Google Shape;2687;p20"/>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2688" name="Google Shape;2688;p20"/>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2689" name="Google Shape;2689;p20"/>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690" name="Google Shape;2690;p20"/>
          <p:cNvSpPr txBox="1"/>
          <p:nvPr/>
        </p:nvSpPr>
        <p:spPr>
          <a:xfrm>
            <a:off x="685703" y="4209350"/>
            <a:ext cx="1238400" cy="138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3C3C3C"/>
                </a:solidFill>
                <a:latin typeface="Calibri"/>
                <a:ea typeface="Calibri"/>
                <a:cs typeface="Calibri"/>
                <a:sym typeface="Calibri"/>
              </a:rPr>
              <a:t>Maximized Whitespace</a:t>
            </a:r>
            <a:endParaRPr sz="900" b="0" i="0" u="none" strike="noStrike" cap="none">
              <a:solidFill>
                <a:srgbClr val="3C3C3C"/>
              </a:solidFill>
              <a:latin typeface="Calibri"/>
              <a:ea typeface="Calibri"/>
              <a:cs typeface="Calibri"/>
              <a:sym typeface="Calibri"/>
            </a:endParaRPr>
          </a:p>
        </p:txBody>
      </p:sp>
      <p:sp>
        <p:nvSpPr>
          <p:cNvPr id="2691" name="Google Shape;2691;p20"/>
          <p:cNvSpPr txBox="1"/>
          <p:nvPr/>
        </p:nvSpPr>
        <p:spPr>
          <a:xfrm>
            <a:off x="442850" y="4434525"/>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Replaces heavy black blocks with crisp text and subtle dividers. This creates an airy layout that makes the data significantly easier to scan.</a:t>
            </a:r>
            <a:endParaRPr sz="831" b="0" i="0" u="none" strike="noStrike" cap="none">
              <a:solidFill>
                <a:srgbClr val="3C3C3C"/>
              </a:solidFill>
              <a:latin typeface="Calibri"/>
              <a:ea typeface="Calibri"/>
              <a:cs typeface="Calibri"/>
              <a:sym typeface="Calibri"/>
            </a:endParaRPr>
          </a:p>
        </p:txBody>
      </p:sp>
      <p:sp>
        <p:nvSpPr>
          <p:cNvPr id="2692" name="Google Shape;2692;p20"/>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693" name="Google Shape;2693;p20"/>
          <p:cNvSpPr txBox="1"/>
          <p:nvPr/>
        </p:nvSpPr>
        <p:spPr>
          <a:xfrm>
            <a:off x="2438729" y="4209351"/>
            <a:ext cx="1238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Structured Layout</a:t>
            </a:r>
            <a:endParaRPr sz="909" b="0" i="0" u="none" strike="noStrike" cap="none">
              <a:solidFill>
                <a:srgbClr val="3C3C3C"/>
              </a:solidFill>
              <a:latin typeface="Calibri"/>
              <a:ea typeface="Calibri"/>
              <a:cs typeface="Calibri"/>
              <a:sym typeface="Calibri"/>
            </a:endParaRPr>
          </a:p>
        </p:txBody>
      </p:sp>
      <p:sp>
        <p:nvSpPr>
          <p:cNvPr id="2694" name="Google Shape;2694;p20"/>
          <p:cNvSpPr txBox="1"/>
          <p:nvPr/>
        </p:nvSpPr>
        <p:spPr>
          <a:xfrm>
            <a:off x="2195894" y="4434533"/>
            <a:ext cx="14814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Eliminates messy, floating sticky notes in favor of a dedicated side panel. This clearly separates the financial commentary from the quantitative data table.</a:t>
            </a:r>
            <a:endParaRPr sz="750" b="0" i="0" u="none" strike="noStrike" cap="none">
              <a:solidFill>
                <a:srgbClr val="3C3C3C"/>
              </a:solidFill>
              <a:latin typeface="Calibri"/>
              <a:ea typeface="Calibri"/>
              <a:cs typeface="Calibri"/>
              <a:sym typeface="Calibri"/>
            </a:endParaRPr>
          </a:p>
        </p:txBody>
      </p:sp>
      <p:sp>
        <p:nvSpPr>
          <p:cNvPr id="2695" name="Google Shape;2695;p20"/>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696" name="Google Shape;2696;p20"/>
          <p:cNvSpPr txBox="1"/>
          <p:nvPr/>
        </p:nvSpPr>
        <p:spPr>
          <a:xfrm>
            <a:off x="4191772"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AI Integration</a:t>
            </a:r>
            <a:endParaRPr sz="909" b="0" i="0" u="none" strike="noStrike" cap="none">
              <a:solidFill>
                <a:srgbClr val="3C3C3C"/>
              </a:solidFill>
              <a:latin typeface="Calibri"/>
              <a:ea typeface="Calibri"/>
              <a:cs typeface="Calibri"/>
              <a:sym typeface="Calibri"/>
            </a:endParaRPr>
          </a:p>
        </p:txBody>
      </p:sp>
      <p:sp>
        <p:nvSpPr>
          <p:cNvPr id="2697" name="Google Shape;2697;p20"/>
          <p:cNvSpPr txBox="1"/>
          <p:nvPr/>
        </p:nvSpPr>
        <p:spPr>
          <a:xfrm>
            <a:off x="3948936" y="4434533"/>
            <a:ext cx="14814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Introduces an "AI Co-Pilot" to provide proactive, structured insights. This adds major functional value by automatically highlighting data gaps and narrative recommendations.</a:t>
            </a:r>
            <a:endParaRPr sz="750" b="0" i="0" u="none" strike="noStrike" cap="none">
              <a:solidFill>
                <a:srgbClr val="3C3C3C"/>
              </a:solidFill>
              <a:latin typeface="Calibri"/>
              <a:ea typeface="Calibri"/>
              <a:cs typeface="Calibri"/>
              <a:sym typeface="Calibri"/>
            </a:endParaRPr>
          </a:p>
        </p:txBody>
      </p:sp>
      <p:sp>
        <p:nvSpPr>
          <p:cNvPr id="2698" name="Google Shape;2698;p20"/>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699" name="Google Shape;2699;p20"/>
          <p:cNvSpPr txBox="1"/>
          <p:nvPr/>
        </p:nvSpPr>
        <p:spPr>
          <a:xfrm>
            <a:off x="5944925"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Professional Palette</a:t>
            </a:r>
            <a:endParaRPr sz="909" b="0" i="0" u="none" strike="noStrike" cap="none">
              <a:solidFill>
                <a:srgbClr val="3C3C3C"/>
              </a:solidFill>
              <a:latin typeface="Calibri"/>
              <a:ea typeface="Calibri"/>
              <a:cs typeface="Calibri"/>
              <a:sym typeface="Calibri"/>
            </a:endParaRPr>
          </a:p>
        </p:txBody>
      </p:sp>
      <p:sp>
        <p:nvSpPr>
          <p:cNvPr id="2700" name="Google Shape;2700;p20"/>
          <p:cNvSpPr txBox="1"/>
          <p:nvPr/>
        </p:nvSpPr>
        <p:spPr>
          <a:xfrm>
            <a:off x="5702090" y="4434533"/>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Swaps jarring black and bright yellow for soft greens and deep blues. This refined color scheme reduces visual fatigue and modernizes the corporate aesthetic.</a:t>
            </a:r>
            <a:endParaRPr sz="750" b="0" i="0" u="none" strike="noStrike" cap="none">
              <a:solidFill>
                <a:srgbClr val="3C3C3C"/>
              </a:solidFill>
              <a:latin typeface="Calibri"/>
              <a:ea typeface="Calibri"/>
              <a:cs typeface="Calibri"/>
              <a:sym typeface="Calibri"/>
            </a:endParaRPr>
          </a:p>
        </p:txBody>
      </p:sp>
      <p:sp>
        <p:nvSpPr>
          <p:cNvPr id="2701" name="Google Shape;2701;p20"/>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702" name="Google Shape;2702;p20"/>
          <p:cNvSpPr txBox="1"/>
          <p:nvPr/>
        </p:nvSpPr>
        <p:spPr>
          <a:xfrm>
            <a:off x="7339941" y="4209739"/>
            <a:ext cx="399900" cy="195300"/>
          </a:xfrm>
          <a:prstGeom prst="rect">
            <a:avLst/>
          </a:prstGeom>
          <a:no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2"/>
              </a:solidFill>
              <a:latin typeface="Arial"/>
              <a:ea typeface="Arial"/>
              <a:cs typeface="Arial"/>
              <a:sym typeface="Arial"/>
            </a:endParaRPr>
          </a:p>
        </p:txBody>
      </p:sp>
      <p:sp>
        <p:nvSpPr>
          <p:cNvPr id="2703" name="Google Shape;2703;p20"/>
          <p:cNvSpPr txBox="1"/>
          <p:nvPr/>
        </p:nvSpPr>
        <p:spPr>
          <a:xfrm>
            <a:off x="7698079"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Modern Components</a:t>
            </a:r>
            <a:endParaRPr sz="909" b="0" i="0" u="none" strike="noStrike" cap="none">
              <a:solidFill>
                <a:srgbClr val="3C3C3C"/>
              </a:solidFill>
              <a:latin typeface="Calibri"/>
              <a:ea typeface="Calibri"/>
              <a:cs typeface="Calibri"/>
              <a:sym typeface="Calibri"/>
            </a:endParaRPr>
          </a:p>
        </p:txBody>
      </p:sp>
      <p:sp>
        <p:nvSpPr>
          <p:cNvPr id="2704" name="Google Shape;2704;p20"/>
          <p:cNvSpPr txBox="1"/>
          <p:nvPr/>
        </p:nvSpPr>
        <p:spPr>
          <a:xfrm>
            <a:off x="7455243" y="4434533"/>
            <a:ext cx="1533900" cy="461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Upgrades rigid spreadsheet cells into clean, modular UI cards. Elements like pill-shaped status tags and intuitive icons greatly improve overall usability.</a:t>
            </a:r>
            <a:endParaRPr sz="750" b="0" i="0" u="none" strike="noStrike" cap="none">
              <a:solidFill>
                <a:srgbClr val="3C3C3C"/>
              </a:solidFill>
              <a:latin typeface="Calibri"/>
              <a:ea typeface="Calibri"/>
              <a:cs typeface="Calibri"/>
              <a:sym typeface="Calibri"/>
            </a:endParaRPr>
          </a:p>
        </p:txBody>
      </p:sp>
      <p:pic>
        <p:nvPicPr>
          <p:cNvPr id="2705" name="Google Shape;2705;p20" title="mmmk.png"/>
          <p:cNvPicPr preferRelativeResize="0"/>
          <p:nvPr/>
        </p:nvPicPr>
        <p:blipFill rotWithShape="1">
          <a:blip r:embed="rId5">
            <a:alphaModFix/>
          </a:blip>
          <a:srcRect/>
          <a:stretch/>
        </p:blipFill>
        <p:spPr>
          <a:xfrm>
            <a:off x="3496675" y="979000"/>
            <a:ext cx="5492400" cy="2834700"/>
          </a:xfrm>
          <a:prstGeom prst="roundRect">
            <a:avLst>
              <a:gd name="adj" fmla="val 3095"/>
            </a:avLst>
          </a:prstGeom>
          <a:noFill/>
          <a:ln>
            <a:noFill/>
          </a:ln>
          <a:effectLst>
            <a:outerShdw blurRad="71438" dist="47625" dir="1080000" algn="bl" rotWithShape="0">
              <a:srgbClr val="000000">
                <a:alpha val="50196"/>
              </a:srgbClr>
            </a:outerShdw>
          </a:effectLst>
        </p:spPr>
      </p:pic>
      <p:grpSp>
        <p:nvGrpSpPr>
          <p:cNvPr id="2706" name="Google Shape;2706;p20"/>
          <p:cNvGrpSpPr/>
          <p:nvPr/>
        </p:nvGrpSpPr>
        <p:grpSpPr>
          <a:xfrm>
            <a:off x="3496675" y="663825"/>
            <a:ext cx="1155776" cy="235490"/>
            <a:chOff x="3377819" y="989946"/>
            <a:chExt cx="1126378" cy="229500"/>
          </a:xfrm>
        </p:grpSpPr>
        <p:sp>
          <p:nvSpPr>
            <p:cNvPr id="2707" name="Google Shape;2707;p20"/>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2708" name="Google Shape;2708;p20"/>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2709" name="Google Shape;2709;p20"/>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2710" name="Google Shape;2710;p20"/>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2711" name="Google Shape;2711;p20"/>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2712" name="Google Shape;2712;p20"/>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3" name="Google Shape;2713;p20"/>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4" name="Google Shape;2714;p20"/>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2715" name="Google Shape;2715;p20"/>
          <p:cNvPicPr preferRelativeResize="0"/>
          <p:nvPr/>
        </p:nvPicPr>
        <p:blipFill rotWithShape="1">
          <a:blip r:embed="rId6">
            <a:alphaModFix/>
          </a:blip>
          <a:srcRect/>
          <a:stretch/>
        </p:blipFill>
        <p:spPr>
          <a:xfrm>
            <a:off x="7455900" y="4182950"/>
            <a:ext cx="191400" cy="191400"/>
          </a:xfrm>
          <a:prstGeom prst="rect">
            <a:avLst/>
          </a:prstGeom>
          <a:noFill/>
          <a:ln>
            <a:noFill/>
          </a:ln>
        </p:spPr>
      </p:pic>
      <p:pic>
        <p:nvPicPr>
          <p:cNvPr id="2716" name="Google Shape;2716;p20" title="material-symbols_close-rounded.png"/>
          <p:cNvPicPr preferRelativeResize="0"/>
          <p:nvPr/>
        </p:nvPicPr>
        <p:blipFill rotWithShape="1">
          <a:blip r:embed="rId7">
            <a:alphaModFix/>
          </a:blip>
          <a:srcRect/>
          <a:stretch/>
        </p:blipFill>
        <p:spPr>
          <a:xfrm>
            <a:off x="8602574" y="1325749"/>
            <a:ext cx="102275" cy="102275"/>
          </a:xfrm>
          <a:prstGeom prst="rect">
            <a:avLst/>
          </a:prstGeom>
          <a:noFill/>
          <a:ln>
            <a:noFill/>
          </a:ln>
        </p:spPr>
      </p:pic>
      <p:pic>
        <p:nvPicPr>
          <p:cNvPr id="2717" name="Google Shape;2717;p20" title="lsicon_view-filled.png"/>
          <p:cNvPicPr preferRelativeResize="0"/>
          <p:nvPr/>
        </p:nvPicPr>
        <p:blipFill rotWithShape="1">
          <a:blip r:embed="rId8">
            <a:alphaModFix/>
          </a:blip>
          <a:srcRect/>
          <a:stretch/>
        </p:blipFill>
        <p:spPr>
          <a:xfrm>
            <a:off x="442850" y="4169742"/>
            <a:ext cx="223200" cy="223200"/>
          </a:xfrm>
          <a:prstGeom prst="rect">
            <a:avLst/>
          </a:prstGeom>
          <a:noFill/>
          <a:ln>
            <a:noFill/>
          </a:ln>
        </p:spPr>
      </p:pic>
      <p:pic>
        <p:nvPicPr>
          <p:cNvPr id="2718" name="Google Shape;2718;p20" title="Text-1.png"/>
          <p:cNvPicPr preferRelativeResize="0"/>
          <p:nvPr/>
        </p:nvPicPr>
        <p:blipFill rotWithShape="1">
          <a:blip r:embed="rId9">
            <a:alphaModFix/>
          </a:blip>
          <a:srcRect/>
          <a:stretch/>
        </p:blipFill>
        <p:spPr>
          <a:xfrm>
            <a:off x="2214197" y="4181600"/>
            <a:ext cx="195300" cy="195300"/>
          </a:xfrm>
          <a:prstGeom prst="rect">
            <a:avLst/>
          </a:prstGeom>
          <a:noFill/>
          <a:ln>
            <a:noFill/>
          </a:ln>
        </p:spPr>
      </p:pic>
      <p:pic>
        <p:nvPicPr>
          <p:cNvPr id="2719" name="Google Shape;2719;p20" title="si_ai-duotone.png"/>
          <p:cNvPicPr preferRelativeResize="0"/>
          <p:nvPr/>
        </p:nvPicPr>
        <p:blipFill rotWithShape="1">
          <a:blip r:embed="rId10">
            <a:alphaModFix/>
          </a:blip>
          <a:srcRect/>
          <a:stretch/>
        </p:blipFill>
        <p:spPr>
          <a:xfrm>
            <a:off x="3949371" y="4167050"/>
            <a:ext cx="223200" cy="223200"/>
          </a:xfrm>
          <a:prstGeom prst="rect">
            <a:avLst/>
          </a:prstGeom>
          <a:noFill/>
          <a:ln>
            <a:noFill/>
          </a:ln>
        </p:spPr>
      </p:pic>
      <p:pic>
        <p:nvPicPr>
          <p:cNvPr id="2720" name="Google Shape;2720;p20" title="Text-8.png"/>
          <p:cNvPicPr preferRelativeResize="0"/>
          <p:nvPr/>
        </p:nvPicPr>
        <p:blipFill rotWithShape="1">
          <a:blip r:embed="rId11">
            <a:alphaModFix/>
          </a:blip>
          <a:srcRect/>
          <a:stretch/>
        </p:blipFill>
        <p:spPr>
          <a:xfrm>
            <a:off x="5689510" y="4172318"/>
            <a:ext cx="223200" cy="223180"/>
          </a:xfrm>
          <a:prstGeom prst="rect">
            <a:avLst/>
          </a:prstGeom>
          <a:noFill/>
          <a:ln>
            <a:noFill/>
          </a:ln>
        </p:spPr>
      </p:pic>
      <p:pic>
        <p:nvPicPr>
          <p:cNvPr id="2" name="Picture 1">
            <a:extLst>
              <a:ext uri="{FF2B5EF4-FFF2-40B4-BE49-F238E27FC236}">
                <a16:creationId xmlns:a16="http://schemas.microsoft.com/office/drawing/2014/main" id="{DDAAFDBE-CE71-A1FE-B060-F433DC276E75}"/>
              </a:ext>
            </a:extLst>
          </p:cNvPr>
          <p:cNvPicPr>
            <a:picLocks noChangeAspect="1"/>
          </p:cNvPicPr>
          <p:nvPr/>
        </p:nvPicPr>
        <p:blipFill>
          <a:blip r:embed="rId12"/>
          <a:stretch>
            <a:fillRect/>
          </a:stretch>
        </p:blipFill>
        <p:spPr>
          <a:xfrm>
            <a:off x="3497597" y="982265"/>
            <a:ext cx="5495653" cy="283607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724"/>
        <p:cNvGrpSpPr/>
        <p:nvPr/>
      </p:nvGrpSpPr>
      <p:grpSpPr>
        <a:xfrm>
          <a:off x="0" y="0"/>
          <a:ext cx="0" cy="0"/>
          <a:chOff x="0" y="0"/>
          <a:chExt cx="0" cy="0"/>
        </a:xfrm>
      </p:grpSpPr>
      <p:pic>
        <p:nvPicPr>
          <p:cNvPr id="2725" name="Google Shape;2725;p21" title="Screenshot 2026-06-17 at 6.05.09 PM.png"/>
          <p:cNvPicPr preferRelativeResize="0"/>
          <p:nvPr/>
        </p:nvPicPr>
        <p:blipFill rotWithShape="1">
          <a:blip r:embed="rId3">
            <a:alphaModFix/>
          </a:blip>
          <a:srcRect t="583" b="583"/>
          <a:stretch/>
        </p:blipFill>
        <p:spPr>
          <a:xfrm>
            <a:off x="273752" y="1232246"/>
            <a:ext cx="3675300" cy="2052300"/>
          </a:xfrm>
          <a:prstGeom prst="roundRect">
            <a:avLst>
              <a:gd name="adj" fmla="val 2292"/>
            </a:avLst>
          </a:prstGeom>
          <a:noFill/>
          <a:ln>
            <a:noFill/>
          </a:ln>
        </p:spPr>
      </p:pic>
      <p:sp>
        <p:nvSpPr>
          <p:cNvPr id="2726" name="Google Shape;2726;p21"/>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2727" name="Google Shape;2727;p21"/>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F&amp;N EU Brand Overview</a:t>
            </a:r>
            <a:endParaRPr sz="1800" b="1" i="0" u="none" strike="noStrike" cap="none">
              <a:solidFill>
                <a:schemeClr val="dk1"/>
              </a:solidFill>
              <a:latin typeface="Calibri"/>
              <a:ea typeface="Calibri"/>
              <a:cs typeface="Calibri"/>
              <a:sym typeface="Calibri"/>
            </a:endParaRPr>
          </a:p>
        </p:txBody>
      </p:sp>
      <p:cxnSp>
        <p:nvCxnSpPr>
          <p:cNvPr id="2728" name="Google Shape;2728;p21"/>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2729" name="Google Shape;2729;p21"/>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sp>
        <p:nvSpPr>
          <p:cNvPr id="2730" name="Google Shape;2730;p21"/>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2731" name="Google Shape;2731;p21"/>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2732" name="Google Shape;2732;p21"/>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733" name="Google Shape;2733;p21"/>
          <p:cNvSpPr txBox="1"/>
          <p:nvPr/>
        </p:nvSpPr>
        <p:spPr>
          <a:xfrm>
            <a:off x="685703" y="4209350"/>
            <a:ext cx="1238400" cy="138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3C3C3C"/>
                </a:solidFill>
                <a:latin typeface="Calibri"/>
                <a:ea typeface="Calibri"/>
                <a:cs typeface="Calibri"/>
                <a:sym typeface="Calibri"/>
              </a:rPr>
              <a:t>Maximized Whitespace</a:t>
            </a:r>
            <a:endParaRPr sz="900" b="0" i="0" u="none" strike="noStrike" cap="none">
              <a:solidFill>
                <a:srgbClr val="3C3C3C"/>
              </a:solidFill>
              <a:latin typeface="Calibri"/>
              <a:ea typeface="Calibri"/>
              <a:cs typeface="Calibri"/>
              <a:sym typeface="Calibri"/>
            </a:endParaRPr>
          </a:p>
        </p:txBody>
      </p:sp>
      <p:sp>
        <p:nvSpPr>
          <p:cNvPr id="2734" name="Google Shape;2734;p21"/>
          <p:cNvSpPr txBox="1"/>
          <p:nvPr/>
        </p:nvSpPr>
        <p:spPr>
          <a:xfrm>
            <a:off x="442850" y="4434525"/>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Replaces heavy black blocks with crisp text and subtle dividers. This creates an airy layout that makes the data significantly easier to scan.</a:t>
            </a:r>
            <a:endParaRPr sz="831" b="0" i="0" u="none" strike="noStrike" cap="none">
              <a:solidFill>
                <a:srgbClr val="3C3C3C"/>
              </a:solidFill>
              <a:latin typeface="Calibri"/>
              <a:ea typeface="Calibri"/>
              <a:cs typeface="Calibri"/>
              <a:sym typeface="Calibri"/>
            </a:endParaRPr>
          </a:p>
        </p:txBody>
      </p:sp>
      <p:sp>
        <p:nvSpPr>
          <p:cNvPr id="2735" name="Google Shape;2735;p21"/>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736" name="Google Shape;2736;p21"/>
          <p:cNvSpPr txBox="1"/>
          <p:nvPr/>
        </p:nvSpPr>
        <p:spPr>
          <a:xfrm>
            <a:off x="2438729" y="4209351"/>
            <a:ext cx="1238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Structured Layout</a:t>
            </a:r>
            <a:endParaRPr sz="909" b="0" i="0" u="none" strike="noStrike" cap="none">
              <a:solidFill>
                <a:srgbClr val="3C3C3C"/>
              </a:solidFill>
              <a:latin typeface="Calibri"/>
              <a:ea typeface="Calibri"/>
              <a:cs typeface="Calibri"/>
              <a:sym typeface="Calibri"/>
            </a:endParaRPr>
          </a:p>
        </p:txBody>
      </p:sp>
      <p:sp>
        <p:nvSpPr>
          <p:cNvPr id="2737" name="Google Shape;2737;p21"/>
          <p:cNvSpPr txBox="1"/>
          <p:nvPr/>
        </p:nvSpPr>
        <p:spPr>
          <a:xfrm>
            <a:off x="2195894" y="4434533"/>
            <a:ext cx="14814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Eliminates messy, floating sticky notes in favor of a dedicated side panel. This clearly separates the financial commentary from the quantitative data table.</a:t>
            </a:r>
            <a:endParaRPr sz="750" b="0" i="0" u="none" strike="noStrike" cap="none">
              <a:solidFill>
                <a:srgbClr val="3C3C3C"/>
              </a:solidFill>
              <a:latin typeface="Calibri"/>
              <a:ea typeface="Calibri"/>
              <a:cs typeface="Calibri"/>
              <a:sym typeface="Calibri"/>
            </a:endParaRPr>
          </a:p>
        </p:txBody>
      </p:sp>
      <p:sp>
        <p:nvSpPr>
          <p:cNvPr id="2738" name="Google Shape;2738;p21"/>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739" name="Google Shape;2739;p21"/>
          <p:cNvSpPr txBox="1"/>
          <p:nvPr/>
        </p:nvSpPr>
        <p:spPr>
          <a:xfrm>
            <a:off x="4191772"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AI Integration</a:t>
            </a:r>
            <a:endParaRPr sz="909" b="0" i="0" u="none" strike="noStrike" cap="none">
              <a:solidFill>
                <a:srgbClr val="3C3C3C"/>
              </a:solidFill>
              <a:latin typeface="Calibri"/>
              <a:ea typeface="Calibri"/>
              <a:cs typeface="Calibri"/>
              <a:sym typeface="Calibri"/>
            </a:endParaRPr>
          </a:p>
        </p:txBody>
      </p:sp>
      <p:sp>
        <p:nvSpPr>
          <p:cNvPr id="2740" name="Google Shape;2740;p21"/>
          <p:cNvSpPr txBox="1"/>
          <p:nvPr/>
        </p:nvSpPr>
        <p:spPr>
          <a:xfrm>
            <a:off x="3948936" y="4434533"/>
            <a:ext cx="14814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Introduces an "AI Co-Pilot" to provide proactive, structured insights. This adds major functional value by automatically highlighting data gaps and narrative recommendations.</a:t>
            </a:r>
            <a:endParaRPr sz="750" b="0" i="0" u="none" strike="noStrike" cap="none">
              <a:solidFill>
                <a:srgbClr val="3C3C3C"/>
              </a:solidFill>
              <a:latin typeface="Calibri"/>
              <a:ea typeface="Calibri"/>
              <a:cs typeface="Calibri"/>
              <a:sym typeface="Calibri"/>
            </a:endParaRPr>
          </a:p>
        </p:txBody>
      </p:sp>
      <p:sp>
        <p:nvSpPr>
          <p:cNvPr id="2741" name="Google Shape;2741;p21"/>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742" name="Google Shape;2742;p21"/>
          <p:cNvSpPr txBox="1"/>
          <p:nvPr/>
        </p:nvSpPr>
        <p:spPr>
          <a:xfrm>
            <a:off x="5944925"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Professional Palette</a:t>
            </a:r>
            <a:endParaRPr sz="909" b="0" i="0" u="none" strike="noStrike" cap="none">
              <a:solidFill>
                <a:srgbClr val="3C3C3C"/>
              </a:solidFill>
              <a:latin typeface="Calibri"/>
              <a:ea typeface="Calibri"/>
              <a:cs typeface="Calibri"/>
              <a:sym typeface="Calibri"/>
            </a:endParaRPr>
          </a:p>
        </p:txBody>
      </p:sp>
      <p:sp>
        <p:nvSpPr>
          <p:cNvPr id="2743" name="Google Shape;2743;p21"/>
          <p:cNvSpPr txBox="1"/>
          <p:nvPr/>
        </p:nvSpPr>
        <p:spPr>
          <a:xfrm>
            <a:off x="5702090" y="4434533"/>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Swaps jarring black and bright yellow for soft greens and deep blues. This refined color scheme reduces visual fatigue and modernizes the corporate aesthetic.</a:t>
            </a:r>
            <a:endParaRPr sz="750" b="0" i="0" u="none" strike="noStrike" cap="none">
              <a:solidFill>
                <a:srgbClr val="3C3C3C"/>
              </a:solidFill>
              <a:latin typeface="Calibri"/>
              <a:ea typeface="Calibri"/>
              <a:cs typeface="Calibri"/>
              <a:sym typeface="Calibri"/>
            </a:endParaRPr>
          </a:p>
        </p:txBody>
      </p:sp>
      <p:sp>
        <p:nvSpPr>
          <p:cNvPr id="2744" name="Google Shape;2744;p21"/>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745" name="Google Shape;2745;p21"/>
          <p:cNvSpPr txBox="1"/>
          <p:nvPr/>
        </p:nvSpPr>
        <p:spPr>
          <a:xfrm>
            <a:off x="7339941" y="4209739"/>
            <a:ext cx="399900" cy="195300"/>
          </a:xfrm>
          <a:prstGeom prst="rect">
            <a:avLst/>
          </a:prstGeom>
          <a:no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2"/>
              </a:solidFill>
              <a:latin typeface="Arial"/>
              <a:ea typeface="Arial"/>
              <a:cs typeface="Arial"/>
              <a:sym typeface="Arial"/>
            </a:endParaRPr>
          </a:p>
        </p:txBody>
      </p:sp>
      <p:sp>
        <p:nvSpPr>
          <p:cNvPr id="2746" name="Google Shape;2746;p21"/>
          <p:cNvSpPr txBox="1"/>
          <p:nvPr/>
        </p:nvSpPr>
        <p:spPr>
          <a:xfrm>
            <a:off x="7698079"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Modern Components</a:t>
            </a:r>
            <a:endParaRPr sz="909" b="0" i="0" u="none" strike="noStrike" cap="none">
              <a:solidFill>
                <a:srgbClr val="3C3C3C"/>
              </a:solidFill>
              <a:latin typeface="Calibri"/>
              <a:ea typeface="Calibri"/>
              <a:cs typeface="Calibri"/>
              <a:sym typeface="Calibri"/>
            </a:endParaRPr>
          </a:p>
        </p:txBody>
      </p:sp>
      <p:sp>
        <p:nvSpPr>
          <p:cNvPr id="2747" name="Google Shape;2747;p21"/>
          <p:cNvSpPr txBox="1"/>
          <p:nvPr/>
        </p:nvSpPr>
        <p:spPr>
          <a:xfrm>
            <a:off x="7455243" y="4434533"/>
            <a:ext cx="1533900" cy="461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Upgrades rigid spreadsheet cells into clean, modular UI cards. Elements like pill-shaped status tags and intuitive icons greatly improve overall usability.</a:t>
            </a:r>
            <a:endParaRPr sz="750" b="0" i="0" u="none" strike="noStrike" cap="none">
              <a:solidFill>
                <a:srgbClr val="3C3C3C"/>
              </a:solidFill>
              <a:latin typeface="Calibri"/>
              <a:ea typeface="Calibri"/>
              <a:cs typeface="Calibri"/>
              <a:sym typeface="Calibri"/>
            </a:endParaRPr>
          </a:p>
        </p:txBody>
      </p:sp>
      <p:pic>
        <p:nvPicPr>
          <p:cNvPr id="2748" name="Google Shape;2748;p21" title="Screenshot 2026-06-17 at 6.03.45 PM.png"/>
          <p:cNvPicPr preferRelativeResize="0"/>
          <p:nvPr/>
        </p:nvPicPr>
        <p:blipFill rotWithShape="1">
          <a:blip r:embed="rId4">
            <a:alphaModFix/>
          </a:blip>
          <a:srcRect b="-1204"/>
          <a:stretch/>
        </p:blipFill>
        <p:spPr>
          <a:xfrm>
            <a:off x="3496675" y="979000"/>
            <a:ext cx="5492400" cy="2834700"/>
          </a:xfrm>
          <a:prstGeom prst="roundRect">
            <a:avLst>
              <a:gd name="adj" fmla="val 3095"/>
            </a:avLst>
          </a:prstGeom>
          <a:noFill/>
          <a:ln>
            <a:noFill/>
          </a:ln>
          <a:effectLst>
            <a:outerShdw blurRad="71438" dist="47625" dir="1080000" algn="bl" rotWithShape="0">
              <a:srgbClr val="000000">
                <a:alpha val="50196"/>
              </a:srgbClr>
            </a:outerShdw>
          </a:effectLst>
        </p:spPr>
      </p:pic>
      <p:grpSp>
        <p:nvGrpSpPr>
          <p:cNvPr id="2749" name="Google Shape;2749;p21"/>
          <p:cNvGrpSpPr/>
          <p:nvPr/>
        </p:nvGrpSpPr>
        <p:grpSpPr>
          <a:xfrm>
            <a:off x="3496675" y="663825"/>
            <a:ext cx="1155776" cy="235490"/>
            <a:chOff x="3377819" y="989946"/>
            <a:chExt cx="1126378" cy="229500"/>
          </a:xfrm>
        </p:grpSpPr>
        <p:sp>
          <p:nvSpPr>
            <p:cNvPr id="2750" name="Google Shape;2750;p21"/>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2751" name="Google Shape;2751;p21"/>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2752" name="Google Shape;2752;p21"/>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2753" name="Google Shape;2753;p21"/>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2754" name="Google Shape;2754;p21"/>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2755" name="Google Shape;2755;p21"/>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6" name="Google Shape;2756;p21"/>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57" name="Google Shape;2757;p21"/>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2758" name="Google Shape;2758;p21"/>
          <p:cNvPicPr preferRelativeResize="0"/>
          <p:nvPr/>
        </p:nvPicPr>
        <p:blipFill rotWithShape="1">
          <a:blip r:embed="rId5">
            <a:alphaModFix/>
          </a:blip>
          <a:srcRect/>
          <a:stretch/>
        </p:blipFill>
        <p:spPr>
          <a:xfrm>
            <a:off x="7455900" y="4182950"/>
            <a:ext cx="191400" cy="191400"/>
          </a:xfrm>
          <a:prstGeom prst="rect">
            <a:avLst/>
          </a:prstGeom>
          <a:noFill/>
          <a:ln>
            <a:noFill/>
          </a:ln>
        </p:spPr>
      </p:pic>
      <p:pic>
        <p:nvPicPr>
          <p:cNvPr id="2759" name="Google Shape;2759;p21" title="material-symbols_close-rounded.png"/>
          <p:cNvPicPr preferRelativeResize="0"/>
          <p:nvPr/>
        </p:nvPicPr>
        <p:blipFill rotWithShape="1">
          <a:blip r:embed="rId6">
            <a:alphaModFix/>
          </a:blip>
          <a:srcRect/>
          <a:stretch/>
        </p:blipFill>
        <p:spPr>
          <a:xfrm>
            <a:off x="8599074" y="1374774"/>
            <a:ext cx="102275" cy="102275"/>
          </a:xfrm>
          <a:prstGeom prst="rect">
            <a:avLst/>
          </a:prstGeom>
          <a:noFill/>
          <a:ln>
            <a:noFill/>
          </a:ln>
        </p:spPr>
      </p:pic>
      <p:pic>
        <p:nvPicPr>
          <p:cNvPr id="2760" name="Google Shape;2760;p21" title="lsicon_view-filled.png"/>
          <p:cNvPicPr preferRelativeResize="0"/>
          <p:nvPr/>
        </p:nvPicPr>
        <p:blipFill rotWithShape="1">
          <a:blip r:embed="rId7">
            <a:alphaModFix/>
          </a:blip>
          <a:srcRect/>
          <a:stretch/>
        </p:blipFill>
        <p:spPr>
          <a:xfrm>
            <a:off x="442850" y="4170656"/>
            <a:ext cx="223200" cy="223200"/>
          </a:xfrm>
          <a:prstGeom prst="rect">
            <a:avLst/>
          </a:prstGeom>
          <a:noFill/>
          <a:ln>
            <a:noFill/>
          </a:ln>
        </p:spPr>
      </p:pic>
      <p:pic>
        <p:nvPicPr>
          <p:cNvPr id="2761" name="Google Shape;2761;p21" title="Text-1.png"/>
          <p:cNvPicPr preferRelativeResize="0"/>
          <p:nvPr/>
        </p:nvPicPr>
        <p:blipFill rotWithShape="1">
          <a:blip r:embed="rId8">
            <a:alphaModFix/>
          </a:blip>
          <a:srcRect/>
          <a:stretch/>
        </p:blipFill>
        <p:spPr>
          <a:xfrm>
            <a:off x="2214197" y="4181600"/>
            <a:ext cx="195300" cy="195300"/>
          </a:xfrm>
          <a:prstGeom prst="rect">
            <a:avLst/>
          </a:prstGeom>
          <a:noFill/>
          <a:ln>
            <a:noFill/>
          </a:ln>
        </p:spPr>
      </p:pic>
      <p:pic>
        <p:nvPicPr>
          <p:cNvPr id="2762" name="Google Shape;2762;p21" title="Text-8.png"/>
          <p:cNvPicPr preferRelativeResize="0"/>
          <p:nvPr/>
        </p:nvPicPr>
        <p:blipFill rotWithShape="1">
          <a:blip r:embed="rId9">
            <a:alphaModFix/>
          </a:blip>
          <a:srcRect/>
          <a:stretch/>
        </p:blipFill>
        <p:spPr>
          <a:xfrm>
            <a:off x="5689510" y="4172318"/>
            <a:ext cx="223200" cy="223180"/>
          </a:xfrm>
          <a:prstGeom prst="rect">
            <a:avLst/>
          </a:prstGeom>
          <a:noFill/>
          <a:ln>
            <a:noFill/>
          </a:ln>
        </p:spPr>
      </p:pic>
      <p:pic>
        <p:nvPicPr>
          <p:cNvPr id="2763" name="Google Shape;2763;p21" title="si_ai-duotone.png"/>
          <p:cNvPicPr preferRelativeResize="0"/>
          <p:nvPr/>
        </p:nvPicPr>
        <p:blipFill rotWithShape="1">
          <a:blip r:embed="rId10">
            <a:alphaModFix/>
          </a:blip>
          <a:srcRect/>
          <a:stretch/>
        </p:blipFill>
        <p:spPr>
          <a:xfrm>
            <a:off x="3949371" y="4167050"/>
            <a:ext cx="223200" cy="223200"/>
          </a:xfrm>
          <a:prstGeom prst="rect">
            <a:avLst/>
          </a:prstGeom>
          <a:noFill/>
          <a:ln>
            <a:noFill/>
          </a:ln>
        </p:spPr>
      </p:pic>
      <p:pic>
        <p:nvPicPr>
          <p:cNvPr id="2" name="Picture 1">
            <a:extLst>
              <a:ext uri="{FF2B5EF4-FFF2-40B4-BE49-F238E27FC236}">
                <a16:creationId xmlns:a16="http://schemas.microsoft.com/office/drawing/2014/main" id="{DBC91DDE-1EE0-ABF4-9BF6-659A50EC0262}"/>
              </a:ext>
            </a:extLst>
          </p:cNvPr>
          <p:cNvPicPr>
            <a:picLocks noChangeAspect="1"/>
          </p:cNvPicPr>
          <p:nvPr/>
        </p:nvPicPr>
        <p:blipFill>
          <a:blip r:embed="rId11"/>
          <a:stretch>
            <a:fillRect/>
          </a:stretch>
        </p:blipFill>
        <p:spPr>
          <a:xfrm>
            <a:off x="3497792" y="974921"/>
            <a:ext cx="5487459" cy="284440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67"/>
        <p:cNvGrpSpPr/>
        <p:nvPr/>
      </p:nvGrpSpPr>
      <p:grpSpPr>
        <a:xfrm>
          <a:off x="0" y="0"/>
          <a:ext cx="0" cy="0"/>
          <a:chOff x="0" y="0"/>
          <a:chExt cx="0" cy="0"/>
        </a:xfrm>
      </p:grpSpPr>
      <p:pic>
        <p:nvPicPr>
          <p:cNvPr id="2768" name="Google Shape;2768;p22" title="Untitled design (2).png"/>
          <p:cNvPicPr preferRelativeResize="0"/>
          <p:nvPr/>
        </p:nvPicPr>
        <p:blipFill rotWithShape="1">
          <a:blip r:embed="rId3">
            <a:alphaModFix amt="21000"/>
          </a:blip>
          <a:srcRect r="42834"/>
          <a:stretch/>
        </p:blipFill>
        <p:spPr>
          <a:xfrm rot="10800000" flipH="1">
            <a:off x="0" y="1209301"/>
            <a:ext cx="3457951" cy="3934199"/>
          </a:xfrm>
          <a:prstGeom prst="rect">
            <a:avLst/>
          </a:prstGeom>
          <a:noFill/>
          <a:ln>
            <a:noFill/>
          </a:ln>
        </p:spPr>
      </p:pic>
      <p:grpSp>
        <p:nvGrpSpPr>
          <p:cNvPr id="2769" name="Google Shape;2769;p22"/>
          <p:cNvGrpSpPr/>
          <p:nvPr/>
        </p:nvGrpSpPr>
        <p:grpSpPr>
          <a:xfrm>
            <a:off x="6460678" y="1099781"/>
            <a:ext cx="1608209" cy="2694919"/>
            <a:chOff x="8245846" y="3116327"/>
            <a:chExt cx="3618017" cy="3593225"/>
          </a:xfrm>
        </p:grpSpPr>
        <p:grpSp>
          <p:nvGrpSpPr>
            <p:cNvPr id="2770" name="Google Shape;2770;p22"/>
            <p:cNvGrpSpPr/>
            <p:nvPr/>
          </p:nvGrpSpPr>
          <p:grpSpPr>
            <a:xfrm>
              <a:off x="8245846" y="3116327"/>
              <a:ext cx="3618017" cy="3593225"/>
              <a:chOff x="1039100" y="2886375"/>
              <a:chExt cx="2128997" cy="3067200"/>
            </a:xfrm>
          </p:grpSpPr>
          <p:cxnSp>
            <p:nvCxnSpPr>
              <p:cNvPr id="2771" name="Google Shape;2771;p22"/>
              <p:cNvCxnSpPr/>
              <p:nvPr/>
            </p:nvCxnSpPr>
            <p:spPr>
              <a:xfrm>
                <a:off x="1039100" y="2886375"/>
                <a:ext cx="0" cy="3067200"/>
              </a:xfrm>
              <a:prstGeom prst="straightConnector1">
                <a:avLst/>
              </a:prstGeom>
              <a:noFill/>
              <a:ln w="16750" cap="flat" cmpd="sng">
                <a:solidFill>
                  <a:schemeClr val="accent3"/>
                </a:solidFill>
                <a:prstDash val="solid"/>
                <a:round/>
                <a:headEnd type="none" w="sm" len="sm"/>
                <a:tailEnd type="none" w="sm" len="sm"/>
              </a:ln>
            </p:spPr>
          </p:cxnSp>
          <p:sp>
            <p:nvSpPr>
              <p:cNvPr id="2772" name="Google Shape;2772;p22"/>
              <p:cNvSpPr txBox="1"/>
              <p:nvPr/>
            </p:nvSpPr>
            <p:spPr>
              <a:xfrm>
                <a:off x="1180897" y="2886375"/>
                <a:ext cx="1987200" cy="840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chemeClr val="accent3"/>
                    </a:solidFill>
                    <a:latin typeface="Calibri"/>
                    <a:ea typeface="Calibri"/>
                    <a:cs typeface="Calibri"/>
                    <a:sym typeface="Calibri"/>
                  </a:rPr>
                  <a:t>Execute with Excellence (SRM)</a:t>
                </a:r>
                <a:endParaRPr sz="1600" b="1" i="0" u="none" strike="noStrike" cap="none">
                  <a:solidFill>
                    <a:schemeClr val="accent3"/>
                  </a:solidFill>
                  <a:latin typeface="Calibri"/>
                  <a:ea typeface="Calibri"/>
                  <a:cs typeface="Calibri"/>
                  <a:sym typeface="Calibri"/>
                </a:endParaRPr>
              </a:p>
              <a:p>
                <a:pPr marL="0" marR="0" lvl="0" indent="0" algn="l" rtl="0">
                  <a:lnSpc>
                    <a:spcPct val="100000"/>
                  </a:lnSpc>
                  <a:spcBef>
                    <a:spcPts val="0"/>
                  </a:spcBef>
                  <a:spcAft>
                    <a:spcPts val="0"/>
                  </a:spcAft>
                  <a:buClr>
                    <a:srgbClr val="736E6E"/>
                  </a:buClr>
                  <a:buSzPts val="1600"/>
                  <a:buFont typeface="NTR"/>
                  <a:buNone/>
                </a:pPr>
                <a:endParaRPr sz="1600" b="1" i="0" u="none" strike="noStrike" cap="none">
                  <a:solidFill>
                    <a:schemeClr val="accent3"/>
                  </a:solidFill>
                  <a:latin typeface="Calibri"/>
                  <a:ea typeface="Calibri"/>
                  <a:cs typeface="Calibri"/>
                  <a:sym typeface="Calibri"/>
                </a:endParaRPr>
              </a:p>
            </p:txBody>
          </p:sp>
          <p:sp>
            <p:nvSpPr>
              <p:cNvPr id="2773" name="Google Shape;2773;p22"/>
              <p:cNvSpPr txBox="1"/>
              <p:nvPr/>
            </p:nvSpPr>
            <p:spPr>
              <a:xfrm>
                <a:off x="1180904" y="4595955"/>
                <a:ext cx="17883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110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Streamlined reporting experiences through intuitive design, enhanced usability, and operational efficiency.</a:t>
                </a:r>
                <a:endParaRPr sz="1100" b="0" i="0" u="none" strike="noStrike" cap="none">
                  <a:solidFill>
                    <a:schemeClr val="dk1"/>
                  </a:solidFill>
                  <a:latin typeface="Calibri"/>
                  <a:ea typeface="Calibri"/>
                  <a:cs typeface="Calibri"/>
                  <a:sym typeface="Calibri"/>
                </a:endParaRPr>
              </a:p>
            </p:txBody>
          </p:sp>
        </p:grpSp>
        <p:pic>
          <p:nvPicPr>
            <p:cNvPr id="2774" name="Google Shape;2774;p22"/>
            <p:cNvPicPr preferRelativeResize="0"/>
            <p:nvPr/>
          </p:nvPicPr>
          <p:blipFill rotWithShape="1">
            <a:blip r:embed="rId4">
              <a:alphaModFix/>
            </a:blip>
            <a:srcRect l="35189" t="36404" r="36350" b="34855"/>
            <a:stretch/>
          </p:blipFill>
          <p:spPr>
            <a:xfrm>
              <a:off x="8486805" y="4076579"/>
              <a:ext cx="1104485" cy="739133"/>
            </a:xfrm>
            <a:prstGeom prst="rect">
              <a:avLst/>
            </a:prstGeom>
            <a:noFill/>
            <a:ln>
              <a:noFill/>
            </a:ln>
          </p:spPr>
        </p:pic>
      </p:grpSp>
      <p:grpSp>
        <p:nvGrpSpPr>
          <p:cNvPr id="2775" name="Google Shape;2775;p22"/>
          <p:cNvGrpSpPr/>
          <p:nvPr/>
        </p:nvGrpSpPr>
        <p:grpSpPr>
          <a:xfrm>
            <a:off x="4632469" y="1099781"/>
            <a:ext cx="1457968" cy="2655380"/>
            <a:chOff x="4132890" y="3116327"/>
            <a:chExt cx="3280018" cy="3540507"/>
          </a:xfrm>
        </p:grpSpPr>
        <p:grpSp>
          <p:nvGrpSpPr>
            <p:cNvPr id="2776" name="Google Shape;2776;p22"/>
            <p:cNvGrpSpPr/>
            <p:nvPr/>
          </p:nvGrpSpPr>
          <p:grpSpPr>
            <a:xfrm>
              <a:off x="4132890" y="3116327"/>
              <a:ext cx="3280018" cy="3540507"/>
              <a:chOff x="1039100" y="2886375"/>
              <a:chExt cx="1930104" cy="3022200"/>
            </a:xfrm>
          </p:grpSpPr>
          <p:cxnSp>
            <p:nvCxnSpPr>
              <p:cNvPr id="2777" name="Google Shape;2777;p22"/>
              <p:cNvCxnSpPr/>
              <p:nvPr/>
            </p:nvCxnSpPr>
            <p:spPr>
              <a:xfrm>
                <a:off x="1039100" y="2886375"/>
                <a:ext cx="0" cy="3022200"/>
              </a:xfrm>
              <a:prstGeom prst="straightConnector1">
                <a:avLst/>
              </a:prstGeom>
              <a:noFill/>
              <a:ln w="16750" cap="flat" cmpd="sng">
                <a:solidFill>
                  <a:schemeClr val="accent3"/>
                </a:solidFill>
                <a:prstDash val="solid"/>
                <a:round/>
                <a:headEnd type="none" w="sm" len="sm"/>
                <a:tailEnd type="none" w="sm" len="sm"/>
              </a:ln>
            </p:spPr>
          </p:cxnSp>
          <p:sp>
            <p:nvSpPr>
              <p:cNvPr id="2778" name="Google Shape;2778;p22"/>
              <p:cNvSpPr txBox="1"/>
              <p:nvPr/>
            </p:nvSpPr>
            <p:spPr>
              <a:xfrm>
                <a:off x="1180909" y="2886377"/>
                <a:ext cx="1411800" cy="560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chemeClr val="accent3"/>
                    </a:solidFill>
                    <a:latin typeface="Calibri"/>
                    <a:ea typeface="Calibri"/>
                    <a:cs typeface="Calibri"/>
                    <a:sym typeface="Calibri"/>
                  </a:rPr>
                  <a:t>Drive Relevance</a:t>
                </a:r>
                <a:endParaRPr sz="1600" b="1" i="0" u="none" strike="noStrike" cap="none">
                  <a:solidFill>
                    <a:schemeClr val="accent3"/>
                  </a:solidFill>
                  <a:latin typeface="Calibri"/>
                  <a:ea typeface="Calibri"/>
                  <a:cs typeface="Calibri"/>
                  <a:sym typeface="Calibri"/>
                </a:endParaRPr>
              </a:p>
            </p:txBody>
          </p:sp>
          <p:sp>
            <p:nvSpPr>
              <p:cNvPr id="2779" name="Google Shape;2779;p22"/>
              <p:cNvSpPr txBox="1"/>
              <p:nvPr/>
            </p:nvSpPr>
            <p:spPr>
              <a:xfrm>
                <a:off x="1180904" y="4632091"/>
                <a:ext cx="17883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110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Delivered actionable insights tailored to stakeholder priorities, ensuring focus on what matters most.</a:t>
                </a:r>
                <a:endParaRPr sz="1100" b="0" i="0" u="none" strike="noStrike" cap="none">
                  <a:solidFill>
                    <a:schemeClr val="accent1"/>
                  </a:solidFill>
                  <a:latin typeface="Calibri"/>
                  <a:ea typeface="Calibri"/>
                  <a:cs typeface="Calibri"/>
                  <a:sym typeface="Calibri"/>
                </a:endParaRPr>
              </a:p>
            </p:txBody>
          </p:sp>
        </p:grpSp>
        <p:pic>
          <p:nvPicPr>
            <p:cNvPr id="2780" name="Google Shape;2780;p22"/>
            <p:cNvPicPr preferRelativeResize="0"/>
            <p:nvPr/>
          </p:nvPicPr>
          <p:blipFill rotWithShape="1">
            <a:blip r:embed="rId4">
              <a:alphaModFix/>
            </a:blip>
            <a:srcRect l="68324" t="68721" r="4350" b="2548"/>
            <a:stretch/>
          </p:blipFill>
          <p:spPr>
            <a:xfrm>
              <a:off x="4351902" y="4057729"/>
              <a:ext cx="1348497" cy="902867"/>
            </a:xfrm>
            <a:prstGeom prst="rect">
              <a:avLst/>
            </a:prstGeom>
            <a:noFill/>
            <a:ln>
              <a:noFill/>
            </a:ln>
          </p:spPr>
        </p:pic>
      </p:grpSp>
      <p:grpSp>
        <p:nvGrpSpPr>
          <p:cNvPr id="2781" name="Google Shape;2781;p22"/>
          <p:cNvGrpSpPr/>
          <p:nvPr/>
        </p:nvGrpSpPr>
        <p:grpSpPr>
          <a:xfrm>
            <a:off x="2969463" y="1099700"/>
            <a:ext cx="1443137" cy="2631593"/>
            <a:chOff x="1039100" y="2886363"/>
            <a:chExt cx="2771000" cy="2995212"/>
          </a:xfrm>
        </p:grpSpPr>
        <p:cxnSp>
          <p:nvCxnSpPr>
            <p:cNvPr id="2782" name="Google Shape;2782;p22"/>
            <p:cNvCxnSpPr/>
            <p:nvPr/>
          </p:nvCxnSpPr>
          <p:spPr>
            <a:xfrm>
              <a:off x="1039100" y="2886375"/>
              <a:ext cx="0" cy="2995200"/>
            </a:xfrm>
            <a:prstGeom prst="straightConnector1">
              <a:avLst/>
            </a:prstGeom>
            <a:noFill/>
            <a:ln w="16750" cap="flat" cmpd="sng">
              <a:solidFill>
                <a:srgbClr val="61A020"/>
              </a:solidFill>
              <a:prstDash val="solid"/>
              <a:round/>
              <a:headEnd type="none" w="sm" len="sm"/>
              <a:tailEnd type="none" w="sm" len="sm"/>
            </a:ln>
          </p:spPr>
        </p:cxnSp>
        <p:sp>
          <p:nvSpPr>
            <p:cNvPr id="2783" name="Google Shape;2783;p22"/>
            <p:cNvSpPr txBox="1"/>
            <p:nvPr/>
          </p:nvSpPr>
          <p:spPr>
            <a:xfrm>
              <a:off x="1180885" y="2886363"/>
              <a:ext cx="2629200" cy="840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rgbClr val="61A020"/>
                  </a:solidFill>
                  <a:latin typeface="Calibri"/>
                  <a:ea typeface="Calibri"/>
                  <a:cs typeface="Calibri"/>
                  <a:sym typeface="Calibri"/>
                </a:rPr>
                <a:t>Financial Performance</a:t>
              </a:r>
              <a:endParaRPr sz="1600" b="1" i="0" u="none" strike="noStrike" cap="none">
                <a:solidFill>
                  <a:srgbClr val="61A020"/>
                </a:solidFill>
                <a:latin typeface="Calibri"/>
                <a:ea typeface="Calibri"/>
                <a:cs typeface="Calibri"/>
                <a:sym typeface="Calibri"/>
              </a:endParaRPr>
            </a:p>
            <a:p>
              <a:pPr marL="0" marR="0" lvl="0" indent="0" algn="l" rtl="0">
                <a:lnSpc>
                  <a:spcPct val="100000"/>
                </a:lnSpc>
                <a:spcBef>
                  <a:spcPts val="0"/>
                </a:spcBef>
                <a:spcAft>
                  <a:spcPts val="0"/>
                </a:spcAft>
                <a:buClr>
                  <a:srgbClr val="736E6E"/>
                </a:buClr>
                <a:buSzPts val="1600"/>
                <a:buFont typeface="NTR"/>
                <a:buNone/>
              </a:pPr>
              <a:endParaRPr sz="1600" b="1" i="0" u="none" strike="noStrike" cap="none">
                <a:solidFill>
                  <a:schemeClr val="accent3"/>
                </a:solidFill>
                <a:latin typeface="Calibri"/>
                <a:ea typeface="Calibri"/>
                <a:cs typeface="Calibri"/>
                <a:sym typeface="Calibri"/>
              </a:endParaRPr>
            </a:p>
          </p:txBody>
        </p:sp>
        <p:sp>
          <p:nvSpPr>
            <p:cNvPr id="2784" name="Google Shape;2784;p22"/>
            <p:cNvSpPr txBox="1"/>
            <p:nvPr/>
          </p:nvSpPr>
          <p:spPr>
            <a:xfrm>
              <a:off x="1180900" y="4614034"/>
              <a:ext cx="26292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Improved visibility into key financial metrics, enabling faster and more informed business decisions.</a:t>
              </a:r>
              <a:endParaRPr sz="1100" b="0" i="0" u="none" strike="noStrike" cap="none">
                <a:solidFill>
                  <a:schemeClr val="accent1"/>
                </a:solidFill>
                <a:latin typeface="Calibri"/>
                <a:ea typeface="Calibri"/>
                <a:cs typeface="Calibri"/>
                <a:sym typeface="Calibri"/>
              </a:endParaRPr>
            </a:p>
          </p:txBody>
        </p:sp>
      </p:grpSp>
      <p:pic>
        <p:nvPicPr>
          <p:cNvPr id="2785" name="Google Shape;2785;p22" descr="finance"/>
          <p:cNvPicPr preferRelativeResize="0"/>
          <p:nvPr/>
        </p:nvPicPr>
        <p:blipFill rotWithShape="1">
          <a:blip r:embed="rId5">
            <a:alphaModFix/>
          </a:blip>
          <a:srcRect r="64714" b="64356"/>
          <a:stretch/>
        </p:blipFill>
        <p:spPr>
          <a:xfrm>
            <a:off x="3041693" y="1803706"/>
            <a:ext cx="556768" cy="681400"/>
          </a:xfrm>
          <a:prstGeom prst="rect">
            <a:avLst/>
          </a:prstGeom>
          <a:noFill/>
          <a:ln>
            <a:noFill/>
          </a:ln>
        </p:spPr>
      </p:pic>
      <p:grpSp>
        <p:nvGrpSpPr>
          <p:cNvPr id="2786" name="Google Shape;2786;p22"/>
          <p:cNvGrpSpPr/>
          <p:nvPr/>
        </p:nvGrpSpPr>
        <p:grpSpPr>
          <a:xfrm>
            <a:off x="1306463" y="1099700"/>
            <a:ext cx="1443137" cy="2631593"/>
            <a:chOff x="1039100" y="2886363"/>
            <a:chExt cx="2771000" cy="2995212"/>
          </a:xfrm>
        </p:grpSpPr>
        <p:cxnSp>
          <p:nvCxnSpPr>
            <p:cNvPr id="2787" name="Google Shape;2787;p22"/>
            <p:cNvCxnSpPr/>
            <p:nvPr/>
          </p:nvCxnSpPr>
          <p:spPr>
            <a:xfrm>
              <a:off x="1039100" y="2886375"/>
              <a:ext cx="0" cy="2995200"/>
            </a:xfrm>
            <a:prstGeom prst="straightConnector1">
              <a:avLst/>
            </a:prstGeom>
            <a:noFill/>
            <a:ln w="16750" cap="flat" cmpd="sng">
              <a:solidFill>
                <a:srgbClr val="78909C"/>
              </a:solidFill>
              <a:prstDash val="solid"/>
              <a:round/>
              <a:headEnd type="none" w="sm" len="sm"/>
              <a:tailEnd type="none" w="sm" len="sm"/>
            </a:ln>
          </p:spPr>
        </p:cxnSp>
        <p:sp>
          <p:nvSpPr>
            <p:cNvPr id="2788" name="Google Shape;2788;p22"/>
            <p:cNvSpPr txBox="1"/>
            <p:nvPr/>
          </p:nvSpPr>
          <p:spPr>
            <a:xfrm>
              <a:off x="1180885" y="2886363"/>
              <a:ext cx="2629200" cy="560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chemeClr val="accent3"/>
                  </a:solidFill>
                  <a:latin typeface="Calibri"/>
                  <a:ea typeface="Calibri"/>
                  <a:cs typeface="Calibri"/>
                  <a:sym typeface="Calibri"/>
                </a:rPr>
                <a:t>EU Overview</a:t>
              </a:r>
              <a:endParaRPr sz="1600" b="1" i="0" u="none" strike="noStrike" cap="none">
                <a:solidFill>
                  <a:schemeClr val="accent3"/>
                </a:solidFill>
                <a:latin typeface="Calibri"/>
                <a:ea typeface="Calibri"/>
                <a:cs typeface="Calibri"/>
                <a:sym typeface="Calibri"/>
              </a:endParaRPr>
            </a:p>
            <a:p>
              <a:pPr marL="0" marR="0" lvl="0" indent="0" algn="l" rtl="0">
                <a:lnSpc>
                  <a:spcPct val="100000"/>
                </a:lnSpc>
                <a:spcBef>
                  <a:spcPts val="0"/>
                </a:spcBef>
                <a:spcAft>
                  <a:spcPts val="0"/>
                </a:spcAft>
                <a:buClr>
                  <a:srgbClr val="736E6E"/>
                </a:buClr>
                <a:buSzPts val="1600"/>
                <a:buFont typeface="NTR"/>
                <a:buNone/>
              </a:pPr>
              <a:endParaRPr sz="1600" b="1" i="0" u="none" strike="noStrike" cap="none">
                <a:solidFill>
                  <a:srgbClr val="61A020"/>
                </a:solidFill>
                <a:latin typeface="Calibri"/>
                <a:ea typeface="Calibri"/>
                <a:cs typeface="Calibri"/>
                <a:sym typeface="Calibri"/>
              </a:endParaRPr>
            </a:p>
          </p:txBody>
        </p:sp>
        <p:sp>
          <p:nvSpPr>
            <p:cNvPr id="2789" name="Google Shape;2789;p22"/>
            <p:cNvSpPr txBox="1"/>
            <p:nvPr/>
          </p:nvSpPr>
          <p:spPr>
            <a:xfrm>
              <a:off x="1180900" y="4618815"/>
              <a:ext cx="26292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A consolidated view of key metrics and insights, enabling quick assessment of overall business performance.</a:t>
              </a:r>
              <a:endParaRPr sz="1100" b="0" i="0" u="none" strike="noStrike" cap="none">
                <a:solidFill>
                  <a:schemeClr val="accent1"/>
                </a:solidFill>
                <a:latin typeface="Calibri"/>
                <a:ea typeface="Calibri"/>
                <a:cs typeface="Calibri"/>
                <a:sym typeface="Calibri"/>
              </a:endParaRPr>
            </a:p>
          </p:txBody>
        </p:sp>
      </p:grpSp>
      <p:pic>
        <p:nvPicPr>
          <p:cNvPr id="2790" name="Google Shape;2790;p22"/>
          <p:cNvPicPr preferRelativeResize="0"/>
          <p:nvPr/>
        </p:nvPicPr>
        <p:blipFill rotWithShape="1">
          <a:blip r:embed="rId4">
            <a:alphaModFix/>
          </a:blip>
          <a:srcRect l="3226" t="2903" r="68551" b="68186"/>
          <a:stretch/>
        </p:blipFill>
        <p:spPr>
          <a:xfrm>
            <a:off x="1388573" y="1803700"/>
            <a:ext cx="619125" cy="681399"/>
          </a:xfrm>
          <a:prstGeom prst="rect">
            <a:avLst/>
          </a:prstGeom>
          <a:noFill/>
          <a:ln>
            <a:noFill/>
          </a:ln>
        </p:spPr>
      </p:pic>
      <p:pic>
        <p:nvPicPr>
          <p:cNvPr id="2791" name="Google Shape;2791;p22" title="Untitled design (2).png"/>
          <p:cNvPicPr preferRelativeResize="0"/>
          <p:nvPr/>
        </p:nvPicPr>
        <p:blipFill rotWithShape="1">
          <a:blip r:embed="rId3">
            <a:alphaModFix amt="31000"/>
          </a:blip>
          <a:srcRect l="68468" b="60229"/>
          <a:stretch/>
        </p:blipFill>
        <p:spPr>
          <a:xfrm>
            <a:off x="6650349" y="0"/>
            <a:ext cx="2493650" cy="20456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95"/>
        <p:cNvGrpSpPr/>
        <p:nvPr/>
      </p:nvGrpSpPr>
      <p:grpSpPr>
        <a:xfrm>
          <a:off x="0" y="0"/>
          <a:ext cx="0" cy="0"/>
          <a:chOff x="0" y="0"/>
          <a:chExt cx="0" cy="0"/>
        </a:xfrm>
      </p:grpSpPr>
      <p:sp>
        <p:nvSpPr>
          <p:cNvPr id="2796" name="Google Shape;2796;p23"/>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Financial Performance Reports Coverage</a:t>
            </a:r>
            <a:endParaRPr sz="1800" b="1" i="0" u="none" strike="noStrike" cap="none">
              <a:solidFill>
                <a:schemeClr val="dk1"/>
              </a:solidFill>
              <a:latin typeface="Calibri"/>
              <a:ea typeface="Calibri"/>
              <a:cs typeface="Calibri"/>
              <a:sym typeface="Calibri"/>
            </a:endParaRPr>
          </a:p>
        </p:txBody>
      </p:sp>
      <p:cxnSp>
        <p:nvCxnSpPr>
          <p:cNvPr id="2797" name="Google Shape;2797;p23"/>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pic>
        <p:nvPicPr>
          <p:cNvPr id="2798" name="Google Shape;2798;p23" title="fin.png"/>
          <p:cNvPicPr preferRelativeResize="0"/>
          <p:nvPr/>
        </p:nvPicPr>
        <p:blipFill rotWithShape="1">
          <a:blip r:embed="rId3">
            <a:alphaModFix/>
          </a:blip>
          <a:srcRect/>
          <a:stretch/>
        </p:blipFill>
        <p:spPr>
          <a:xfrm>
            <a:off x="315275" y="389447"/>
            <a:ext cx="8595923" cy="4739230"/>
          </a:xfrm>
          <a:prstGeom prst="rect">
            <a:avLst/>
          </a:prstGeom>
          <a:noFill/>
          <a:ln>
            <a:noFill/>
          </a:ln>
        </p:spPr>
      </p:pic>
      <p:pic>
        <p:nvPicPr>
          <p:cNvPr id="2799" name="Google Shape;2799;p23" title="Untitled design (2).png"/>
          <p:cNvPicPr preferRelativeResize="0"/>
          <p:nvPr/>
        </p:nvPicPr>
        <p:blipFill rotWithShape="1">
          <a:blip r:embed="rId4">
            <a:alphaModFix amt="21000"/>
          </a:blip>
          <a:srcRect r="42834"/>
          <a:stretch/>
        </p:blipFill>
        <p:spPr>
          <a:xfrm rot="10800000" flipH="1">
            <a:off x="22825" y="1388575"/>
            <a:ext cx="3300372" cy="3754925"/>
          </a:xfrm>
          <a:prstGeom prst="rect">
            <a:avLst/>
          </a:prstGeom>
          <a:noFill/>
          <a:ln>
            <a:noFill/>
          </a:ln>
        </p:spPr>
      </p:pic>
      <p:pic>
        <p:nvPicPr>
          <p:cNvPr id="2800" name="Google Shape;2800;p23" title="Untitled design (2).png"/>
          <p:cNvPicPr preferRelativeResize="0"/>
          <p:nvPr/>
        </p:nvPicPr>
        <p:blipFill rotWithShape="1">
          <a:blip r:embed="rId4">
            <a:alphaModFix amt="21000"/>
          </a:blip>
          <a:srcRect r="42834"/>
          <a:stretch/>
        </p:blipFill>
        <p:spPr>
          <a:xfrm flipH="1">
            <a:off x="5843625" y="0"/>
            <a:ext cx="3300372" cy="3754925"/>
          </a:xfrm>
          <a:prstGeom prst="rect">
            <a:avLst/>
          </a:prstGeom>
          <a:noFill/>
          <a:ln>
            <a:noFill/>
          </a:ln>
        </p:spPr>
      </p:pic>
      <p:pic>
        <p:nvPicPr>
          <p:cNvPr id="2801" name="Google Shape;2801;p23" title="Untitled design (2).png"/>
          <p:cNvPicPr preferRelativeResize="0"/>
          <p:nvPr/>
        </p:nvPicPr>
        <p:blipFill rotWithShape="1">
          <a:blip r:embed="rId4">
            <a:alphaModFix amt="31000"/>
          </a:blip>
          <a:srcRect l="43458" b="32560"/>
          <a:stretch/>
        </p:blipFill>
        <p:spPr>
          <a:xfrm rot="5400000">
            <a:off x="5173825" y="1173325"/>
            <a:ext cx="4471598" cy="34687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805"/>
        <p:cNvGrpSpPr/>
        <p:nvPr/>
      </p:nvGrpSpPr>
      <p:grpSpPr>
        <a:xfrm>
          <a:off x="0" y="0"/>
          <a:ext cx="0" cy="0"/>
          <a:chOff x="0" y="0"/>
          <a:chExt cx="0" cy="0"/>
        </a:xfrm>
      </p:grpSpPr>
      <p:pic>
        <p:nvPicPr>
          <p:cNvPr id="2806" name="Google Shape;2806;p24" title="Screenshot 2026-06-05 at 3.39.07 PM 1.png"/>
          <p:cNvPicPr preferRelativeResize="0"/>
          <p:nvPr/>
        </p:nvPicPr>
        <p:blipFill rotWithShape="1">
          <a:blip r:embed="rId4">
            <a:alphaModFix/>
          </a:blip>
          <a:srcRect t="456" b="466"/>
          <a:stretch/>
        </p:blipFill>
        <p:spPr>
          <a:xfrm>
            <a:off x="273750" y="1232250"/>
            <a:ext cx="3675300" cy="2069100"/>
          </a:xfrm>
          <a:prstGeom prst="roundRect">
            <a:avLst>
              <a:gd name="adj" fmla="val 2804"/>
            </a:avLst>
          </a:prstGeom>
          <a:noFill/>
          <a:ln>
            <a:noFill/>
          </a:ln>
        </p:spPr>
      </p:pic>
      <p:sp>
        <p:nvSpPr>
          <p:cNvPr id="2807" name="Google Shape;2807;p24"/>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2808" name="Google Shape;2808;p24"/>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F&amp;N EU P&amp;L</a:t>
            </a:r>
            <a:endParaRPr sz="1800" b="1" i="0" u="none" strike="noStrike" cap="none">
              <a:solidFill>
                <a:schemeClr val="dk1"/>
              </a:solidFill>
              <a:latin typeface="Calibri"/>
              <a:ea typeface="Calibri"/>
              <a:cs typeface="Calibri"/>
              <a:sym typeface="Calibri"/>
            </a:endParaRPr>
          </a:p>
        </p:txBody>
      </p:sp>
      <p:sp>
        <p:nvSpPr>
          <p:cNvPr id="2809" name="Google Shape;2809;p24"/>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0" name="Google Shape;2810;p24"/>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11" name="Google Shape;2811;p24"/>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cxnSp>
        <p:nvCxnSpPr>
          <p:cNvPr id="2812" name="Google Shape;2812;p24"/>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2813" name="Google Shape;2813;p24"/>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sp>
        <p:nvSpPr>
          <p:cNvPr id="2814" name="Google Shape;2814;p24"/>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2815" name="Google Shape;2815;p24"/>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2816" name="Google Shape;2816;p24"/>
          <p:cNvSpPr/>
          <p:nvPr/>
        </p:nvSpPr>
        <p:spPr>
          <a:xfrm>
            <a:off x="3461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817" name="Google Shape;2817;p24"/>
          <p:cNvSpPr txBox="1"/>
          <p:nvPr/>
        </p:nvSpPr>
        <p:spPr>
          <a:xfrm>
            <a:off x="685703" y="4209350"/>
            <a:ext cx="1238400" cy="138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3C3C3C"/>
                </a:solidFill>
                <a:latin typeface="Calibri"/>
                <a:ea typeface="Calibri"/>
                <a:cs typeface="Calibri"/>
                <a:sym typeface="Calibri"/>
              </a:rPr>
              <a:t>Elevated KPIs</a:t>
            </a:r>
            <a:endParaRPr sz="900" b="0" i="0" u="none" strike="noStrike" cap="none">
              <a:solidFill>
                <a:srgbClr val="3C3C3C"/>
              </a:solidFill>
              <a:latin typeface="Calibri"/>
              <a:ea typeface="Calibri"/>
              <a:cs typeface="Calibri"/>
              <a:sym typeface="Calibri"/>
            </a:endParaRPr>
          </a:p>
        </p:txBody>
      </p:sp>
      <p:sp>
        <p:nvSpPr>
          <p:cNvPr id="2818" name="Google Shape;2818;p24"/>
          <p:cNvSpPr txBox="1"/>
          <p:nvPr/>
        </p:nvSpPr>
        <p:spPr>
          <a:xfrm>
            <a:off x="442850" y="4434525"/>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Introduces prominent, top-level metric cards to highlight crucial figures instantly. This prevents users from hunting through dense spreadsheet rows for bottom-line results.</a:t>
            </a:r>
            <a:endParaRPr sz="750" b="0" i="0" u="none" strike="noStrike" cap="none">
              <a:solidFill>
                <a:srgbClr val="3C3C3C"/>
              </a:solidFill>
              <a:latin typeface="Calibri"/>
              <a:ea typeface="Calibri"/>
              <a:cs typeface="Calibri"/>
              <a:sym typeface="Calibri"/>
            </a:endParaRPr>
          </a:p>
        </p:txBody>
      </p:sp>
      <p:sp>
        <p:nvSpPr>
          <p:cNvPr id="2819" name="Google Shape;2819;p24"/>
          <p:cNvSpPr/>
          <p:nvPr/>
        </p:nvSpPr>
        <p:spPr>
          <a:xfrm>
            <a:off x="20991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820" name="Google Shape;2820;p24"/>
          <p:cNvSpPr txBox="1"/>
          <p:nvPr/>
        </p:nvSpPr>
        <p:spPr>
          <a:xfrm>
            <a:off x="2438729" y="4209351"/>
            <a:ext cx="1238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Readability</a:t>
            </a:r>
            <a:endParaRPr sz="909" b="0" i="0" u="none" strike="noStrike" cap="none">
              <a:solidFill>
                <a:srgbClr val="3C3C3C"/>
              </a:solidFill>
              <a:latin typeface="Calibri"/>
              <a:ea typeface="Calibri"/>
              <a:cs typeface="Calibri"/>
              <a:sym typeface="Calibri"/>
            </a:endParaRPr>
          </a:p>
        </p:txBody>
      </p:sp>
      <p:sp>
        <p:nvSpPr>
          <p:cNvPr id="2821" name="Google Shape;2821;p24"/>
          <p:cNvSpPr txBox="1"/>
          <p:nvPr/>
        </p:nvSpPr>
        <p:spPr>
          <a:xfrm>
            <a:off x="2195900" y="4434525"/>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Replaces cramped grids with generous whitespace, subtle alignment, and clear typography. This visual breathing room drastically reduces cognitive load during detailed data review.</a:t>
            </a:r>
            <a:endParaRPr sz="750" b="0" i="0" u="none" strike="noStrike" cap="none">
              <a:solidFill>
                <a:srgbClr val="3C3C3C"/>
              </a:solidFill>
              <a:latin typeface="Calibri"/>
              <a:ea typeface="Calibri"/>
              <a:cs typeface="Calibri"/>
              <a:sym typeface="Calibri"/>
            </a:endParaRPr>
          </a:p>
        </p:txBody>
      </p:sp>
      <p:sp>
        <p:nvSpPr>
          <p:cNvPr id="2822" name="Google Shape;2822;p24"/>
          <p:cNvSpPr/>
          <p:nvPr/>
        </p:nvSpPr>
        <p:spPr>
          <a:xfrm>
            <a:off x="3852239"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823" name="Google Shape;2823;p24"/>
          <p:cNvSpPr txBox="1"/>
          <p:nvPr/>
        </p:nvSpPr>
        <p:spPr>
          <a:xfrm>
            <a:off x="4191772" y="4209362"/>
            <a:ext cx="1336200" cy="138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Calibri"/>
                <a:ea typeface="Calibri"/>
                <a:cs typeface="Calibri"/>
                <a:sym typeface="Calibri"/>
              </a:rPr>
              <a:t>Visual Storytelling </a:t>
            </a:r>
            <a:endParaRPr sz="900" b="0" i="0" u="none" strike="noStrike" cap="none">
              <a:solidFill>
                <a:srgbClr val="3C3C3C"/>
              </a:solidFill>
              <a:latin typeface="Calibri"/>
              <a:ea typeface="Calibri"/>
              <a:cs typeface="Calibri"/>
              <a:sym typeface="Calibri"/>
            </a:endParaRPr>
          </a:p>
        </p:txBody>
      </p:sp>
      <p:sp>
        <p:nvSpPr>
          <p:cNvPr id="2824" name="Google Shape;2824;p24"/>
          <p:cNvSpPr txBox="1"/>
          <p:nvPr/>
        </p:nvSpPr>
        <p:spPr>
          <a:xfrm>
            <a:off x="3948936" y="4434533"/>
            <a:ext cx="14814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Transforms a stark, empty visual block into a dynamic, easy-to-read bar chart. This allows executives to grasp complex budget-versus-actual comparisons at a single glance.</a:t>
            </a:r>
            <a:endParaRPr sz="750" b="0" i="0" u="none" strike="noStrike" cap="none">
              <a:solidFill>
                <a:srgbClr val="3C3C3C"/>
              </a:solidFill>
              <a:latin typeface="Calibri"/>
              <a:ea typeface="Calibri"/>
              <a:cs typeface="Calibri"/>
              <a:sym typeface="Calibri"/>
            </a:endParaRPr>
          </a:p>
        </p:txBody>
      </p:sp>
      <p:sp>
        <p:nvSpPr>
          <p:cNvPr id="2825" name="Google Shape;2825;p24"/>
          <p:cNvSpPr/>
          <p:nvPr/>
        </p:nvSpPr>
        <p:spPr>
          <a:xfrm>
            <a:off x="56053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826" name="Google Shape;2826;p24"/>
          <p:cNvSpPr txBox="1"/>
          <p:nvPr/>
        </p:nvSpPr>
        <p:spPr>
          <a:xfrm>
            <a:off x="5944925" y="4209362"/>
            <a:ext cx="1336200" cy="139800"/>
          </a:xfrm>
          <a:prstGeom prst="rect">
            <a:avLst/>
          </a:prstGeom>
          <a:solidFill>
            <a:srgbClr val="FCE5CD"/>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Actionable AI</a:t>
            </a:r>
            <a:endParaRPr sz="909" b="0" i="0" u="none" strike="noStrike" cap="none">
              <a:solidFill>
                <a:srgbClr val="3C3C3C"/>
              </a:solidFill>
              <a:latin typeface="Calibri"/>
              <a:ea typeface="Calibri"/>
              <a:cs typeface="Calibri"/>
              <a:sym typeface="Calibri"/>
            </a:endParaRPr>
          </a:p>
        </p:txBody>
      </p:sp>
      <p:sp>
        <p:nvSpPr>
          <p:cNvPr id="2827" name="Google Shape;2827;p24"/>
          <p:cNvSpPr txBox="1"/>
          <p:nvPr/>
        </p:nvSpPr>
        <p:spPr>
          <a:xfrm>
            <a:off x="5702090" y="4434533"/>
            <a:ext cx="1533900" cy="538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Integrates a Co-Pilot sidebar with automated narrative insights and a scenario modeling button. This shifts the dashboard from a static historical report to a proactive decision-making tool.</a:t>
            </a:r>
            <a:endParaRPr sz="700" b="0" i="0" u="none" strike="noStrike" cap="none">
              <a:solidFill>
                <a:srgbClr val="3C3C3C"/>
              </a:solidFill>
              <a:latin typeface="Calibri"/>
              <a:ea typeface="Calibri"/>
              <a:cs typeface="Calibri"/>
              <a:sym typeface="Calibri"/>
            </a:endParaRPr>
          </a:p>
        </p:txBody>
      </p:sp>
      <p:sp>
        <p:nvSpPr>
          <p:cNvPr id="2828" name="Google Shape;2828;p24"/>
          <p:cNvSpPr/>
          <p:nvPr/>
        </p:nvSpPr>
        <p:spPr>
          <a:xfrm>
            <a:off x="73585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829" name="Google Shape;2829;p24"/>
          <p:cNvSpPr txBox="1"/>
          <p:nvPr/>
        </p:nvSpPr>
        <p:spPr>
          <a:xfrm>
            <a:off x="7698079"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Structured Hierarchy</a:t>
            </a:r>
            <a:endParaRPr sz="909" b="0" i="0" u="none" strike="noStrike" cap="none">
              <a:solidFill>
                <a:srgbClr val="3C3C3C"/>
              </a:solidFill>
              <a:latin typeface="Calibri"/>
              <a:ea typeface="Calibri"/>
              <a:cs typeface="Calibri"/>
              <a:sym typeface="Calibri"/>
            </a:endParaRPr>
          </a:p>
        </p:txBody>
      </p:sp>
      <p:sp>
        <p:nvSpPr>
          <p:cNvPr id="2830" name="Google Shape;2830;p24"/>
          <p:cNvSpPr txBox="1"/>
          <p:nvPr/>
        </p:nvSpPr>
        <p:spPr>
          <a:xfrm>
            <a:off x="7455243" y="4434533"/>
            <a:ext cx="1533900" cy="538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Organizes data into distinct modular zones rather than a single overwhelming block. This guides the viewer's eye naturally from high-level summaries down to granular financial details.</a:t>
            </a:r>
            <a:endParaRPr sz="700" b="0" i="0" u="none" strike="noStrike" cap="none">
              <a:solidFill>
                <a:srgbClr val="3C3C3C"/>
              </a:solidFill>
              <a:latin typeface="Calibri"/>
              <a:ea typeface="Calibri"/>
              <a:cs typeface="Calibri"/>
              <a:sym typeface="Calibri"/>
            </a:endParaRPr>
          </a:p>
        </p:txBody>
      </p:sp>
      <p:grpSp>
        <p:nvGrpSpPr>
          <p:cNvPr id="2831" name="Google Shape;2831;p24"/>
          <p:cNvGrpSpPr/>
          <p:nvPr/>
        </p:nvGrpSpPr>
        <p:grpSpPr>
          <a:xfrm>
            <a:off x="3496675" y="663825"/>
            <a:ext cx="1155776" cy="235490"/>
            <a:chOff x="3377819" y="989946"/>
            <a:chExt cx="1126378" cy="229500"/>
          </a:xfrm>
        </p:grpSpPr>
        <p:sp>
          <p:nvSpPr>
            <p:cNvPr id="2832" name="Google Shape;2832;p24"/>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2833" name="Google Shape;2833;p24"/>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2834" name="Google Shape;2834;p24"/>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2835" name="Google Shape;2835;p24"/>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2836" name="Google Shape;2836;p24"/>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pic>
        <p:nvPicPr>
          <p:cNvPr id="2837" name="Google Shape;2837;p24" title="slide 5.png"/>
          <p:cNvPicPr preferRelativeResize="0"/>
          <p:nvPr/>
        </p:nvPicPr>
        <p:blipFill rotWithShape="1">
          <a:blip r:embed="rId5">
            <a:alphaModFix/>
          </a:blip>
          <a:srcRect/>
          <a:stretch/>
        </p:blipFill>
        <p:spPr>
          <a:xfrm>
            <a:off x="3476750" y="979350"/>
            <a:ext cx="5492400" cy="2834700"/>
          </a:xfrm>
          <a:prstGeom prst="roundRect">
            <a:avLst>
              <a:gd name="adj" fmla="val 3073"/>
            </a:avLst>
          </a:prstGeom>
          <a:noFill/>
          <a:ln>
            <a:noFill/>
          </a:ln>
          <a:effectLst>
            <a:outerShdw blurRad="71438" dist="47625" dir="1080000" algn="bl" rotWithShape="0">
              <a:srgbClr val="000000">
                <a:alpha val="50196"/>
              </a:srgbClr>
            </a:outerShdw>
          </a:effectLst>
        </p:spPr>
      </p:pic>
      <p:pic>
        <p:nvPicPr>
          <p:cNvPr id="2838" name="Google Shape;2838;p24" title="material-symbols_close-rounded.png"/>
          <p:cNvPicPr preferRelativeResize="0"/>
          <p:nvPr/>
        </p:nvPicPr>
        <p:blipFill rotWithShape="1">
          <a:blip r:embed="rId6">
            <a:alphaModFix/>
          </a:blip>
          <a:srcRect/>
          <a:stretch/>
        </p:blipFill>
        <p:spPr>
          <a:xfrm>
            <a:off x="8574824" y="1461374"/>
            <a:ext cx="102275" cy="102275"/>
          </a:xfrm>
          <a:prstGeom prst="rect">
            <a:avLst/>
          </a:prstGeom>
          <a:noFill/>
          <a:ln>
            <a:noFill/>
          </a:ln>
        </p:spPr>
      </p:pic>
      <p:pic>
        <p:nvPicPr>
          <p:cNvPr id="2839" name="Google Shape;2839;p24" title="lsicon_view-filled.png"/>
          <p:cNvPicPr preferRelativeResize="0"/>
          <p:nvPr/>
        </p:nvPicPr>
        <p:blipFill rotWithShape="1">
          <a:blip r:embed="rId7">
            <a:alphaModFix/>
          </a:blip>
          <a:srcRect/>
          <a:stretch/>
        </p:blipFill>
        <p:spPr>
          <a:xfrm>
            <a:off x="2178250" y="4161670"/>
            <a:ext cx="223200" cy="223200"/>
          </a:xfrm>
          <a:prstGeom prst="rect">
            <a:avLst/>
          </a:prstGeom>
          <a:noFill/>
          <a:ln>
            <a:noFill/>
          </a:ln>
        </p:spPr>
      </p:pic>
      <p:pic>
        <p:nvPicPr>
          <p:cNvPr id="2840" name="Google Shape;2840;p24" title="Text-15.png"/>
          <p:cNvPicPr preferRelativeResize="0"/>
          <p:nvPr/>
        </p:nvPicPr>
        <p:blipFill rotWithShape="1">
          <a:blip r:embed="rId8">
            <a:alphaModFix/>
          </a:blip>
          <a:srcRect/>
          <a:stretch/>
        </p:blipFill>
        <p:spPr>
          <a:xfrm>
            <a:off x="441065" y="4164564"/>
            <a:ext cx="223200" cy="223200"/>
          </a:xfrm>
          <a:prstGeom prst="rect">
            <a:avLst/>
          </a:prstGeom>
          <a:noFill/>
          <a:ln>
            <a:noFill/>
          </a:ln>
        </p:spPr>
      </p:pic>
      <p:pic>
        <p:nvPicPr>
          <p:cNvPr id="2841" name="Google Shape;2841;p24" title="Text-17.png"/>
          <p:cNvPicPr preferRelativeResize="0"/>
          <p:nvPr/>
        </p:nvPicPr>
        <p:blipFill rotWithShape="1">
          <a:blip r:embed="rId9">
            <a:alphaModFix/>
          </a:blip>
          <a:srcRect/>
          <a:stretch/>
        </p:blipFill>
        <p:spPr>
          <a:xfrm>
            <a:off x="3928725" y="4155491"/>
            <a:ext cx="235500" cy="235500"/>
          </a:xfrm>
          <a:prstGeom prst="rect">
            <a:avLst/>
          </a:prstGeom>
          <a:noFill/>
          <a:ln>
            <a:noFill/>
          </a:ln>
        </p:spPr>
      </p:pic>
      <p:pic>
        <p:nvPicPr>
          <p:cNvPr id="2842" name="Google Shape;2842;p24" title="si_ai-duotone.png"/>
          <p:cNvPicPr preferRelativeResize="0"/>
          <p:nvPr/>
        </p:nvPicPr>
        <p:blipFill rotWithShape="1">
          <a:blip r:embed="rId10">
            <a:alphaModFix/>
          </a:blip>
          <a:srcRect/>
          <a:stretch/>
        </p:blipFill>
        <p:spPr>
          <a:xfrm>
            <a:off x="5701971" y="4167050"/>
            <a:ext cx="223200" cy="223200"/>
          </a:xfrm>
          <a:prstGeom prst="rect">
            <a:avLst/>
          </a:prstGeom>
          <a:noFill/>
          <a:ln>
            <a:noFill/>
          </a:ln>
        </p:spPr>
      </p:pic>
      <p:pic>
        <p:nvPicPr>
          <p:cNvPr id="2843" name="Google Shape;2843;p24" title="Text-3.png"/>
          <p:cNvPicPr preferRelativeResize="0"/>
          <p:nvPr/>
        </p:nvPicPr>
        <p:blipFill rotWithShape="1">
          <a:blip r:embed="rId11">
            <a:alphaModFix/>
          </a:blip>
          <a:srcRect/>
          <a:stretch/>
        </p:blipFill>
        <p:spPr>
          <a:xfrm>
            <a:off x="7450868" y="4192593"/>
            <a:ext cx="205500" cy="205500"/>
          </a:xfrm>
          <a:prstGeom prst="rect">
            <a:avLst/>
          </a:prstGeom>
          <a:noFill/>
          <a:ln>
            <a:noFill/>
          </a:ln>
        </p:spPr>
      </p:pic>
      <p:pic>
        <p:nvPicPr>
          <p:cNvPr id="2" name="Picture 1">
            <a:extLst>
              <a:ext uri="{FF2B5EF4-FFF2-40B4-BE49-F238E27FC236}">
                <a16:creationId xmlns:a16="http://schemas.microsoft.com/office/drawing/2014/main" id="{4DC66DF5-2308-49D3-7B10-1D437605F931}"/>
              </a:ext>
            </a:extLst>
          </p:cNvPr>
          <p:cNvPicPr>
            <a:picLocks noChangeAspect="1"/>
          </p:cNvPicPr>
          <p:nvPr/>
        </p:nvPicPr>
        <p:blipFill>
          <a:blip r:embed="rId12"/>
          <a:stretch>
            <a:fillRect/>
          </a:stretch>
        </p:blipFill>
        <p:spPr>
          <a:xfrm>
            <a:off x="3472080" y="984251"/>
            <a:ext cx="5501839" cy="2836333"/>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847"/>
        <p:cNvGrpSpPr/>
        <p:nvPr/>
      </p:nvGrpSpPr>
      <p:grpSpPr>
        <a:xfrm>
          <a:off x="0" y="0"/>
          <a:ext cx="0" cy="0"/>
          <a:chOff x="0" y="0"/>
          <a:chExt cx="0" cy="0"/>
        </a:xfrm>
      </p:grpSpPr>
      <p:pic>
        <p:nvPicPr>
          <p:cNvPr id="2848" name="Google Shape;2848;p25" title="Screenshot 2026-06-05 at 3.39.45 PM 1.png"/>
          <p:cNvPicPr preferRelativeResize="0"/>
          <p:nvPr/>
        </p:nvPicPr>
        <p:blipFill rotWithShape="1">
          <a:blip r:embed="rId4">
            <a:alphaModFix/>
          </a:blip>
          <a:srcRect t="923" b="932"/>
          <a:stretch/>
        </p:blipFill>
        <p:spPr>
          <a:xfrm>
            <a:off x="273750" y="1226300"/>
            <a:ext cx="3462900" cy="2069100"/>
          </a:xfrm>
          <a:prstGeom prst="roundRect">
            <a:avLst>
              <a:gd name="adj" fmla="val 3256"/>
            </a:avLst>
          </a:prstGeom>
          <a:noFill/>
          <a:ln>
            <a:noFill/>
          </a:ln>
        </p:spPr>
      </p:pic>
      <p:sp>
        <p:nvSpPr>
          <p:cNvPr id="2849" name="Google Shape;2849;p25"/>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2850" name="Google Shape;2850;p25"/>
          <p:cNvSpPr txBox="1"/>
          <p:nvPr/>
        </p:nvSpPr>
        <p:spPr>
          <a:xfrm>
            <a:off x="273754" y="121750"/>
            <a:ext cx="8691300" cy="6198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chemeClr val="dk1"/>
              </a:buClr>
              <a:buSzPts val="2851"/>
              <a:buFont typeface="Arial"/>
              <a:buNone/>
            </a:pPr>
            <a:r>
              <a:rPr lang="en" sz="1800" b="1" i="0" u="none" strike="noStrike" cap="none">
                <a:solidFill>
                  <a:schemeClr val="dk1"/>
                </a:solidFill>
                <a:latin typeface="Calibri"/>
                <a:ea typeface="Calibri"/>
                <a:cs typeface="Calibri"/>
                <a:sym typeface="Calibri"/>
              </a:rPr>
              <a:t>Q2 back to topline/volume growth but significantly impacted on bottom line by EPR cost fully booked in P4</a:t>
            </a:r>
            <a:endParaRPr sz="1800" b="1" i="0" u="none" strike="noStrike" cap="none">
              <a:solidFill>
                <a:schemeClr val="dk1"/>
              </a:solidFill>
              <a:latin typeface="Calibri"/>
              <a:ea typeface="Calibri"/>
              <a:cs typeface="Calibri"/>
              <a:sym typeface="Calibri"/>
            </a:endParaRPr>
          </a:p>
        </p:txBody>
      </p:sp>
      <p:sp>
        <p:nvSpPr>
          <p:cNvPr id="2851" name="Google Shape;2851;p25"/>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2" name="Google Shape;2852;p25"/>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53" name="Google Shape;2853;p25"/>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cxnSp>
        <p:nvCxnSpPr>
          <p:cNvPr id="2854" name="Google Shape;2854;p25"/>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2855" name="Google Shape;2855;p25"/>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2856" name="Google Shape;2856;p25"/>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2857" name="Google Shape;2857;p25"/>
          <p:cNvSpPr/>
          <p:nvPr/>
        </p:nvSpPr>
        <p:spPr>
          <a:xfrm>
            <a:off x="346150" y="4125950"/>
            <a:ext cx="20823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858" name="Google Shape;2858;p25"/>
          <p:cNvSpPr txBox="1"/>
          <p:nvPr/>
        </p:nvSpPr>
        <p:spPr>
          <a:xfrm>
            <a:off x="685703" y="4209350"/>
            <a:ext cx="1238400" cy="138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rgbClr val="3C3C3C"/>
                </a:solidFill>
                <a:latin typeface="Calibri"/>
                <a:ea typeface="Calibri"/>
                <a:cs typeface="Calibri"/>
                <a:sym typeface="Calibri"/>
              </a:rPr>
              <a:t>Modular Containers</a:t>
            </a:r>
            <a:endParaRPr sz="900" b="0" i="0" u="none" strike="noStrike" cap="none">
              <a:solidFill>
                <a:srgbClr val="3C3C3C"/>
              </a:solidFill>
              <a:latin typeface="Calibri"/>
              <a:ea typeface="Calibri"/>
              <a:cs typeface="Calibri"/>
              <a:sym typeface="Calibri"/>
            </a:endParaRPr>
          </a:p>
        </p:txBody>
      </p:sp>
      <p:sp>
        <p:nvSpPr>
          <p:cNvPr id="2859" name="Google Shape;2859;p25"/>
          <p:cNvSpPr txBox="1"/>
          <p:nvPr/>
        </p:nvSpPr>
        <p:spPr>
          <a:xfrm>
            <a:off x="442850" y="4434525"/>
            <a:ext cx="1882200" cy="615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3C3C3C"/>
                </a:solidFill>
                <a:latin typeface="Calibri"/>
                <a:ea typeface="Calibri"/>
                <a:cs typeface="Calibri"/>
                <a:sym typeface="Calibri"/>
              </a:rPr>
              <a:t>Encloses each chart within clean, soft-edged individual cards to segment distinct performance metrics. This cleanly eliminates the oppressive, heavy blue header bars from the original layout.</a:t>
            </a:r>
            <a:endParaRPr sz="800" b="0" i="0" u="none" strike="noStrike" cap="none">
              <a:solidFill>
                <a:srgbClr val="3C3C3C"/>
              </a:solidFill>
              <a:latin typeface="Calibri"/>
              <a:ea typeface="Calibri"/>
              <a:cs typeface="Calibri"/>
              <a:sym typeface="Calibri"/>
            </a:endParaRPr>
          </a:p>
        </p:txBody>
      </p:sp>
      <p:sp>
        <p:nvSpPr>
          <p:cNvPr id="2860" name="Google Shape;2860;p25"/>
          <p:cNvSpPr/>
          <p:nvPr/>
        </p:nvSpPr>
        <p:spPr>
          <a:xfrm>
            <a:off x="2524928" y="4125950"/>
            <a:ext cx="20823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861" name="Google Shape;2861;p25"/>
          <p:cNvSpPr txBox="1"/>
          <p:nvPr/>
        </p:nvSpPr>
        <p:spPr>
          <a:xfrm>
            <a:off x="2861543" y="4209351"/>
            <a:ext cx="1238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AI Insights</a:t>
            </a:r>
            <a:endParaRPr sz="909" b="0" i="0" u="none" strike="noStrike" cap="none">
              <a:solidFill>
                <a:srgbClr val="3C3C3C"/>
              </a:solidFill>
              <a:latin typeface="Calibri"/>
              <a:ea typeface="Calibri"/>
              <a:cs typeface="Calibri"/>
              <a:sym typeface="Calibri"/>
            </a:endParaRPr>
          </a:p>
        </p:txBody>
      </p:sp>
      <p:sp>
        <p:nvSpPr>
          <p:cNvPr id="2862" name="Google Shape;2862;p25"/>
          <p:cNvSpPr txBox="1"/>
          <p:nvPr/>
        </p:nvSpPr>
        <p:spPr>
          <a:xfrm>
            <a:off x="2618728" y="4434525"/>
            <a:ext cx="1882200" cy="492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3C3C3C"/>
                </a:solidFill>
                <a:latin typeface="Calibri"/>
                <a:ea typeface="Calibri"/>
                <a:cs typeface="Calibri"/>
                <a:sym typeface="Calibri"/>
              </a:rPr>
              <a:t>Adds a side panel pairing complex chart data with automated text synthesis. Instantly extracts vital business takeaways like margin compression and topline recovery.</a:t>
            </a:r>
            <a:endParaRPr sz="800" b="0" i="0" u="none" strike="noStrike" cap="none">
              <a:solidFill>
                <a:srgbClr val="3C3C3C"/>
              </a:solidFill>
              <a:latin typeface="Calibri"/>
              <a:ea typeface="Calibri"/>
              <a:cs typeface="Calibri"/>
              <a:sym typeface="Calibri"/>
            </a:endParaRPr>
          </a:p>
        </p:txBody>
      </p:sp>
      <p:sp>
        <p:nvSpPr>
          <p:cNvPr id="2863" name="Google Shape;2863;p25"/>
          <p:cNvSpPr/>
          <p:nvPr/>
        </p:nvSpPr>
        <p:spPr>
          <a:xfrm>
            <a:off x="4703707" y="4125950"/>
            <a:ext cx="20823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864" name="Google Shape;2864;p25"/>
          <p:cNvSpPr txBox="1"/>
          <p:nvPr/>
        </p:nvSpPr>
        <p:spPr>
          <a:xfrm>
            <a:off x="5061847" y="4209362"/>
            <a:ext cx="1336200" cy="138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Calibri"/>
                <a:ea typeface="Calibri"/>
                <a:cs typeface="Calibri"/>
                <a:sym typeface="Calibri"/>
              </a:rPr>
              <a:t>Strategic Negative Space</a:t>
            </a:r>
            <a:endParaRPr sz="900" b="0" i="0" u="none" strike="noStrike" cap="none">
              <a:solidFill>
                <a:srgbClr val="3C3C3C"/>
              </a:solidFill>
              <a:latin typeface="Calibri"/>
              <a:ea typeface="Calibri"/>
              <a:cs typeface="Calibri"/>
              <a:sym typeface="Calibri"/>
            </a:endParaRPr>
          </a:p>
        </p:txBody>
      </p:sp>
      <p:sp>
        <p:nvSpPr>
          <p:cNvPr id="2865" name="Google Shape;2865;p25"/>
          <p:cNvSpPr txBox="1"/>
          <p:nvPr/>
        </p:nvSpPr>
        <p:spPr>
          <a:xfrm>
            <a:off x="4818997" y="4434525"/>
            <a:ext cx="1882200" cy="615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3C3C3C"/>
                </a:solidFill>
                <a:latin typeface="Calibri"/>
                <a:ea typeface="Calibri"/>
                <a:cs typeface="Calibri"/>
                <a:sym typeface="Calibri"/>
              </a:rPr>
              <a:t>Removes cramped borders and dense text alignments to provide charts with optimal visual breathing room. This drastically reduces cognitive fatigue and allows complex data trends to stand out clearly.</a:t>
            </a:r>
            <a:endParaRPr sz="800" b="0" i="0" u="none" strike="noStrike" cap="none">
              <a:solidFill>
                <a:srgbClr val="3C3C3C"/>
              </a:solidFill>
              <a:latin typeface="Calibri"/>
              <a:ea typeface="Calibri"/>
              <a:cs typeface="Calibri"/>
              <a:sym typeface="Calibri"/>
            </a:endParaRPr>
          </a:p>
        </p:txBody>
      </p:sp>
      <p:sp>
        <p:nvSpPr>
          <p:cNvPr id="2866" name="Google Shape;2866;p25"/>
          <p:cNvSpPr/>
          <p:nvPr/>
        </p:nvSpPr>
        <p:spPr>
          <a:xfrm>
            <a:off x="6882623" y="4125950"/>
            <a:ext cx="20823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867" name="Google Shape;2867;p25"/>
          <p:cNvSpPr txBox="1"/>
          <p:nvPr/>
        </p:nvSpPr>
        <p:spPr>
          <a:xfrm>
            <a:off x="7235681"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Harmonized Visual Identity</a:t>
            </a:r>
            <a:endParaRPr sz="909" b="0" i="0" u="none" strike="noStrike" cap="none">
              <a:solidFill>
                <a:srgbClr val="3C3C3C"/>
              </a:solidFill>
              <a:latin typeface="Calibri"/>
              <a:ea typeface="Calibri"/>
              <a:cs typeface="Calibri"/>
              <a:sym typeface="Calibri"/>
            </a:endParaRPr>
          </a:p>
        </p:txBody>
      </p:sp>
      <p:sp>
        <p:nvSpPr>
          <p:cNvPr id="2868" name="Google Shape;2868;p25"/>
          <p:cNvSpPr txBox="1"/>
          <p:nvPr/>
        </p:nvSpPr>
        <p:spPr>
          <a:xfrm>
            <a:off x="6992856" y="4434525"/>
            <a:ext cx="1882200" cy="615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3C3C3C"/>
                </a:solidFill>
                <a:latin typeface="Calibri"/>
                <a:ea typeface="Calibri"/>
                <a:cs typeface="Calibri"/>
                <a:sym typeface="Calibri"/>
              </a:rPr>
              <a:t>Standardizes icons, color coding, and graph lines into a cohesive corporate design system. This updates the chaotic, utilitarian aesthetic of the old format into a highly professional executive dashboard.</a:t>
            </a:r>
            <a:endParaRPr sz="800" b="0" i="0" u="none" strike="noStrike" cap="none">
              <a:solidFill>
                <a:srgbClr val="3C3C3C"/>
              </a:solidFill>
              <a:latin typeface="Calibri"/>
              <a:ea typeface="Calibri"/>
              <a:cs typeface="Calibri"/>
              <a:sym typeface="Calibri"/>
            </a:endParaRPr>
          </a:p>
        </p:txBody>
      </p:sp>
      <p:grpSp>
        <p:nvGrpSpPr>
          <p:cNvPr id="2869" name="Google Shape;2869;p25"/>
          <p:cNvGrpSpPr/>
          <p:nvPr/>
        </p:nvGrpSpPr>
        <p:grpSpPr>
          <a:xfrm>
            <a:off x="3496675" y="663825"/>
            <a:ext cx="1155776" cy="235490"/>
            <a:chOff x="3377819" y="989946"/>
            <a:chExt cx="1126378" cy="229500"/>
          </a:xfrm>
        </p:grpSpPr>
        <p:sp>
          <p:nvSpPr>
            <p:cNvPr id="2870" name="Google Shape;2870;p25"/>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2871" name="Google Shape;2871;p25"/>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2872" name="Google Shape;2872;p25"/>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2873" name="Google Shape;2873;p25"/>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2874" name="Google Shape;2874;p25"/>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pic>
        <p:nvPicPr>
          <p:cNvPr id="2875" name="Google Shape;2875;p25" title="slide 6.png"/>
          <p:cNvPicPr preferRelativeResize="0"/>
          <p:nvPr/>
        </p:nvPicPr>
        <p:blipFill rotWithShape="1">
          <a:blip r:embed="rId5">
            <a:alphaModFix/>
          </a:blip>
          <a:srcRect/>
          <a:stretch/>
        </p:blipFill>
        <p:spPr>
          <a:xfrm>
            <a:off x="3496675" y="964500"/>
            <a:ext cx="5492400" cy="2834700"/>
          </a:xfrm>
          <a:prstGeom prst="roundRect">
            <a:avLst>
              <a:gd name="adj" fmla="val 2147"/>
            </a:avLst>
          </a:prstGeom>
          <a:noFill/>
          <a:ln>
            <a:noFill/>
          </a:ln>
          <a:effectLst>
            <a:outerShdw blurRad="71438" dist="47625" dir="4800000" algn="bl" rotWithShape="0">
              <a:srgbClr val="000000">
                <a:alpha val="50196"/>
              </a:srgbClr>
            </a:outerShdw>
          </a:effectLst>
        </p:spPr>
      </p:pic>
      <p:pic>
        <p:nvPicPr>
          <p:cNvPr id="2876" name="Google Shape;2876;p25" title="material-symbols_close-rounded.png"/>
          <p:cNvPicPr preferRelativeResize="0"/>
          <p:nvPr/>
        </p:nvPicPr>
        <p:blipFill rotWithShape="1">
          <a:blip r:embed="rId6">
            <a:alphaModFix/>
          </a:blip>
          <a:srcRect/>
          <a:stretch/>
        </p:blipFill>
        <p:spPr>
          <a:xfrm>
            <a:off x="8660949" y="1314449"/>
            <a:ext cx="102275" cy="102275"/>
          </a:xfrm>
          <a:prstGeom prst="rect">
            <a:avLst/>
          </a:prstGeom>
          <a:noFill/>
          <a:ln>
            <a:noFill/>
          </a:ln>
        </p:spPr>
      </p:pic>
      <p:pic>
        <p:nvPicPr>
          <p:cNvPr id="2877" name="Google Shape;2877;p25" title="Text-1.png"/>
          <p:cNvPicPr preferRelativeResize="0"/>
          <p:nvPr/>
        </p:nvPicPr>
        <p:blipFill rotWithShape="1">
          <a:blip r:embed="rId7">
            <a:alphaModFix/>
          </a:blip>
          <a:srcRect/>
          <a:stretch/>
        </p:blipFill>
        <p:spPr>
          <a:xfrm>
            <a:off x="451073" y="4181600"/>
            <a:ext cx="195300" cy="195300"/>
          </a:xfrm>
          <a:prstGeom prst="rect">
            <a:avLst/>
          </a:prstGeom>
          <a:noFill/>
          <a:ln>
            <a:noFill/>
          </a:ln>
        </p:spPr>
      </p:pic>
      <p:pic>
        <p:nvPicPr>
          <p:cNvPr id="2878" name="Google Shape;2878;p25" title="mdi_color.png"/>
          <p:cNvPicPr preferRelativeResize="0"/>
          <p:nvPr/>
        </p:nvPicPr>
        <p:blipFill rotWithShape="1">
          <a:blip r:embed="rId8">
            <a:alphaModFix/>
          </a:blip>
          <a:srcRect/>
          <a:stretch/>
        </p:blipFill>
        <p:spPr>
          <a:xfrm>
            <a:off x="6994200" y="4161500"/>
            <a:ext cx="235500" cy="235500"/>
          </a:xfrm>
          <a:prstGeom prst="rect">
            <a:avLst/>
          </a:prstGeom>
          <a:noFill/>
          <a:ln>
            <a:noFill/>
          </a:ln>
        </p:spPr>
      </p:pic>
      <p:pic>
        <p:nvPicPr>
          <p:cNvPr id="2879" name="Google Shape;2879;p25" title="si_ai-duotone.png"/>
          <p:cNvPicPr preferRelativeResize="0"/>
          <p:nvPr/>
        </p:nvPicPr>
        <p:blipFill rotWithShape="1">
          <a:blip r:embed="rId9">
            <a:alphaModFix/>
          </a:blip>
          <a:srcRect/>
          <a:stretch/>
        </p:blipFill>
        <p:spPr>
          <a:xfrm>
            <a:off x="2590698" y="4164584"/>
            <a:ext cx="235500" cy="235500"/>
          </a:xfrm>
          <a:prstGeom prst="rect">
            <a:avLst/>
          </a:prstGeom>
          <a:noFill/>
          <a:ln>
            <a:noFill/>
          </a:ln>
        </p:spPr>
      </p:pic>
      <p:pic>
        <p:nvPicPr>
          <p:cNvPr id="2880" name="Google Shape;2880;p25" title="Text-12.png"/>
          <p:cNvPicPr preferRelativeResize="0"/>
          <p:nvPr/>
        </p:nvPicPr>
        <p:blipFill rotWithShape="1">
          <a:blip r:embed="rId10">
            <a:alphaModFix/>
          </a:blip>
          <a:srcRect/>
          <a:stretch/>
        </p:blipFill>
        <p:spPr>
          <a:xfrm>
            <a:off x="4826425" y="4195475"/>
            <a:ext cx="167550" cy="167550"/>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884"/>
        <p:cNvGrpSpPr/>
        <p:nvPr/>
      </p:nvGrpSpPr>
      <p:grpSpPr>
        <a:xfrm>
          <a:off x="0" y="0"/>
          <a:ext cx="0" cy="0"/>
          <a:chOff x="0" y="0"/>
          <a:chExt cx="0" cy="0"/>
        </a:xfrm>
      </p:grpSpPr>
      <p:pic>
        <p:nvPicPr>
          <p:cNvPr id="2885" name="Google Shape;2885;p26" title="Screenshot 2026-06-05 at 3.40.12 PM 1.png"/>
          <p:cNvPicPr preferRelativeResize="0"/>
          <p:nvPr/>
        </p:nvPicPr>
        <p:blipFill rotWithShape="1">
          <a:blip r:embed="rId4">
            <a:alphaModFix/>
          </a:blip>
          <a:srcRect t="632" b="642"/>
          <a:stretch/>
        </p:blipFill>
        <p:spPr>
          <a:xfrm>
            <a:off x="273750" y="1238250"/>
            <a:ext cx="3375600" cy="2069100"/>
          </a:xfrm>
          <a:prstGeom prst="roundRect">
            <a:avLst>
              <a:gd name="adj" fmla="val 3408"/>
            </a:avLst>
          </a:prstGeom>
          <a:noFill/>
          <a:ln>
            <a:noFill/>
          </a:ln>
        </p:spPr>
      </p:pic>
      <p:sp>
        <p:nvSpPr>
          <p:cNvPr id="2886" name="Google Shape;2886;p26"/>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2887" name="Google Shape;2887;p26"/>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chemeClr val="dk1"/>
              </a:buClr>
              <a:buSzPts val="2851"/>
              <a:buFont typeface="Arial"/>
              <a:buNone/>
            </a:pPr>
            <a:r>
              <a:rPr lang="en" sz="1800" b="1" i="0" u="none" strike="noStrike" cap="none">
                <a:solidFill>
                  <a:schemeClr val="dk1"/>
                </a:solidFill>
                <a:latin typeface="Calibri"/>
                <a:ea typeface="Calibri"/>
                <a:cs typeface="Calibri"/>
                <a:sym typeface="Calibri"/>
              </a:rPr>
              <a:t>Qxx F &amp; N Disaggregated Results | Cluster View</a:t>
            </a:r>
            <a:endParaRPr sz="1800" b="1" i="0" u="none" strike="noStrike" cap="none">
              <a:solidFill>
                <a:schemeClr val="dk1"/>
              </a:solidFill>
              <a:latin typeface="Calibri"/>
              <a:ea typeface="Calibri"/>
              <a:cs typeface="Calibri"/>
              <a:sym typeface="Calibri"/>
            </a:endParaRPr>
          </a:p>
        </p:txBody>
      </p:sp>
      <p:sp>
        <p:nvSpPr>
          <p:cNvPr id="2888" name="Google Shape;2888;p26"/>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9" name="Google Shape;2889;p26"/>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0" name="Google Shape;2890;p26"/>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cxnSp>
        <p:nvCxnSpPr>
          <p:cNvPr id="2891" name="Google Shape;2891;p26"/>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2892" name="Google Shape;2892;p26"/>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sp>
        <p:nvSpPr>
          <p:cNvPr id="2893" name="Google Shape;2893;p26"/>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2894" name="Google Shape;2894;p26"/>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grpSp>
        <p:nvGrpSpPr>
          <p:cNvPr id="2895" name="Google Shape;2895;p26"/>
          <p:cNvGrpSpPr/>
          <p:nvPr/>
        </p:nvGrpSpPr>
        <p:grpSpPr>
          <a:xfrm>
            <a:off x="3496675" y="663825"/>
            <a:ext cx="1155776" cy="235490"/>
            <a:chOff x="3377819" y="989946"/>
            <a:chExt cx="1126378" cy="229500"/>
          </a:xfrm>
        </p:grpSpPr>
        <p:sp>
          <p:nvSpPr>
            <p:cNvPr id="2896" name="Google Shape;2896;p26"/>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2897" name="Google Shape;2897;p26"/>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2898" name="Google Shape;2898;p26"/>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2899" name="Google Shape;2899;p26"/>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2900" name="Google Shape;2900;p26"/>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pic>
        <p:nvPicPr>
          <p:cNvPr id="2901" name="Google Shape;2901;p26" title="slide 7.png"/>
          <p:cNvPicPr preferRelativeResize="0"/>
          <p:nvPr/>
        </p:nvPicPr>
        <p:blipFill rotWithShape="1">
          <a:blip r:embed="rId5">
            <a:alphaModFix/>
          </a:blip>
          <a:srcRect/>
          <a:stretch/>
        </p:blipFill>
        <p:spPr>
          <a:xfrm>
            <a:off x="3476750" y="984525"/>
            <a:ext cx="5398200" cy="2786100"/>
          </a:xfrm>
          <a:prstGeom prst="roundRect">
            <a:avLst>
              <a:gd name="adj" fmla="val 2850"/>
            </a:avLst>
          </a:prstGeom>
          <a:noFill/>
          <a:ln>
            <a:noFill/>
          </a:ln>
          <a:effectLst>
            <a:outerShdw blurRad="71438" dist="47625" dir="4800000" algn="bl" rotWithShape="0">
              <a:srgbClr val="000000">
                <a:alpha val="50196"/>
              </a:srgbClr>
            </a:outerShdw>
          </a:effectLst>
        </p:spPr>
      </p:pic>
      <p:sp>
        <p:nvSpPr>
          <p:cNvPr id="2902" name="Google Shape;2902;p26"/>
          <p:cNvSpPr/>
          <p:nvPr/>
        </p:nvSpPr>
        <p:spPr>
          <a:xfrm>
            <a:off x="3461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03" name="Google Shape;2903;p26"/>
          <p:cNvSpPr txBox="1"/>
          <p:nvPr/>
        </p:nvSpPr>
        <p:spPr>
          <a:xfrm>
            <a:off x="685700" y="4209350"/>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Clearer Navigation Structure </a:t>
            </a:r>
            <a:endParaRPr sz="800" b="0" i="0" u="none" strike="noStrike" cap="none">
              <a:solidFill>
                <a:srgbClr val="3C3C3C"/>
              </a:solidFill>
              <a:latin typeface="Calibri"/>
              <a:ea typeface="Calibri"/>
              <a:cs typeface="Calibri"/>
              <a:sym typeface="Calibri"/>
            </a:endParaRPr>
          </a:p>
        </p:txBody>
      </p:sp>
      <p:sp>
        <p:nvSpPr>
          <p:cNvPr id="2904" name="Google Shape;2904;p26"/>
          <p:cNvSpPr txBox="1"/>
          <p:nvPr/>
        </p:nvSpPr>
        <p:spPr>
          <a:xfrm>
            <a:off x="442850" y="4434525"/>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Streamlines the main header into a crisp, modern breadcrumb hierarchy. Adds a distinct, color-coded action banner to highlight pending operational tasks.</a:t>
            </a:r>
            <a:endParaRPr sz="750" b="0" i="0" u="none" strike="noStrike" cap="none">
              <a:solidFill>
                <a:srgbClr val="3C3C3C"/>
              </a:solidFill>
              <a:latin typeface="Calibri"/>
              <a:ea typeface="Calibri"/>
              <a:cs typeface="Calibri"/>
              <a:sym typeface="Calibri"/>
            </a:endParaRPr>
          </a:p>
        </p:txBody>
      </p:sp>
      <p:sp>
        <p:nvSpPr>
          <p:cNvPr id="2905" name="Google Shape;2905;p26"/>
          <p:cNvSpPr/>
          <p:nvPr/>
        </p:nvSpPr>
        <p:spPr>
          <a:xfrm>
            <a:off x="20991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06" name="Google Shape;2906;p26"/>
          <p:cNvSpPr txBox="1"/>
          <p:nvPr/>
        </p:nvSpPr>
        <p:spPr>
          <a:xfrm>
            <a:off x="2438729" y="4209351"/>
            <a:ext cx="1238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Better Insight Visibility</a:t>
            </a:r>
            <a:endParaRPr sz="909" b="0" i="0" u="none" strike="noStrike" cap="none">
              <a:solidFill>
                <a:srgbClr val="3C3C3C"/>
              </a:solidFill>
              <a:latin typeface="Calibri"/>
              <a:ea typeface="Calibri"/>
              <a:cs typeface="Calibri"/>
              <a:sym typeface="Calibri"/>
            </a:endParaRPr>
          </a:p>
        </p:txBody>
      </p:sp>
      <p:sp>
        <p:nvSpPr>
          <p:cNvPr id="2907" name="Google Shape;2907;p26"/>
          <p:cNvSpPr txBox="1"/>
          <p:nvPr/>
        </p:nvSpPr>
        <p:spPr>
          <a:xfrm>
            <a:off x="2195900" y="4434525"/>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Converts a blank, rigid placeholder box into a feature-rich commentary column. Surfaces automated, bold callouts that immediately explain localized performance deviations.</a:t>
            </a:r>
            <a:endParaRPr sz="750" b="0" i="0" u="none" strike="noStrike" cap="none">
              <a:solidFill>
                <a:srgbClr val="3C3C3C"/>
              </a:solidFill>
              <a:latin typeface="Calibri"/>
              <a:ea typeface="Calibri"/>
              <a:cs typeface="Calibri"/>
              <a:sym typeface="Calibri"/>
            </a:endParaRPr>
          </a:p>
        </p:txBody>
      </p:sp>
      <p:sp>
        <p:nvSpPr>
          <p:cNvPr id="2908" name="Google Shape;2908;p26"/>
          <p:cNvSpPr/>
          <p:nvPr/>
        </p:nvSpPr>
        <p:spPr>
          <a:xfrm>
            <a:off x="3852239"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09" name="Google Shape;2909;p26"/>
          <p:cNvSpPr txBox="1"/>
          <p:nvPr/>
        </p:nvSpPr>
        <p:spPr>
          <a:xfrm>
            <a:off x="4191775" y="4209350"/>
            <a:ext cx="13950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Improved Information Hierarchy</a:t>
            </a:r>
            <a:endParaRPr sz="800" b="0" i="0" u="none" strike="noStrike" cap="none">
              <a:solidFill>
                <a:srgbClr val="3C3C3C"/>
              </a:solidFill>
              <a:latin typeface="Calibri"/>
              <a:ea typeface="Calibri"/>
              <a:cs typeface="Calibri"/>
              <a:sym typeface="Calibri"/>
            </a:endParaRPr>
          </a:p>
        </p:txBody>
      </p:sp>
      <p:sp>
        <p:nvSpPr>
          <p:cNvPr id="2910" name="Google Shape;2910;p26"/>
          <p:cNvSpPr txBox="1"/>
          <p:nvPr/>
        </p:nvSpPr>
        <p:spPr>
          <a:xfrm>
            <a:off x="3948936" y="4434533"/>
            <a:ext cx="14814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Groups messy metrics into clean regional sections with distinct typographic scaling. Ensures primary financial metrics are visually prioritized over granular sub-data.</a:t>
            </a:r>
            <a:endParaRPr sz="750" b="0" i="0" u="none" strike="noStrike" cap="none">
              <a:solidFill>
                <a:srgbClr val="3C3C3C"/>
              </a:solidFill>
              <a:latin typeface="Calibri"/>
              <a:ea typeface="Calibri"/>
              <a:cs typeface="Calibri"/>
              <a:sym typeface="Calibri"/>
            </a:endParaRPr>
          </a:p>
        </p:txBody>
      </p:sp>
      <p:sp>
        <p:nvSpPr>
          <p:cNvPr id="2911" name="Google Shape;2911;p26"/>
          <p:cNvSpPr/>
          <p:nvPr/>
        </p:nvSpPr>
        <p:spPr>
          <a:xfrm>
            <a:off x="56053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12" name="Google Shape;2912;p26"/>
          <p:cNvSpPr txBox="1"/>
          <p:nvPr/>
        </p:nvSpPr>
        <p:spPr>
          <a:xfrm>
            <a:off x="5944925"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Layout Structure</a:t>
            </a:r>
            <a:endParaRPr sz="909" b="0" i="0" u="none" strike="noStrike" cap="none">
              <a:solidFill>
                <a:srgbClr val="3C3C3C"/>
              </a:solidFill>
              <a:latin typeface="Calibri"/>
              <a:ea typeface="Calibri"/>
              <a:cs typeface="Calibri"/>
              <a:sym typeface="Calibri"/>
            </a:endParaRPr>
          </a:p>
        </p:txBody>
      </p:sp>
      <p:sp>
        <p:nvSpPr>
          <p:cNvPr id="2913" name="Google Shape;2913;p26"/>
          <p:cNvSpPr txBox="1"/>
          <p:nvPr/>
        </p:nvSpPr>
        <p:spPr>
          <a:xfrm>
            <a:off x="5702090" y="4434533"/>
            <a:ext cx="1533900" cy="538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Replaces cramped, scattered elements with a balanced four-quadrant modular grid. Leverages spacious, soft-shadow card containers to neatly isolate independent datasets.</a:t>
            </a:r>
            <a:endParaRPr sz="700" b="0" i="0" u="none" strike="noStrike" cap="none">
              <a:solidFill>
                <a:srgbClr val="3C3C3C"/>
              </a:solidFill>
              <a:latin typeface="Calibri"/>
              <a:ea typeface="Calibri"/>
              <a:cs typeface="Calibri"/>
              <a:sym typeface="Calibri"/>
            </a:endParaRPr>
          </a:p>
        </p:txBody>
      </p:sp>
      <p:sp>
        <p:nvSpPr>
          <p:cNvPr id="2914" name="Google Shape;2914;p26"/>
          <p:cNvSpPr/>
          <p:nvPr/>
        </p:nvSpPr>
        <p:spPr>
          <a:xfrm>
            <a:off x="73585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15" name="Google Shape;2915;p26"/>
          <p:cNvSpPr txBox="1"/>
          <p:nvPr/>
        </p:nvSpPr>
        <p:spPr>
          <a:xfrm>
            <a:off x="7698075" y="4209350"/>
            <a:ext cx="1395000" cy="124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9"/>
              <a:buFont typeface="Arial"/>
              <a:buNone/>
            </a:pPr>
            <a:r>
              <a:rPr lang="en" sz="809" b="0" i="0" u="none" strike="noStrike" cap="none">
                <a:solidFill>
                  <a:srgbClr val="3C3C3C"/>
                </a:solidFill>
                <a:latin typeface="Calibri"/>
                <a:ea typeface="Calibri"/>
                <a:cs typeface="Calibri"/>
                <a:sym typeface="Calibri"/>
              </a:rPr>
              <a:t>Enhanced Table Presentation</a:t>
            </a:r>
            <a:endParaRPr sz="809" b="0" i="0" u="none" strike="noStrike" cap="none">
              <a:solidFill>
                <a:srgbClr val="3C3C3C"/>
              </a:solidFill>
              <a:latin typeface="Calibri"/>
              <a:ea typeface="Calibri"/>
              <a:cs typeface="Calibri"/>
              <a:sym typeface="Calibri"/>
            </a:endParaRPr>
          </a:p>
        </p:txBody>
      </p:sp>
      <p:sp>
        <p:nvSpPr>
          <p:cNvPr id="2916" name="Google Shape;2916;p26"/>
          <p:cNvSpPr txBox="1"/>
          <p:nvPr/>
        </p:nvSpPr>
        <p:spPr>
          <a:xfrm>
            <a:off x="7455243" y="4434533"/>
            <a:ext cx="1533900" cy="538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Upgrades chaotic table lines to streamlined rows with elegant, faint border dividers. Positions comparison metrics cleanly under core numbers to simplify variance tracking.</a:t>
            </a:r>
            <a:endParaRPr sz="700" b="0" i="0" u="none" strike="noStrike" cap="none">
              <a:solidFill>
                <a:srgbClr val="3C3C3C"/>
              </a:solidFill>
              <a:latin typeface="Calibri"/>
              <a:ea typeface="Calibri"/>
              <a:cs typeface="Calibri"/>
              <a:sym typeface="Calibri"/>
            </a:endParaRPr>
          </a:p>
        </p:txBody>
      </p:sp>
      <p:pic>
        <p:nvPicPr>
          <p:cNvPr id="2917" name="Google Shape;2917;p26" title="material-symbols_close-rounded.png"/>
          <p:cNvPicPr preferRelativeResize="0"/>
          <p:nvPr/>
        </p:nvPicPr>
        <p:blipFill rotWithShape="1">
          <a:blip r:embed="rId6">
            <a:alphaModFix/>
          </a:blip>
          <a:srcRect/>
          <a:stretch/>
        </p:blipFill>
        <p:spPr>
          <a:xfrm>
            <a:off x="8534299" y="1608299"/>
            <a:ext cx="102275" cy="102275"/>
          </a:xfrm>
          <a:prstGeom prst="rect">
            <a:avLst/>
          </a:prstGeom>
          <a:noFill/>
          <a:ln>
            <a:noFill/>
          </a:ln>
        </p:spPr>
      </p:pic>
      <p:pic>
        <p:nvPicPr>
          <p:cNvPr id="2918" name="Google Shape;2918;p26" title="lsicon_view-filled.png"/>
          <p:cNvPicPr preferRelativeResize="0"/>
          <p:nvPr/>
        </p:nvPicPr>
        <p:blipFill rotWithShape="1">
          <a:blip r:embed="rId7">
            <a:alphaModFix/>
          </a:blip>
          <a:srcRect/>
          <a:stretch/>
        </p:blipFill>
        <p:spPr>
          <a:xfrm>
            <a:off x="2195450" y="4161670"/>
            <a:ext cx="223200" cy="223200"/>
          </a:xfrm>
          <a:prstGeom prst="rect">
            <a:avLst/>
          </a:prstGeom>
          <a:noFill/>
          <a:ln>
            <a:noFill/>
          </a:ln>
        </p:spPr>
      </p:pic>
      <p:pic>
        <p:nvPicPr>
          <p:cNvPr id="2919" name="Google Shape;2919;p26" title="Text-1.png"/>
          <p:cNvPicPr preferRelativeResize="0"/>
          <p:nvPr/>
        </p:nvPicPr>
        <p:blipFill rotWithShape="1">
          <a:blip r:embed="rId8">
            <a:alphaModFix/>
          </a:blip>
          <a:srcRect/>
          <a:stretch/>
        </p:blipFill>
        <p:spPr>
          <a:xfrm>
            <a:off x="451073" y="4181600"/>
            <a:ext cx="195300" cy="195300"/>
          </a:xfrm>
          <a:prstGeom prst="rect">
            <a:avLst/>
          </a:prstGeom>
          <a:noFill/>
          <a:ln>
            <a:noFill/>
          </a:ln>
        </p:spPr>
      </p:pic>
      <p:pic>
        <p:nvPicPr>
          <p:cNvPr id="2920" name="Google Shape;2920;p26" title="Text-14.png"/>
          <p:cNvPicPr preferRelativeResize="0"/>
          <p:nvPr/>
        </p:nvPicPr>
        <p:blipFill rotWithShape="1">
          <a:blip r:embed="rId9">
            <a:alphaModFix/>
          </a:blip>
          <a:srcRect/>
          <a:stretch/>
        </p:blipFill>
        <p:spPr>
          <a:xfrm>
            <a:off x="3939213" y="4167650"/>
            <a:ext cx="223200" cy="223200"/>
          </a:xfrm>
          <a:prstGeom prst="rect">
            <a:avLst/>
          </a:prstGeom>
          <a:noFill/>
          <a:ln>
            <a:noFill/>
          </a:ln>
        </p:spPr>
      </p:pic>
      <p:pic>
        <p:nvPicPr>
          <p:cNvPr id="2921" name="Google Shape;2921;p26" title="Text-18.png"/>
          <p:cNvPicPr preferRelativeResize="0"/>
          <p:nvPr/>
        </p:nvPicPr>
        <p:blipFill rotWithShape="1">
          <a:blip r:embed="rId10">
            <a:alphaModFix/>
          </a:blip>
          <a:srcRect/>
          <a:stretch/>
        </p:blipFill>
        <p:spPr>
          <a:xfrm>
            <a:off x="5713138" y="4175150"/>
            <a:ext cx="191400" cy="191400"/>
          </a:xfrm>
          <a:prstGeom prst="rect">
            <a:avLst/>
          </a:prstGeom>
          <a:noFill/>
          <a:ln>
            <a:noFill/>
          </a:ln>
        </p:spPr>
      </p:pic>
      <p:pic>
        <p:nvPicPr>
          <p:cNvPr id="2922" name="Google Shape;2922;p26"/>
          <p:cNvPicPr preferRelativeResize="0"/>
          <p:nvPr/>
        </p:nvPicPr>
        <p:blipFill rotWithShape="1">
          <a:blip r:embed="rId11">
            <a:alphaModFix/>
          </a:blip>
          <a:srcRect/>
          <a:stretch/>
        </p:blipFill>
        <p:spPr>
          <a:xfrm>
            <a:off x="7455250" y="4183550"/>
            <a:ext cx="191400" cy="191400"/>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926"/>
        <p:cNvGrpSpPr/>
        <p:nvPr/>
      </p:nvGrpSpPr>
      <p:grpSpPr>
        <a:xfrm>
          <a:off x="0" y="0"/>
          <a:ext cx="0" cy="0"/>
          <a:chOff x="0" y="0"/>
          <a:chExt cx="0" cy="0"/>
        </a:xfrm>
      </p:grpSpPr>
      <p:pic>
        <p:nvPicPr>
          <p:cNvPr id="2927" name="Google Shape;2927;p27" title="Screenshot 2026-06-05 at 3.40.30 PM 1.png"/>
          <p:cNvPicPr preferRelativeResize="0"/>
          <p:nvPr/>
        </p:nvPicPr>
        <p:blipFill rotWithShape="1">
          <a:blip r:embed="rId4">
            <a:alphaModFix/>
          </a:blip>
          <a:srcRect t="884" b="894"/>
          <a:stretch/>
        </p:blipFill>
        <p:spPr>
          <a:xfrm>
            <a:off x="273750" y="1238250"/>
            <a:ext cx="3375600" cy="2069100"/>
          </a:xfrm>
          <a:prstGeom prst="roundRect">
            <a:avLst>
              <a:gd name="adj" fmla="val 2299"/>
            </a:avLst>
          </a:prstGeom>
          <a:noFill/>
          <a:ln>
            <a:noFill/>
          </a:ln>
        </p:spPr>
      </p:pic>
      <p:sp>
        <p:nvSpPr>
          <p:cNvPr id="2928" name="Google Shape;2928;p27"/>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2929" name="Google Shape;2929;p27"/>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chemeClr val="dk1"/>
              </a:buClr>
              <a:buSzPts val="2851"/>
              <a:buFont typeface="Arial"/>
              <a:buNone/>
            </a:pPr>
            <a:r>
              <a:rPr lang="en" sz="1800" b="1" i="0" u="none" strike="noStrike" cap="none">
                <a:solidFill>
                  <a:schemeClr val="dk1"/>
                </a:solidFill>
                <a:latin typeface="Calibri"/>
                <a:ea typeface="Calibri"/>
                <a:cs typeface="Calibri"/>
                <a:sym typeface="Calibri"/>
              </a:rPr>
              <a:t>Qxx F &amp; N Disaggregated Results | Brand View</a:t>
            </a:r>
            <a:endParaRPr sz="1800" b="1" i="0" u="none" strike="noStrike" cap="none">
              <a:solidFill>
                <a:schemeClr val="dk1"/>
              </a:solidFill>
              <a:latin typeface="Calibri"/>
              <a:ea typeface="Calibri"/>
              <a:cs typeface="Calibri"/>
              <a:sym typeface="Calibri"/>
            </a:endParaRPr>
          </a:p>
        </p:txBody>
      </p:sp>
      <p:sp>
        <p:nvSpPr>
          <p:cNvPr id="2930" name="Google Shape;2930;p27"/>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1" name="Google Shape;2931;p27"/>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2" name="Google Shape;2932;p27"/>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cxnSp>
        <p:nvCxnSpPr>
          <p:cNvPr id="2933" name="Google Shape;2933;p27"/>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2934" name="Google Shape;2934;p27"/>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sp>
        <p:nvSpPr>
          <p:cNvPr id="2935" name="Google Shape;2935;p27"/>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2936" name="Google Shape;2936;p27"/>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grpSp>
        <p:nvGrpSpPr>
          <p:cNvPr id="2937" name="Google Shape;2937;p27"/>
          <p:cNvGrpSpPr/>
          <p:nvPr/>
        </p:nvGrpSpPr>
        <p:grpSpPr>
          <a:xfrm>
            <a:off x="3496675" y="663825"/>
            <a:ext cx="1155776" cy="235490"/>
            <a:chOff x="3377819" y="989946"/>
            <a:chExt cx="1126378" cy="229500"/>
          </a:xfrm>
        </p:grpSpPr>
        <p:sp>
          <p:nvSpPr>
            <p:cNvPr id="2938" name="Google Shape;2938;p27"/>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2939" name="Google Shape;2939;p27"/>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2940" name="Google Shape;2940;p27"/>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2941" name="Google Shape;2941;p27"/>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2942" name="Google Shape;2942;p27"/>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2943" name="Google Shape;2943;p27"/>
          <p:cNvSpPr/>
          <p:nvPr/>
        </p:nvSpPr>
        <p:spPr>
          <a:xfrm>
            <a:off x="3461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44" name="Google Shape;2944;p27"/>
          <p:cNvSpPr txBox="1"/>
          <p:nvPr/>
        </p:nvSpPr>
        <p:spPr>
          <a:xfrm>
            <a:off x="685700" y="4209350"/>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Clearer Navigation Structure </a:t>
            </a:r>
            <a:endParaRPr sz="800" b="0" i="0" u="none" strike="noStrike" cap="none">
              <a:solidFill>
                <a:srgbClr val="3C3C3C"/>
              </a:solidFill>
              <a:latin typeface="Calibri"/>
              <a:ea typeface="Calibri"/>
              <a:cs typeface="Calibri"/>
              <a:sym typeface="Calibri"/>
            </a:endParaRPr>
          </a:p>
        </p:txBody>
      </p:sp>
      <p:sp>
        <p:nvSpPr>
          <p:cNvPr id="2945" name="Google Shape;2945;p27"/>
          <p:cNvSpPr txBox="1"/>
          <p:nvPr/>
        </p:nvSpPr>
        <p:spPr>
          <a:xfrm>
            <a:off x="442850" y="4434525"/>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Streamlines the main header into a crisp, modern breadcrumb hierarchy. Adds a distinct, color-coded action banner to highlight pending operational tasks.</a:t>
            </a:r>
            <a:endParaRPr sz="750" b="0" i="0" u="none" strike="noStrike" cap="none">
              <a:solidFill>
                <a:srgbClr val="3C3C3C"/>
              </a:solidFill>
              <a:latin typeface="Calibri"/>
              <a:ea typeface="Calibri"/>
              <a:cs typeface="Calibri"/>
              <a:sym typeface="Calibri"/>
            </a:endParaRPr>
          </a:p>
        </p:txBody>
      </p:sp>
      <p:sp>
        <p:nvSpPr>
          <p:cNvPr id="2946" name="Google Shape;2946;p27"/>
          <p:cNvSpPr/>
          <p:nvPr/>
        </p:nvSpPr>
        <p:spPr>
          <a:xfrm>
            <a:off x="20991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47" name="Google Shape;2947;p27"/>
          <p:cNvSpPr txBox="1"/>
          <p:nvPr/>
        </p:nvSpPr>
        <p:spPr>
          <a:xfrm>
            <a:off x="2438729" y="4209351"/>
            <a:ext cx="1238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Better Insight Visibility</a:t>
            </a:r>
            <a:endParaRPr sz="909" b="0" i="0" u="none" strike="noStrike" cap="none">
              <a:solidFill>
                <a:srgbClr val="3C3C3C"/>
              </a:solidFill>
              <a:latin typeface="Calibri"/>
              <a:ea typeface="Calibri"/>
              <a:cs typeface="Calibri"/>
              <a:sym typeface="Calibri"/>
            </a:endParaRPr>
          </a:p>
        </p:txBody>
      </p:sp>
      <p:sp>
        <p:nvSpPr>
          <p:cNvPr id="2948" name="Google Shape;2948;p27"/>
          <p:cNvSpPr txBox="1"/>
          <p:nvPr/>
        </p:nvSpPr>
        <p:spPr>
          <a:xfrm>
            <a:off x="2195900" y="4434525"/>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Converts a blank, rigid placeholder box into a feature-rich commentary column. Surfaces automated, bold callouts that immediately explain localized performance deviations.</a:t>
            </a:r>
            <a:endParaRPr sz="750" b="0" i="0" u="none" strike="noStrike" cap="none">
              <a:solidFill>
                <a:srgbClr val="3C3C3C"/>
              </a:solidFill>
              <a:latin typeface="Calibri"/>
              <a:ea typeface="Calibri"/>
              <a:cs typeface="Calibri"/>
              <a:sym typeface="Calibri"/>
            </a:endParaRPr>
          </a:p>
        </p:txBody>
      </p:sp>
      <p:sp>
        <p:nvSpPr>
          <p:cNvPr id="2949" name="Google Shape;2949;p27"/>
          <p:cNvSpPr/>
          <p:nvPr/>
        </p:nvSpPr>
        <p:spPr>
          <a:xfrm>
            <a:off x="3852239"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50" name="Google Shape;2950;p27"/>
          <p:cNvSpPr txBox="1"/>
          <p:nvPr/>
        </p:nvSpPr>
        <p:spPr>
          <a:xfrm>
            <a:off x="4191775" y="4209350"/>
            <a:ext cx="1395000" cy="115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chemeClr val="dk1"/>
                </a:solidFill>
                <a:latin typeface="Calibri"/>
                <a:ea typeface="Calibri"/>
                <a:cs typeface="Calibri"/>
                <a:sym typeface="Calibri"/>
              </a:rPr>
              <a:t>Improved Information Hierarchy</a:t>
            </a:r>
            <a:endParaRPr sz="750" b="0" i="0" u="none" strike="noStrike" cap="none">
              <a:solidFill>
                <a:srgbClr val="3C3C3C"/>
              </a:solidFill>
              <a:latin typeface="Calibri"/>
              <a:ea typeface="Calibri"/>
              <a:cs typeface="Calibri"/>
              <a:sym typeface="Calibri"/>
            </a:endParaRPr>
          </a:p>
        </p:txBody>
      </p:sp>
      <p:sp>
        <p:nvSpPr>
          <p:cNvPr id="2951" name="Google Shape;2951;p27"/>
          <p:cNvSpPr txBox="1"/>
          <p:nvPr/>
        </p:nvSpPr>
        <p:spPr>
          <a:xfrm>
            <a:off x="3948936" y="4434533"/>
            <a:ext cx="14814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Groups messy metrics into clean regional sections with distinct typographic scaling. Ensures primary financial metrics are visually prioritized over granular sub-data.</a:t>
            </a:r>
            <a:endParaRPr sz="750" b="0" i="0" u="none" strike="noStrike" cap="none">
              <a:solidFill>
                <a:srgbClr val="3C3C3C"/>
              </a:solidFill>
              <a:latin typeface="Calibri"/>
              <a:ea typeface="Calibri"/>
              <a:cs typeface="Calibri"/>
              <a:sym typeface="Calibri"/>
            </a:endParaRPr>
          </a:p>
        </p:txBody>
      </p:sp>
      <p:sp>
        <p:nvSpPr>
          <p:cNvPr id="2952" name="Google Shape;2952;p27"/>
          <p:cNvSpPr/>
          <p:nvPr/>
        </p:nvSpPr>
        <p:spPr>
          <a:xfrm>
            <a:off x="56053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53" name="Google Shape;2953;p27"/>
          <p:cNvSpPr txBox="1"/>
          <p:nvPr/>
        </p:nvSpPr>
        <p:spPr>
          <a:xfrm>
            <a:off x="5944925"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Layout Structure</a:t>
            </a:r>
            <a:endParaRPr sz="909" b="0" i="0" u="none" strike="noStrike" cap="none">
              <a:solidFill>
                <a:srgbClr val="3C3C3C"/>
              </a:solidFill>
              <a:latin typeface="Calibri"/>
              <a:ea typeface="Calibri"/>
              <a:cs typeface="Calibri"/>
              <a:sym typeface="Calibri"/>
            </a:endParaRPr>
          </a:p>
        </p:txBody>
      </p:sp>
      <p:sp>
        <p:nvSpPr>
          <p:cNvPr id="2954" name="Google Shape;2954;p27"/>
          <p:cNvSpPr txBox="1"/>
          <p:nvPr/>
        </p:nvSpPr>
        <p:spPr>
          <a:xfrm>
            <a:off x="5702090" y="4434533"/>
            <a:ext cx="1533900" cy="538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Replaces cramped, scattered elements with a balanced four-quadrant modular grid. Leverages spacious, soft-shadow card containers to neatly isolate independent datasets.</a:t>
            </a:r>
            <a:endParaRPr sz="700" b="0" i="0" u="none" strike="noStrike" cap="none">
              <a:solidFill>
                <a:srgbClr val="3C3C3C"/>
              </a:solidFill>
              <a:latin typeface="Calibri"/>
              <a:ea typeface="Calibri"/>
              <a:cs typeface="Calibri"/>
              <a:sym typeface="Calibri"/>
            </a:endParaRPr>
          </a:p>
        </p:txBody>
      </p:sp>
      <p:sp>
        <p:nvSpPr>
          <p:cNvPr id="2955" name="Google Shape;2955;p27"/>
          <p:cNvSpPr/>
          <p:nvPr/>
        </p:nvSpPr>
        <p:spPr>
          <a:xfrm>
            <a:off x="73585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56" name="Google Shape;2956;p27"/>
          <p:cNvSpPr txBox="1"/>
          <p:nvPr/>
        </p:nvSpPr>
        <p:spPr>
          <a:xfrm>
            <a:off x="7339941" y="4209739"/>
            <a:ext cx="399900" cy="195300"/>
          </a:xfrm>
          <a:prstGeom prst="rect">
            <a:avLst/>
          </a:prstGeom>
          <a:no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dk2"/>
              </a:solidFill>
              <a:latin typeface="Arial"/>
              <a:ea typeface="Arial"/>
              <a:cs typeface="Arial"/>
              <a:sym typeface="Arial"/>
            </a:endParaRPr>
          </a:p>
        </p:txBody>
      </p:sp>
      <p:sp>
        <p:nvSpPr>
          <p:cNvPr id="2957" name="Google Shape;2957;p27"/>
          <p:cNvSpPr txBox="1"/>
          <p:nvPr/>
        </p:nvSpPr>
        <p:spPr>
          <a:xfrm>
            <a:off x="7698075" y="4209350"/>
            <a:ext cx="1395000" cy="124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9"/>
              <a:buFont typeface="Arial"/>
              <a:buNone/>
            </a:pPr>
            <a:r>
              <a:rPr lang="en" sz="809" b="0" i="0" u="none" strike="noStrike" cap="none">
                <a:solidFill>
                  <a:srgbClr val="3C3C3C"/>
                </a:solidFill>
                <a:latin typeface="Calibri"/>
                <a:ea typeface="Calibri"/>
                <a:cs typeface="Calibri"/>
                <a:sym typeface="Calibri"/>
              </a:rPr>
              <a:t>Enhanced Table Presentation</a:t>
            </a:r>
            <a:endParaRPr sz="809" b="0" i="0" u="none" strike="noStrike" cap="none">
              <a:solidFill>
                <a:srgbClr val="3C3C3C"/>
              </a:solidFill>
              <a:latin typeface="Calibri"/>
              <a:ea typeface="Calibri"/>
              <a:cs typeface="Calibri"/>
              <a:sym typeface="Calibri"/>
            </a:endParaRPr>
          </a:p>
        </p:txBody>
      </p:sp>
      <p:sp>
        <p:nvSpPr>
          <p:cNvPr id="2958" name="Google Shape;2958;p27"/>
          <p:cNvSpPr txBox="1"/>
          <p:nvPr/>
        </p:nvSpPr>
        <p:spPr>
          <a:xfrm>
            <a:off x="7455243" y="4434533"/>
            <a:ext cx="1533900" cy="538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Upgrades chaotic table lines to streamlined rows with elegant, faint border dividers. Positions comparison metrics cleanly under core numbers to simplify variance tracking.</a:t>
            </a:r>
            <a:endParaRPr sz="700" b="0" i="0" u="none" strike="noStrike" cap="none">
              <a:solidFill>
                <a:srgbClr val="3C3C3C"/>
              </a:solidFill>
              <a:latin typeface="Calibri"/>
              <a:ea typeface="Calibri"/>
              <a:cs typeface="Calibri"/>
              <a:sym typeface="Calibri"/>
            </a:endParaRPr>
          </a:p>
        </p:txBody>
      </p:sp>
      <p:pic>
        <p:nvPicPr>
          <p:cNvPr id="2959" name="Google Shape;2959;p27" title="slide 8.png"/>
          <p:cNvPicPr preferRelativeResize="0"/>
          <p:nvPr/>
        </p:nvPicPr>
        <p:blipFill rotWithShape="1">
          <a:blip r:embed="rId5">
            <a:alphaModFix/>
          </a:blip>
          <a:srcRect/>
          <a:stretch/>
        </p:blipFill>
        <p:spPr>
          <a:xfrm>
            <a:off x="3487856" y="990256"/>
            <a:ext cx="5398200" cy="2786100"/>
          </a:xfrm>
          <a:prstGeom prst="roundRect">
            <a:avLst>
              <a:gd name="adj" fmla="val 3420"/>
            </a:avLst>
          </a:prstGeom>
          <a:noFill/>
          <a:ln>
            <a:noFill/>
          </a:ln>
          <a:effectLst>
            <a:outerShdw blurRad="71438" dist="47625" dir="4800000" algn="bl" rotWithShape="0">
              <a:srgbClr val="000000">
                <a:alpha val="50196"/>
              </a:srgbClr>
            </a:outerShdw>
          </a:effectLst>
        </p:spPr>
      </p:pic>
      <p:pic>
        <p:nvPicPr>
          <p:cNvPr id="2960" name="Google Shape;2960;p27" title="material-symbols_close-rounded.png"/>
          <p:cNvPicPr preferRelativeResize="0"/>
          <p:nvPr/>
        </p:nvPicPr>
        <p:blipFill rotWithShape="1">
          <a:blip r:embed="rId6">
            <a:alphaModFix/>
          </a:blip>
          <a:srcRect/>
          <a:stretch/>
        </p:blipFill>
        <p:spPr>
          <a:xfrm>
            <a:off x="8534299" y="1608299"/>
            <a:ext cx="102275" cy="102275"/>
          </a:xfrm>
          <a:prstGeom prst="rect">
            <a:avLst/>
          </a:prstGeom>
          <a:noFill/>
          <a:ln>
            <a:noFill/>
          </a:ln>
        </p:spPr>
      </p:pic>
      <p:pic>
        <p:nvPicPr>
          <p:cNvPr id="2961" name="Google Shape;2961;p27" title="lsicon_view-filled.png"/>
          <p:cNvPicPr preferRelativeResize="0"/>
          <p:nvPr/>
        </p:nvPicPr>
        <p:blipFill rotWithShape="1">
          <a:blip r:embed="rId7">
            <a:alphaModFix/>
          </a:blip>
          <a:srcRect/>
          <a:stretch/>
        </p:blipFill>
        <p:spPr>
          <a:xfrm>
            <a:off x="2195450" y="4161670"/>
            <a:ext cx="223200" cy="223200"/>
          </a:xfrm>
          <a:prstGeom prst="rect">
            <a:avLst/>
          </a:prstGeom>
          <a:noFill/>
          <a:ln>
            <a:noFill/>
          </a:ln>
        </p:spPr>
      </p:pic>
      <p:pic>
        <p:nvPicPr>
          <p:cNvPr id="2962" name="Google Shape;2962;p27" title="Text-1.png"/>
          <p:cNvPicPr preferRelativeResize="0"/>
          <p:nvPr/>
        </p:nvPicPr>
        <p:blipFill rotWithShape="1">
          <a:blip r:embed="rId8">
            <a:alphaModFix/>
          </a:blip>
          <a:srcRect/>
          <a:stretch/>
        </p:blipFill>
        <p:spPr>
          <a:xfrm>
            <a:off x="451073" y="4181600"/>
            <a:ext cx="195300" cy="195300"/>
          </a:xfrm>
          <a:prstGeom prst="rect">
            <a:avLst/>
          </a:prstGeom>
          <a:noFill/>
          <a:ln>
            <a:noFill/>
          </a:ln>
        </p:spPr>
      </p:pic>
      <p:pic>
        <p:nvPicPr>
          <p:cNvPr id="2963" name="Google Shape;2963;p27" title="Text-14.png"/>
          <p:cNvPicPr preferRelativeResize="0"/>
          <p:nvPr/>
        </p:nvPicPr>
        <p:blipFill rotWithShape="1">
          <a:blip r:embed="rId9">
            <a:alphaModFix/>
          </a:blip>
          <a:srcRect/>
          <a:stretch/>
        </p:blipFill>
        <p:spPr>
          <a:xfrm>
            <a:off x="3939213" y="4167650"/>
            <a:ext cx="223200" cy="223200"/>
          </a:xfrm>
          <a:prstGeom prst="rect">
            <a:avLst/>
          </a:prstGeom>
          <a:noFill/>
          <a:ln>
            <a:noFill/>
          </a:ln>
        </p:spPr>
      </p:pic>
      <p:pic>
        <p:nvPicPr>
          <p:cNvPr id="2964" name="Google Shape;2964;p27" title="Text-18.png"/>
          <p:cNvPicPr preferRelativeResize="0"/>
          <p:nvPr/>
        </p:nvPicPr>
        <p:blipFill rotWithShape="1">
          <a:blip r:embed="rId10">
            <a:alphaModFix/>
          </a:blip>
          <a:srcRect/>
          <a:stretch/>
        </p:blipFill>
        <p:spPr>
          <a:xfrm>
            <a:off x="5713138" y="4175150"/>
            <a:ext cx="191400" cy="191400"/>
          </a:xfrm>
          <a:prstGeom prst="rect">
            <a:avLst/>
          </a:prstGeom>
          <a:noFill/>
          <a:ln>
            <a:noFill/>
          </a:ln>
        </p:spPr>
      </p:pic>
      <p:pic>
        <p:nvPicPr>
          <p:cNvPr id="2965" name="Google Shape;2965;p27"/>
          <p:cNvPicPr preferRelativeResize="0"/>
          <p:nvPr/>
        </p:nvPicPr>
        <p:blipFill rotWithShape="1">
          <a:blip r:embed="rId11">
            <a:alphaModFix/>
          </a:blip>
          <a:srcRect/>
          <a:stretch/>
        </p:blipFill>
        <p:spPr>
          <a:xfrm>
            <a:off x="7455250" y="4183550"/>
            <a:ext cx="191400" cy="191400"/>
          </a:xfrm>
          <a:prstGeom prst="rect">
            <a:avLst/>
          </a:prstGeom>
          <a:noFill/>
          <a:ln>
            <a:noFill/>
          </a:ln>
        </p:spPr>
      </p:pic>
      <p:pic>
        <p:nvPicPr>
          <p:cNvPr id="2" name="Picture 1">
            <a:extLst>
              <a:ext uri="{FF2B5EF4-FFF2-40B4-BE49-F238E27FC236}">
                <a16:creationId xmlns:a16="http://schemas.microsoft.com/office/drawing/2014/main" id="{6DE381FA-F99E-974C-A5B7-6D94F4BBC845}"/>
              </a:ext>
            </a:extLst>
          </p:cNvPr>
          <p:cNvPicPr>
            <a:picLocks noChangeAspect="1"/>
          </p:cNvPicPr>
          <p:nvPr/>
        </p:nvPicPr>
        <p:blipFill>
          <a:blip r:embed="rId12"/>
          <a:stretch>
            <a:fillRect/>
          </a:stretch>
        </p:blipFill>
        <p:spPr>
          <a:xfrm>
            <a:off x="3483567" y="985631"/>
            <a:ext cx="5402940" cy="2795379"/>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2969"/>
        <p:cNvGrpSpPr/>
        <p:nvPr/>
      </p:nvGrpSpPr>
      <p:grpSpPr>
        <a:xfrm>
          <a:off x="0" y="0"/>
          <a:ext cx="0" cy="0"/>
          <a:chOff x="0" y="0"/>
          <a:chExt cx="0" cy="0"/>
        </a:xfrm>
      </p:grpSpPr>
      <p:sp>
        <p:nvSpPr>
          <p:cNvPr id="2970" name="Google Shape;2970;p28"/>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2971" name="Google Shape;2971;p28"/>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Italian (excl. RM) EU P&amp;L</a:t>
            </a:r>
            <a:endParaRPr sz="1800" b="1" i="0" u="none" strike="noStrike" cap="none">
              <a:solidFill>
                <a:schemeClr val="dk1"/>
              </a:solidFill>
              <a:latin typeface="Calibri"/>
              <a:ea typeface="Calibri"/>
              <a:cs typeface="Calibri"/>
              <a:sym typeface="Calibri"/>
            </a:endParaRPr>
          </a:p>
        </p:txBody>
      </p:sp>
      <p:pic>
        <p:nvPicPr>
          <p:cNvPr id="2972" name="Google Shape;2972;p28" title="Screenshot 2026-06-17 at 6.16.26 PM.png"/>
          <p:cNvPicPr preferRelativeResize="0"/>
          <p:nvPr/>
        </p:nvPicPr>
        <p:blipFill rotWithShape="1">
          <a:blip r:embed="rId4">
            <a:alphaModFix/>
          </a:blip>
          <a:srcRect l="540" t="667" r="-540" b="-279"/>
          <a:stretch/>
        </p:blipFill>
        <p:spPr>
          <a:xfrm>
            <a:off x="273750" y="1232250"/>
            <a:ext cx="3675300" cy="2052000"/>
          </a:xfrm>
          <a:prstGeom prst="roundRect">
            <a:avLst>
              <a:gd name="adj" fmla="val 4753"/>
            </a:avLst>
          </a:prstGeom>
          <a:noFill/>
          <a:ln>
            <a:noFill/>
          </a:ln>
        </p:spPr>
      </p:pic>
      <p:cxnSp>
        <p:nvCxnSpPr>
          <p:cNvPr id="2973" name="Google Shape;2973;p28"/>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2974" name="Google Shape;2974;p28"/>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2975" name="Google Shape;2975;p28" title="slide 16.png"/>
          <p:cNvPicPr preferRelativeResize="0"/>
          <p:nvPr/>
        </p:nvPicPr>
        <p:blipFill rotWithShape="1">
          <a:blip r:embed="rId5">
            <a:alphaModFix/>
          </a:blip>
          <a:srcRect/>
          <a:stretch/>
        </p:blipFill>
        <p:spPr>
          <a:xfrm>
            <a:off x="3496675" y="974125"/>
            <a:ext cx="5221200" cy="28197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2976" name="Google Shape;2976;p28"/>
          <p:cNvGrpSpPr/>
          <p:nvPr/>
        </p:nvGrpSpPr>
        <p:grpSpPr>
          <a:xfrm>
            <a:off x="3496675" y="663825"/>
            <a:ext cx="1155776" cy="235490"/>
            <a:chOff x="3377819" y="989946"/>
            <a:chExt cx="1126378" cy="229500"/>
          </a:xfrm>
        </p:grpSpPr>
        <p:sp>
          <p:nvSpPr>
            <p:cNvPr id="2977" name="Google Shape;2977;p28"/>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2978" name="Google Shape;2978;p28"/>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2979" name="Google Shape;2979;p28"/>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2980" name="Google Shape;2980;p28"/>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2981" name="Google Shape;2981;p28"/>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2982" name="Google Shape;2982;p28"/>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2983" name="Google Shape;2983;p28"/>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2984" name="Google Shape;2984;p28"/>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85" name="Google Shape;2985;p28"/>
          <p:cNvSpPr txBox="1"/>
          <p:nvPr/>
        </p:nvSpPr>
        <p:spPr>
          <a:xfrm>
            <a:off x="685700" y="4209350"/>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Simplified User Experience</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2986" name="Google Shape;2986;p28"/>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Reducing visual clutter and streamlining workflows to make the interface more intuitive and effortless to navigate.</a:t>
            </a:r>
            <a:endParaRPr sz="831" b="0" i="0" u="none" strike="noStrike" cap="none">
              <a:solidFill>
                <a:srgbClr val="3C3C3C"/>
              </a:solidFill>
              <a:latin typeface="Calibri"/>
              <a:ea typeface="Calibri"/>
              <a:cs typeface="Calibri"/>
              <a:sym typeface="Calibri"/>
            </a:endParaRPr>
          </a:p>
        </p:txBody>
      </p:sp>
      <p:sp>
        <p:nvSpPr>
          <p:cNvPr id="2987" name="Google Shape;2987;p28"/>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88" name="Google Shape;2988;p28"/>
          <p:cNvSpPr txBox="1"/>
          <p:nvPr/>
        </p:nvSpPr>
        <p:spPr>
          <a:xfrm>
            <a:off x="2438725" y="4209350"/>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Actionable Insight Delivery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2989" name="Google Shape;2989;p28"/>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Moving from rigid data dumps to dynamic, synthesized takeaways that empower users to make fast, informed decisions.</a:t>
            </a:r>
            <a:endParaRPr sz="831" b="0" i="0" u="none" strike="noStrike" cap="none">
              <a:solidFill>
                <a:srgbClr val="3C3C3C"/>
              </a:solidFill>
              <a:latin typeface="Calibri"/>
              <a:ea typeface="Calibri"/>
              <a:cs typeface="Calibri"/>
              <a:sym typeface="Calibri"/>
            </a:endParaRPr>
          </a:p>
        </p:txBody>
      </p:sp>
      <p:sp>
        <p:nvSpPr>
          <p:cNvPr id="2990" name="Google Shape;2990;p28"/>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91" name="Google Shape;2991;p28"/>
          <p:cNvSpPr txBox="1"/>
          <p:nvPr/>
        </p:nvSpPr>
        <p:spPr>
          <a:xfrm>
            <a:off x="4191772" y="4209362"/>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Clear Hierarchy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2992" name="Google Shape;2992;p28"/>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Organizing content logically to improve readability and information flow.</a:t>
            </a:r>
            <a:endParaRPr sz="831" b="0" i="0" u="none" strike="noStrike" cap="none">
              <a:solidFill>
                <a:srgbClr val="3C3C3C"/>
              </a:solidFill>
              <a:latin typeface="Calibri"/>
              <a:ea typeface="Calibri"/>
              <a:cs typeface="Calibri"/>
              <a:sym typeface="Calibri"/>
            </a:endParaRPr>
          </a:p>
        </p:txBody>
      </p:sp>
      <p:sp>
        <p:nvSpPr>
          <p:cNvPr id="2993" name="Google Shape;2993;p28"/>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94" name="Google Shape;2994;p28"/>
          <p:cNvSpPr txBox="1"/>
          <p:nvPr/>
        </p:nvSpPr>
        <p:spPr>
          <a:xfrm>
            <a:off x="5944925"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Context-Driven Information</a:t>
            </a:r>
            <a:endParaRPr sz="909" b="0" i="0" u="none" strike="noStrike" cap="none">
              <a:solidFill>
                <a:srgbClr val="3C3C3C"/>
              </a:solidFill>
              <a:latin typeface="Calibri"/>
              <a:ea typeface="Calibri"/>
              <a:cs typeface="Calibri"/>
              <a:sym typeface="Calibri"/>
            </a:endParaRPr>
          </a:p>
        </p:txBody>
      </p:sp>
      <p:sp>
        <p:nvSpPr>
          <p:cNvPr id="2995" name="Google Shape;2995;p28"/>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the UI elements (typography, iconography, and color palettes) to create a cohesive, modern corporate identity.</a:t>
            </a:r>
            <a:endParaRPr sz="831" b="0" i="0" u="none" strike="noStrike" cap="none">
              <a:solidFill>
                <a:srgbClr val="3C3C3C"/>
              </a:solidFill>
              <a:latin typeface="Calibri"/>
              <a:ea typeface="Calibri"/>
              <a:cs typeface="Calibri"/>
              <a:sym typeface="Calibri"/>
            </a:endParaRPr>
          </a:p>
        </p:txBody>
      </p:sp>
      <p:sp>
        <p:nvSpPr>
          <p:cNvPr id="2996" name="Google Shape;2996;p28"/>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2997" name="Google Shape;2997;p28"/>
          <p:cNvSpPr txBox="1"/>
          <p:nvPr/>
        </p:nvSpPr>
        <p:spPr>
          <a:xfrm>
            <a:off x="7698075"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Tables</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2998" name="Google Shape;2998;p28"/>
          <p:cNvSpPr txBox="1"/>
          <p:nvPr/>
        </p:nvSpPr>
        <p:spPr>
          <a:xfrm>
            <a:off x="7455243"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tables with whitespace and clear highlights for effortless scanning.</a:t>
            </a:r>
            <a:endParaRPr sz="831" b="0" i="0" u="none" strike="noStrike" cap="none">
              <a:solidFill>
                <a:srgbClr val="3C3C3C"/>
              </a:solidFill>
              <a:latin typeface="Calibri"/>
              <a:ea typeface="Calibri"/>
              <a:cs typeface="Calibri"/>
              <a:sym typeface="Calibri"/>
            </a:endParaRPr>
          </a:p>
        </p:txBody>
      </p:sp>
      <p:sp>
        <p:nvSpPr>
          <p:cNvPr id="2999" name="Google Shape;2999;p28"/>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0" name="Google Shape;3000;p28"/>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1" name="Google Shape;3001;p28"/>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002" name="Google Shape;3002;p28" title="material-symbols_close-rounded.png"/>
          <p:cNvPicPr preferRelativeResize="0"/>
          <p:nvPr/>
        </p:nvPicPr>
        <p:blipFill rotWithShape="1">
          <a:blip r:embed="rId6">
            <a:alphaModFix/>
          </a:blip>
          <a:srcRect/>
          <a:stretch/>
        </p:blipFill>
        <p:spPr>
          <a:xfrm>
            <a:off x="8326574" y="1436024"/>
            <a:ext cx="102275" cy="102275"/>
          </a:xfrm>
          <a:prstGeom prst="rect">
            <a:avLst/>
          </a:prstGeom>
          <a:noFill/>
          <a:ln>
            <a:noFill/>
          </a:ln>
        </p:spPr>
      </p:pic>
      <p:pic>
        <p:nvPicPr>
          <p:cNvPr id="3003" name="Google Shape;3003;p28" title="Text-17.png"/>
          <p:cNvPicPr preferRelativeResize="0"/>
          <p:nvPr/>
        </p:nvPicPr>
        <p:blipFill rotWithShape="1">
          <a:blip r:embed="rId7">
            <a:alphaModFix/>
          </a:blip>
          <a:srcRect/>
          <a:stretch/>
        </p:blipFill>
        <p:spPr>
          <a:xfrm>
            <a:off x="2183188" y="4176361"/>
            <a:ext cx="223200" cy="223200"/>
          </a:xfrm>
          <a:prstGeom prst="rect">
            <a:avLst/>
          </a:prstGeom>
          <a:noFill/>
          <a:ln>
            <a:noFill/>
          </a:ln>
        </p:spPr>
      </p:pic>
      <p:pic>
        <p:nvPicPr>
          <p:cNvPr id="3004" name="Google Shape;3004;p28" title="Text-3.png"/>
          <p:cNvPicPr preferRelativeResize="0"/>
          <p:nvPr/>
        </p:nvPicPr>
        <p:blipFill rotWithShape="1">
          <a:blip r:embed="rId8">
            <a:alphaModFix/>
          </a:blip>
          <a:srcRect/>
          <a:stretch/>
        </p:blipFill>
        <p:spPr>
          <a:xfrm>
            <a:off x="3923550" y="4176350"/>
            <a:ext cx="223200" cy="223200"/>
          </a:xfrm>
          <a:prstGeom prst="rect">
            <a:avLst/>
          </a:prstGeom>
          <a:noFill/>
          <a:ln>
            <a:noFill/>
          </a:ln>
        </p:spPr>
      </p:pic>
      <p:pic>
        <p:nvPicPr>
          <p:cNvPr id="3005" name="Google Shape;3005;p28" title="Text-14.png"/>
          <p:cNvPicPr preferRelativeResize="0"/>
          <p:nvPr/>
        </p:nvPicPr>
        <p:blipFill rotWithShape="1">
          <a:blip r:embed="rId9">
            <a:alphaModFix/>
          </a:blip>
          <a:srcRect/>
          <a:stretch/>
        </p:blipFill>
        <p:spPr>
          <a:xfrm>
            <a:off x="5690800" y="4182007"/>
            <a:ext cx="195300" cy="195300"/>
          </a:xfrm>
          <a:prstGeom prst="rect">
            <a:avLst/>
          </a:prstGeom>
          <a:noFill/>
          <a:ln>
            <a:noFill/>
          </a:ln>
        </p:spPr>
      </p:pic>
      <p:pic>
        <p:nvPicPr>
          <p:cNvPr id="3006" name="Google Shape;3006;p28"/>
          <p:cNvPicPr preferRelativeResize="0"/>
          <p:nvPr/>
        </p:nvPicPr>
        <p:blipFill rotWithShape="1">
          <a:blip r:embed="rId10">
            <a:alphaModFix/>
          </a:blip>
          <a:srcRect/>
          <a:stretch/>
        </p:blipFill>
        <p:spPr>
          <a:xfrm>
            <a:off x="7455250" y="4183550"/>
            <a:ext cx="191400" cy="191400"/>
          </a:xfrm>
          <a:prstGeom prst="rect">
            <a:avLst/>
          </a:prstGeom>
          <a:noFill/>
          <a:ln>
            <a:noFill/>
          </a:ln>
        </p:spPr>
      </p:pic>
      <p:pic>
        <p:nvPicPr>
          <p:cNvPr id="3007" name="Google Shape;3007;p28" title="Text-18.png"/>
          <p:cNvPicPr preferRelativeResize="0"/>
          <p:nvPr/>
        </p:nvPicPr>
        <p:blipFill rotWithShape="1">
          <a:blip r:embed="rId11">
            <a:alphaModFix/>
          </a:blip>
          <a:srcRect/>
          <a:stretch/>
        </p:blipFill>
        <p:spPr>
          <a:xfrm>
            <a:off x="446375" y="4206938"/>
            <a:ext cx="162025" cy="162025"/>
          </a:xfrm>
          <a:prstGeom prst="rect">
            <a:avLst/>
          </a:prstGeom>
          <a:noFill/>
          <a:ln>
            <a:noFill/>
          </a:ln>
        </p:spPr>
      </p:pic>
      <p:pic>
        <p:nvPicPr>
          <p:cNvPr id="2" name="Picture 1">
            <a:extLst>
              <a:ext uri="{FF2B5EF4-FFF2-40B4-BE49-F238E27FC236}">
                <a16:creationId xmlns:a16="http://schemas.microsoft.com/office/drawing/2014/main" id="{BC4B6583-3A88-D1B9-307B-4F438B4491D8}"/>
              </a:ext>
            </a:extLst>
          </p:cNvPr>
          <p:cNvPicPr>
            <a:picLocks noChangeAspect="1"/>
          </p:cNvPicPr>
          <p:nvPr/>
        </p:nvPicPr>
        <p:blipFill>
          <a:blip r:embed="rId12"/>
          <a:stretch>
            <a:fillRect/>
          </a:stretch>
        </p:blipFill>
        <p:spPr>
          <a:xfrm>
            <a:off x="3495260" y="978602"/>
            <a:ext cx="5226326" cy="2817719"/>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011"/>
        <p:cNvGrpSpPr/>
        <p:nvPr/>
      </p:nvGrpSpPr>
      <p:grpSpPr>
        <a:xfrm>
          <a:off x="0" y="0"/>
          <a:ext cx="0" cy="0"/>
          <a:chOff x="0" y="0"/>
          <a:chExt cx="0" cy="0"/>
        </a:xfrm>
      </p:grpSpPr>
      <p:sp>
        <p:nvSpPr>
          <p:cNvPr id="3012" name="Google Shape;3012;p29"/>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013" name="Google Shape;3013;p29"/>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RTH </a:t>
            </a:r>
            <a:r>
              <a:rPr lang="en" sz="1800" b="1" i="0" u="none" strike="noStrike" cap="none">
                <a:solidFill>
                  <a:schemeClr val="dk1"/>
                </a:solidFill>
                <a:latin typeface="Calibri"/>
                <a:ea typeface="Calibri"/>
                <a:cs typeface="Calibri"/>
                <a:sym typeface="Calibri"/>
              </a:rPr>
              <a:t>(excl. RM) EU P&amp;L</a:t>
            </a:r>
            <a:endParaRPr sz="1800" b="1" i="0" u="none" strike="noStrike" cap="none">
              <a:solidFill>
                <a:schemeClr val="dk1"/>
              </a:solidFill>
              <a:latin typeface="Calibri"/>
              <a:ea typeface="Calibri"/>
              <a:cs typeface="Calibri"/>
              <a:sym typeface="Calibri"/>
            </a:endParaRPr>
          </a:p>
        </p:txBody>
      </p:sp>
      <p:pic>
        <p:nvPicPr>
          <p:cNvPr id="3014" name="Google Shape;3014;p29" title="Screenshot 2026-06-17 at 6.16.26 PM.png"/>
          <p:cNvPicPr preferRelativeResize="0"/>
          <p:nvPr/>
        </p:nvPicPr>
        <p:blipFill rotWithShape="1">
          <a:blip r:embed="rId3">
            <a:alphaModFix/>
          </a:blip>
          <a:srcRect l="540" t="11202" r="-540" b="-249"/>
          <a:stretch/>
        </p:blipFill>
        <p:spPr>
          <a:xfrm>
            <a:off x="273750" y="1232250"/>
            <a:ext cx="3675300" cy="2052000"/>
          </a:xfrm>
          <a:prstGeom prst="roundRect">
            <a:avLst>
              <a:gd name="adj" fmla="val 4753"/>
            </a:avLst>
          </a:prstGeom>
          <a:noFill/>
          <a:ln>
            <a:noFill/>
          </a:ln>
        </p:spPr>
      </p:pic>
      <p:cxnSp>
        <p:nvCxnSpPr>
          <p:cNvPr id="3015" name="Google Shape;3015;p29"/>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016" name="Google Shape;3016;p29"/>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017" name="Google Shape;3017;p29" title="RTH.png"/>
          <p:cNvPicPr preferRelativeResize="0"/>
          <p:nvPr/>
        </p:nvPicPr>
        <p:blipFill rotWithShape="1">
          <a:blip r:embed="rId4">
            <a:alphaModFix/>
          </a:blip>
          <a:srcRect t="-560" b="560"/>
          <a:stretch/>
        </p:blipFill>
        <p:spPr>
          <a:xfrm>
            <a:off x="3496675" y="974125"/>
            <a:ext cx="5221200" cy="28197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018" name="Google Shape;3018;p29"/>
          <p:cNvGrpSpPr/>
          <p:nvPr/>
        </p:nvGrpSpPr>
        <p:grpSpPr>
          <a:xfrm>
            <a:off x="3496676" y="663825"/>
            <a:ext cx="1155776" cy="235490"/>
            <a:chOff x="3377819" y="989946"/>
            <a:chExt cx="1126378" cy="229500"/>
          </a:xfrm>
        </p:grpSpPr>
        <p:sp>
          <p:nvSpPr>
            <p:cNvPr id="3019" name="Google Shape;3019;p29"/>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020" name="Google Shape;3020;p29"/>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021" name="Google Shape;3021;p29"/>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022" name="Google Shape;3022;p29"/>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023" name="Google Shape;3023;p29"/>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024" name="Google Shape;3024;p29"/>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025" name="Google Shape;3025;p29"/>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026" name="Google Shape;3026;p29"/>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027" name="Google Shape;3027;p29"/>
          <p:cNvSpPr txBox="1"/>
          <p:nvPr/>
        </p:nvSpPr>
        <p:spPr>
          <a:xfrm>
            <a:off x="685700" y="4209350"/>
            <a:ext cx="13362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Simplified User Experience</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028" name="Google Shape;3028;p29"/>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Reducing visual clutter and streamlining workflows to make the interface more intuitive and effortless to navigate.</a:t>
            </a:r>
            <a:endParaRPr sz="831" b="0" i="0" u="none" strike="noStrike" cap="none">
              <a:solidFill>
                <a:srgbClr val="3C3C3C"/>
              </a:solidFill>
              <a:latin typeface="Calibri"/>
              <a:ea typeface="Calibri"/>
              <a:cs typeface="Calibri"/>
              <a:sym typeface="Calibri"/>
            </a:endParaRPr>
          </a:p>
        </p:txBody>
      </p:sp>
      <p:sp>
        <p:nvSpPr>
          <p:cNvPr id="3029" name="Google Shape;3029;p29"/>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030" name="Google Shape;3030;p29"/>
          <p:cNvSpPr txBox="1"/>
          <p:nvPr/>
        </p:nvSpPr>
        <p:spPr>
          <a:xfrm>
            <a:off x="2438725" y="4209350"/>
            <a:ext cx="13362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Actionable Insight Delivery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031" name="Google Shape;3031;p29"/>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Moving from rigid data dumps to dynamic, synthesized takeaways that empower users to make fast, informed decisions.</a:t>
            </a:r>
            <a:endParaRPr sz="831" b="0" i="0" u="none" strike="noStrike" cap="none">
              <a:solidFill>
                <a:srgbClr val="3C3C3C"/>
              </a:solidFill>
              <a:latin typeface="Calibri"/>
              <a:ea typeface="Calibri"/>
              <a:cs typeface="Calibri"/>
              <a:sym typeface="Calibri"/>
            </a:endParaRPr>
          </a:p>
        </p:txBody>
      </p:sp>
      <p:sp>
        <p:nvSpPr>
          <p:cNvPr id="3032" name="Google Shape;3032;p29"/>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033" name="Google Shape;3033;p29"/>
          <p:cNvSpPr txBox="1"/>
          <p:nvPr/>
        </p:nvSpPr>
        <p:spPr>
          <a:xfrm>
            <a:off x="4191772" y="4209362"/>
            <a:ext cx="13362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Clear Hierarchy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034" name="Google Shape;3034;p29"/>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Organizing content logically to improve readability and information flow.</a:t>
            </a:r>
            <a:endParaRPr sz="831" b="0" i="0" u="none" strike="noStrike" cap="none">
              <a:solidFill>
                <a:srgbClr val="3C3C3C"/>
              </a:solidFill>
              <a:latin typeface="Calibri"/>
              <a:ea typeface="Calibri"/>
              <a:cs typeface="Calibri"/>
              <a:sym typeface="Calibri"/>
            </a:endParaRPr>
          </a:p>
        </p:txBody>
      </p:sp>
      <p:sp>
        <p:nvSpPr>
          <p:cNvPr id="3035" name="Google Shape;3035;p29"/>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036" name="Google Shape;3036;p29"/>
          <p:cNvSpPr txBox="1"/>
          <p:nvPr/>
        </p:nvSpPr>
        <p:spPr>
          <a:xfrm>
            <a:off x="5944925"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Context-Driven Information</a:t>
            </a:r>
            <a:endParaRPr sz="909" b="0" i="0" u="none" strike="noStrike" cap="none">
              <a:solidFill>
                <a:srgbClr val="3C3C3C"/>
              </a:solidFill>
              <a:latin typeface="Calibri"/>
              <a:ea typeface="Calibri"/>
              <a:cs typeface="Calibri"/>
              <a:sym typeface="Calibri"/>
            </a:endParaRPr>
          </a:p>
        </p:txBody>
      </p:sp>
      <p:sp>
        <p:nvSpPr>
          <p:cNvPr id="3037" name="Google Shape;3037;p29"/>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the UI elements (typography, iconography, and color palettes) to create a cohesive, modern corporate identity.</a:t>
            </a:r>
            <a:endParaRPr sz="831" b="0" i="0" u="none" strike="noStrike" cap="none">
              <a:solidFill>
                <a:srgbClr val="3C3C3C"/>
              </a:solidFill>
              <a:latin typeface="Calibri"/>
              <a:ea typeface="Calibri"/>
              <a:cs typeface="Calibri"/>
              <a:sym typeface="Calibri"/>
            </a:endParaRPr>
          </a:p>
        </p:txBody>
      </p:sp>
      <p:sp>
        <p:nvSpPr>
          <p:cNvPr id="3038" name="Google Shape;3038;p29"/>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039" name="Google Shape;3039;p29"/>
          <p:cNvSpPr txBox="1"/>
          <p:nvPr/>
        </p:nvSpPr>
        <p:spPr>
          <a:xfrm>
            <a:off x="7698075" y="4209350"/>
            <a:ext cx="14460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Tables</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040" name="Google Shape;3040;p29"/>
          <p:cNvSpPr txBox="1"/>
          <p:nvPr/>
        </p:nvSpPr>
        <p:spPr>
          <a:xfrm>
            <a:off x="7455243"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tables with whitespace and clear highlights for effortless scanning.</a:t>
            </a:r>
            <a:endParaRPr sz="831" b="0" i="0" u="none" strike="noStrike" cap="none">
              <a:solidFill>
                <a:srgbClr val="3C3C3C"/>
              </a:solidFill>
              <a:latin typeface="Calibri"/>
              <a:ea typeface="Calibri"/>
              <a:cs typeface="Calibri"/>
              <a:sym typeface="Calibri"/>
            </a:endParaRPr>
          </a:p>
        </p:txBody>
      </p:sp>
      <p:sp>
        <p:nvSpPr>
          <p:cNvPr id="3041" name="Google Shape;3041;p29"/>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2" name="Google Shape;3042;p29"/>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3" name="Google Shape;3043;p29"/>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044" name="Google Shape;3044;p29" title="material-symbols_close-rounded.png"/>
          <p:cNvPicPr preferRelativeResize="0"/>
          <p:nvPr/>
        </p:nvPicPr>
        <p:blipFill rotWithShape="1">
          <a:blip r:embed="rId5">
            <a:alphaModFix/>
          </a:blip>
          <a:srcRect/>
          <a:stretch/>
        </p:blipFill>
        <p:spPr>
          <a:xfrm>
            <a:off x="8326574" y="1436024"/>
            <a:ext cx="102275" cy="102275"/>
          </a:xfrm>
          <a:prstGeom prst="rect">
            <a:avLst/>
          </a:prstGeom>
          <a:noFill/>
          <a:ln>
            <a:noFill/>
          </a:ln>
        </p:spPr>
      </p:pic>
      <p:pic>
        <p:nvPicPr>
          <p:cNvPr id="3045" name="Google Shape;3045;p29" title="Text-17.png"/>
          <p:cNvPicPr preferRelativeResize="0"/>
          <p:nvPr/>
        </p:nvPicPr>
        <p:blipFill rotWithShape="1">
          <a:blip r:embed="rId6">
            <a:alphaModFix/>
          </a:blip>
          <a:srcRect/>
          <a:stretch/>
        </p:blipFill>
        <p:spPr>
          <a:xfrm>
            <a:off x="2183188" y="4176361"/>
            <a:ext cx="223200" cy="223200"/>
          </a:xfrm>
          <a:prstGeom prst="rect">
            <a:avLst/>
          </a:prstGeom>
          <a:noFill/>
          <a:ln>
            <a:noFill/>
          </a:ln>
        </p:spPr>
      </p:pic>
      <p:pic>
        <p:nvPicPr>
          <p:cNvPr id="3046" name="Google Shape;3046;p29" title="Text-3.png"/>
          <p:cNvPicPr preferRelativeResize="0"/>
          <p:nvPr/>
        </p:nvPicPr>
        <p:blipFill rotWithShape="1">
          <a:blip r:embed="rId7">
            <a:alphaModFix/>
          </a:blip>
          <a:srcRect/>
          <a:stretch/>
        </p:blipFill>
        <p:spPr>
          <a:xfrm>
            <a:off x="3923550" y="4176350"/>
            <a:ext cx="223200" cy="223200"/>
          </a:xfrm>
          <a:prstGeom prst="rect">
            <a:avLst/>
          </a:prstGeom>
          <a:noFill/>
          <a:ln>
            <a:noFill/>
          </a:ln>
        </p:spPr>
      </p:pic>
      <p:pic>
        <p:nvPicPr>
          <p:cNvPr id="3047" name="Google Shape;3047;p29" title="Text-14.png"/>
          <p:cNvPicPr preferRelativeResize="0"/>
          <p:nvPr/>
        </p:nvPicPr>
        <p:blipFill rotWithShape="1">
          <a:blip r:embed="rId8">
            <a:alphaModFix/>
          </a:blip>
          <a:srcRect/>
          <a:stretch/>
        </p:blipFill>
        <p:spPr>
          <a:xfrm>
            <a:off x="5690800" y="4182007"/>
            <a:ext cx="195300" cy="195300"/>
          </a:xfrm>
          <a:prstGeom prst="rect">
            <a:avLst/>
          </a:prstGeom>
          <a:noFill/>
          <a:ln>
            <a:noFill/>
          </a:ln>
        </p:spPr>
      </p:pic>
      <p:pic>
        <p:nvPicPr>
          <p:cNvPr id="3048" name="Google Shape;3048;p29"/>
          <p:cNvPicPr preferRelativeResize="0"/>
          <p:nvPr/>
        </p:nvPicPr>
        <p:blipFill rotWithShape="1">
          <a:blip r:embed="rId9">
            <a:alphaModFix/>
          </a:blip>
          <a:srcRect/>
          <a:stretch/>
        </p:blipFill>
        <p:spPr>
          <a:xfrm>
            <a:off x="7455250" y="4183550"/>
            <a:ext cx="191400" cy="191400"/>
          </a:xfrm>
          <a:prstGeom prst="rect">
            <a:avLst/>
          </a:prstGeom>
          <a:noFill/>
          <a:ln>
            <a:noFill/>
          </a:ln>
        </p:spPr>
      </p:pic>
      <p:pic>
        <p:nvPicPr>
          <p:cNvPr id="3049" name="Google Shape;3049;p29" title="Text-18.png"/>
          <p:cNvPicPr preferRelativeResize="0"/>
          <p:nvPr/>
        </p:nvPicPr>
        <p:blipFill rotWithShape="1">
          <a:blip r:embed="rId10">
            <a:alphaModFix/>
          </a:blip>
          <a:srcRect/>
          <a:stretch/>
        </p:blipFill>
        <p:spPr>
          <a:xfrm>
            <a:off x="446375" y="4206938"/>
            <a:ext cx="162025" cy="162025"/>
          </a:xfrm>
          <a:prstGeom prst="rect">
            <a:avLst/>
          </a:prstGeom>
          <a:noFill/>
          <a:ln>
            <a:noFill/>
          </a:ln>
        </p:spPr>
      </p:pic>
      <p:pic>
        <p:nvPicPr>
          <p:cNvPr id="2" name="Picture 1">
            <a:extLst>
              <a:ext uri="{FF2B5EF4-FFF2-40B4-BE49-F238E27FC236}">
                <a16:creationId xmlns:a16="http://schemas.microsoft.com/office/drawing/2014/main" id="{F39B172C-54EF-09DC-98AA-B0C5E84358EA}"/>
              </a:ext>
            </a:extLst>
          </p:cNvPr>
          <p:cNvPicPr>
            <a:picLocks noChangeAspect="1"/>
          </p:cNvPicPr>
          <p:nvPr/>
        </p:nvPicPr>
        <p:blipFill>
          <a:blip r:embed="rId11"/>
          <a:stretch>
            <a:fillRect/>
          </a:stretch>
        </p:blipFill>
        <p:spPr>
          <a:xfrm>
            <a:off x="3495260" y="978602"/>
            <a:ext cx="5226326" cy="280943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53"/>
        <p:cNvGrpSpPr/>
        <p:nvPr/>
      </p:nvGrpSpPr>
      <p:grpSpPr>
        <a:xfrm>
          <a:off x="0" y="0"/>
          <a:ext cx="0" cy="0"/>
          <a:chOff x="0" y="0"/>
          <a:chExt cx="0" cy="0"/>
        </a:xfrm>
      </p:grpSpPr>
      <p:pic>
        <p:nvPicPr>
          <p:cNvPr id="3054" name="Google Shape;3054;p30" title="Untitled design (2).png"/>
          <p:cNvPicPr preferRelativeResize="0"/>
          <p:nvPr/>
        </p:nvPicPr>
        <p:blipFill rotWithShape="1">
          <a:blip r:embed="rId3">
            <a:alphaModFix amt="21000"/>
          </a:blip>
          <a:srcRect r="42834"/>
          <a:stretch/>
        </p:blipFill>
        <p:spPr>
          <a:xfrm rot="10800000" flipH="1">
            <a:off x="0" y="1209301"/>
            <a:ext cx="3457951" cy="3934199"/>
          </a:xfrm>
          <a:prstGeom prst="rect">
            <a:avLst/>
          </a:prstGeom>
          <a:noFill/>
          <a:ln>
            <a:noFill/>
          </a:ln>
        </p:spPr>
      </p:pic>
      <p:grpSp>
        <p:nvGrpSpPr>
          <p:cNvPr id="3055" name="Google Shape;3055;p30"/>
          <p:cNvGrpSpPr/>
          <p:nvPr/>
        </p:nvGrpSpPr>
        <p:grpSpPr>
          <a:xfrm>
            <a:off x="6460678" y="1099781"/>
            <a:ext cx="1608209" cy="2694919"/>
            <a:chOff x="8245846" y="3116327"/>
            <a:chExt cx="3618017" cy="3593225"/>
          </a:xfrm>
        </p:grpSpPr>
        <p:grpSp>
          <p:nvGrpSpPr>
            <p:cNvPr id="3056" name="Google Shape;3056;p30"/>
            <p:cNvGrpSpPr/>
            <p:nvPr/>
          </p:nvGrpSpPr>
          <p:grpSpPr>
            <a:xfrm>
              <a:off x="8245846" y="3116327"/>
              <a:ext cx="3618017" cy="3593225"/>
              <a:chOff x="1039100" y="2886375"/>
              <a:chExt cx="2128997" cy="3067200"/>
            </a:xfrm>
          </p:grpSpPr>
          <p:cxnSp>
            <p:nvCxnSpPr>
              <p:cNvPr id="3057" name="Google Shape;3057;p30"/>
              <p:cNvCxnSpPr/>
              <p:nvPr/>
            </p:nvCxnSpPr>
            <p:spPr>
              <a:xfrm>
                <a:off x="1039100" y="2886375"/>
                <a:ext cx="0" cy="3067200"/>
              </a:xfrm>
              <a:prstGeom prst="straightConnector1">
                <a:avLst/>
              </a:prstGeom>
              <a:noFill/>
              <a:ln w="16750" cap="flat" cmpd="sng">
                <a:solidFill>
                  <a:schemeClr val="accent3"/>
                </a:solidFill>
                <a:prstDash val="solid"/>
                <a:round/>
                <a:headEnd type="none" w="sm" len="sm"/>
                <a:tailEnd type="none" w="sm" len="sm"/>
              </a:ln>
            </p:spPr>
          </p:cxnSp>
          <p:sp>
            <p:nvSpPr>
              <p:cNvPr id="3058" name="Google Shape;3058;p30"/>
              <p:cNvSpPr txBox="1"/>
              <p:nvPr/>
            </p:nvSpPr>
            <p:spPr>
              <a:xfrm>
                <a:off x="1180897" y="2886375"/>
                <a:ext cx="1987200" cy="560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chemeClr val="accent3"/>
                    </a:solidFill>
                    <a:latin typeface="Calibri"/>
                    <a:ea typeface="Calibri"/>
                    <a:cs typeface="Calibri"/>
                    <a:sym typeface="Calibri"/>
                  </a:rPr>
                  <a:t>Execute with Excellence (SRM)</a:t>
                </a:r>
                <a:endParaRPr sz="1600" b="1" i="0" u="none" strike="noStrike" cap="none">
                  <a:solidFill>
                    <a:schemeClr val="accent3"/>
                  </a:solidFill>
                  <a:latin typeface="Calibri"/>
                  <a:ea typeface="Calibri"/>
                  <a:cs typeface="Calibri"/>
                  <a:sym typeface="Calibri"/>
                </a:endParaRPr>
              </a:p>
            </p:txBody>
          </p:sp>
          <p:sp>
            <p:nvSpPr>
              <p:cNvPr id="3059" name="Google Shape;3059;p30"/>
              <p:cNvSpPr txBox="1"/>
              <p:nvPr/>
            </p:nvSpPr>
            <p:spPr>
              <a:xfrm>
                <a:off x="1180904" y="4595955"/>
                <a:ext cx="17883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110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Streamlined reporting experiences through intuitive design, enhanced usability, and operational efficiency.</a:t>
                </a:r>
                <a:endParaRPr sz="1100" b="0" i="0" u="none" strike="noStrike" cap="none">
                  <a:solidFill>
                    <a:schemeClr val="dk1"/>
                  </a:solidFill>
                  <a:latin typeface="Calibri"/>
                  <a:ea typeface="Calibri"/>
                  <a:cs typeface="Calibri"/>
                  <a:sym typeface="Calibri"/>
                </a:endParaRPr>
              </a:p>
            </p:txBody>
          </p:sp>
        </p:grpSp>
        <p:pic>
          <p:nvPicPr>
            <p:cNvPr id="3060" name="Google Shape;3060;p30"/>
            <p:cNvPicPr preferRelativeResize="0"/>
            <p:nvPr/>
          </p:nvPicPr>
          <p:blipFill rotWithShape="1">
            <a:blip r:embed="rId4">
              <a:alphaModFix/>
            </a:blip>
            <a:srcRect l="35189" t="36404" r="36350" b="34855"/>
            <a:stretch/>
          </p:blipFill>
          <p:spPr>
            <a:xfrm>
              <a:off x="8486805" y="4076579"/>
              <a:ext cx="1104485" cy="739133"/>
            </a:xfrm>
            <a:prstGeom prst="rect">
              <a:avLst/>
            </a:prstGeom>
            <a:noFill/>
            <a:ln>
              <a:noFill/>
            </a:ln>
          </p:spPr>
        </p:pic>
      </p:grpSp>
      <p:grpSp>
        <p:nvGrpSpPr>
          <p:cNvPr id="3061" name="Google Shape;3061;p30"/>
          <p:cNvGrpSpPr/>
          <p:nvPr/>
        </p:nvGrpSpPr>
        <p:grpSpPr>
          <a:xfrm>
            <a:off x="4632469" y="1099781"/>
            <a:ext cx="1457968" cy="2655380"/>
            <a:chOff x="4132890" y="3116327"/>
            <a:chExt cx="3280018" cy="3540507"/>
          </a:xfrm>
        </p:grpSpPr>
        <p:grpSp>
          <p:nvGrpSpPr>
            <p:cNvPr id="3062" name="Google Shape;3062;p30"/>
            <p:cNvGrpSpPr/>
            <p:nvPr/>
          </p:nvGrpSpPr>
          <p:grpSpPr>
            <a:xfrm>
              <a:off x="4132890" y="3116327"/>
              <a:ext cx="3280018" cy="3540507"/>
              <a:chOff x="1039100" y="2886375"/>
              <a:chExt cx="1930104" cy="3022200"/>
            </a:xfrm>
          </p:grpSpPr>
          <p:cxnSp>
            <p:nvCxnSpPr>
              <p:cNvPr id="3063" name="Google Shape;3063;p30"/>
              <p:cNvCxnSpPr/>
              <p:nvPr/>
            </p:nvCxnSpPr>
            <p:spPr>
              <a:xfrm>
                <a:off x="1039100" y="2886375"/>
                <a:ext cx="0" cy="3022200"/>
              </a:xfrm>
              <a:prstGeom prst="straightConnector1">
                <a:avLst/>
              </a:prstGeom>
              <a:noFill/>
              <a:ln w="16750" cap="flat" cmpd="sng">
                <a:solidFill>
                  <a:srgbClr val="61A020"/>
                </a:solidFill>
                <a:prstDash val="solid"/>
                <a:round/>
                <a:headEnd type="none" w="sm" len="sm"/>
                <a:tailEnd type="none" w="sm" len="sm"/>
              </a:ln>
            </p:spPr>
          </p:cxnSp>
          <p:sp>
            <p:nvSpPr>
              <p:cNvPr id="3064" name="Google Shape;3064;p30"/>
              <p:cNvSpPr txBox="1"/>
              <p:nvPr/>
            </p:nvSpPr>
            <p:spPr>
              <a:xfrm>
                <a:off x="1180909" y="2886377"/>
                <a:ext cx="1411800" cy="560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rgbClr val="61A020"/>
                    </a:solidFill>
                    <a:latin typeface="Calibri"/>
                    <a:ea typeface="Calibri"/>
                    <a:cs typeface="Calibri"/>
                    <a:sym typeface="Calibri"/>
                  </a:rPr>
                  <a:t>Drive Relevance</a:t>
                </a:r>
                <a:endParaRPr sz="1600" b="1" i="0" u="none" strike="noStrike" cap="none">
                  <a:solidFill>
                    <a:srgbClr val="61A020"/>
                  </a:solidFill>
                  <a:latin typeface="Calibri"/>
                  <a:ea typeface="Calibri"/>
                  <a:cs typeface="Calibri"/>
                  <a:sym typeface="Calibri"/>
                </a:endParaRPr>
              </a:p>
            </p:txBody>
          </p:sp>
          <p:sp>
            <p:nvSpPr>
              <p:cNvPr id="3065" name="Google Shape;3065;p30"/>
              <p:cNvSpPr txBox="1"/>
              <p:nvPr/>
            </p:nvSpPr>
            <p:spPr>
              <a:xfrm>
                <a:off x="1180904" y="4632091"/>
                <a:ext cx="17883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110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Delivered actionable insights tailored to stakeholder priorities, ensuring focus on what matters most.</a:t>
                </a:r>
                <a:endParaRPr sz="1100" b="0" i="0" u="none" strike="noStrike" cap="none">
                  <a:solidFill>
                    <a:schemeClr val="accent1"/>
                  </a:solidFill>
                  <a:latin typeface="Calibri"/>
                  <a:ea typeface="Calibri"/>
                  <a:cs typeface="Calibri"/>
                  <a:sym typeface="Calibri"/>
                </a:endParaRPr>
              </a:p>
            </p:txBody>
          </p:sp>
        </p:grpSp>
        <p:pic>
          <p:nvPicPr>
            <p:cNvPr id="3066" name="Google Shape;3066;p30"/>
            <p:cNvPicPr preferRelativeResize="0"/>
            <p:nvPr/>
          </p:nvPicPr>
          <p:blipFill rotWithShape="1">
            <a:blip r:embed="rId4">
              <a:alphaModFix/>
            </a:blip>
            <a:srcRect l="68324" t="68721" r="4350" b="2548"/>
            <a:stretch/>
          </p:blipFill>
          <p:spPr>
            <a:xfrm>
              <a:off x="4351902" y="4057729"/>
              <a:ext cx="1348497" cy="902867"/>
            </a:xfrm>
            <a:prstGeom prst="rect">
              <a:avLst/>
            </a:prstGeom>
            <a:noFill/>
            <a:ln>
              <a:noFill/>
            </a:ln>
          </p:spPr>
        </p:pic>
      </p:grpSp>
      <p:grpSp>
        <p:nvGrpSpPr>
          <p:cNvPr id="3067" name="Google Shape;3067;p30"/>
          <p:cNvGrpSpPr/>
          <p:nvPr/>
        </p:nvGrpSpPr>
        <p:grpSpPr>
          <a:xfrm>
            <a:off x="2969463" y="1099700"/>
            <a:ext cx="1443137" cy="2631593"/>
            <a:chOff x="1039100" y="2886363"/>
            <a:chExt cx="2771000" cy="2995212"/>
          </a:xfrm>
        </p:grpSpPr>
        <p:cxnSp>
          <p:nvCxnSpPr>
            <p:cNvPr id="3068" name="Google Shape;3068;p30"/>
            <p:cNvCxnSpPr/>
            <p:nvPr/>
          </p:nvCxnSpPr>
          <p:spPr>
            <a:xfrm>
              <a:off x="1039100" y="2886375"/>
              <a:ext cx="0" cy="2995200"/>
            </a:xfrm>
            <a:prstGeom prst="straightConnector1">
              <a:avLst/>
            </a:prstGeom>
            <a:noFill/>
            <a:ln w="16750" cap="flat" cmpd="sng">
              <a:solidFill>
                <a:schemeClr val="accent3"/>
              </a:solidFill>
              <a:prstDash val="solid"/>
              <a:round/>
              <a:headEnd type="none" w="sm" len="sm"/>
              <a:tailEnd type="none" w="sm" len="sm"/>
            </a:ln>
          </p:spPr>
        </p:cxnSp>
        <p:sp>
          <p:nvSpPr>
            <p:cNvPr id="3069" name="Google Shape;3069;p30"/>
            <p:cNvSpPr txBox="1"/>
            <p:nvPr/>
          </p:nvSpPr>
          <p:spPr>
            <a:xfrm>
              <a:off x="1180885" y="2886363"/>
              <a:ext cx="2629200" cy="840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rgbClr val="78909C"/>
                  </a:solidFill>
                  <a:latin typeface="Calibri"/>
                  <a:ea typeface="Calibri"/>
                  <a:cs typeface="Calibri"/>
                  <a:sym typeface="Calibri"/>
                </a:rPr>
                <a:t>Financial Performance</a:t>
              </a:r>
              <a:endParaRPr sz="1600" b="1" i="0" u="none" strike="noStrike" cap="none">
                <a:solidFill>
                  <a:srgbClr val="78909C"/>
                </a:solidFill>
                <a:latin typeface="Calibri"/>
                <a:ea typeface="Calibri"/>
                <a:cs typeface="Calibri"/>
                <a:sym typeface="Calibri"/>
              </a:endParaRPr>
            </a:p>
            <a:p>
              <a:pPr marL="0" marR="0" lvl="0" indent="0" algn="l" rtl="0">
                <a:lnSpc>
                  <a:spcPct val="100000"/>
                </a:lnSpc>
                <a:spcBef>
                  <a:spcPts val="0"/>
                </a:spcBef>
                <a:spcAft>
                  <a:spcPts val="0"/>
                </a:spcAft>
                <a:buClr>
                  <a:srgbClr val="736E6E"/>
                </a:buClr>
                <a:buSzPts val="1600"/>
                <a:buFont typeface="NTR"/>
                <a:buNone/>
              </a:pPr>
              <a:endParaRPr sz="1600" b="1" i="0" u="none" strike="noStrike" cap="none">
                <a:solidFill>
                  <a:schemeClr val="accent3"/>
                </a:solidFill>
                <a:latin typeface="Calibri"/>
                <a:ea typeface="Calibri"/>
                <a:cs typeface="Calibri"/>
                <a:sym typeface="Calibri"/>
              </a:endParaRPr>
            </a:p>
          </p:txBody>
        </p:sp>
        <p:sp>
          <p:nvSpPr>
            <p:cNvPr id="3070" name="Google Shape;3070;p30"/>
            <p:cNvSpPr txBox="1"/>
            <p:nvPr/>
          </p:nvSpPr>
          <p:spPr>
            <a:xfrm>
              <a:off x="1180900" y="4614034"/>
              <a:ext cx="26292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Improved visibility into key financial metrics, enabling faster and more informed business decisions.</a:t>
              </a:r>
              <a:endParaRPr sz="1100" b="0" i="0" u="none" strike="noStrike" cap="none">
                <a:solidFill>
                  <a:schemeClr val="accent1"/>
                </a:solidFill>
                <a:latin typeface="Calibri"/>
                <a:ea typeface="Calibri"/>
                <a:cs typeface="Calibri"/>
                <a:sym typeface="Calibri"/>
              </a:endParaRPr>
            </a:p>
          </p:txBody>
        </p:sp>
      </p:grpSp>
      <p:pic>
        <p:nvPicPr>
          <p:cNvPr id="3071" name="Google Shape;3071;p30" descr="finance"/>
          <p:cNvPicPr preferRelativeResize="0"/>
          <p:nvPr/>
        </p:nvPicPr>
        <p:blipFill rotWithShape="1">
          <a:blip r:embed="rId5">
            <a:alphaModFix/>
          </a:blip>
          <a:srcRect r="64714" b="64356"/>
          <a:stretch/>
        </p:blipFill>
        <p:spPr>
          <a:xfrm>
            <a:off x="3041693" y="1803706"/>
            <a:ext cx="556768" cy="681400"/>
          </a:xfrm>
          <a:prstGeom prst="rect">
            <a:avLst/>
          </a:prstGeom>
          <a:noFill/>
          <a:ln>
            <a:noFill/>
          </a:ln>
        </p:spPr>
      </p:pic>
      <p:grpSp>
        <p:nvGrpSpPr>
          <p:cNvPr id="3072" name="Google Shape;3072;p30"/>
          <p:cNvGrpSpPr/>
          <p:nvPr/>
        </p:nvGrpSpPr>
        <p:grpSpPr>
          <a:xfrm>
            <a:off x="1306463" y="1099700"/>
            <a:ext cx="1443137" cy="2631593"/>
            <a:chOff x="1039100" y="2886363"/>
            <a:chExt cx="2771000" cy="2995212"/>
          </a:xfrm>
        </p:grpSpPr>
        <p:cxnSp>
          <p:nvCxnSpPr>
            <p:cNvPr id="3073" name="Google Shape;3073;p30"/>
            <p:cNvCxnSpPr/>
            <p:nvPr/>
          </p:nvCxnSpPr>
          <p:spPr>
            <a:xfrm>
              <a:off x="1039100" y="2886375"/>
              <a:ext cx="0" cy="2995200"/>
            </a:xfrm>
            <a:prstGeom prst="straightConnector1">
              <a:avLst/>
            </a:prstGeom>
            <a:noFill/>
            <a:ln w="16750" cap="flat" cmpd="sng">
              <a:solidFill>
                <a:srgbClr val="78909C"/>
              </a:solidFill>
              <a:prstDash val="solid"/>
              <a:round/>
              <a:headEnd type="none" w="sm" len="sm"/>
              <a:tailEnd type="none" w="sm" len="sm"/>
            </a:ln>
          </p:spPr>
        </p:cxnSp>
        <p:sp>
          <p:nvSpPr>
            <p:cNvPr id="3074" name="Google Shape;3074;p30"/>
            <p:cNvSpPr txBox="1"/>
            <p:nvPr/>
          </p:nvSpPr>
          <p:spPr>
            <a:xfrm>
              <a:off x="1180885" y="2886363"/>
              <a:ext cx="2629200" cy="560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chemeClr val="accent3"/>
                  </a:solidFill>
                  <a:latin typeface="Calibri"/>
                  <a:ea typeface="Calibri"/>
                  <a:cs typeface="Calibri"/>
                  <a:sym typeface="Calibri"/>
                </a:rPr>
                <a:t>EU Overview</a:t>
              </a:r>
              <a:endParaRPr sz="1600" b="1" i="0" u="none" strike="noStrike" cap="none">
                <a:solidFill>
                  <a:schemeClr val="accent3"/>
                </a:solidFill>
                <a:latin typeface="Calibri"/>
                <a:ea typeface="Calibri"/>
                <a:cs typeface="Calibri"/>
                <a:sym typeface="Calibri"/>
              </a:endParaRPr>
            </a:p>
            <a:p>
              <a:pPr marL="0" marR="0" lvl="0" indent="0" algn="l" rtl="0">
                <a:lnSpc>
                  <a:spcPct val="100000"/>
                </a:lnSpc>
                <a:spcBef>
                  <a:spcPts val="0"/>
                </a:spcBef>
                <a:spcAft>
                  <a:spcPts val="0"/>
                </a:spcAft>
                <a:buClr>
                  <a:srgbClr val="736E6E"/>
                </a:buClr>
                <a:buSzPts val="1600"/>
                <a:buFont typeface="NTR"/>
                <a:buNone/>
              </a:pPr>
              <a:endParaRPr sz="1600" b="1" i="0" u="none" strike="noStrike" cap="none">
                <a:solidFill>
                  <a:srgbClr val="61A020"/>
                </a:solidFill>
                <a:latin typeface="Calibri"/>
                <a:ea typeface="Calibri"/>
                <a:cs typeface="Calibri"/>
                <a:sym typeface="Calibri"/>
              </a:endParaRPr>
            </a:p>
          </p:txBody>
        </p:sp>
        <p:sp>
          <p:nvSpPr>
            <p:cNvPr id="3075" name="Google Shape;3075;p30"/>
            <p:cNvSpPr txBox="1"/>
            <p:nvPr/>
          </p:nvSpPr>
          <p:spPr>
            <a:xfrm>
              <a:off x="1180900" y="4618815"/>
              <a:ext cx="26292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A consolidated view of key metrics and insights, enabling quick assessment of overall business performance.</a:t>
              </a:r>
              <a:endParaRPr sz="1100" b="0" i="0" u="none" strike="noStrike" cap="none">
                <a:solidFill>
                  <a:schemeClr val="accent1"/>
                </a:solidFill>
                <a:latin typeface="Calibri"/>
                <a:ea typeface="Calibri"/>
                <a:cs typeface="Calibri"/>
                <a:sym typeface="Calibri"/>
              </a:endParaRPr>
            </a:p>
          </p:txBody>
        </p:sp>
      </p:grpSp>
      <p:pic>
        <p:nvPicPr>
          <p:cNvPr id="3076" name="Google Shape;3076;p30"/>
          <p:cNvPicPr preferRelativeResize="0"/>
          <p:nvPr/>
        </p:nvPicPr>
        <p:blipFill rotWithShape="1">
          <a:blip r:embed="rId4">
            <a:alphaModFix/>
          </a:blip>
          <a:srcRect l="3226" t="2903" r="68551" b="68186"/>
          <a:stretch/>
        </p:blipFill>
        <p:spPr>
          <a:xfrm>
            <a:off x="1388573" y="1803700"/>
            <a:ext cx="619125" cy="681399"/>
          </a:xfrm>
          <a:prstGeom prst="rect">
            <a:avLst/>
          </a:prstGeom>
          <a:noFill/>
          <a:ln>
            <a:noFill/>
          </a:ln>
        </p:spPr>
      </p:pic>
      <p:pic>
        <p:nvPicPr>
          <p:cNvPr id="3077" name="Google Shape;3077;p30" title="Untitled design (2).png"/>
          <p:cNvPicPr preferRelativeResize="0"/>
          <p:nvPr/>
        </p:nvPicPr>
        <p:blipFill rotWithShape="1">
          <a:blip r:embed="rId3">
            <a:alphaModFix amt="31000"/>
          </a:blip>
          <a:srcRect l="68468" b="60229"/>
          <a:stretch/>
        </p:blipFill>
        <p:spPr>
          <a:xfrm>
            <a:off x="6650349" y="0"/>
            <a:ext cx="2493650" cy="20456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81"/>
        <p:cNvGrpSpPr/>
        <p:nvPr/>
      </p:nvGrpSpPr>
      <p:grpSpPr>
        <a:xfrm>
          <a:off x="0" y="0"/>
          <a:ext cx="0" cy="0"/>
          <a:chOff x="0" y="0"/>
          <a:chExt cx="0" cy="0"/>
        </a:xfrm>
      </p:grpSpPr>
      <p:sp>
        <p:nvSpPr>
          <p:cNvPr id="3082" name="Google Shape;3082;p31"/>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Drive Relevance Reports Coverage</a:t>
            </a:r>
            <a:endParaRPr sz="1800" b="1" i="0" u="none" strike="noStrike" cap="none">
              <a:solidFill>
                <a:schemeClr val="dk1"/>
              </a:solidFill>
              <a:latin typeface="Calibri"/>
              <a:ea typeface="Calibri"/>
              <a:cs typeface="Calibri"/>
              <a:sym typeface="Calibri"/>
            </a:endParaRPr>
          </a:p>
        </p:txBody>
      </p:sp>
      <p:cxnSp>
        <p:nvCxnSpPr>
          <p:cNvPr id="3083" name="Google Shape;3083;p31"/>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pic>
        <p:nvPicPr>
          <p:cNvPr id="3084" name="Google Shape;3084;p31" title="Untitled design (2).png"/>
          <p:cNvPicPr preferRelativeResize="0"/>
          <p:nvPr/>
        </p:nvPicPr>
        <p:blipFill rotWithShape="1">
          <a:blip r:embed="rId3">
            <a:alphaModFix amt="21000"/>
          </a:blip>
          <a:srcRect r="42834"/>
          <a:stretch/>
        </p:blipFill>
        <p:spPr>
          <a:xfrm rot="10800000" flipH="1">
            <a:off x="22825" y="1388575"/>
            <a:ext cx="3300372" cy="3754925"/>
          </a:xfrm>
          <a:prstGeom prst="rect">
            <a:avLst/>
          </a:prstGeom>
          <a:noFill/>
          <a:ln>
            <a:noFill/>
          </a:ln>
        </p:spPr>
      </p:pic>
      <p:pic>
        <p:nvPicPr>
          <p:cNvPr id="3085" name="Google Shape;3085;p31" title="final124.png"/>
          <p:cNvPicPr preferRelativeResize="0"/>
          <p:nvPr/>
        </p:nvPicPr>
        <p:blipFill rotWithShape="1">
          <a:blip r:embed="rId4">
            <a:alphaModFix/>
          </a:blip>
          <a:srcRect t="17525" b="17519"/>
          <a:stretch/>
        </p:blipFill>
        <p:spPr>
          <a:xfrm>
            <a:off x="448025" y="464650"/>
            <a:ext cx="8424146" cy="4588824"/>
          </a:xfrm>
          <a:prstGeom prst="rect">
            <a:avLst/>
          </a:prstGeom>
          <a:noFill/>
          <a:ln>
            <a:noFill/>
          </a:ln>
        </p:spPr>
      </p:pic>
      <p:pic>
        <p:nvPicPr>
          <p:cNvPr id="3086" name="Google Shape;3086;p31" title="Untitled design (2).png"/>
          <p:cNvPicPr preferRelativeResize="0"/>
          <p:nvPr/>
        </p:nvPicPr>
        <p:blipFill rotWithShape="1">
          <a:blip r:embed="rId3">
            <a:alphaModFix amt="31000"/>
          </a:blip>
          <a:srcRect l="43458" b="32560"/>
          <a:stretch/>
        </p:blipFill>
        <p:spPr>
          <a:xfrm rot="5400000">
            <a:off x="5173825" y="1173325"/>
            <a:ext cx="4471598" cy="3468774"/>
          </a:xfrm>
          <a:prstGeom prst="rect">
            <a:avLst/>
          </a:prstGeom>
          <a:noFill/>
          <a:ln>
            <a:noFill/>
          </a:ln>
        </p:spPr>
      </p:pic>
      <p:pic>
        <p:nvPicPr>
          <p:cNvPr id="3087" name="Google Shape;3087;p31" title="Untitled design (2).png"/>
          <p:cNvPicPr preferRelativeResize="0"/>
          <p:nvPr/>
        </p:nvPicPr>
        <p:blipFill rotWithShape="1">
          <a:blip r:embed="rId3">
            <a:alphaModFix amt="21000"/>
          </a:blip>
          <a:srcRect r="42834"/>
          <a:stretch/>
        </p:blipFill>
        <p:spPr>
          <a:xfrm flipH="1">
            <a:off x="5843625" y="0"/>
            <a:ext cx="3300372" cy="37549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091"/>
        <p:cNvGrpSpPr/>
        <p:nvPr/>
      </p:nvGrpSpPr>
      <p:grpSpPr>
        <a:xfrm>
          <a:off x="0" y="0"/>
          <a:ext cx="0" cy="0"/>
          <a:chOff x="0" y="0"/>
          <a:chExt cx="0" cy="0"/>
        </a:xfrm>
      </p:grpSpPr>
      <p:pic>
        <p:nvPicPr>
          <p:cNvPr id="3092" name="Google Shape;3092;p32" title="Screenshot 2026-06-17 at 6.09.00 PM.png"/>
          <p:cNvPicPr preferRelativeResize="0"/>
          <p:nvPr/>
        </p:nvPicPr>
        <p:blipFill rotWithShape="1">
          <a:blip r:embed="rId4">
            <a:alphaModFix/>
          </a:blip>
          <a:srcRect l="1079" t="-400" r="8251" b="400"/>
          <a:stretch/>
        </p:blipFill>
        <p:spPr>
          <a:xfrm>
            <a:off x="289505" y="1225232"/>
            <a:ext cx="3318900" cy="2069100"/>
          </a:xfrm>
          <a:prstGeom prst="roundRect">
            <a:avLst>
              <a:gd name="adj" fmla="val 4264"/>
            </a:avLst>
          </a:prstGeom>
          <a:noFill/>
          <a:ln>
            <a:noFill/>
          </a:ln>
        </p:spPr>
      </p:pic>
      <p:sp>
        <p:nvSpPr>
          <p:cNvPr id="3093" name="Google Shape;3093;p32"/>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094" name="Google Shape;3094;p32"/>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chemeClr val="dk1"/>
              </a:buClr>
              <a:buSzPts val="2851"/>
              <a:buFont typeface="Arial"/>
              <a:buNone/>
            </a:pPr>
            <a:r>
              <a:rPr lang="en" sz="1800" b="1" i="0" u="none" strike="noStrike" cap="none">
                <a:solidFill>
                  <a:schemeClr val="dk1"/>
                </a:solidFill>
                <a:latin typeface="Calibri"/>
                <a:ea typeface="Calibri"/>
                <a:cs typeface="Calibri"/>
                <a:sym typeface="Calibri"/>
              </a:rPr>
              <a:t>Top Customers &amp; Channels: Overview</a:t>
            </a:r>
            <a:endParaRPr sz="1800" b="1" i="0" u="none" strike="noStrike" cap="none">
              <a:solidFill>
                <a:schemeClr val="dk1"/>
              </a:solidFill>
              <a:latin typeface="Calibri"/>
              <a:ea typeface="Calibri"/>
              <a:cs typeface="Calibri"/>
              <a:sym typeface="Calibri"/>
            </a:endParaRPr>
          </a:p>
        </p:txBody>
      </p:sp>
      <p:sp>
        <p:nvSpPr>
          <p:cNvPr id="3095" name="Google Shape;3095;p32"/>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6" name="Google Shape;3096;p32"/>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7" name="Google Shape;3097;p32"/>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cxnSp>
        <p:nvCxnSpPr>
          <p:cNvPr id="3098" name="Google Shape;3098;p32"/>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099" name="Google Shape;3099;p32"/>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sp>
        <p:nvSpPr>
          <p:cNvPr id="3100" name="Google Shape;3100;p32"/>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101" name="Google Shape;3101;p32"/>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grpSp>
        <p:nvGrpSpPr>
          <p:cNvPr id="3102" name="Google Shape;3102;p32"/>
          <p:cNvGrpSpPr/>
          <p:nvPr/>
        </p:nvGrpSpPr>
        <p:grpSpPr>
          <a:xfrm>
            <a:off x="3496675" y="663825"/>
            <a:ext cx="1155776" cy="235490"/>
            <a:chOff x="3377819" y="989946"/>
            <a:chExt cx="1126378" cy="229500"/>
          </a:xfrm>
        </p:grpSpPr>
        <p:sp>
          <p:nvSpPr>
            <p:cNvPr id="3103" name="Google Shape;3103;p32"/>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104" name="Google Shape;3104;p32"/>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105" name="Google Shape;3105;p32"/>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106" name="Google Shape;3106;p32"/>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107" name="Google Shape;3107;p32"/>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pic>
        <p:nvPicPr>
          <p:cNvPr id="3108" name="Google Shape;3108;p32" title="top customer.png"/>
          <p:cNvPicPr preferRelativeResize="0"/>
          <p:nvPr/>
        </p:nvPicPr>
        <p:blipFill rotWithShape="1">
          <a:blip r:embed="rId5">
            <a:alphaModFix/>
          </a:blip>
          <a:srcRect/>
          <a:stretch/>
        </p:blipFill>
        <p:spPr>
          <a:xfrm>
            <a:off x="3496675" y="969750"/>
            <a:ext cx="5286300" cy="2822700"/>
          </a:xfrm>
          <a:prstGeom prst="roundRect">
            <a:avLst>
              <a:gd name="adj" fmla="val 3420"/>
            </a:avLst>
          </a:prstGeom>
          <a:noFill/>
          <a:ln>
            <a:noFill/>
          </a:ln>
          <a:effectLst>
            <a:outerShdw blurRad="71438" dist="47625" dir="4800000" algn="bl" rotWithShape="0">
              <a:srgbClr val="000000">
                <a:alpha val="50196"/>
              </a:srgbClr>
            </a:outerShdw>
          </a:effectLst>
        </p:spPr>
      </p:pic>
      <p:sp>
        <p:nvSpPr>
          <p:cNvPr id="3109" name="Google Shape;3109;p32"/>
          <p:cNvSpPr/>
          <p:nvPr/>
        </p:nvSpPr>
        <p:spPr>
          <a:xfrm>
            <a:off x="3461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10" name="Google Shape;3110;p32"/>
          <p:cNvSpPr txBox="1"/>
          <p:nvPr/>
        </p:nvSpPr>
        <p:spPr>
          <a:xfrm>
            <a:off x="685700" y="4209350"/>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Improved Information Hierarchy</a:t>
            </a:r>
            <a:endParaRPr sz="800" b="0" i="0" u="none" strike="noStrike" cap="none">
              <a:solidFill>
                <a:srgbClr val="3C3C3C"/>
              </a:solidFill>
              <a:latin typeface="Calibri"/>
              <a:ea typeface="Calibri"/>
              <a:cs typeface="Calibri"/>
              <a:sym typeface="Calibri"/>
            </a:endParaRPr>
          </a:p>
        </p:txBody>
      </p:sp>
      <p:sp>
        <p:nvSpPr>
          <p:cNvPr id="3111" name="Google Shape;3111;p32"/>
          <p:cNvSpPr txBox="1"/>
          <p:nvPr/>
        </p:nvSpPr>
        <p:spPr>
          <a:xfrm>
            <a:off x="442850" y="4434525"/>
            <a:ext cx="15339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Uses distinct bolding and header breadcrumbs to logically separate main brands from sub-regions. Establishes a clear visual path that instantly distinguishes parent summary rows from granular rows.</a:t>
            </a:r>
            <a:endParaRPr sz="700" b="0" i="0" u="none" strike="noStrike" cap="none">
              <a:solidFill>
                <a:srgbClr val="3C3C3C"/>
              </a:solidFill>
              <a:latin typeface="Calibri"/>
              <a:ea typeface="Calibri"/>
              <a:cs typeface="Calibri"/>
              <a:sym typeface="Calibri"/>
            </a:endParaRPr>
          </a:p>
        </p:txBody>
      </p:sp>
      <p:sp>
        <p:nvSpPr>
          <p:cNvPr id="3112" name="Google Shape;3112;p32"/>
          <p:cNvSpPr/>
          <p:nvPr/>
        </p:nvSpPr>
        <p:spPr>
          <a:xfrm>
            <a:off x="20991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13" name="Google Shape;3113;p32"/>
          <p:cNvSpPr txBox="1"/>
          <p:nvPr/>
        </p:nvSpPr>
        <p:spPr>
          <a:xfrm>
            <a:off x="2438729" y="4209351"/>
            <a:ext cx="1238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Improved Readability</a:t>
            </a:r>
            <a:endParaRPr sz="909" b="0" i="0" u="none" strike="noStrike" cap="none">
              <a:solidFill>
                <a:srgbClr val="3C3C3C"/>
              </a:solidFill>
              <a:latin typeface="Calibri"/>
              <a:ea typeface="Calibri"/>
              <a:cs typeface="Calibri"/>
              <a:sym typeface="Calibri"/>
            </a:endParaRPr>
          </a:p>
        </p:txBody>
      </p:sp>
      <p:sp>
        <p:nvSpPr>
          <p:cNvPr id="3114" name="Google Shape;3114;p32"/>
          <p:cNvSpPr txBox="1"/>
          <p:nvPr/>
        </p:nvSpPr>
        <p:spPr>
          <a:xfrm>
            <a:off x="2195900" y="4434525"/>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Eliminates heavy, solid green row fills in favor of a clean white palette with crisp typography. Maximizes spacing around text data to significantly lower visual fatigue while reviewing large grids.</a:t>
            </a:r>
            <a:endParaRPr sz="750" b="0" i="0" u="none" strike="noStrike" cap="none">
              <a:solidFill>
                <a:srgbClr val="3C3C3C"/>
              </a:solidFill>
              <a:latin typeface="Calibri"/>
              <a:ea typeface="Calibri"/>
              <a:cs typeface="Calibri"/>
              <a:sym typeface="Calibri"/>
            </a:endParaRPr>
          </a:p>
        </p:txBody>
      </p:sp>
      <p:sp>
        <p:nvSpPr>
          <p:cNvPr id="3115" name="Google Shape;3115;p32"/>
          <p:cNvSpPr/>
          <p:nvPr/>
        </p:nvSpPr>
        <p:spPr>
          <a:xfrm>
            <a:off x="3852239"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16" name="Google Shape;3116;p32"/>
          <p:cNvSpPr txBox="1"/>
          <p:nvPr/>
        </p:nvSpPr>
        <p:spPr>
          <a:xfrm>
            <a:off x="4191775" y="4209350"/>
            <a:ext cx="1395000" cy="115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chemeClr val="dk1"/>
                </a:solidFill>
                <a:latin typeface="Calibri"/>
                <a:ea typeface="Calibri"/>
                <a:cs typeface="Calibri"/>
                <a:sym typeface="Calibri"/>
              </a:rPr>
              <a:t>Decision-Making Support</a:t>
            </a:r>
            <a:endParaRPr sz="750" b="0" i="0" u="none" strike="noStrike" cap="none">
              <a:solidFill>
                <a:srgbClr val="3C3C3C"/>
              </a:solidFill>
              <a:latin typeface="Calibri"/>
              <a:ea typeface="Calibri"/>
              <a:cs typeface="Calibri"/>
              <a:sym typeface="Calibri"/>
            </a:endParaRPr>
          </a:p>
        </p:txBody>
      </p:sp>
      <p:sp>
        <p:nvSpPr>
          <p:cNvPr id="3117" name="Google Shape;3117;p32"/>
          <p:cNvSpPr txBox="1"/>
          <p:nvPr/>
        </p:nvSpPr>
        <p:spPr>
          <a:xfrm>
            <a:off x="3948936" y="4434533"/>
            <a:ext cx="14814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Introduces a smart "AI Data Assistant" alert banner to surface critical, pending reporting issues. Converts messy, chaotic yellow notes into neat, cell-specific comment boxes tied directly to relevant metrics.</a:t>
            </a:r>
            <a:endParaRPr sz="700" b="0" i="0" u="none" strike="noStrike" cap="none">
              <a:solidFill>
                <a:srgbClr val="3C3C3C"/>
              </a:solidFill>
              <a:latin typeface="Calibri"/>
              <a:ea typeface="Calibri"/>
              <a:cs typeface="Calibri"/>
              <a:sym typeface="Calibri"/>
            </a:endParaRPr>
          </a:p>
        </p:txBody>
      </p:sp>
      <p:sp>
        <p:nvSpPr>
          <p:cNvPr id="3118" name="Google Shape;3118;p32"/>
          <p:cNvSpPr/>
          <p:nvPr/>
        </p:nvSpPr>
        <p:spPr>
          <a:xfrm>
            <a:off x="56053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19" name="Google Shape;3119;p32"/>
          <p:cNvSpPr txBox="1"/>
          <p:nvPr/>
        </p:nvSpPr>
        <p:spPr>
          <a:xfrm>
            <a:off x="5944925" y="4209362"/>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Consistent Design Language </a:t>
            </a:r>
            <a:endParaRPr sz="800" b="0" i="0" u="none" strike="noStrike" cap="none">
              <a:solidFill>
                <a:srgbClr val="3C3C3C"/>
              </a:solidFill>
              <a:latin typeface="Calibri"/>
              <a:ea typeface="Calibri"/>
              <a:cs typeface="Calibri"/>
              <a:sym typeface="Calibri"/>
            </a:endParaRPr>
          </a:p>
        </p:txBody>
      </p:sp>
      <p:sp>
        <p:nvSpPr>
          <p:cNvPr id="3120" name="Google Shape;3120;p32"/>
          <p:cNvSpPr txBox="1"/>
          <p:nvPr/>
        </p:nvSpPr>
        <p:spPr>
          <a:xfrm>
            <a:off x="5702100" y="4434525"/>
            <a:ext cx="14814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Standardizes top-level utility buttons and font stylings into a cohesive, modern enterprise dashboard theme. Replaces raw spreadsheet structures with a uniform corporate identity and refined layout system.</a:t>
            </a:r>
            <a:endParaRPr sz="700" b="0" i="0" u="none" strike="noStrike" cap="none">
              <a:solidFill>
                <a:srgbClr val="3C3C3C"/>
              </a:solidFill>
              <a:latin typeface="Calibri"/>
              <a:ea typeface="Calibri"/>
              <a:cs typeface="Calibri"/>
              <a:sym typeface="Calibri"/>
            </a:endParaRPr>
          </a:p>
        </p:txBody>
      </p:sp>
      <p:sp>
        <p:nvSpPr>
          <p:cNvPr id="3121" name="Google Shape;3121;p32"/>
          <p:cNvSpPr/>
          <p:nvPr/>
        </p:nvSpPr>
        <p:spPr>
          <a:xfrm>
            <a:off x="73585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22" name="Google Shape;3122;p32"/>
          <p:cNvSpPr txBox="1"/>
          <p:nvPr/>
        </p:nvSpPr>
        <p:spPr>
          <a:xfrm>
            <a:off x="7698075" y="4209350"/>
            <a:ext cx="1395000" cy="124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9"/>
              <a:buFont typeface="Arial"/>
              <a:buNone/>
            </a:pPr>
            <a:r>
              <a:rPr lang="en" sz="809" b="0" i="0" u="none" strike="noStrike" cap="none">
                <a:solidFill>
                  <a:srgbClr val="3C3C3C"/>
                </a:solidFill>
                <a:latin typeface="Calibri"/>
                <a:ea typeface="Calibri"/>
                <a:cs typeface="Calibri"/>
                <a:sym typeface="Calibri"/>
              </a:rPr>
              <a:t>Enhanced Table Presentation</a:t>
            </a:r>
            <a:endParaRPr sz="809" b="0" i="0" u="none" strike="noStrike" cap="none">
              <a:solidFill>
                <a:srgbClr val="3C3C3C"/>
              </a:solidFill>
              <a:latin typeface="Calibri"/>
              <a:ea typeface="Calibri"/>
              <a:cs typeface="Calibri"/>
              <a:sym typeface="Calibri"/>
            </a:endParaRPr>
          </a:p>
        </p:txBody>
      </p:sp>
      <p:sp>
        <p:nvSpPr>
          <p:cNvPr id="3123" name="Google Shape;3123;p32"/>
          <p:cNvSpPr txBox="1"/>
          <p:nvPr/>
        </p:nvSpPr>
        <p:spPr>
          <a:xfrm>
            <a:off x="7455243" y="4434533"/>
            <a:ext cx="1533900" cy="538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Upgrades chaotic table lines to streamlined rows with elegant, faint border dividers. Positions comparison metrics cleanly under core numbers to simplify variance tracking.</a:t>
            </a:r>
            <a:endParaRPr sz="700" b="0" i="0" u="none" strike="noStrike" cap="none">
              <a:solidFill>
                <a:srgbClr val="3C3C3C"/>
              </a:solidFill>
              <a:latin typeface="Calibri"/>
              <a:ea typeface="Calibri"/>
              <a:cs typeface="Calibri"/>
              <a:sym typeface="Calibri"/>
            </a:endParaRPr>
          </a:p>
        </p:txBody>
      </p:sp>
      <p:pic>
        <p:nvPicPr>
          <p:cNvPr id="3124" name="Google Shape;3124;p32"/>
          <p:cNvPicPr preferRelativeResize="0"/>
          <p:nvPr/>
        </p:nvPicPr>
        <p:blipFill rotWithShape="1">
          <a:blip r:embed="rId6">
            <a:alphaModFix/>
          </a:blip>
          <a:srcRect/>
          <a:stretch/>
        </p:blipFill>
        <p:spPr>
          <a:xfrm>
            <a:off x="7455250" y="4183550"/>
            <a:ext cx="191400" cy="191400"/>
          </a:xfrm>
          <a:prstGeom prst="rect">
            <a:avLst/>
          </a:prstGeom>
          <a:noFill/>
          <a:ln>
            <a:noFill/>
          </a:ln>
        </p:spPr>
      </p:pic>
      <p:pic>
        <p:nvPicPr>
          <p:cNvPr id="3125" name="Google Shape;3125;p32" title="material-symbols_close-rounded.png"/>
          <p:cNvPicPr preferRelativeResize="0"/>
          <p:nvPr/>
        </p:nvPicPr>
        <p:blipFill rotWithShape="1">
          <a:blip r:embed="rId7">
            <a:alphaModFix/>
          </a:blip>
          <a:srcRect/>
          <a:stretch/>
        </p:blipFill>
        <p:spPr>
          <a:xfrm>
            <a:off x="8382299" y="1451249"/>
            <a:ext cx="102275" cy="102275"/>
          </a:xfrm>
          <a:prstGeom prst="rect">
            <a:avLst/>
          </a:prstGeom>
          <a:noFill/>
          <a:ln>
            <a:noFill/>
          </a:ln>
        </p:spPr>
      </p:pic>
      <p:pic>
        <p:nvPicPr>
          <p:cNvPr id="3126" name="Google Shape;3126;p32" title="lsicon_view-filled.png"/>
          <p:cNvPicPr preferRelativeResize="0"/>
          <p:nvPr/>
        </p:nvPicPr>
        <p:blipFill rotWithShape="1">
          <a:blip r:embed="rId8">
            <a:alphaModFix/>
          </a:blip>
          <a:srcRect/>
          <a:stretch/>
        </p:blipFill>
        <p:spPr>
          <a:xfrm>
            <a:off x="2194201" y="4160393"/>
            <a:ext cx="223200" cy="223200"/>
          </a:xfrm>
          <a:prstGeom prst="rect">
            <a:avLst/>
          </a:prstGeom>
          <a:noFill/>
          <a:ln>
            <a:noFill/>
          </a:ln>
        </p:spPr>
      </p:pic>
      <p:pic>
        <p:nvPicPr>
          <p:cNvPr id="3127" name="Google Shape;3127;p32" title="Text-1.png"/>
          <p:cNvPicPr preferRelativeResize="0"/>
          <p:nvPr/>
        </p:nvPicPr>
        <p:blipFill rotWithShape="1">
          <a:blip r:embed="rId9">
            <a:alphaModFix/>
          </a:blip>
          <a:srcRect/>
          <a:stretch/>
        </p:blipFill>
        <p:spPr>
          <a:xfrm>
            <a:off x="451073" y="4181600"/>
            <a:ext cx="195300" cy="195300"/>
          </a:xfrm>
          <a:prstGeom prst="rect">
            <a:avLst/>
          </a:prstGeom>
          <a:noFill/>
          <a:ln>
            <a:noFill/>
          </a:ln>
        </p:spPr>
      </p:pic>
      <p:pic>
        <p:nvPicPr>
          <p:cNvPr id="3128" name="Google Shape;3128;p32" title="mdi_color.png"/>
          <p:cNvPicPr preferRelativeResize="0"/>
          <p:nvPr/>
        </p:nvPicPr>
        <p:blipFill rotWithShape="1">
          <a:blip r:embed="rId10">
            <a:alphaModFix/>
          </a:blip>
          <a:srcRect/>
          <a:stretch/>
        </p:blipFill>
        <p:spPr>
          <a:xfrm>
            <a:off x="5686608" y="4147451"/>
            <a:ext cx="235500" cy="235500"/>
          </a:xfrm>
          <a:prstGeom prst="rect">
            <a:avLst/>
          </a:prstGeom>
          <a:noFill/>
          <a:ln>
            <a:noFill/>
          </a:ln>
        </p:spPr>
      </p:pic>
      <p:pic>
        <p:nvPicPr>
          <p:cNvPr id="3129" name="Google Shape;3129;p32" title="Text-8.png"/>
          <p:cNvPicPr preferRelativeResize="0"/>
          <p:nvPr/>
        </p:nvPicPr>
        <p:blipFill rotWithShape="1">
          <a:blip r:embed="rId11">
            <a:alphaModFix/>
          </a:blip>
          <a:srcRect/>
          <a:stretch/>
        </p:blipFill>
        <p:spPr>
          <a:xfrm>
            <a:off x="3935550" y="4171400"/>
            <a:ext cx="191400" cy="191400"/>
          </a:xfrm>
          <a:prstGeom prst="rect">
            <a:avLst/>
          </a:prstGeom>
          <a:noFill/>
          <a:ln>
            <a:noFill/>
          </a:ln>
        </p:spPr>
      </p:pic>
      <p:pic>
        <p:nvPicPr>
          <p:cNvPr id="2" name="Picture 1">
            <a:extLst>
              <a:ext uri="{FF2B5EF4-FFF2-40B4-BE49-F238E27FC236}">
                <a16:creationId xmlns:a16="http://schemas.microsoft.com/office/drawing/2014/main" id="{EA8D1B17-2EE2-B35E-6198-EEFC380F56DC}"/>
              </a:ext>
            </a:extLst>
          </p:cNvPr>
          <p:cNvPicPr>
            <a:picLocks noChangeAspect="1"/>
          </p:cNvPicPr>
          <p:nvPr/>
        </p:nvPicPr>
        <p:blipFill>
          <a:blip r:embed="rId12"/>
          <a:stretch>
            <a:fillRect/>
          </a:stretch>
        </p:blipFill>
        <p:spPr>
          <a:xfrm>
            <a:off x="3491118" y="974461"/>
            <a:ext cx="5292588" cy="282186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133"/>
        <p:cNvGrpSpPr/>
        <p:nvPr/>
      </p:nvGrpSpPr>
      <p:grpSpPr>
        <a:xfrm>
          <a:off x="0" y="0"/>
          <a:ext cx="0" cy="0"/>
          <a:chOff x="0" y="0"/>
          <a:chExt cx="0" cy="0"/>
        </a:xfrm>
      </p:grpSpPr>
      <p:pic>
        <p:nvPicPr>
          <p:cNvPr id="3134" name="Google Shape;3134;p33" title="Screenshot 2026-06-17 at 6.09.46 PM.png"/>
          <p:cNvPicPr preferRelativeResize="0"/>
          <p:nvPr/>
        </p:nvPicPr>
        <p:blipFill rotWithShape="1">
          <a:blip r:embed="rId4">
            <a:alphaModFix/>
          </a:blip>
          <a:srcRect l="1421" r="8626"/>
          <a:stretch/>
        </p:blipFill>
        <p:spPr>
          <a:xfrm>
            <a:off x="289505" y="1225232"/>
            <a:ext cx="3318900" cy="2069100"/>
          </a:xfrm>
          <a:prstGeom prst="roundRect">
            <a:avLst>
              <a:gd name="adj" fmla="val 4710"/>
            </a:avLst>
          </a:prstGeom>
          <a:noFill/>
          <a:ln>
            <a:noFill/>
          </a:ln>
        </p:spPr>
      </p:pic>
      <p:sp>
        <p:nvSpPr>
          <p:cNvPr id="3135" name="Google Shape;3135;p33"/>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136" name="Google Shape;3136;p33"/>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chemeClr val="dk1"/>
              </a:buClr>
              <a:buSzPts val="2851"/>
              <a:buFont typeface="Arial"/>
              <a:buNone/>
            </a:pPr>
            <a:r>
              <a:rPr lang="en" sz="1800" b="1" i="0" u="none" strike="noStrike" cap="none">
                <a:solidFill>
                  <a:schemeClr val="dk1"/>
                </a:solidFill>
                <a:latin typeface="Calibri"/>
                <a:ea typeface="Calibri"/>
                <a:cs typeface="Calibri"/>
                <a:sym typeface="Calibri"/>
              </a:rPr>
              <a:t>Top Customers &amp; Channels: Growth Double Click</a:t>
            </a:r>
            <a:endParaRPr sz="1800" b="1" i="0" u="none" strike="noStrike" cap="none">
              <a:solidFill>
                <a:schemeClr val="dk1"/>
              </a:solidFill>
              <a:latin typeface="Calibri"/>
              <a:ea typeface="Calibri"/>
              <a:cs typeface="Calibri"/>
              <a:sym typeface="Calibri"/>
            </a:endParaRPr>
          </a:p>
        </p:txBody>
      </p:sp>
      <p:sp>
        <p:nvSpPr>
          <p:cNvPr id="3137" name="Google Shape;3137;p33"/>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8" name="Google Shape;3138;p33"/>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9" name="Google Shape;3139;p33"/>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cxnSp>
        <p:nvCxnSpPr>
          <p:cNvPr id="3140" name="Google Shape;3140;p33"/>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141" name="Google Shape;3141;p33"/>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sp>
        <p:nvSpPr>
          <p:cNvPr id="3142" name="Google Shape;3142;p33"/>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143" name="Google Shape;3143;p33"/>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grpSp>
        <p:nvGrpSpPr>
          <p:cNvPr id="3144" name="Google Shape;3144;p33"/>
          <p:cNvGrpSpPr/>
          <p:nvPr/>
        </p:nvGrpSpPr>
        <p:grpSpPr>
          <a:xfrm>
            <a:off x="3496675" y="663825"/>
            <a:ext cx="1155776" cy="235490"/>
            <a:chOff x="3377819" y="989946"/>
            <a:chExt cx="1126378" cy="229500"/>
          </a:xfrm>
        </p:grpSpPr>
        <p:sp>
          <p:nvSpPr>
            <p:cNvPr id="3145" name="Google Shape;3145;p33"/>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146" name="Google Shape;3146;p33"/>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147" name="Google Shape;3147;p33"/>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148" name="Google Shape;3148;p33"/>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149" name="Google Shape;3149;p33"/>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pic>
        <p:nvPicPr>
          <p:cNvPr id="3150" name="Google Shape;3150;p33" title="Slide 12.png"/>
          <p:cNvPicPr preferRelativeResize="0"/>
          <p:nvPr/>
        </p:nvPicPr>
        <p:blipFill rotWithShape="1">
          <a:blip r:embed="rId5">
            <a:alphaModFix/>
          </a:blip>
          <a:srcRect t="-1286"/>
          <a:stretch/>
        </p:blipFill>
        <p:spPr>
          <a:xfrm>
            <a:off x="3496675" y="943388"/>
            <a:ext cx="5398200" cy="2841900"/>
          </a:xfrm>
          <a:prstGeom prst="roundRect">
            <a:avLst>
              <a:gd name="adj" fmla="val 3420"/>
            </a:avLst>
          </a:prstGeom>
          <a:noFill/>
          <a:ln>
            <a:noFill/>
          </a:ln>
          <a:effectLst>
            <a:outerShdw blurRad="71438" dist="47625" dir="4800000" algn="bl" rotWithShape="0">
              <a:srgbClr val="000000">
                <a:alpha val="50196"/>
              </a:srgbClr>
            </a:outerShdw>
          </a:effectLst>
        </p:spPr>
      </p:pic>
      <p:sp>
        <p:nvSpPr>
          <p:cNvPr id="3151" name="Google Shape;3151;p33"/>
          <p:cNvSpPr/>
          <p:nvPr/>
        </p:nvSpPr>
        <p:spPr>
          <a:xfrm>
            <a:off x="3461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52" name="Google Shape;3152;p33"/>
          <p:cNvSpPr txBox="1"/>
          <p:nvPr/>
        </p:nvSpPr>
        <p:spPr>
          <a:xfrm>
            <a:off x="685700" y="4209350"/>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Improved Information Hierarchy</a:t>
            </a:r>
            <a:endParaRPr sz="800" b="0" i="0" u="none" strike="noStrike" cap="none">
              <a:solidFill>
                <a:srgbClr val="3C3C3C"/>
              </a:solidFill>
              <a:latin typeface="Calibri"/>
              <a:ea typeface="Calibri"/>
              <a:cs typeface="Calibri"/>
              <a:sym typeface="Calibri"/>
            </a:endParaRPr>
          </a:p>
        </p:txBody>
      </p:sp>
      <p:sp>
        <p:nvSpPr>
          <p:cNvPr id="3153" name="Google Shape;3153;p33"/>
          <p:cNvSpPr txBox="1"/>
          <p:nvPr/>
        </p:nvSpPr>
        <p:spPr>
          <a:xfrm>
            <a:off x="442850" y="4434525"/>
            <a:ext cx="15339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Uses distinct bolding and header breadcrumbs to logically separate main brands from sub-regions. Establishes a clear visual path that instantly distinguishes parent summary rows from granular rows.</a:t>
            </a:r>
            <a:endParaRPr sz="700" b="0" i="0" u="none" strike="noStrike" cap="none">
              <a:solidFill>
                <a:srgbClr val="3C3C3C"/>
              </a:solidFill>
              <a:latin typeface="Calibri"/>
              <a:ea typeface="Calibri"/>
              <a:cs typeface="Calibri"/>
              <a:sym typeface="Calibri"/>
            </a:endParaRPr>
          </a:p>
        </p:txBody>
      </p:sp>
      <p:sp>
        <p:nvSpPr>
          <p:cNvPr id="3154" name="Google Shape;3154;p33"/>
          <p:cNvSpPr/>
          <p:nvPr/>
        </p:nvSpPr>
        <p:spPr>
          <a:xfrm>
            <a:off x="20991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55" name="Google Shape;3155;p33"/>
          <p:cNvSpPr txBox="1"/>
          <p:nvPr/>
        </p:nvSpPr>
        <p:spPr>
          <a:xfrm>
            <a:off x="2438729" y="4209351"/>
            <a:ext cx="1238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Improved Readability</a:t>
            </a:r>
            <a:endParaRPr sz="909" b="0" i="0" u="none" strike="noStrike" cap="none">
              <a:solidFill>
                <a:srgbClr val="3C3C3C"/>
              </a:solidFill>
              <a:latin typeface="Calibri"/>
              <a:ea typeface="Calibri"/>
              <a:cs typeface="Calibri"/>
              <a:sym typeface="Calibri"/>
            </a:endParaRPr>
          </a:p>
        </p:txBody>
      </p:sp>
      <p:sp>
        <p:nvSpPr>
          <p:cNvPr id="3156" name="Google Shape;3156;p33"/>
          <p:cNvSpPr txBox="1"/>
          <p:nvPr/>
        </p:nvSpPr>
        <p:spPr>
          <a:xfrm>
            <a:off x="2195900" y="4434525"/>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Eliminates heavy, solid green row fills in favor of a clean white palette with crisp typography. Maximizes spacing around text data to significantly lower visual fatigue while reviewing large grids.</a:t>
            </a:r>
            <a:endParaRPr sz="750" b="0" i="0" u="none" strike="noStrike" cap="none">
              <a:solidFill>
                <a:srgbClr val="3C3C3C"/>
              </a:solidFill>
              <a:latin typeface="Calibri"/>
              <a:ea typeface="Calibri"/>
              <a:cs typeface="Calibri"/>
              <a:sym typeface="Calibri"/>
            </a:endParaRPr>
          </a:p>
        </p:txBody>
      </p:sp>
      <p:sp>
        <p:nvSpPr>
          <p:cNvPr id="3157" name="Google Shape;3157;p33"/>
          <p:cNvSpPr/>
          <p:nvPr/>
        </p:nvSpPr>
        <p:spPr>
          <a:xfrm>
            <a:off x="3852239"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58" name="Google Shape;3158;p33"/>
          <p:cNvSpPr txBox="1"/>
          <p:nvPr/>
        </p:nvSpPr>
        <p:spPr>
          <a:xfrm>
            <a:off x="4191775" y="4209350"/>
            <a:ext cx="1395000" cy="115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chemeClr val="dk1"/>
                </a:solidFill>
                <a:latin typeface="Calibri"/>
                <a:ea typeface="Calibri"/>
                <a:cs typeface="Calibri"/>
                <a:sym typeface="Calibri"/>
              </a:rPr>
              <a:t>Decision-Making Support</a:t>
            </a:r>
            <a:endParaRPr sz="750" b="0" i="0" u="none" strike="noStrike" cap="none">
              <a:solidFill>
                <a:srgbClr val="3C3C3C"/>
              </a:solidFill>
              <a:latin typeface="Calibri"/>
              <a:ea typeface="Calibri"/>
              <a:cs typeface="Calibri"/>
              <a:sym typeface="Calibri"/>
            </a:endParaRPr>
          </a:p>
        </p:txBody>
      </p:sp>
      <p:sp>
        <p:nvSpPr>
          <p:cNvPr id="3159" name="Google Shape;3159;p33"/>
          <p:cNvSpPr txBox="1"/>
          <p:nvPr/>
        </p:nvSpPr>
        <p:spPr>
          <a:xfrm>
            <a:off x="3948936" y="4434533"/>
            <a:ext cx="14814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Introduces a smart "AI Data Assistant" alert banner to surface critical, pending reporting issues. Converts messy, chaotic yellow notes into neat, cell-specific comment boxes tied directly to relevant metrics.</a:t>
            </a:r>
            <a:endParaRPr sz="700" b="0" i="0" u="none" strike="noStrike" cap="none">
              <a:solidFill>
                <a:srgbClr val="3C3C3C"/>
              </a:solidFill>
              <a:latin typeface="Calibri"/>
              <a:ea typeface="Calibri"/>
              <a:cs typeface="Calibri"/>
              <a:sym typeface="Calibri"/>
            </a:endParaRPr>
          </a:p>
        </p:txBody>
      </p:sp>
      <p:sp>
        <p:nvSpPr>
          <p:cNvPr id="3160" name="Google Shape;3160;p33"/>
          <p:cNvSpPr/>
          <p:nvPr/>
        </p:nvSpPr>
        <p:spPr>
          <a:xfrm>
            <a:off x="56053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61" name="Google Shape;3161;p33"/>
          <p:cNvSpPr txBox="1"/>
          <p:nvPr/>
        </p:nvSpPr>
        <p:spPr>
          <a:xfrm>
            <a:off x="5944925" y="4209362"/>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Consistent Design Language </a:t>
            </a:r>
            <a:endParaRPr sz="800" b="0" i="0" u="none" strike="noStrike" cap="none">
              <a:solidFill>
                <a:srgbClr val="3C3C3C"/>
              </a:solidFill>
              <a:latin typeface="Calibri"/>
              <a:ea typeface="Calibri"/>
              <a:cs typeface="Calibri"/>
              <a:sym typeface="Calibri"/>
            </a:endParaRPr>
          </a:p>
        </p:txBody>
      </p:sp>
      <p:sp>
        <p:nvSpPr>
          <p:cNvPr id="3162" name="Google Shape;3162;p33"/>
          <p:cNvSpPr txBox="1"/>
          <p:nvPr/>
        </p:nvSpPr>
        <p:spPr>
          <a:xfrm>
            <a:off x="5702100" y="4434525"/>
            <a:ext cx="14814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Standardizes top-level utility buttons and font stylings into a cohesive, modern enterprise dashboard theme. Replaces raw spreadsheet structures with a uniform corporate identity and refined layout system.</a:t>
            </a:r>
            <a:endParaRPr sz="700" b="0" i="0" u="none" strike="noStrike" cap="none">
              <a:solidFill>
                <a:srgbClr val="3C3C3C"/>
              </a:solidFill>
              <a:latin typeface="Calibri"/>
              <a:ea typeface="Calibri"/>
              <a:cs typeface="Calibri"/>
              <a:sym typeface="Calibri"/>
            </a:endParaRPr>
          </a:p>
        </p:txBody>
      </p:sp>
      <p:sp>
        <p:nvSpPr>
          <p:cNvPr id="3163" name="Google Shape;3163;p33"/>
          <p:cNvSpPr/>
          <p:nvPr/>
        </p:nvSpPr>
        <p:spPr>
          <a:xfrm>
            <a:off x="73585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64" name="Google Shape;3164;p33"/>
          <p:cNvSpPr txBox="1"/>
          <p:nvPr/>
        </p:nvSpPr>
        <p:spPr>
          <a:xfrm>
            <a:off x="7698075" y="4209350"/>
            <a:ext cx="1395000" cy="124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9"/>
              <a:buFont typeface="Arial"/>
              <a:buNone/>
            </a:pPr>
            <a:r>
              <a:rPr lang="en" sz="809" b="0" i="0" u="none" strike="noStrike" cap="none">
                <a:solidFill>
                  <a:srgbClr val="3C3C3C"/>
                </a:solidFill>
                <a:latin typeface="Calibri"/>
                <a:ea typeface="Calibri"/>
                <a:cs typeface="Calibri"/>
                <a:sym typeface="Calibri"/>
              </a:rPr>
              <a:t>Enhanced Table Presentation</a:t>
            </a:r>
            <a:endParaRPr sz="809" b="0" i="0" u="none" strike="noStrike" cap="none">
              <a:solidFill>
                <a:srgbClr val="3C3C3C"/>
              </a:solidFill>
              <a:latin typeface="Calibri"/>
              <a:ea typeface="Calibri"/>
              <a:cs typeface="Calibri"/>
              <a:sym typeface="Calibri"/>
            </a:endParaRPr>
          </a:p>
        </p:txBody>
      </p:sp>
      <p:sp>
        <p:nvSpPr>
          <p:cNvPr id="3165" name="Google Shape;3165;p33"/>
          <p:cNvSpPr txBox="1"/>
          <p:nvPr/>
        </p:nvSpPr>
        <p:spPr>
          <a:xfrm>
            <a:off x="7455243" y="4434533"/>
            <a:ext cx="1533900" cy="538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Upgrades chaotic table lines to streamlined rows with elegant, faint border dividers. Positions comparison metrics cleanly under core numbers to simplify variance tracking.</a:t>
            </a:r>
            <a:endParaRPr sz="700" b="0" i="0" u="none" strike="noStrike" cap="none">
              <a:solidFill>
                <a:srgbClr val="3C3C3C"/>
              </a:solidFill>
              <a:latin typeface="Calibri"/>
              <a:ea typeface="Calibri"/>
              <a:cs typeface="Calibri"/>
              <a:sym typeface="Calibri"/>
            </a:endParaRPr>
          </a:p>
        </p:txBody>
      </p:sp>
      <p:pic>
        <p:nvPicPr>
          <p:cNvPr id="3166" name="Google Shape;3166;p33"/>
          <p:cNvPicPr preferRelativeResize="0"/>
          <p:nvPr/>
        </p:nvPicPr>
        <p:blipFill rotWithShape="1">
          <a:blip r:embed="rId6">
            <a:alphaModFix/>
          </a:blip>
          <a:srcRect/>
          <a:stretch/>
        </p:blipFill>
        <p:spPr>
          <a:xfrm>
            <a:off x="7455250" y="4183550"/>
            <a:ext cx="191400" cy="191400"/>
          </a:xfrm>
          <a:prstGeom prst="rect">
            <a:avLst/>
          </a:prstGeom>
          <a:noFill/>
          <a:ln>
            <a:noFill/>
          </a:ln>
        </p:spPr>
      </p:pic>
      <p:pic>
        <p:nvPicPr>
          <p:cNvPr id="3167" name="Google Shape;3167;p33" title="material-symbols_close-rounded.png"/>
          <p:cNvPicPr preferRelativeResize="0"/>
          <p:nvPr/>
        </p:nvPicPr>
        <p:blipFill rotWithShape="1">
          <a:blip r:embed="rId7">
            <a:alphaModFix/>
          </a:blip>
          <a:srcRect/>
          <a:stretch/>
        </p:blipFill>
        <p:spPr>
          <a:xfrm>
            <a:off x="8514024" y="1390424"/>
            <a:ext cx="102275" cy="102275"/>
          </a:xfrm>
          <a:prstGeom prst="rect">
            <a:avLst/>
          </a:prstGeom>
          <a:noFill/>
          <a:ln>
            <a:noFill/>
          </a:ln>
        </p:spPr>
      </p:pic>
      <p:pic>
        <p:nvPicPr>
          <p:cNvPr id="3168" name="Google Shape;3168;p33" title="lsicon_view-filled.png"/>
          <p:cNvPicPr preferRelativeResize="0"/>
          <p:nvPr/>
        </p:nvPicPr>
        <p:blipFill rotWithShape="1">
          <a:blip r:embed="rId8">
            <a:alphaModFix/>
          </a:blip>
          <a:srcRect/>
          <a:stretch/>
        </p:blipFill>
        <p:spPr>
          <a:xfrm>
            <a:off x="2194636" y="4160650"/>
            <a:ext cx="223200" cy="223200"/>
          </a:xfrm>
          <a:prstGeom prst="rect">
            <a:avLst/>
          </a:prstGeom>
          <a:noFill/>
          <a:ln>
            <a:noFill/>
          </a:ln>
        </p:spPr>
      </p:pic>
      <p:pic>
        <p:nvPicPr>
          <p:cNvPr id="3169" name="Google Shape;3169;p33" title="Text-1.png"/>
          <p:cNvPicPr preferRelativeResize="0"/>
          <p:nvPr/>
        </p:nvPicPr>
        <p:blipFill rotWithShape="1">
          <a:blip r:embed="rId9">
            <a:alphaModFix/>
          </a:blip>
          <a:srcRect/>
          <a:stretch/>
        </p:blipFill>
        <p:spPr>
          <a:xfrm>
            <a:off x="451073" y="4181600"/>
            <a:ext cx="195300" cy="195300"/>
          </a:xfrm>
          <a:prstGeom prst="rect">
            <a:avLst/>
          </a:prstGeom>
          <a:noFill/>
          <a:ln>
            <a:noFill/>
          </a:ln>
        </p:spPr>
      </p:pic>
      <p:pic>
        <p:nvPicPr>
          <p:cNvPr id="2" name="Picture 1">
            <a:extLst>
              <a:ext uri="{FF2B5EF4-FFF2-40B4-BE49-F238E27FC236}">
                <a16:creationId xmlns:a16="http://schemas.microsoft.com/office/drawing/2014/main" id="{A18ED266-86C3-DE57-A375-8A773E2126D8}"/>
              </a:ext>
            </a:extLst>
          </p:cNvPr>
          <p:cNvPicPr>
            <a:picLocks noChangeAspect="1"/>
          </p:cNvPicPr>
          <p:nvPr/>
        </p:nvPicPr>
        <p:blipFill>
          <a:blip r:embed="rId10"/>
          <a:stretch>
            <a:fillRect/>
          </a:stretch>
        </p:blipFill>
        <p:spPr>
          <a:xfrm>
            <a:off x="3491119" y="986886"/>
            <a:ext cx="5400261" cy="2797012"/>
          </a:xfrm>
          <a:prstGeom prst="rect">
            <a:avLst/>
          </a:prstGeom>
        </p:spPr>
      </p:pic>
      <p:pic>
        <p:nvPicPr>
          <p:cNvPr id="3170" name="Google Shape;3170;p33" title="mdi_color.png"/>
          <p:cNvPicPr preferRelativeResize="0"/>
          <p:nvPr/>
        </p:nvPicPr>
        <p:blipFill rotWithShape="1">
          <a:blip r:embed="rId11">
            <a:alphaModFix/>
          </a:blip>
          <a:srcRect/>
          <a:stretch/>
        </p:blipFill>
        <p:spPr>
          <a:xfrm>
            <a:off x="5686608" y="4147451"/>
            <a:ext cx="235500" cy="235500"/>
          </a:xfrm>
          <a:prstGeom prst="rect">
            <a:avLst/>
          </a:prstGeom>
          <a:noFill/>
          <a:ln>
            <a:noFill/>
          </a:ln>
        </p:spPr>
      </p:pic>
      <p:pic>
        <p:nvPicPr>
          <p:cNvPr id="3171" name="Google Shape;3171;p33" title="Text-8.png"/>
          <p:cNvPicPr preferRelativeResize="0"/>
          <p:nvPr/>
        </p:nvPicPr>
        <p:blipFill rotWithShape="1">
          <a:blip r:embed="rId12">
            <a:alphaModFix/>
          </a:blip>
          <a:srcRect/>
          <a:stretch/>
        </p:blipFill>
        <p:spPr>
          <a:xfrm>
            <a:off x="3935550" y="4171400"/>
            <a:ext cx="191400" cy="191400"/>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175"/>
        <p:cNvGrpSpPr/>
        <p:nvPr/>
      </p:nvGrpSpPr>
      <p:grpSpPr>
        <a:xfrm>
          <a:off x="0" y="0"/>
          <a:ext cx="0" cy="0"/>
          <a:chOff x="0" y="0"/>
          <a:chExt cx="0" cy="0"/>
        </a:xfrm>
      </p:grpSpPr>
      <p:pic>
        <p:nvPicPr>
          <p:cNvPr id="3176" name="Google Shape;3176;p34" title="Screenshot 2026-06-05 at 3.41.28 PM 1.png"/>
          <p:cNvPicPr preferRelativeResize="0"/>
          <p:nvPr/>
        </p:nvPicPr>
        <p:blipFill rotWithShape="1">
          <a:blip r:embed="rId4">
            <a:alphaModFix/>
          </a:blip>
          <a:srcRect t="865" b="875"/>
          <a:stretch/>
        </p:blipFill>
        <p:spPr>
          <a:xfrm>
            <a:off x="273750" y="1238250"/>
            <a:ext cx="3375600" cy="2069100"/>
          </a:xfrm>
          <a:prstGeom prst="roundRect">
            <a:avLst>
              <a:gd name="adj" fmla="val 3437"/>
            </a:avLst>
          </a:prstGeom>
          <a:noFill/>
          <a:ln>
            <a:noFill/>
          </a:ln>
        </p:spPr>
      </p:pic>
      <p:sp>
        <p:nvSpPr>
          <p:cNvPr id="3177" name="Google Shape;3177;p34"/>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178" name="Google Shape;3178;p34"/>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chemeClr val="dk1"/>
              </a:buClr>
              <a:buSzPts val="2851"/>
              <a:buFont typeface="Arial"/>
              <a:buNone/>
            </a:pPr>
            <a:r>
              <a:rPr lang="en" sz="1800" b="1" i="0" u="none" strike="noStrike" cap="none">
                <a:solidFill>
                  <a:schemeClr val="dk1"/>
                </a:solidFill>
                <a:latin typeface="Calibri"/>
                <a:ea typeface="Calibri"/>
                <a:cs typeface="Calibri"/>
                <a:sym typeface="Calibri"/>
              </a:rPr>
              <a:t>Total Europe Internal | Brand View by Partition</a:t>
            </a:r>
            <a:endParaRPr sz="1800" b="1" i="0" u="none" strike="noStrike" cap="none">
              <a:solidFill>
                <a:schemeClr val="dk1"/>
              </a:solidFill>
              <a:latin typeface="Calibri"/>
              <a:ea typeface="Calibri"/>
              <a:cs typeface="Calibri"/>
              <a:sym typeface="Calibri"/>
            </a:endParaRPr>
          </a:p>
        </p:txBody>
      </p:sp>
      <p:sp>
        <p:nvSpPr>
          <p:cNvPr id="3179" name="Google Shape;3179;p34"/>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0" name="Google Shape;3180;p34"/>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1" name="Google Shape;3181;p34"/>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cxnSp>
        <p:nvCxnSpPr>
          <p:cNvPr id="3182" name="Google Shape;3182;p34"/>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183" name="Google Shape;3183;p34"/>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sp>
        <p:nvSpPr>
          <p:cNvPr id="3184" name="Google Shape;3184;p34"/>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185" name="Google Shape;3185;p34"/>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grpSp>
        <p:nvGrpSpPr>
          <p:cNvPr id="3186" name="Google Shape;3186;p34"/>
          <p:cNvGrpSpPr/>
          <p:nvPr/>
        </p:nvGrpSpPr>
        <p:grpSpPr>
          <a:xfrm>
            <a:off x="3496675" y="663825"/>
            <a:ext cx="1155776" cy="235490"/>
            <a:chOff x="3377819" y="989946"/>
            <a:chExt cx="1126378" cy="229500"/>
          </a:xfrm>
        </p:grpSpPr>
        <p:sp>
          <p:nvSpPr>
            <p:cNvPr id="3187" name="Google Shape;3187;p34"/>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188" name="Google Shape;3188;p34"/>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189" name="Google Shape;3189;p34"/>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190" name="Google Shape;3190;p34"/>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191" name="Google Shape;3191;p34"/>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192" name="Google Shape;3192;p34"/>
          <p:cNvSpPr/>
          <p:nvPr/>
        </p:nvSpPr>
        <p:spPr>
          <a:xfrm>
            <a:off x="3461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93" name="Google Shape;3193;p34"/>
          <p:cNvSpPr txBox="1"/>
          <p:nvPr/>
        </p:nvSpPr>
        <p:spPr>
          <a:xfrm>
            <a:off x="685700" y="4209350"/>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Improved Information Hierarchy</a:t>
            </a:r>
            <a:endParaRPr sz="800" b="0" i="0" u="none" strike="noStrike" cap="none">
              <a:solidFill>
                <a:srgbClr val="3C3C3C"/>
              </a:solidFill>
              <a:latin typeface="Calibri"/>
              <a:ea typeface="Calibri"/>
              <a:cs typeface="Calibri"/>
              <a:sym typeface="Calibri"/>
            </a:endParaRPr>
          </a:p>
        </p:txBody>
      </p:sp>
      <p:sp>
        <p:nvSpPr>
          <p:cNvPr id="3194" name="Google Shape;3194;p34"/>
          <p:cNvSpPr txBox="1"/>
          <p:nvPr/>
        </p:nvSpPr>
        <p:spPr>
          <a:xfrm>
            <a:off x="442850" y="4434525"/>
            <a:ext cx="15339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Uses distinct bolding and header breadcrumbs to logically separate main brands from sub-regions. Establishes a clear visual path that instantly distinguishes parent summary rows from granular rows.</a:t>
            </a:r>
            <a:endParaRPr sz="700" b="0" i="0" u="none" strike="noStrike" cap="none">
              <a:solidFill>
                <a:srgbClr val="3C3C3C"/>
              </a:solidFill>
              <a:latin typeface="Calibri"/>
              <a:ea typeface="Calibri"/>
              <a:cs typeface="Calibri"/>
              <a:sym typeface="Calibri"/>
            </a:endParaRPr>
          </a:p>
        </p:txBody>
      </p:sp>
      <p:sp>
        <p:nvSpPr>
          <p:cNvPr id="3195" name="Google Shape;3195;p34"/>
          <p:cNvSpPr/>
          <p:nvPr/>
        </p:nvSpPr>
        <p:spPr>
          <a:xfrm>
            <a:off x="20991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96" name="Google Shape;3196;p34"/>
          <p:cNvSpPr txBox="1"/>
          <p:nvPr/>
        </p:nvSpPr>
        <p:spPr>
          <a:xfrm>
            <a:off x="2438729" y="4209351"/>
            <a:ext cx="1238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Improved Readability</a:t>
            </a:r>
            <a:endParaRPr sz="909" b="0" i="0" u="none" strike="noStrike" cap="none">
              <a:solidFill>
                <a:srgbClr val="3C3C3C"/>
              </a:solidFill>
              <a:latin typeface="Calibri"/>
              <a:ea typeface="Calibri"/>
              <a:cs typeface="Calibri"/>
              <a:sym typeface="Calibri"/>
            </a:endParaRPr>
          </a:p>
        </p:txBody>
      </p:sp>
      <p:sp>
        <p:nvSpPr>
          <p:cNvPr id="3197" name="Google Shape;3197;p34"/>
          <p:cNvSpPr txBox="1"/>
          <p:nvPr/>
        </p:nvSpPr>
        <p:spPr>
          <a:xfrm>
            <a:off x="2195900" y="4434525"/>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Eliminates heavy, solid green row fills in favor of a clean white palette with crisp typography. Maximizes spacing around text data to significantly lower visual fatigue while reviewing large grids.</a:t>
            </a:r>
            <a:endParaRPr sz="750" b="0" i="0" u="none" strike="noStrike" cap="none">
              <a:solidFill>
                <a:srgbClr val="3C3C3C"/>
              </a:solidFill>
              <a:latin typeface="Calibri"/>
              <a:ea typeface="Calibri"/>
              <a:cs typeface="Calibri"/>
              <a:sym typeface="Calibri"/>
            </a:endParaRPr>
          </a:p>
        </p:txBody>
      </p:sp>
      <p:sp>
        <p:nvSpPr>
          <p:cNvPr id="3198" name="Google Shape;3198;p34"/>
          <p:cNvSpPr/>
          <p:nvPr/>
        </p:nvSpPr>
        <p:spPr>
          <a:xfrm>
            <a:off x="3852239"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199" name="Google Shape;3199;p34"/>
          <p:cNvSpPr txBox="1"/>
          <p:nvPr/>
        </p:nvSpPr>
        <p:spPr>
          <a:xfrm>
            <a:off x="4191775" y="4209350"/>
            <a:ext cx="1395000" cy="115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chemeClr val="dk1"/>
                </a:solidFill>
                <a:latin typeface="Calibri"/>
                <a:ea typeface="Calibri"/>
                <a:cs typeface="Calibri"/>
                <a:sym typeface="Calibri"/>
              </a:rPr>
              <a:t>Decision-Making Support</a:t>
            </a:r>
            <a:endParaRPr sz="750" b="0" i="0" u="none" strike="noStrike" cap="none">
              <a:solidFill>
                <a:srgbClr val="3C3C3C"/>
              </a:solidFill>
              <a:latin typeface="Calibri"/>
              <a:ea typeface="Calibri"/>
              <a:cs typeface="Calibri"/>
              <a:sym typeface="Calibri"/>
            </a:endParaRPr>
          </a:p>
        </p:txBody>
      </p:sp>
      <p:sp>
        <p:nvSpPr>
          <p:cNvPr id="3200" name="Google Shape;3200;p34"/>
          <p:cNvSpPr txBox="1"/>
          <p:nvPr/>
        </p:nvSpPr>
        <p:spPr>
          <a:xfrm>
            <a:off x="3948936" y="4434533"/>
            <a:ext cx="14814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Introduces a smart "AI Data Assistant" alert banner to surface critical, pending reporting issues. Converts messy, chaotic yellow notes into neat, cell-specific comment boxes tied directly to relevant metrics.</a:t>
            </a:r>
            <a:endParaRPr sz="700" b="0" i="0" u="none" strike="noStrike" cap="none">
              <a:solidFill>
                <a:srgbClr val="3C3C3C"/>
              </a:solidFill>
              <a:latin typeface="Calibri"/>
              <a:ea typeface="Calibri"/>
              <a:cs typeface="Calibri"/>
              <a:sym typeface="Calibri"/>
            </a:endParaRPr>
          </a:p>
        </p:txBody>
      </p:sp>
      <p:sp>
        <p:nvSpPr>
          <p:cNvPr id="3201" name="Google Shape;3201;p34"/>
          <p:cNvSpPr/>
          <p:nvPr/>
        </p:nvSpPr>
        <p:spPr>
          <a:xfrm>
            <a:off x="56053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202" name="Google Shape;3202;p34"/>
          <p:cNvSpPr txBox="1"/>
          <p:nvPr/>
        </p:nvSpPr>
        <p:spPr>
          <a:xfrm>
            <a:off x="5944925" y="4209362"/>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Consistent Design Language </a:t>
            </a:r>
            <a:endParaRPr sz="800" b="0" i="0" u="none" strike="noStrike" cap="none">
              <a:solidFill>
                <a:srgbClr val="3C3C3C"/>
              </a:solidFill>
              <a:latin typeface="Calibri"/>
              <a:ea typeface="Calibri"/>
              <a:cs typeface="Calibri"/>
              <a:sym typeface="Calibri"/>
            </a:endParaRPr>
          </a:p>
        </p:txBody>
      </p:sp>
      <p:sp>
        <p:nvSpPr>
          <p:cNvPr id="3203" name="Google Shape;3203;p34"/>
          <p:cNvSpPr txBox="1"/>
          <p:nvPr/>
        </p:nvSpPr>
        <p:spPr>
          <a:xfrm>
            <a:off x="5702100" y="4434525"/>
            <a:ext cx="14814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Standardizes top-level utility buttons and font stylings into a cohesive, modern enterprise dashboard theme. Replaces raw spreadsheet structures with a uniform corporate identity and refined layout system.</a:t>
            </a:r>
            <a:endParaRPr sz="700" b="0" i="0" u="none" strike="noStrike" cap="none">
              <a:solidFill>
                <a:srgbClr val="3C3C3C"/>
              </a:solidFill>
              <a:latin typeface="Calibri"/>
              <a:ea typeface="Calibri"/>
              <a:cs typeface="Calibri"/>
              <a:sym typeface="Calibri"/>
            </a:endParaRPr>
          </a:p>
        </p:txBody>
      </p:sp>
      <p:sp>
        <p:nvSpPr>
          <p:cNvPr id="3204" name="Google Shape;3204;p34"/>
          <p:cNvSpPr/>
          <p:nvPr/>
        </p:nvSpPr>
        <p:spPr>
          <a:xfrm>
            <a:off x="73585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205" name="Google Shape;3205;p34"/>
          <p:cNvSpPr txBox="1"/>
          <p:nvPr/>
        </p:nvSpPr>
        <p:spPr>
          <a:xfrm>
            <a:off x="7698075" y="4209350"/>
            <a:ext cx="1395000" cy="124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9"/>
              <a:buFont typeface="Arial"/>
              <a:buNone/>
            </a:pPr>
            <a:r>
              <a:rPr lang="en" sz="809" b="0" i="0" u="none" strike="noStrike" cap="none">
                <a:solidFill>
                  <a:srgbClr val="3C3C3C"/>
                </a:solidFill>
                <a:latin typeface="Calibri"/>
                <a:ea typeface="Calibri"/>
                <a:cs typeface="Calibri"/>
                <a:sym typeface="Calibri"/>
              </a:rPr>
              <a:t>Enhanced Table Presentation</a:t>
            </a:r>
            <a:endParaRPr sz="809" b="0" i="0" u="none" strike="noStrike" cap="none">
              <a:solidFill>
                <a:srgbClr val="3C3C3C"/>
              </a:solidFill>
              <a:latin typeface="Calibri"/>
              <a:ea typeface="Calibri"/>
              <a:cs typeface="Calibri"/>
              <a:sym typeface="Calibri"/>
            </a:endParaRPr>
          </a:p>
        </p:txBody>
      </p:sp>
      <p:sp>
        <p:nvSpPr>
          <p:cNvPr id="3206" name="Google Shape;3206;p34"/>
          <p:cNvSpPr txBox="1"/>
          <p:nvPr/>
        </p:nvSpPr>
        <p:spPr>
          <a:xfrm>
            <a:off x="7455243" y="4434533"/>
            <a:ext cx="1533900" cy="538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Upgrades chaotic table lines to streamlined rows with elegant, faint border dividers. Positions comparison metrics cleanly under core numbers to simplify variance tracking.</a:t>
            </a:r>
            <a:endParaRPr sz="700" b="0" i="0" u="none" strike="noStrike" cap="none">
              <a:solidFill>
                <a:srgbClr val="3C3C3C"/>
              </a:solidFill>
              <a:latin typeface="Calibri"/>
              <a:ea typeface="Calibri"/>
              <a:cs typeface="Calibri"/>
              <a:sym typeface="Calibri"/>
            </a:endParaRPr>
          </a:p>
        </p:txBody>
      </p:sp>
      <p:pic>
        <p:nvPicPr>
          <p:cNvPr id="3207" name="Google Shape;3207;p34" title="slide 9.png"/>
          <p:cNvPicPr preferRelativeResize="0"/>
          <p:nvPr/>
        </p:nvPicPr>
        <p:blipFill rotWithShape="1">
          <a:blip r:embed="rId5">
            <a:alphaModFix/>
          </a:blip>
          <a:srcRect/>
          <a:stretch/>
        </p:blipFill>
        <p:spPr>
          <a:xfrm>
            <a:off x="3496675" y="999075"/>
            <a:ext cx="5398200" cy="2786100"/>
          </a:xfrm>
          <a:prstGeom prst="roundRect">
            <a:avLst>
              <a:gd name="adj" fmla="val 3420"/>
            </a:avLst>
          </a:prstGeom>
          <a:noFill/>
          <a:ln>
            <a:noFill/>
          </a:ln>
          <a:effectLst>
            <a:outerShdw blurRad="71438" dist="47625" dir="4800000" algn="bl" rotWithShape="0">
              <a:srgbClr val="000000">
                <a:alpha val="50196"/>
              </a:srgbClr>
            </a:outerShdw>
          </a:effectLst>
        </p:spPr>
      </p:pic>
      <p:pic>
        <p:nvPicPr>
          <p:cNvPr id="3208" name="Google Shape;3208;p34"/>
          <p:cNvPicPr preferRelativeResize="0"/>
          <p:nvPr/>
        </p:nvPicPr>
        <p:blipFill rotWithShape="1">
          <a:blip r:embed="rId6">
            <a:alphaModFix/>
          </a:blip>
          <a:srcRect/>
          <a:stretch/>
        </p:blipFill>
        <p:spPr>
          <a:xfrm>
            <a:off x="7455250" y="4183550"/>
            <a:ext cx="191400" cy="191400"/>
          </a:xfrm>
          <a:prstGeom prst="rect">
            <a:avLst/>
          </a:prstGeom>
          <a:noFill/>
          <a:ln>
            <a:noFill/>
          </a:ln>
        </p:spPr>
      </p:pic>
      <p:pic>
        <p:nvPicPr>
          <p:cNvPr id="3209" name="Google Shape;3209;p34" title="material-symbols_close-rounded.png"/>
          <p:cNvPicPr preferRelativeResize="0"/>
          <p:nvPr/>
        </p:nvPicPr>
        <p:blipFill rotWithShape="1">
          <a:blip r:embed="rId7">
            <a:alphaModFix/>
          </a:blip>
          <a:srcRect/>
          <a:stretch/>
        </p:blipFill>
        <p:spPr>
          <a:xfrm>
            <a:off x="8640699" y="1314424"/>
            <a:ext cx="102275" cy="102275"/>
          </a:xfrm>
          <a:prstGeom prst="rect">
            <a:avLst/>
          </a:prstGeom>
          <a:noFill/>
          <a:ln>
            <a:noFill/>
          </a:ln>
        </p:spPr>
      </p:pic>
      <p:pic>
        <p:nvPicPr>
          <p:cNvPr id="3210" name="Google Shape;3210;p34" title="lsicon_view-filled.png"/>
          <p:cNvPicPr preferRelativeResize="0"/>
          <p:nvPr/>
        </p:nvPicPr>
        <p:blipFill rotWithShape="1">
          <a:blip r:embed="rId8">
            <a:alphaModFix/>
          </a:blip>
          <a:srcRect/>
          <a:stretch/>
        </p:blipFill>
        <p:spPr>
          <a:xfrm>
            <a:off x="2195450" y="4161670"/>
            <a:ext cx="223200" cy="223200"/>
          </a:xfrm>
          <a:prstGeom prst="rect">
            <a:avLst/>
          </a:prstGeom>
          <a:noFill/>
          <a:ln>
            <a:noFill/>
          </a:ln>
        </p:spPr>
      </p:pic>
      <p:pic>
        <p:nvPicPr>
          <p:cNvPr id="3211" name="Google Shape;3211;p34" title="Text-1.png"/>
          <p:cNvPicPr preferRelativeResize="0"/>
          <p:nvPr/>
        </p:nvPicPr>
        <p:blipFill rotWithShape="1">
          <a:blip r:embed="rId9">
            <a:alphaModFix/>
          </a:blip>
          <a:srcRect/>
          <a:stretch/>
        </p:blipFill>
        <p:spPr>
          <a:xfrm>
            <a:off x="451073" y="4181600"/>
            <a:ext cx="195300" cy="195300"/>
          </a:xfrm>
          <a:prstGeom prst="rect">
            <a:avLst/>
          </a:prstGeom>
          <a:noFill/>
          <a:ln>
            <a:noFill/>
          </a:ln>
        </p:spPr>
      </p:pic>
      <p:pic>
        <p:nvPicPr>
          <p:cNvPr id="3212" name="Google Shape;3212;p34" title="mdi_color.png"/>
          <p:cNvPicPr preferRelativeResize="0"/>
          <p:nvPr/>
        </p:nvPicPr>
        <p:blipFill rotWithShape="1">
          <a:blip r:embed="rId10">
            <a:alphaModFix/>
          </a:blip>
          <a:srcRect/>
          <a:stretch/>
        </p:blipFill>
        <p:spPr>
          <a:xfrm>
            <a:off x="5686608" y="4147451"/>
            <a:ext cx="235500" cy="235500"/>
          </a:xfrm>
          <a:prstGeom prst="rect">
            <a:avLst/>
          </a:prstGeom>
          <a:noFill/>
          <a:ln>
            <a:noFill/>
          </a:ln>
        </p:spPr>
      </p:pic>
      <p:pic>
        <p:nvPicPr>
          <p:cNvPr id="3213" name="Google Shape;3213;p34" title="Text-8.png"/>
          <p:cNvPicPr preferRelativeResize="0"/>
          <p:nvPr/>
        </p:nvPicPr>
        <p:blipFill rotWithShape="1">
          <a:blip r:embed="rId11">
            <a:alphaModFix/>
          </a:blip>
          <a:srcRect/>
          <a:stretch/>
        </p:blipFill>
        <p:spPr>
          <a:xfrm>
            <a:off x="3935550" y="4171400"/>
            <a:ext cx="191400" cy="191400"/>
          </a:xfrm>
          <a:prstGeom prst="rect">
            <a:avLst/>
          </a:prstGeom>
          <a:noFill/>
          <a:ln>
            <a:noFill/>
          </a:ln>
        </p:spPr>
      </p:pic>
      <p:pic>
        <p:nvPicPr>
          <p:cNvPr id="3" name="Picture 2">
            <a:extLst>
              <a:ext uri="{FF2B5EF4-FFF2-40B4-BE49-F238E27FC236}">
                <a16:creationId xmlns:a16="http://schemas.microsoft.com/office/drawing/2014/main" id="{7CC2350D-2494-139D-302A-13388041ED5A}"/>
              </a:ext>
            </a:extLst>
          </p:cNvPr>
          <p:cNvPicPr>
            <a:picLocks noChangeAspect="1"/>
          </p:cNvPicPr>
          <p:nvPr/>
        </p:nvPicPr>
        <p:blipFill>
          <a:blip r:embed="rId12"/>
          <a:stretch>
            <a:fillRect/>
          </a:stretch>
        </p:blipFill>
        <p:spPr>
          <a:xfrm>
            <a:off x="3495992" y="993913"/>
            <a:ext cx="5394657" cy="2803663"/>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217"/>
        <p:cNvGrpSpPr/>
        <p:nvPr/>
      </p:nvGrpSpPr>
      <p:grpSpPr>
        <a:xfrm>
          <a:off x="0" y="0"/>
          <a:ext cx="0" cy="0"/>
          <a:chOff x="0" y="0"/>
          <a:chExt cx="0" cy="0"/>
        </a:xfrm>
      </p:grpSpPr>
      <p:pic>
        <p:nvPicPr>
          <p:cNvPr id="3218" name="Google Shape;3218;p35" title="Screenshot 2026-06-05 at 3.44.31 PM 1.png"/>
          <p:cNvPicPr preferRelativeResize="0"/>
          <p:nvPr/>
        </p:nvPicPr>
        <p:blipFill rotWithShape="1">
          <a:blip r:embed="rId3">
            <a:alphaModFix/>
          </a:blip>
          <a:srcRect t="749" b="739"/>
          <a:stretch/>
        </p:blipFill>
        <p:spPr>
          <a:xfrm>
            <a:off x="289505" y="1225232"/>
            <a:ext cx="3318900" cy="2069100"/>
          </a:xfrm>
          <a:prstGeom prst="roundRect">
            <a:avLst>
              <a:gd name="adj" fmla="val 4660"/>
            </a:avLst>
          </a:prstGeom>
          <a:noFill/>
          <a:ln>
            <a:noFill/>
          </a:ln>
        </p:spPr>
      </p:pic>
      <p:sp>
        <p:nvSpPr>
          <p:cNvPr id="3219" name="Google Shape;3219;p35"/>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220" name="Google Shape;3220;p35"/>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chemeClr val="dk1"/>
              </a:buClr>
              <a:buSzPts val="2851"/>
              <a:buFont typeface="Arial"/>
              <a:buNone/>
            </a:pPr>
            <a:r>
              <a:rPr lang="en" sz="1800" b="1" i="0" u="none" strike="noStrike" cap="none">
                <a:solidFill>
                  <a:schemeClr val="dk1"/>
                </a:solidFill>
                <a:latin typeface="Calibri"/>
                <a:ea typeface="Calibri"/>
                <a:cs typeface="Calibri"/>
                <a:sym typeface="Calibri"/>
              </a:rPr>
              <a:t>Total Europe Internal | Brand View by </a:t>
            </a:r>
            <a:r>
              <a:rPr lang="en" sz="1800" b="1">
                <a:solidFill>
                  <a:schemeClr val="dk1"/>
                </a:solidFill>
                <a:latin typeface="Calibri"/>
                <a:ea typeface="Calibri"/>
                <a:cs typeface="Calibri"/>
                <a:sym typeface="Calibri"/>
              </a:rPr>
              <a:t>Cluster</a:t>
            </a:r>
            <a:endParaRPr sz="1800" b="1" i="0" u="none" strike="noStrike" cap="none">
              <a:solidFill>
                <a:schemeClr val="dk1"/>
              </a:solidFill>
              <a:latin typeface="Calibri"/>
              <a:ea typeface="Calibri"/>
              <a:cs typeface="Calibri"/>
              <a:sym typeface="Calibri"/>
            </a:endParaRPr>
          </a:p>
        </p:txBody>
      </p:sp>
      <p:sp>
        <p:nvSpPr>
          <p:cNvPr id="3221" name="Google Shape;3221;p35"/>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2" name="Google Shape;3222;p35"/>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3" name="Google Shape;3223;p35"/>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cxnSp>
        <p:nvCxnSpPr>
          <p:cNvPr id="3224" name="Google Shape;3224;p35"/>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225" name="Google Shape;3225;p35"/>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sp>
        <p:nvSpPr>
          <p:cNvPr id="3226" name="Google Shape;3226;p35"/>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227" name="Google Shape;3227;p35"/>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grpSp>
        <p:nvGrpSpPr>
          <p:cNvPr id="3228" name="Google Shape;3228;p35"/>
          <p:cNvGrpSpPr/>
          <p:nvPr/>
        </p:nvGrpSpPr>
        <p:grpSpPr>
          <a:xfrm>
            <a:off x="3496675" y="663825"/>
            <a:ext cx="1155776" cy="235490"/>
            <a:chOff x="3377819" y="989946"/>
            <a:chExt cx="1126378" cy="229500"/>
          </a:xfrm>
        </p:grpSpPr>
        <p:sp>
          <p:nvSpPr>
            <p:cNvPr id="3229" name="Google Shape;3229;p35"/>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230" name="Google Shape;3230;p35"/>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231" name="Google Shape;3231;p35"/>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232" name="Google Shape;3232;p35"/>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233" name="Google Shape;3233;p35"/>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pic>
        <p:nvPicPr>
          <p:cNvPr id="3234" name="Google Shape;3234;p35" title="Slide 10.png"/>
          <p:cNvPicPr preferRelativeResize="0"/>
          <p:nvPr/>
        </p:nvPicPr>
        <p:blipFill rotWithShape="1">
          <a:blip r:embed="rId4">
            <a:alphaModFix/>
          </a:blip>
          <a:srcRect/>
          <a:stretch/>
        </p:blipFill>
        <p:spPr>
          <a:xfrm>
            <a:off x="3496675" y="999075"/>
            <a:ext cx="5398200" cy="2786100"/>
          </a:xfrm>
          <a:prstGeom prst="roundRect">
            <a:avLst>
              <a:gd name="adj" fmla="val 3420"/>
            </a:avLst>
          </a:prstGeom>
          <a:noFill/>
          <a:ln>
            <a:noFill/>
          </a:ln>
          <a:effectLst>
            <a:outerShdw blurRad="71438" dist="47625" dir="4800000" algn="bl" rotWithShape="0">
              <a:srgbClr val="000000">
                <a:alpha val="50196"/>
              </a:srgbClr>
            </a:outerShdw>
          </a:effectLst>
        </p:spPr>
      </p:pic>
      <p:sp>
        <p:nvSpPr>
          <p:cNvPr id="3235" name="Google Shape;3235;p35"/>
          <p:cNvSpPr/>
          <p:nvPr/>
        </p:nvSpPr>
        <p:spPr>
          <a:xfrm>
            <a:off x="3461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236" name="Google Shape;3236;p35"/>
          <p:cNvSpPr txBox="1"/>
          <p:nvPr/>
        </p:nvSpPr>
        <p:spPr>
          <a:xfrm>
            <a:off x="685700" y="4209350"/>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Improved Information Hierarchy</a:t>
            </a:r>
            <a:endParaRPr sz="800" b="0" i="0" u="none" strike="noStrike" cap="none">
              <a:solidFill>
                <a:srgbClr val="3C3C3C"/>
              </a:solidFill>
              <a:latin typeface="Calibri"/>
              <a:ea typeface="Calibri"/>
              <a:cs typeface="Calibri"/>
              <a:sym typeface="Calibri"/>
            </a:endParaRPr>
          </a:p>
        </p:txBody>
      </p:sp>
      <p:sp>
        <p:nvSpPr>
          <p:cNvPr id="3237" name="Google Shape;3237;p35"/>
          <p:cNvSpPr txBox="1"/>
          <p:nvPr/>
        </p:nvSpPr>
        <p:spPr>
          <a:xfrm>
            <a:off x="442850" y="4434525"/>
            <a:ext cx="15339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Uses distinct bolding and header breadcrumbs to logically separate main brands from sub-regions. Establishes a clear visual path that instantly distinguishes parent summary rows from granular rows.</a:t>
            </a:r>
            <a:endParaRPr sz="700" b="0" i="0" u="none" strike="noStrike" cap="none">
              <a:solidFill>
                <a:srgbClr val="3C3C3C"/>
              </a:solidFill>
              <a:latin typeface="Calibri"/>
              <a:ea typeface="Calibri"/>
              <a:cs typeface="Calibri"/>
              <a:sym typeface="Calibri"/>
            </a:endParaRPr>
          </a:p>
        </p:txBody>
      </p:sp>
      <p:sp>
        <p:nvSpPr>
          <p:cNvPr id="3238" name="Google Shape;3238;p35"/>
          <p:cNvSpPr/>
          <p:nvPr/>
        </p:nvSpPr>
        <p:spPr>
          <a:xfrm>
            <a:off x="20991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239" name="Google Shape;3239;p35"/>
          <p:cNvSpPr txBox="1"/>
          <p:nvPr/>
        </p:nvSpPr>
        <p:spPr>
          <a:xfrm>
            <a:off x="2438729" y="4209351"/>
            <a:ext cx="1238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Improved Readability</a:t>
            </a:r>
            <a:endParaRPr sz="909" b="0" i="0" u="none" strike="noStrike" cap="none">
              <a:solidFill>
                <a:srgbClr val="3C3C3C"/>
              </a:solidFill>
              <a:latin typeface="Calibri"/>
              <a:ea typeface="Calibri"/>
              <a:cs typeface="Calibri"/>
              <a:sym typeface="Calibri"/>
            </a:endParaRPr>
          </a:p>
        </p:txBody>
      </p:sp>
      <p:sp>
        <p:nvSpPr>
          <p:cNvPr id="3240" name="Google Shape;3240;p35"/>
          <p:cNvSpPr txBox="1"/>
          <p:nvPr/>
        </p:nvSpPr>
        <p:spPr>
          <a:xfrm>
            <a:off x="2195900" y="4434525"/>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Eliminates heavy, solid green row fills in favor of a clean white palette with crisp typography. Maximizes spacing around text data to significantly lower visual fatigue while reviewing large grids.</a:t>
            </a:r>
            <a:endParaRPr sz="750" b="0" i="0" u="none" strike="noStrike" cap="none">
              <a:solidFill>
                <a:srgbClr val="3C3C3C"/>
              </a:solidFill>
              <a:latin typeface="Calibri"/>
              <a:ea typeface="Calibri"/>
              <a:cs typeface="Calibri"/>
              <a:sym typeface="Calibri"/>
            </a:endParaRPr>
          </a:p>
        </p:txBody>
      </p:sp>
      <p:sp>
        <p:nvSpPr>
          <p:cNvPr id="3241" name="Google Shape;3241;p35"/>
          <p:cNvSpPr/>
          <p:nvPr/>
        </p:nvSpPr>
        <p:spPr>
          <a:xfrm>
            <a:off x="3852239"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242" name="Google Shape;3242;p35"/>
          <p:cNvSpPr txBox="1"/>
          <p:nvPr/>
        </p:nvSpPr>
        <p:spPr>
          <a:xfrm>
            <a:off x="4191775" y="4209350"/>
            <a:ext cx="1395000" cy="115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chemeClr val="dk1"/>
                </a:solidFill>
                <a:latin typeface="Calibri"/>
                <a:ea typeface="Calibri"/>
                <a:cs typeface="Calibri"/>
                <a:sym typeface="Calibri"/>
              </a:rPr>
              <a:t>Decision-Making Support</a:t>
            </a:r>
            <a:endParaRPr sz="750" b="0" i="0" u="none" strike="noStrike" cap="none">
              <a:solidFill>
                <a:srgbClr val="3C3C3C"/>
              </a:solidFill>
              <a:latin typeface="Calibri"/>
              <a:ea typeface="Calibri"/>
              <a:cs typeface="Calibri"/>
              <a:sym typeface="Calibri"/>
            </a:endParaRPr>
          </a:p>
        </p:txBody>
      </p:sp>
      <p:sp>
        <p:nvSpPr>
          <p:cNvPr id="3243" name="Google Shape;3243;p35"/>
          <p:cNvSpPr txBox="1"/>
          <p:nvPr/>
        </p:nvSpPr>
        <p:spPr>
          <a:xfrm>
            <a:off x="3948936" y="4434533"/>
            <a:ext cx="14814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Introduces a smart "AI Data Assistant" alert banner to surface critical, pending reporting issues. Converts messy, chaotic yellow notes into neat, cell-specific comment boxes tied directly to relevant metrics.</a:t>
            </a:r>
            <a:endParaRPr sz="700" b="0" i="0" u="none" strike="noStrike" cap="none">
              <a:solidFill>
                <a:srgbClr val="3C3C3C"/>
              </a:solidFill>
              <a:latin typeface="Calibri"/>
              <a:ea typeface="Calibri"/>
              <a:cs typeface="Calibri"/>
              <a:sym typeface="Calibri"/>
            </a:endParaRPr>
          </a:p>
        </p:txBody>
      </p:sp>
      <p:sp>
        <p:nvSpPr>
          <p:cNvPr id="3244" name="Google Shape;3244;p35"/>
          <p:cNvSpPr/>
          <p:nvPr/>
        </p:nvSpPr>
        <p:spPr>
          <a:xfrm>
            <a:off x="56053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245" name="Google Shape;3245;p35"/>
          <p:cNvSpPr txBox="1"/>
          <p:nvPr/>
        </p:nvSpPr>
        <p:spPr>
          <a:xfrm>
            <a:off x="5944925" y="4209362"/>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Consistent Design Language </a:t>
            </a:r>
            <a:endParaRPr sz="800" b="0" i="0" u="none" strike="noStrike" cap="none">
              <a:solidFill>
                <a:srgbClr val="3C3C3C"/>
              </a:solidFill>
              <a:latin typeface="Calibri"/>
              <a:ea typeface="Calibri"/>
              <a:cs typeface="Calibri"/>
              <a:sym typeface="Calibri"/>
            </a:endParaRPr>
          </a:p>
        </p:txBody>
      </p:sp>
      <p:sp>
        <p:nvSpPr>
          <p:cNvPr id="3246" name="Google Shape;3246;p35"/>
          <p:cNvSpPr txBox="1"/>
          <p:nvPr/>
        </p:nvSpPr>
        <p:spPr>
          <a:xfrm>
            <a:off x="5702100" y="4434525"/>
            <a:ext cx="14814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Standardizes top-level utility buttons and font stylings into a cohesive, modern enterprise dashboard theme. Replaces raw spreadsheet structures with a uniform corporate identity and refined layout system.</a:t>
            </a:r>
            <a:endParaRPr sz="700" b="0" i="0" u="none" strike="noStrike" cap="none">
              <a:solidFill>
                <a:srgbClr val="3C3C3C"/>
              </a:solidFill>
              <a:latin typeface="Calibri"/>
              <a:ea typeface="Calibri"/>
              <a:cs typeface="Calibri"/>
              <a:sym typeface="Calibri"/>
            </a:endParaRPr>
          </a:p>
        </p:txBody>
      </p:sp>
      <p:sp>
        <p:nvSpPr>
          <p:cNvPr id="3247" name="Google Shape;3247;p35"/>
          <p:cNvSpPr/>
          <p:nvPr/>
        </p:nvSpPr>
        <p:spPr>
          <a:xfrm>
            <a:off x="73585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248" name="Google Shape;3248;p35"/>
          <p:cNvSpPr txBox="1"/>
          <p:nvPr/>
        </p:nvSpPr>
        <p:spPr>
          <a:xfrm>
            <a:off x="7698075" y="4209350"/>
            <a:ext cx="1395000" cy="124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9"/>
              <a:buFont typeface="Arial"/>
              <a:buNone/>
            </a:pPr>
            <a:r>
              <a:rPr lang="en" sz="809" b="0" i="0" u="none" strike="noStrike" cap="none">
                <a:solidFill>
                  <a:srgbClr val="3C3C3C"/>
                </a:solidFill>
                <a:latin typeface="Calibri"/>
                <a:ea typeface="Calibri"/>
                <a:cs typeface="Calibri"/>
                <a:sym typeface="Calibri"/>
              </a:rPr>
              <a:t>Enhanced Table Presentation</a:t>
            </a:r>
            <a:endParaRPr sz="809" b="0" i="0" u="none" strike="noStrike" cap="none">
              <a:solidFill>
                <a:srgbClr val="3C3C3C"/>
              </a:solidFill>
              <a:latin typeface="Calibri"/>
              <a:ea typeface="Calibri"/>
              <a:cs typeface="Calibri"/>
              <a:sym typeface="Calibri"/>
            </a:endParaRPr>
          </a:p>
        </p:txBody>
      </p:sp>
      <p:sp>
        <p:nvSpPr>
          <p:cNvPr id="3249" name="Google Shape;3249;p35"/>
          <p:cNvSpPr txBox="1"/>
          <p:nvPr/>
        </p:nvSpPr>
        <p:spPr>
          <a:xfrm>
            <a:off x="7455243" y="4434533"/>
            <a:ext cx="1533900" cy="538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Upgrades chaotic table lines to streamlined rows with elegant, faint border dividers. Positions comparison metrics cleanly under core numbers to simplify variance tracking.</a:t>
            </a:r>
            <a:endParaRPr sz="700" b="0" i="0" u="none" strike="noStrike" cap="none">
              <a:solidFill>
                <a:srgbClr val="3C3C3C"/>
              </a:solidFill>
              <a:latin typeface="Calibri"/>
              <a:ea typeface="Calibri"/>
              <a:cs typeface="Calibri"/>
              <a:sym typeface="Calibri"/>
            </a:endParaRPr>
          </a:p>
        </p:txBody>
      </p:sp>
      <p:pic>
        <p:nvPicPr>
          <p:cNvPr id="3250" name="Google Shape;3250;p35"/>
          <p:cNvPicPr preferRelativeResize="0"/>
          <p:nvPr/>
        </p:nvPicPr>
        <p:blipFill rotWithShape="1">
          <a:blip r:embed="rId5">
            <a:alphaModFix/>
          </a:blip>
          <a:srcRect/>
          <a:stretch/>
        </p:blipFill>
        <p:spPr>
          <a:xfrm>
            <a:off x="7455250" y="4183550"/>
            <a:ext cx="191400" cy="191400"/>
          </a:xfrm>
          <a:prstGeom prst="rect">
            <a:avLst/>
          </a:prstGeom>
          <a:noFill/>
          <a:ln>
            <a:noFill/>
          </a:ln>
        </p:spPr>
      </p:pic>
      <p:pic>
        <p:nvPicPr>
          <p:cNvPr id="3251" name="Google Shape;3251;p35" title="material-symbols_close-rounded.png"/>
          <p:cNvPicPr preferRelativeResize="0"/>
          <p:nvPr/>
        </p:nvPicPr>
        <p:blipFill rotWithShape="1">
          <a:blip r:embed="rId6">
            <a:alphaModFix/>
          </a:blip>
          <a:srcRect/>
          <a:stretch/>
        </p:blipFill>
        <p:spPr>
          <a:xfrm>
            <a:off x="8630574" y="1304299"/>
            <a:ext cx="102275" cy="102275"/>
          </a:xfrm>
          <a:prstGeom prst="rect">
            <a:avLst/>
          </a:prstGeom>
          <a:noFill/>
          <a:ln>
            <a:noFill/>
          </a:ln>
        </p:spPr>
      </p:pic>
      <p:pic>
        <p:nvPicPr>
          <p:cNvPr id="3252" name="Google Shape;3252;p35" title="lsicon_view-filled.png"/>
          <p:cNvPicPr preferRelativeResize="0"/>
          <p:nvPr/>
        </p:nvPicPr>
        <p:blipFill rotWithShape="1">
          <a:blip r:embed="rId7">
            <a:alphaModFix/>
          </a:blip>
          <a:srcRect/>
          <a:stretch/>
        </p:blipFill>
        <p:spPr>
          <a:xfrm>
            <a:off x="2193588" y="4160650"/>
            <a:ext cx="223200" cy="223200"/>
          </a:xfrm>
          <a:prstGeom prst="rect">
            <a:avLst/>
          </a:prstGeom>
          <a:noFill/>
          <a:ln>
            <a:noFill/>
          </a:ln>
        </p:spPr>
      </p:pic>
      <p:pic>
        <p:nvPicPr>
          <p:cNvPr id="3253" name="Google Shape;3253;p35" title="Text-1.png"/>
          <p:cNvPicPr preferRelativeResize="0"/>
          <p:nvPr/>
        </p:nvPicPr>
        <p:blipFill rotWithShape="1">
          <a:blip r:embed="rId8">
            <a:alphaModFix/>
          </a:blip>
          <a:srcRect/>
          <a:stretch/>
        </p:blipFill>
        <p:spPr>
          <a:xfrm>
            <a:off x="451073" y="4181600"/>
            <a:ext cx="195300" cy="195300"/>
          </a:xfrm>
          <a:prstGeom prst="rect">
            <a:avLst/>
          </a:prstGeom>
          <a:noFill/>
          <a:ln>
            <a:noFill/>
          </a:ln>
        </p:spPr>
      </p:pic>
      <p:pic>
        <p:nvPicPr>
          <p:cNvPr id="3254" name="Google Shape;3254;p35" title="mdi_color.png"/>
          <p:cNvPicPr preferRelativeResize="0"/>
          <p:nvPr/>
        </p:nvPicPr>
        <p:blipFill rotWithShape="1">
          <a:blip r:embed="rId9">
            <a:alphaModFix/>
          </a:blip>
          <a:srcRect/>
          <a:stretch/>
        </p:blipFill>
        <p:spPr>
          <a:xfrm>
            <a:off x="5686608" y="4147451"/>
            <a:ext cx="235500" cy="235500"/>
          </a:xfrm>
          <a:prstGeom prst="rect">
            <a:avLst/>
          </a:prstGeom>
          <a:noFill/>
          <a:ln>
            <a:noFill/>
          </a:ln>
        </p:spPr>
      </p:pic>
      <p:pic>
        <p:nvPicPr>
          <p:cNvPr id="3255" name="Google Shape;3255;p35" title="Text-8.png"/>
          <p:cNvPicPr preferRelativeResize="0"/>
          <p:nvPr/>
        </p:nvPicPr>
        <p:blipFill rotWithShape="1">
          <a:blip r:embed="rId10">
            <a:alphaModFix/>
          </a:blip>
          <a:srcRect/>
          <a:stretch/>
        </p:blipFill>
        <p:spPr>
          <a:xfrm>
            <a:off x="3935550" y="4171400"/>
            <a:ext cx="191400" cy="191400"/>
          </a:xfrm>
          <a:prstGeom prst="rect">
            <a:avLst/>
          </a:prstGeom>
          <a:noFill/>
          <a:ln>
            <a:noFill/>
          </a:ln>
        </p:spPr>
      </p:pic>
      <p:pic>
        <p:nvPicPr>
          <p:cNvPr id="2" name="Picture 1">
            <a:extLst>
              <a:ext uri="{FF2B5EF4-FFF2-40B4-BE49-F238E27FC236}">
                <a16:creationId xmlns:a16="http://schemas.microsoft.com/office/drawing/2014/main" id="{D2AF57D9-6801-55AD-3554-9101AC01B05B}"/>
              </a:ext>
            </a:extLst>
          </p:cNvPr>
          <p:cNvPicPr>
            <a:picLocks noChangeAspect="1"/>
          </p:cNvPicPr>
          <p:nvPr/>
        </p:nvPicPr>
        <p:blipFill>
          <a:blip r:embed="rId11"/>
          <a:stretch>
            <a:fillRect/>
          </a:stretch>
        </p:blipFill>
        <p:spPr>
          <a:xfrm>
            <a:off x="3495991" y="993913"/>
            <a:ext cx="5394657" cy="28078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259"/>
        <p:cNvGrpSpPr/>
        <p:nvPr/>
      </p:nvGrpSpPr>
      <p:grpSpPr>
        <a:xfrm>
          <a:off x="0" y="0"/>
          <a:ext cx="0" cy="0"/>
          <a:chOff x="0" y="0"/>
          <a:chExt cx="0" cy="0"/>
        </a:xfrm>
      </p:grpSpPr>
      <p:sp>
        <p:nvSpPr>
          <p:cNvPr id="3260" name="Google Shape;3260;p36"/>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261" name="Google Shape;3261;p36"/>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lvl="0" indent="0" algn="l" rtl="0">
              <a:spcBef>
                <a:spcPts val="0"/>
              </a:spcBef>
              <a:spcAft>
                <a:spcPts val="0"/>
              </a:spcAft>
              <a:buClr>
                <a:schemeClr val="dk1"/>
              </a:buClr>
              <a:buSzPts val="2851"/>
              <a:buFont typeface="Arial"/>
              <a:buNone/>
            </a:pPr>
            <a:r>
              <a:rPr lang="en" sz="1800" b="1">
                <a:solidFill>
                  <a:schemeClr val="dk1"/>
                </a:solidFill>
                <a:latin typeface="Calibri"/>
                <a:ea typeface="Calibri"/>
                <a:cs typeface="Calibri"/>
                <a:sym typeface="Calibri"/>
              </a:rPr>
              <a:t>Category/Partition | Summary</a:t>
            </a:r>
            <a:endParaRPr sz="1800" b="1">
              <a:solidFill>
                <a:schemeClr val="dk1"/>
              </a:solidFill>
              <a:latin typeface="Calibri"/>
              <a:ea typeface="Calibri"/>
              <a:cs typeface="Calibri"/>
              <a:sym typeface="Calibri"/>
            </a:endParaRPr>
          </a:p>
        </p:txBody>
      </p:sp>
      <p:pic>
        <p:nvPicPr>
          <p:cNvPr id="3262" name="Google Shape;3262;p36" title="cps.png"/>
          <p:cNvPicPr preferRelativeResize="0"/>
          <p:nvPr/>
        </p:nvPicPr>
        <p:blipFill rotWithShape="1">
          <a:blip r:embed="rId3">
            <a:alphaModFix/>
          </a:blip>
          <a:srcRect r="-695"/>
          <a:stretch/>
        </p:blipFill>
        <p:spPr>
          <a:xfrm>
            <a:off x="273750" y="1232250"/>
            <a:ext cx="3675300" cy="2052000"/>
          </a:xfrm>
          <a:prstGeom prst="roundRect">
            <a:avLst>
              <a:gd name="adj" fmla="val 4753"/>
            </a:avLst>
          </a:prstGeom>
          <a:noFill/>
          <a:ln>
            <a:noFill/>
          </a:ln>
        </p:spPr>
      </p:pic>
      <p:cxnSp>
        <p:nvCxnSpPr>
          <p:cNvPr id="3263" name="Google Shape;3263;p36"/>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264" name="Google Shape;3264;p36"/>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265" name="Google Shape;3265;p36" title="cpsf.png"/>
          <p:cNvPicPr preferRelativeResize="0"/>
          <p:nvPr/>
        </p:nvPicPr>
        <p:blipFill rotWithShape="1">
          <a:blip r:embed="rId4">
            <a:alphaModFix/>
          </a:blip>
          <a:srcRect t="-2213" b="-2182"/>
          <a:stretch/>
        </p:blipFill>
        <p:spPr>
          <a:xfrm>
            <a:off x="3496675" y="974125"/>
            <a:ext cx="5221200" cy="28197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266" name="Google Shape;3266;p36"/>
          <p:cNvGrpSpPr/>
          <p:nvPr/>
        </p:nvGrpSpPr>
        <p:grpSpPr>
          <a:xfrm>
            <a:off x="3496676" y="663825"/>
            <a:ext cx="1155776" cy="235490"/>
            <a:chOff x="3377819" y="989946"/>
            <a:chExt cx="1126378" cy="229500"/>
          </a:xfrm>
        </p:grpSpPr>
        <p:sp>
          <p:nvSpPr>
            <p:cNvPr id="3267" name="Google Shape;3267;p36"/>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268" name="Google Shape;3268;p36"/>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269" name="Google Shape;3269;p36"/>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270" name="Google Shape;3270;p36"/>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271" name="Google Shape;3271;p36"/>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272" name="Google Shape;3272;p36"/>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273" name="Google Shape;3273;p36"/>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274" name="Google Shape;3274;p36"/>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275" name="Google Shape;3275;p36"/>
          <p:cNvSpPr txBox="1"/>
          <p:nvPr/>
        </p:nvSpPr>
        <p:spPr>
          <a:xfrm>
            <a:off x="685700" y="4209350"/>
            <a:ext cx="13362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Simplified User Experience</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276" name="Google Shape;3276;p36"/>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Reducing visual clutter and streamlining workflows to make the interface more intuitive and effortless to navigate.</a:t>
            </a:r>
            <a:endParaRPr sz="831" b="0" i="0" u="none" strike="noStrike" cap="none">
              <a:solidFill>
                <a:srgbClr val="3C3C3C"/>
              </a:solidFill>
              <a:latin typeface="Calibri"/>
              <a:ea typeface="Calibri"/>
              <a:cs typeface="Calibri"/>
              <a:sym typeface="Calibri"/>
            </a:endParaRPr>
          </a:p>
        </p:txBody>
      </p:sp>
      <p:sp>
        <p:nvSpPr>
          <p:cNvPr id="3277" name="Google Shape;3277;p36"/>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278" name="Google Shape;3278;p36"/>
          <p:cNvSpPr txBox="1"/>
          <p:nvPr/>
        </p:nvSpPr>
        <p:spPr>
          <a:xfrm>
            <a:off x="2438725" y="4209350"/>
            <a:ext cx="13362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Actionable Insight Delivery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279" name="Google Shape;3279;p36"/>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Moving from rigid data dumps to dynamic, synthesized takeaways that empower users to make fast, informed decisions.</a:t>
            </a:r>
            <a:endParaRPr sz="831" b="0" i="0" u="none" strike="noStrike" cap="none">
              <a:solidFill>
                <a:srgbClr val="3C3C3C"/>
              </a:solidFill>
              <a:latin typeface="Calibri"/>
              <a:ea typeface="Calibri"/>
              <a:cs typeface="Calibri"/>
              <a:sym typeface="Calibri"/>
            </a:endParaRPr>
          </a:p>
        </p:txBody>
      </p:sp>
      <p:sp>
        <p:nvSpPr>
          <p:cNvPr id="3280" name="Google Shape;3280;p36"/>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281" name="Google Shape;3281;p36"/>
          <p:cNvSpPr txBox="1"/>
          <p:nvPr/>
        </p:nvSpPr>
        <p:spPr>
          <a:xfrm>
            <a:off x="4191772" y="4209362"/>
            <a:ext cx="13362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Clear Hierarchy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282" name="Google Shape;3282;p36"/>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Organizing content logically to improve readability and information flow.</a:t>
            </a:r>
            <a:endParaRPr sz="831" b="0" i="0" u="none" strike="noStrike" cap="none">
              <a:solidFill>
                <a:srgbClr val="3C3C3C"/>
              </a:solidFill>
              <a:latin typeface="Calibri"/>
              <a:ea typeface="Calibri"/>
              <a:cs typeface="Calibri"/>
              <a:sym typeface="Calibri"/>
            </a:endParaRPr>
          </a:p>
        </p:txBody>
      </p:sp>
      <p:sp>
        <p:nvSpPr>
          <p:cNvPr id="3283" name="Google Shape;3283;p36"/>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284" name="Google Shape;3284;p36"/>
          <p:cNvSpPr txBox="1"/>
          <p:nvPr/>
        </p:nvSpPr>
        <p:spPr>
          <a:xfrm>
            <a:off x="5944925"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Context-Driven Information</a:t>
            </a:r>
            <a:endParaRPr sz="909" b="0" i="0" u="none" strike="noStrike" cap="none">
              <a:solidFill>
                <a:srgbClr val="3C3C3C"/>
              </a:solidFill>
              <a:latin typeface="Calibri"/>
              <a:ea typeface="Calibri"/>
              <a:cs typeface="Calibri"/>
              <a:sym typeface="Calibri"/>
            </a:endParaRPr>
          </a:p>
        </p:txBody>
      </p:sp>
      <p:sp>
        <p:nvSpPr>
          <p:cNvPr id="3285" name="Google Shape;3285;p36"/>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the UI elements (typography, iconography, and color palettes) to create a cohesive, modern corporate identity.</a:t>
            </a:r>
            <a:endParaRPr sz="831" b="0" i="0" u="none" strike="noStrike" cap="none">
              <a:solidFill>
                <a:srgbClr val="3C3C3C"/>
              </a:solidFill>
              <a:latin typeface="Calibri"/>
              <a:ea typeface="Calibri"/>
              <a:cs typeface="Calibri"/>
              <a:sym typeface="Calibri"/>
            </a:endParaRPr>
          </a:p>
        </p:txBody>
      </p:sp>
      <p:sp>
        <p:nvSpPr>
          <p:cNvPr id="3286" name="Google Shape;3286;p36"/>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287" name="Google Shape;3287;p36"/>
          <p:cNvSpPr txBox="1"/>
          <p:nvPr/>
        </p:nvSpPr>
        <p:spPr>
          <a:xfrm>
            <a:off x="7698075" y="4209350"/>
            <a:ext cx="14460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Tables</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288" name="Google Shape;3288;p36"/>
          <p:cNvSpPr txBox="1"/>
          <p:nvPr/>
        </p:nvSpPr>
        <p:spPr>
          <a:xfrm>
            <a:off x="7455243"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tables with whitespace and clear highlights for effortless scanning.</a:t>
            </a:r>
            <a:endParaRPr sz="831" b="0" i="0" u="none" strike="noStrike" cap="none">
              <a:solidFill>
                <a:srgbClr val="3C3C3C"/>
              </a:solidFill>
              <a:latin typeface="Calibri"/>
              <a:ea typeface="Calibri"/>
              <a:cs typeface="Calibri"/>
              <a:sym typeface="Calibri"/>
            </a:endParaRPr>
          </a:p>
        </p:txBody>
      </p:sp>
      <p:sp>
        <p:nvSpPr>
          <p:cNvPr id="3289" name="Google Shape;3289;p36"/>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0" name="Google Shape;3290;p36"/>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1" name="Google Shape;3291;p36"/>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292" name="Google Shape;3292;p36" title="material-symbols_close-rounded.png"/>
          <p:cNvPicPr preferRelativeResize="0"/>
          <p:nvPr/>
        </p:nvPicPr>
        <p:blipFill rotWithShape="1">
          <a:blip r:embed="rId5">
            <a:alphaModFix/>
          </a:blip>
          <a:srcRect/>
          <a:stretch/>
        </p:blipFill>
        <p:spPr>
          <a:xfrm>
            <a:off x="8326574" y="1436024"/>
            <a:ext cx="102275" cy="102275"/>
          </a:xfrm>
          <a:prstGeom prst="rect">
            <a:avLst/>
          </a:prstGeom>
          <a:noFill/>
          <a:ln>
            <a:noFill/>
          </a:ln>
        </p:spPr>
      </p:pic>
      <p:pic>
        <p:nvPicPr>
          <p:cNvPr id="3293" name="Google Shape;3293;p36" title="Text-17.png"/>
          <p:cNvPicPr preferRelativeResize="0"/>
          <p:nvPr/>
        </p:nvPicPr>
        <p:blipFill rotWithShape="1">
          <a:blip r:embed="rId6">
            <a:alphaModFix/>
          </a:blip>
          <a:srcRect/>
          <a:stretch/>
        </p:blipFill>
        <p:spPr>
          <a:xfrm>
            <a:off x="2183188" y="4176361"/>
            <a:ext cx="223200" cy="223200"/>
          </a:xfrm>
          <a:prstGeom prst="rect">
            <a:avLst/>
          </a:prstGeom>
          <a:noFill/>
          <a:ln>
            <a:noFill/>
          </a:ln>
        </p:spPr>
      </p:pic>
      <p:pic>
        <p:nvPicPr>
          <p:cNvPr id="3294" name="Google Shape;3294;p36" title="Text-3.png"/>
          <p:cNvPicPr preferRelativeResize="0"/>
          <p:nvPr/>
        </p:nvPicPr>
        <p:blipFill rotWithShape="1">
          <a:blip r:embed="rId7">
            <a:alphaModFix/>
          </a:blip>
          <a:srcRect/>
          <a:stretch/>
        </p:blipFill>
        <p:spPr>
          <a:xfrm>
            <a:off x="3923550" y="4176350"/>
            <a:ext cx="223200" cy="223200"/>
          </a:xfrm>
          <a:prstGeom prst="rect">
            <a:avLst/>
          </a:prstGeom>
          <a:noFill/>
          <a:ln>
            <a:noFill/>
          </a:ln>
        </p:spPr>
      </p:pic>
      <p:pic>
        <p:nvPicPr>
          <p:cNvPr id="3295" name="Google Shape;3295;p36" title="Text-14.png"/>
          <p:cNvPicPr preferRelativeResize="0"/>
          <p:nvPr/>
        </p:nvPicPr>
        <p:blipFill rotWithShape="1">
          <a:blip r:embed="rId8">
            <a:alphaModFix/>
          </a:blip>
          <a:srcRect/>
          <a:stretch/>
        </p:blipFill>
        <p:spPr>
          <a:xfrm>
            <a:off x="5690800" y="4182007"/>
            <a:ext cx="195300" cy="195300"/>
          </a:xfrm>
          <a:prstGeom prst="rect">
            <a:avLst/>
          </a:prstGeom>
          <a:noFill/>
          <a:ln>
            <a:noFill/>
          </a:ln>
        </p:spPr>
      </p:pic>
      <p:pic>
        <p:nvPicPr>
          <p:cNvPr id="3296" name="Google Shape;3296;p36"/>
          <p:cNvPicPr preferRelativeResize="0"/>
          <p:nvPr/>
        </p:nvPicPr>
        <p:blipFill rotWithShape="1">
          <a:blip r:embed="rId9">
            <a:alphaModFix/>
          </a:blip>
          <a:srcRect/>
          <a:stretch/>
        </p:blipFill>
        <p:spPr>
          <a:xfrm>
            <a:off x="7455250" y="4183550"/>
            <a:ext cx="191400" cy="191400"/>
          </a:xfrm>
          <a:prstGeom prst="rect">
            <a:avLst/>
          </a:prstGeom>
          <a:noFill/>
          <a:ln>
            <a:noFill/>
          </a:ln>
        </p:spPr>
      </p:pic>
      <p:pic>
        <p:nvPicPr>
          <p:cNvPr id="3297" name="Google Shape;3297;p36" title="Text-18.png"/>
          <p:cNvPicPr preferRelativeResize="0"/>
          <p:nvPr/>
        </p:nvPicPr>
        <p:blipFill rotWithShape="1">
          <a:blip r:embed="rId10">
            <a:alphaModFix/>
          </a:blip>
          <a:srcRect/>
          <a:stretch/>
        </p:blipFill>
        <p:spPr>
          <a:xfrm>
            <a:off x="446375" y="4206938"/>
            <a:ext cx="162025" cy="162025"/>
          </a:xfrm>
          <a:prstGeom prst="rect">
            <a:avLst/>
          </a:prstGeom>
          <a:noFill/>
          <a:ln>
            <a:noFill/>
          </a:ln>
        </p:spPr>
      </p:pic>
      <p:sp>
        <p:nvSpPr>
          <p:cNvPr id="2" name="Rectangle 1">
            <a:extLst>
              <a:ext uri="{FF2B5EF4-FFF2-40B4-BE49-F238E27FC236}">
                <a16:creationId xmlns:a16="http://schemas.microsoft.com/office/drawing/2014/main" id="{D3A667D5-B9F0-2203-42E3-85DD5A0F3CB5}"/>
              </a:ext>
            </a:extLst>
          </p:cNvPr>
          <p:cNvSpPr/>
          <p:nvPr/>
        </p:nvSpPr>
        <p:spPr>
          <a:xfrm>
            <a:off x="6319041" y="226881"/>
            <a:ext cx="2329945" cy="5674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Remove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4F862-9B86-3EFE-D114-E144D742DA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E897DB-DAC7-D1FF-A37C-064BF9A7B1BE}"/>
              </a:ext>
            </a:extLst>
          </p:cNvPr>
          <p:cNvSpPr>
            <a:spLocks noGrp="1"/>
          </p:cNvSpPr>
          <p:nvPr>
            <p:ph type="title"/>
          </p:nvPr>
        </p:nvSpPr>
        <p:spPr>
          <a:xfrm>
            <a:off x="138686" y="193212"/>
            <a:ext cx="8532018" cy="650192"/>
          </a:xfrm>
        </p:spPr>
        <p:txBody>
          <a:bodyPr/>
          <a:lstStyle/>
          <a:p>
            <a:r>
              <a:rPr lang="en-GB"/>
              <a:t>Topline Category/Brand headlines in one page</a:t>
            </a:r>
          </a:p>
        </p:txBody>
      </p:sp>
      <p:graphicFrame>
        <p:nvGraphicFramePr>
          <p:cNvPr id="7" name="Table 6">
            <a:extLst>
              <a:ext uri="{FF2B5EF4-FFF2-40B4-BE49-F238E27FC236}">
                <a16:creationId xmlns:a16="http://schemas.microsoft.com/office/drawing/2014/main" id="{5CC91CB2-E797-9E4B-4F00-2ADB9FE572AA}"/>
              </a:ext>
            </a:extLst>
          </p:cNvPr>
          <p:cNvGraphicFramePr>
            <a:graphicFrameLocks noGrp="1"/>
          </p:cNvGraphicFramePr>
          <p:nvPr/>
        </p:nvGraphicFramePr>
        <p:xfrm>
          <a:off x="4572000" y="1960930"/>
          <a:ext cx="4433316" cy="1971675"/>
        </p:xfrm>
        <a:graphic>
          <a:graphicData uri="http://schemas.openxmlformats.org/drawingml/2006/table">
            <a:tbl>
              <a:tblPr firstRow="1" bandRow="1">
                <a:tableStyleId>{5C22544A-7EE6-4342-B048-85BDC9FD1C3A}</a:tableStyleId>
              </a:tblPr>
              <a:tblGrid>
                <a:gridCol w="1477772">
                  <a:extLst>
                    <a:ext uri="{9D8B030D-6E8A-4147-A177-3AD203B41FA5}">
                      <a16:colId xmlns:a16="http://schemas.microsoft.com/office/drawing/2014/main" val="3564238041"/>
                    </a:ext>
                  </a:extLst>
                </a:gridCol>
                <a:gridCol w="1477772">
                  <a:extLst>
                    <a:ext uri="{9D8B030D-6E8A-4147-A177-3AD203B41FA5}">
                      <a16:colId xmlns:a16="http://schemas.microsoft.com/office/drawing/2014/main" val="60314883"/>
                    </a:ext>
                  </a:extLst>
                </a:gridCol>
                <a:gridCol w="1477772">
                  <a:extLst>
                    <a:ext uri="{9D8B030D-6E8A-4147-A177-3AD203B41FA5}">
                      <a16:colId xmlns:a16="http://schemas.microsoft.com/office/drawing/2014/main" val="2615870919"/>
                    </a:ext>
                  </a:extLst>
                </a:gridCol>
              </a:tblGrid>
              <a:tr h="377190">
                <a:tc>
                  <a:txBody>
                    <a:bodyPr/>
                    <a:lstStyle/>
                    <a:p>
                      <a:r>
                        <a:rPr lang="en-GB" sz="1000"/>
                        <a:t>Headlines</a:t>
                      </a:r>
                    </a:p>
                  </a:txBody>
                  <a:tcPr marL="68580" marR="68580" marT="34290" marB="34290"/>
                </a:tc>
                <a:tc>
                  <a:txBody>
                    <a:bodyPr/>
                    <a:lstStyle/>
                    <a:p>
                      <a:r>
                        <a:rPr lang="en-GB" sz="1000"/>
                        <a:t>SO WHAT</a:t>
                      </a:r>
                    </a:p>
                  </a:txBody>
                  <a:tcPr marL="68580" marR="68580" marT="34290" marB="34290"/>
                </a:tc>
                <a:tc>
                  <a:txBody>
                    <a:bodyPr/>
                    <a:lstStyle/>
                    <a:p>
                      <a:r>
                        <a:rPr lang="en-GB" sz="1000"/>
                        <a:t>NOW WHAT (ACTION)</a:t>
                      </a:r>
                    </a:p>
                  </a:txBody>
                  <a:tcPr marL="68580" marR="68580" marT="34290" marB="34290"/>
                </a:tc>
                <a:extLst>
                  <a:ext uri="{0D108BD9-81ED-4DB2-BD59-A6C34878D82A}">
                    <a16:rowId xmlns:a16="http://schemas.microsoft.com/office/drawing/2014/main" val="3681086848"/>
                  </a:ext>
                </a:extLst>
              </a:tr>
              <a:tr h="531495">
                <a:tc>
                  <a:txBody>
                    <a:bodyPr/>
                    <a:lstStyle/>
                    <a:p>
                      <a:r>
                        <a:rPr lang="en-GB" sz="1000"/>
                        <a:t>Category</a:t>
                      </a:r>
                    </a:p>
                    <a:p>
                      <a:endParaRPr lang="en-GB" sz="1000"/>
                    </a:p>
                    <a:p>
                      <a:endParaRPr lang="en-GB" sz="1000"/>
                    </a:p>
                  </a:txBody>
                  <a:tcPr marL="68580" marR="68580" marT="34290" marB="34290"/>
                </a:tc>
                <a:tc>
                  <a:txBody>
                    <a:bodyPr/>
                    <a:lstStyle/>
                    <a:p>
                      <a:endParaRPr lang="en-GB" sz="1000"/>
                    </a:p>
                  </a:txBody>
                  <a:tcPr marL="68580" marR="68580" marT="34290" marB="34290"/>
                </a:tc>
                <a:tc>
                  <a:txBody>
                    <a:bodyPr/>
                    <a:lstStyle/>
                    <a:p>
                      <a:endParaRPr lang="en-GB" sz="1000"/>
                    </a:p>
                  </a:txBody>
                  <a:tcPr marL="68580" marR="68580" marT="34290" marB="34290"/>
                </a:tc>
                <a:extLst>
                  <a:ext uri="{0D108BD9-81ED-4DB2-BD59-A6C34878D82A}">
                    <a16:rowId xmlns:a16="http://schemas.microsoft.com/office/drawing/2014/main" val="1045968436"/>
                  </a:ext>
                </a:extLst>
              </a:tr>
              <a:tr h="531495">
                <a:tc>
                  <a:txBody>
                    <a:bodyPr/>
                    <a:lstStyle/>
                    <a:p>
                      <a:r>
                        <a:rPr lang="en-GB" sz="1000"/>
                        <a:t>Mars Cell/Brand</a:t>
                      </a:r>
                    </a:p>
                    <a:p>
                      <a:endParaRPr lang="en-GB" sz="1000"/>
                    </a:p>
                    <a:p>
                      <a:endParaRPr lang="en-GB" sz="1000"/>
                    </a:p>
                  </a:txBody>
                  <a:tcPr marL="68580" marR="68580" marT="34290" marB="34290"/>
                </a:tc>
                <a:tc>
                  <a:txBody>
                    <a:bodyPr/>
                    <a:lstStyle/>
                    <a:p>
                      <a:endParaRPr lang="en-GB" sz="1000"/>
                    </a:p>
                  </a:txBody>
                  <a:tcPr marL="68580" marR="68580" marT="34290" marB="34290"/>
                </a:tc>
                <a:tc>
                  <a:txBody>
                    <a:bodyPr/>
                    <a:lstStyle/>
                    <a:p>
                      <a:endParaRPr lang="en-GB" sz="1000"/>
                    </a:p>
                  </a:txBody>
                  <a:tcPr marL="68580" marR="68580" marT="34290" marB="34290"/>
                </a:tc>
                <a:extLst>
                  <a:ext uri="{0D108BD9-81ED-4DB2-BD59-A6C34878D82A}">
                    <a16:rowId xmlns:a16="http://schemas.microsoft.com/office/drawing/2014/main" val="1751650413"/>
                  </a:ext>
                </a:extLst>
              </a:tr>
              <a:tr h="531495">
                <a:tc>
                  <a:txBody>
                    <a:bodyPr/>
                    <a:lstStyle/>
                    <a:p>
                      <a:r>
                        <a:rPr lang="en-GB" sz="1000"/>
                        <a:t>Shopper Metrics</a:t>
                      </a:r>
                    </a:p>
                    <a:p>
                      <a:endParaRPr lang="en-GB" sz="1000"/>
                    </a:p>
                    <a:p>
                      <a:endParaRPr lang="en-GB" sz="1000"/>
                    </a:p>
                  </a:txBody>
                  <a:tcPr marL="68580" marR="68580" marT="34290" marB="34290"/>
                </a:tc>
                <a:tc>
                  <a:txBody>
                    <a:bodyPr/>
                    <a:lstStyle/>
                    <a:p>
                      <a:endParaRPr lang="en-GB" sz="1000"/>
                    </a:p>
                  </a:txBody>
                  <a:tcPr marL="68580" marR="68580" marT="34290" marB="34290"/>
                </a:tc>
                <a:tc>
                  <a:txBody>
                    <a:bodyPr/>
                    <a:lstStyle/>
                    <a:p>
                      <a:endParaRPr lang="en-GB" sz="1000"/>
                    </a:p>
                  </a:txBody>
                  <a:tcPr marL="68580" marR="68580" marT="34290" marB="34290"/>
                </a:tc>
                <a:extLst>
                  <a:ext uri="{0D108BD9-81ED-4DB2-BD59-A6C34878D82A}">
                    <a16:rowId xmlns:a16="http://schemas.microsoft.com/office/drawing/2014/main" val="3385981763"/>
                  </a:ext>
                </a:extLst>
              </a:tr>
            </a:tbl>
          </a:graphicData>
        </a:graphic>
      </p:graphicFrame>
      <p:graphicFrame>
        <p:nvGraphicFramePr>
          <p:cNvPr id="8" name="Table 7">
            <a:extLst>
              <a:ext uri="{FF2B5EF4-FFF2-40B4-BE49-F238E27FC236}">
                <a16:creationId xmlns:a16="http://schemas.microsoft.com/office/drawing/2014/main" id="{4DD734C1-DD69-7C7F-C825-EA3F2537628B}"/>
              </a:ext>
            </a:extLst>
          </p:cNvPr>
          <p:cNvGraphicFramePr>
            <a:graphicFrameLocks noGrp="1"/>
          </p:cNvGraphicFramePr>
          <p:nvPr/>
        </p:nvGraphicFramePr>
        <p:xfrm>
          <a:off x="81869" y="589330"/>
          <a:ext cx="4433314" cy="3915520"/>
        </p:xfrm>
        <a:graphic>
          <a:graphicData uri="http://schemas.openxmlformats.org/drawingml/2006/table">
            <a:tbl>
              <a:tblPr>
                <a:tableStyleId>{5C22544A-7EE6-4342-B048-85BDC9FD1C3A}</a:tableStyleId>
              </a:tblPr>
              <a:tblGrid>
                <a:gridCol w="896488">
                  <a:extLst>
                    <a:ext uri="{9D8B030D-6E8A-4147-A177-3AD203B41FA5}">
                      <a16:colId xmlns:a16="http://schemas.microsoft.com/office/drawing/2014/main" val="3343489097"/>
                    </a:ext>
                  </a:extLst>
                </a:gridCol>
                <a:gridCol w="1178942">
                  <a:extLst>
                    <a:ext uri="{9D8B030D-6E8A-4147-A177-3AD203B41FA5}">
                      <a16:colId xmlns:a16="http://schemas.microsoft.com/office/drawing/2014/main" val="2293437686"/>
                    </a:ext>
                  </a:extLst>
                </a:gridCol>
                <a:gridCol w="589471">
                  <a:extLst>
                    <a:ext uri="{9D8B030D-6E8A-4147-A177-3AD203B41FA5}">
                      <a16:colId xmlns:a16="http://schemas.microsoft.com/office/drawing/2014/main" val="515874290"/>
                    </a:ext>
                  </a:extLst>
                </a:gridCol>
                <a:gridCol w="589471">
                  <a:extLst>
                    <a:ext uri="{9D8B030D-6E8A-4147-A177-3AD203B41FA5}">
                      <a16:colId xmlns:a16="http://schemas.microsoft.com/office/drawing/2014/main" val="3136330898"/>
                    </a:ext>
                  </a:extLst>
                </a:gridCol>
                <a:gridCol w="589471">
                  <a:extLst>
                    <a:ext uri="{9D8B030D-6E8A-4147-A177-3AD203B41FA5}">
                      <a16:colId xmlns:a16="http://schemas.microsoft.com/office/drawing/2014/main" val="939689841"/>
                    </a:ext>
                  </a:extLst>
                </a:gridCol>
                <a:gridCol w="589471">
                  <a:extLst>
                    <a:ext uri="{9D8B030D-6E8A-4147-A177-3AD203B41FA5}">
                      <a16:colId xmlns:a16="http://schemas.microsoft.com/office/drawing/2014/main" val="1422511674"/>
                    </a:ext>
                  </a:extLst>
                </a:gridCol>
              </a:tblGrid>
              <a:tr h="186632">
                <a:tc>
                  <a:txBody>
                    <a:bodyPr/>
                    <a:lstStyle/>
                    <a:p>
                      <a:pPr algn="ctr"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GB" sz="1200" u="none" strike="noStrike">
                          <a:solidFill>
                            <a:schemeClr val="tx2"/>
                          </a:solidFill>
                          <a:effectLst/>
                          <a:latin typeface="Aptos Narrow" panose="020B0004020202020204" pitchFamily="34" charset="0"/>
                        </a:rPr>
                        <a:t>12 weeks</a:t>
                      </a:r>
                      <a:endParaRPr lang="en-GB" sz="1200" b="0" i="0" u="none" strike="noStrike">
                        <a:solidFill>
                          <a:schemeClr val="tx2"/>
                        </a:solidFill>
                        <a:effectLst/>
                        <a:latin typeface="Aptos Narrow" panose="020B0004020202020204" pitchFamily="34" charset="0"/>
                      </a:endParaRPr>
                    </a:p>
                  </a:txBody>
                  <a:tcPr marL="3752" marR="3752" marT="3752"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GB" sz="1200" u="none" strike="noStrike">
                          <a:solidFill>
                            <a:schemeClr val="tx2"/>
                          </a:solidFill>
                          <a:effectLst/>
                          <a:latin typeface="Aptos Narrow" panose="020B0004020202020204" pitchFamily="34" charset="0"/>
                        </a:rPr>
                        <a:t>vs YA</a:t>
                      </a:r>
                      <a:endParaRPr lang="en-GB" sz="1200" b="0" i="0" u="none" strike="noStrike">
                        <a:solidFill>
                          <a:schemeClr val="tx2"/>
                        </a:solidFill>
                        <a:effectLst/>
                        <a:latin typeface="Aptos Narrow" panose="020B0004020202020204" pitchFamily="34" charset="0"/>
                      </a:endParaRPr>
                    </a:p>
                  </a:txBody>
                  <a:tcPr marL="3752" marR="3752" marT="3752"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GB" sz="1200" b="0" i="0" u="none" strike="noStrike">
                          <a:solidFill>
                            <a:schemeClr val="tx2"/>
                          </a:solidFill>
                          <a:effectLst/>
                          <a:latin typeface="Aptos Narrow" panose="020B0004020202020204" pitchFamily="34" charset="0"/>
                        </a:rPr>
                        <a:t>MAT</a:t>
                      </a:r>
                    </a:p>
                  </a:txBody>
                  <a:tcPr marL="3752" marR="3752" marT="3752"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b">
                        <a:buNone/>
                      </a:pPr>
                      <a:r>
                        <a:rPr lang="en-GB" sz="1200" b="0" i="0" u="none" strike="noStrike">
                          <a:solidFill>
                            <a:schemeClr val="tx2"/>
                          </a:solidFill>
                          <a:effectLst/>
                          <a:latin typeface="Aptos Narrow" panose="020B0004020202020204" pitchFamily="34" charset="0"/>
                        </a:rPr>
                        <a:t>Vs YA</a:t>
                      </a:r>
                    </a:p>
                  </a:txBody>
                  <a:tcPr marL="3752" marR="3752" marT="3752"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911166876"/>
                  </a:ext>
                </a:extLst>
              </a:tr>
              <a:tr h="186632">
                <a:tc rowSpan="3">
                  <a:txBody>
                    <a:bodyPr/>
                    <a:lstStyle/>
                    <a:p>
                      <a:pPr algn="ctr" fontAlgn="b">
                        <a:buNone/>
                      </a:pPr>
                      <a:r>
                        <a:rPr lang="en-GB" sz="1200" b="0" i="0" u="none" strike="noStrike">
                          <a:solidFill>
                            <a:schemeClr val="tx2"/>
                          </a:solidFill>
                          <a:effectLst/>
                          <a:latin typeface="Aptos Narrow" panose="020B0004020202020204" pitchFamily="34" charset="0"/>
                        </a:rPr>
                        <a:t>Category</a:t>
                      </a:r>
                    </a:p>
                  </a:txBody>
                  <a:tcPr marL="3752" marR="3752" marT="3752"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r>
                        <a:rPr lang="en-GB" sz="1200" u="none" strike="noStrike">
                          <a:solidFill>
                            <a:schemeClr val="tx2"/>
                          </a:solidFill>
                          <a:effectLst/>
                          <a:latin typeface="Aptos Narrow" panose="020B0004020202020204" pitchFamily="34" charset="0"/>
                        </a:rPr>
                        <a:t>RSV</a:t>
                      </a: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69643037"/>
                  </a:ext>
                </a:extLst>
              </a:tr>
              <a:tr h="186632">
                <a:tc vMerge="1">
                  <a:txBody>
                    <a:bodyPr/>
                    <a:lstStyle/>
                    <a:p>
                      <a:pPr algn="l" fontAlgn="b">
                        <a:buNone/>
                      </a:pPr>
                      <a:endParaRPr lang="en-GB" sz="1600" b="0" i="0" u="none" strike="noStrike">
                        <a:solidFill>
                          <a:schemeClr val="tx2"/>
                        </a:solidFill>
                        <a:effectLst/>
                        <a:latin typeface="Aptos Narrow" panose="020B0004020202020204" pitchFamily="34" charset="0"/>
                      </a:endParaRPr>
                    </a:p>
                  </a:txBody>
                  <a:tcPr marL="5002" marR="5002" marT="5002" marB="0" anchor="b"/>
                </a:tc>
                <a:tc>
                  <a:txBody>
                    <a:bodyPr/>
                    <a:lstStyle/>
                    <a:p>
                      <a:pPr algn="l" fontAlgn="b">
                        <a:buNone/>
                      </a:pPr>
                      <a:r>
                        <a:rPr lang="en-GB" sz="1200" u="none" strike="noStrike">
                          <a:solidFill>
                            <a:schemeClr val="tx2"/>
                          </a:solidFill>
                          <a:effectLst/>
                          <a:latin typeface="Aptos Narrow" panose="020B0004020202020204" pitchFamily="34" charset="0"/>
                        </a:rPr>
                        <a:t>Units</a:t>
                      </a: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085347463"/>
                  </a:ext>
                </a:extLst>
              </a:tr>
              <a:tr h="186632">
                <a:tc vMerge="1">
                  <a:txBody>
                    <a:bodyPr/>
                    <a:lstStyle/>
                    <a:p>
                      <a:pPr algn="ctr" fontAlgn="ctr">
                        <a:buNone/>
                      </a:pPr>
                      <a:endParaRPr lang="en-GB" sz="1600" b="0" i="0" u="none" strike="noStrike">
                        <a:solidFill>
                          <a:schemeClr val="tx2"/>
                        </a:solidFill>
                        <a:effectLst/>
                        <a:latin typeface="Aptos Narrow" panose="020B0004020202020204" pitchFamily="34" charset="0"/>
                      </a:endParaRPr>
                    </a:p>
                  </a:txBody>
                  <a:tcPr marL="5002" marR="5002" marT="5002" marB="0" anchor="ctr"/>
                </a:tc>
                <a:tc>
                  <a:txBody>
                    <a:bodyPr/>
                    <a:lstStyle/>
                    <a:p>
                      <a:pPr algn="l" fontAlgn="b">
                        <a:buNone/>
                      </a:pPr>
                      <a:r>
                        <a:rPr lang="en-GB" sz="1200" b="0" i="0" u="none" strike="noStrike">
                          <a:solidFill>
                            <a:schemeClr val="tx2"/>
                          </a:solidFill>
                          <a:effectLst/>
                          <a:latin typeface="Aptos Narrow" panose="020B0004020202020204" pitchFamily="34" charset="0"/>
                        </a:rPr>
                        <a:t>Penetration</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891367487"/>
                  </a:ext>
                </a:extLst>
              </a:tr>
              <a:tr h="186632">
                <a:tc>
                  <a:txBody>
                    <a:bodyPr/>
                    <a:lstStyle/>
                    <a:p>
                      <a:pPr algn="ctr" fontAlgn="ctr">
                        <a:buNone/>
                      </a:pPr>
                      <a:endParaRPr lang="en-GB" sz="1200" b="0" i="0" u="none" strike="noStrike">
                        <a:solidFill>
                          <a:schemeClr val="tx2"/>
                        </a:solidFill>
                        <a:effectLst/>
                        <a:latin typeface="Aptos Narrow" panose="020B0004020202020204" pitchFamily="34" charset="0"/>
                      </a:endParaRPr>
                    </a:p>
                  </a:txBody>
                  <a:tcPr marL="3752" marR="3752" marT="3752"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22863721"/>
                  </a:ext>
                </a:extLst>
              </a:tr>
              <a:tr h="186632">
                <a:tc rowSpan="5">
                  <a:txBody>
                    <a:bodyPr/>
                    <a:lstStyle/>
                    <a:p>
                      <a:pPr algn="ctr" fontAlgn="ctr">
                        <a:buNone/>
                      </a:pPr>
                      <a:r>
                        <a:rPr lang="en-GB" sz="1200" b="0" i="0" u="none" strike="noStrike">
                          <a:solidFill>
                            <a:schemeClr val="tx2"/>
                          </a:solidFill>
                          <a:effectLst/>
                          <a:latin typeface="Aptos Narrow" panose="020B0004020202020204" pitchFamily="34" charset="0"/>
                        </a:rPr>
                        <a:t>Brand Value Share</a:t>
                      </a:r>
                    </a:p>
                  </a:txBody>
                  <a:tcPr marL="3752" marR="3752" marT="3752"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r>
                        <a:rPr lang="en-GB" sz="1200" b="0" i="0" u="none" strike="noStrike" err="1">
                          <a:solidFill>
                            <a:schemeClr val="tx2"/>
                          </a:solidFill>
                          <a:effectLst/>
                          <a:latin typeface="Aptos Narrow" panose="020B0004020202020204" pitchFamily="34" charset="0"/>
                        </a:rPr>
                        <a:t>Dolmio</a:t>
                      </a:r>
                      <a:r>
                        <a:rPr lang="en-GB" sz="1200" b="0" i="0" u="none" strike="noStrike">
                          <a:solidFill>
                            <a:schemeClr val="tx2"/>
                          </a:solidFill>
                          <a:effectLst/>
                          <a:latin typeface="Aptos Narrow" panose="020B0004020202020204" pitchFamily="34" charset="0"/>
                        </a:rPr>
                        <a:t> </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205770103"/>
                  </a:ext>
                </a:extLst>
              </a:tr>
              <a:tr h="186632">
                <a:tc vMerge="1">
                  <a:txBody>
                    <a:bodyPr/>
                    <a:lstStyle/>
                    <a:p>
                      <a:pPr algn="ctr" fontAlgn="ctr">
                        <a:buNone/>
                      </a:pPr>
                      <a:endParaRPr lang="en-GB" sz="1600" b="0" i="0" u="none" strike="noStrike">
                        <a:solidFill>
                          <a:schemeClr val="tx2"/>
                        </a:solidFill>
                        <a:effectLst/>
                        <a:latin typeface="Aptos Narrow" panose="020B0004020202020204" pitchFamily="34" charset="0"/>
                      </a:endParaRPr>
                    </a:p>
                  </a:txBody>
                  <a:tcPr marL="5002" marR="5002" marT="5002" marB="0" anchor="ctr"/>
                </a:tc>
                <a:tc>
                  <a:txBody>
                    <a:bodyPr/>
                    <a:lstStyle/>
                    <a:p>
                      <a:pPr algn="l" fontAlgn="b">
                        <a:buNone/>
                      </a:pPr>
                      <a:r>
                        <a:rPr lang="en-GB" sz="1200" b="0" i="0" u="none" strike="noStrike">
                          <a:solidFill>
                            <a:schemeClr val="tx2"/>
                          </a:solidFill>
                          <a:effectLst/>
                          <a:latin typeface="Aptos Narrow" panose="020B0004020202020204" pitchFamily="34" charset="0"/>
                        </a:rPr>
                        <a:t>Brand 1</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700669829"/>
                  </a:ext>
                </a:extLst>
              </a:tr>
              <a:tr h="186632">
                <a:tc vMerge="1">
                  <a:txBody>
                    <a:bodyPr/>
                    <a:lstStyle/>
                    <a:p>
                      <a:pPr algn="ctr" fontAlgn="ctr">
                        <a:buNone/>
                      </a:pPr>
                      <a:endParaRPr lang="en-GB" sz="1600" b="0" i="0" u="none" strike="noStrike">
                        <a:solidFill>
                          <a:schemeClr val="tx2"/>
                        </a:solidFill>
                        <a:effectLst/>
                        <a:latin typeface="Aptos Narrow" panose="020B0004020202020204" pitchFamily="34" charset="0"/>
                      </a:endParaRPr>
                    </a:p>
                  </a:txBody>
                  <a:tcPr marL="5002" marR="5002" marT="5002" marB="0" anchor="ctr"/>
                </a:tc>
                <a:tc>
                  <a:txBody>
                    <a:bodyPr/>
                    <a:lstStyle/>
                    <a:p>
                      <a:pPr algn="l" fontAlgn="b">
                        <a:buNone/>
                      </a:pPr>
                      <a:r>
                        <a:rPr lang="en-GB" sz="1200" b="0" i="0" u="none" strike="noStrike">
                          <a:solidFill>
                            <a:schemeClr val="tx2"/>
                          </a:solidFill>
                          <a:effectLst/>
                          <a:latin typeface="Aptos Narrow" panose="020B0004020202020204" pitchFamily="34" charset="0"/>
                        </a:rPr>
                        <a:t>Brand 2</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010303681"/>
                  </a:ext>
                </a:extLst>
              </a:tr>
              <a:tr h="186632">
                <a:tc vMerge="1">
                  <a:txBody>
                    <a:bodyPr/>
                    <a:lstStyle/>
                    <a:p>
                      <a:pPr algn="ctr" fontAlgn="ctr">
                        <a:buNone/>
                      </a:pPr>
                      <a:endParaRPr lang="en-GB" sz="1600" b="0" i="0" u="none" strike="noStrike">
                        <a:solidFill>
                          <a:schemeClr val="tx2"/>
                        </a:solidFill>
                        <a:effectLst/>
                        <a:latin typeface="Aptos Narrow" panose="020B0004020202020204" pitchFamily="34" charset="0"/>
                      </a:endParaRPr>
                    </a:p>
                  </a:txBody>
                  <a:tcPr marL="5002" marR="5002" marT="5002" marB="0" anchor="ctr"/>
                </a:tc>
                <a:tc>
                  <a:txBody>
                    <a:bodyPr/>
                    <a:lstStyle/>
                    <a:p>
                      <a:pPr algn="l" fontAlgn="b">
                        <a:buNone/>
                      </a:pPr>
                      <a:r>
                        <a:rPr lang="en-GB" sz="1200" b="0" i="0" u="none" strike="noStrike">
                          <a:solidFill>
                            <a:schemeClr val="tx2"/>
                          </a:solidFill>
                          <a:effectLst/>
                          <a:latin typeface="Aptos Narrow" panose="020B0004020202020204" pitchFamily="34" charset="0"/>
                        </a:rPr>
                        <a:t>Brand 3</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766741760"/>
                  </a:ext>
                </a:extLst>
              </a:tr>
              <a:tr h="186632">
                <a:tc vMerge="1">
                  <a:txBody>
                    <a:bodyPr/>
                    <a:lstStyle/>
                    <a:p>
                      <a:pPr algn="ctr" fontAlgn="ctr">
                        <a:buNone/>
                      </a:pPr>
                      <a:endParaRPr lang="en-GB" sz="1600" b="0" i="0" u="none" strike="noStrike">
                        <a:solidFill>
                          <a:schemeClr val="tx2"/>
                        </a:solidFill>
                        <a:effectLst/>
                        <a:latin typeface="Aptos Narrow" panose="020B0004020202020204" pitchFamily="34" charset="0"/>
                      </a:endParaRPr>
                    </a:p>
                  </a:txBody>
                  <a:tcPr marL="5002" marR="5002" marT="5002" marB="0" anchor="ctr"/>
                </a:tc>
                <a:tc>
                  <a:txBody>
                    <a:bodyPr/>
                    <a:lstStyle/>
                    <a:p>
                      <a:pPr algn="l" fontAlgn="b">
                        <a:buNone/>
                      </a:pPr>
                      <a:r>
                        <a:rPr lang="en-GB" sz="1200" b="0" i="0" u="none" strike="noStrike">
                          <a:solidFill>
                            <a:schemeClr val="tx2"/>
                          </a:solidFill>
                          <a:effectLst/>
                          <a:latin typeface="Aptos Narrow" panose="020B0004020202020204" pitchFamily="34" charset="0"/>
                        </a:rPr>
                        <a:t>Private Label</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788027874"/>
                  </a:ext>
                </a:extLst>
              </a:tr>
              <a:tr h="186632">
                <a:tc>
                  <a:txBody>
                    <a:bodyPr/>
                    <a:lstStyle/>
                    <a:p>
                      <a:pPr algn="ctr" fontAlgn="ctr">
                        <a:buNone/>
                      </a:pPr>
                      <a:endParaRPr lang="en-GB" sz="1200" b="0" i="0" u="none" strike="noStrike">
                        <a:solidFill>
                          <a:schemeClr val="tx2"/>
                        </a:solidFill>
                        <a:effectLst/>
                        <a:latin typeface="Aptos Narrow" panose="020B0004020202020204" pitchFamily="34" charset="0"/>
                      </a:endParaRPr>
                    </a:p>
                  </a:txBody>
                  <a:tcPr marL="3752" marR="3752" marT="3752"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160588438"/>
                  </a:ext>
                </a:extLst>
              </a:tr>
              <a:tr h="186632">
                <a:tc rowSpan="5">
                  <a:txBody>
                    <a:bodyPr/>
                    <a:lstStyle/>
                    <a:p>
                      <a:pPr algn="ctr" fontAlgn="ctr">
                        <a:buNone/>
                      </a:pPr>
                      <a:r>
                        <a:rPr lang="en-GB" sz="1200" b="0" i="0" u="none" strike="noStrike" err="1">
                          <a:solidFill>
                            <a:schemeClr val="tx2"/>
                          </a:solidFill>
                          <a:effectLst/>
                          <a:latin typeface="Aptos Narrow" panose="020B0004020202020204" pitchFamily="34" charset="0"/>
                        </a:rPr>
                        <a:t>Dolmio</a:t>
                      </a:r>
                      <a:endParaRPr lang="en-GB" sz="1200" b="0" i="0" u="none" strike="noStrike">
                        <a:solidFill>
                          <a:schemeClr val="tx2"/>
                        </a:solidFill>
                        <a:effectLst/>
                        <a:latin typeface="Aptos Narrow" panose="020B0004020202020204" pitchFamily="34" charset="0"/>
                      </a:endParaRPr>
                    </a:p>
                    <a:p>
                      <a:pPr algn="ctr" fontAlgn="ctr">
                        <a:buNone/>
                      </a:pPr>
                      <a:r>
                        <a:rPr lang="en-GB" sz="1200" b="0" i="0" u="none" strike="noStrike">
                          <a:solidFill>
                            <a:schemeClr val="tx2"/>
                          </a:solidFill>
                          <a:effectLst/>
                          <a:latin typeface="Aptos Narrow" panose="020B0004020202020204" pitchFamily="34" charset="0"/>
                        </a:rPr>
                        <a:t>UK</a:t>
                      </a:r>
                    </a:p>
                  </a:txBody>
                  <a:tcPr marL="3752" marR="3752" marT="3752"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r>
                        <a:rPr lang="en-GB" sz="1200" b="0" i="0" u="none" strike="noStrike">
                          <a:solidFill>
                            <a:schemeClr val="tx2"/>
                          </a:solidFill>
                          <a:effectLst/>
                          <a:latin typeface="Aptos Narrow" panose="020B0004020202020204" pitchFamily="34" charset="0"/>
                        </a:rPr>
                        <a:t>RSV Share</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884902000"/>
                  </a:ext>
                </a:extLst>
              </a:tr>
              <a:tr h="186632">
                <a:tc vMerge="1">
                  <a:txBody>
                    <a:bodyPr/>
                    <a:lstStyle/>
                    <a:p>
                      <a:pPr algn="ctr" fontAlgn="ctr">
                        <a:buNone/>
                      </a:pPr>
                      <a:endParaRPr lang="en-GB" sz="900" b="0" i="0" u="none" strike="noStrike">
                        <a:solidFill>
                          <a:schemeClr val="tx2"/>
                        </a:solidFill>
                        <a:effectLst/>
                        <a:latin typeface="Aptos Narrow" panose="020B0004020202020204" pitchFamily="34" charset="0"/>
                      </a:endParaRPr>
                    </a:p>
                  </a:txBody>
                  <a:tcPr marL="5002" marR="5002" marT="5002" marB="0" anchor="ctr"/>
                </a:tc>
                <a:tc>
                  <a:txBody>
                    <a:bodyPr/>
                    <a:lstStyle/>
                    <a:p>
                      <a:pPr algn="l" fontAlgn="b">
                        <a:buNone/>
                      </a:pPr>
                      <a:r>
                        <a:rPr lang="en-GB" sz="1200" b="0" i="0" u="none" strike="noStrike">
                          <a:solidFill>
                            <a:schemeClr val="tx2"/>
                          </a:solidFill>
                          <a:effectLst/>
                          <a:latin typeface="Aptos Narrow" panose="020B0004020202020204" pitchFamily="34" charset="0"/>
                        </a:rPr>
                        <a:t>Units Share</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927082244"/>
                  </a:ext>
                </a:extLst>
              </a:tr>
              <a:tr h="186632">
                <a:tc vMerge="1">
                  <a:txBody>
                    <a:bodyPr/>
                    <a:lstStyle/>
                    <a:p>
                      <a:pPr algn="ctr" fontAlgn="ctr">
                        <a:buNone/>
                      </a:pPr>
                      <a:endParaRPr lang="en-GB" sz="900" b="0" i="0" u="none" strike="noStrike">
                        <a:solidFill>
                          <a:schemeClr val="tx2"/>
                        </a:solidFill>
                        <a:effectLst/>
                        <a:latin typeface="Aptos Narrow" panose="020B0004020202020204" pitchFamily="34" charset="0"/>
                      </a:endParaRPr>
                    </a:p>
                  </a:txBody>
                  <a:tcPr marL="5002" marR="5002" marT="5002" marB="0" anchor="ctr"/>
                </a:tc>
                <a:tc>
                  <a:txBody>
                    <a:bodyPr/>
                    <a:lstStyle/>
                    <a:p>
                      <a:pPr algn="l" fontAlgn="b">
                        <a:buNone/>
                      </a:pPr>
                      <a:r>
                        <a:rPr lang="en-GB" sz="1200" b="0" i="0" u="none" strike="noStrike">
                          <a:solidFill>
                            <a:schemeClr val="tx2"/>
                          </a:solidFill>
                          <a:effectLst/>
                          <a:latin typeface="Aptos Narrow" panose="020B0004020202020204" pitchFamily="34" charset="0"/>
                        </a:rPr>
                        <a:t>Val ROS</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83152396"/>
                  </a:ext>
                </a:extLst>
              </a:tr>
              <a:tr h="186632">
                <a:tc vMerge="1">
                  <a:txBody>
                    <a:bodyPr/>
                    <a:lstStyle/>
                    <a:p>
                      <a:pPr algn="ctr" fontAlgn="ctr">
                        <a:buNone/>
                      </a:pPr>
                      <a:endParaRPr lang="en-GB" sz="900" b="0" i="0" u="none" strike="noStrike">
                        <a:solidFill>
                          <a:schemeClr val="tx2"/>
                        </a:solidFill>
                        <a:effectLst/>
                        <a:latin typeface="Aptos Narrow" panose="020B0004020202020204" pitchFamily="34" charset="0"/>
                      </a:endParaRPr>
                    </a:p>
                  </a:txBody>
                  <a:tcPr marL="5002" marR="5002" marT="5002" marB="0" anchor="ctr"/>
                </a:tc>
                <a:tc>
                  <a:txBody>
                    <a:bodyPr/>
                    <a:lstStyle/>
                    <a:p>
                      <a:pPr algn="l" fontAlgn="b">
                        <a:buNone/>
                      </a:pPr>
                      <a:r>
                        <a:rPr lang="en-GB" sz="1200" b="0" i="0" u="none" strike="noStrike">
                          <a:solidFill>
                            <a:schemeClr val="tx2"/>
                          </a:solidFill>
                          <a:effectLst/>
                          <a:latin typeface="Aptos Narrow" panose="020B0004020202020204" pitchFamily="34" charset="0"/>
                        </a:rPr>
                        <a:t>Unit ROS</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108060011"/>
                  </a:ext>
                </a:extLst>
              </a:tr>
              <a:tr h="186632">
                <a:tc vMerge="1">
                  <a:txBody>
                    <a:bodyPr/>
                    <a:lstStyle/>
                    <a:p>
                      <a:pPr algn="ctr" fontAlgn="ctr">
                        <a:buNone/>
                      </a:pPr>
                      <a:endParaRPr lang="en-GB" sz="900" b="0" i="0" u="none" strike="noStrike">
                        <a:solidFill>
                          <a:schemeClr val="tx2"/>
                        </a:solidFill>
                        <a:effectLst/>
                        <a:latin typeface="Aptos Narrow" panose="020B0004020202020204" pitchFamily="34" charset="0"/>
                      </a:endParaRPr>
                    </a:p>
                  </a:txBody>
                  <a:tcPr marL="5002" marR="5002" marT="5002" marB="0" anchor="ctr"/>
                </a:tc>
                <a:tc>
                  <a:txBody>
                    <a:bodyPr/>
                    <a:lstStyle/>
                    <a:p>
                      <a:pPr algn="l" fontAlgn="b">
                        <a:buNone/>
                      </a:pPr>
                      <a:r>
                        <a:rPr lang="en-GB" sz="1200" b="0" i="0" u="none" strike="noStrike">
                          <a:solidFill>
                            <a:schemeClr val="tx2"/>
                          </a:solidFill>
                          <a:effectLst/>
                          <a:latin typeface="Aptos Narrow" panose="020B0004020202020204" pitchFamily="34" charset="0"/>
                        </a:rPr>
                        <a:t>TDP Share</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502063827"/>
                  </a:ext>
                </a:extLst>
              </a:tr>
              <a:tr h="186632">
                <a:tc>
                  <a:txBody>
                    <a:bodyPr/>
                    <a:lstStyle/>
                    <a:p>
                      <a:pPr algn="ctr" fontAlgn="ctr">
                        <a:buNone/>
                      </a:pPr>
                      <a:endParaRPr lang="en-GB" sz="1200" b="0" i="0" u="none" strike="noStrike">
                        <a:solidFill>
                          <a:schemeClr val="tx2"/>
                        </a:solidFill>
                        <a:effectLst/>
                        <a:latin typeface="Aptos Narrow" panose="020B0004020202020204" pitchFamily="34" charset="0"/>
                      </a:endParaRPr>
                    </a:p>
                  </a:txBody>
                  <a:tcPr marL="3752" marR="3752" marT="3752"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240161973"/>
                  </a:ext>
                </a:extLst>
              </a:tr>
              <a:tr h="186632">
                <a:tc rowSpan="3">
                  <a:txBody>
                    <a:bodyPr/>
                    <a:lstStyle/>
                    <a:p>
                      <a:pPr algn="ctr" fontAlgn="ctr">
                        <a:buNone/>
                      </a:pPr>
                      <a:r>
                        <a:rPr lang="en-GB" sz="1200" u="none" strike="noStrike">
                          <a:solidFill>
                            <a:schemeClr val="tx2"/>
                          </a:solidFill>
                          <a:effectLst/>
                          <a:latin typeface="Aptos Narrow" panose="020B0004020202020204" pitchFamily="34" charset="0"/>
                        </a:rPr>
                        <a:t>Shopper Metrics </a:t>
                      </a:r>
                      <a:r>
                        <a:rPr lang="en-GB" sz="1200" u="none" strike="noStrike" err="1">
                          <a:solidFill>
                            <a:schemeClr val="tx2"/>
                          </a:solidFill>
                          <a:effectLst/>
                          <a:latin typeface="Aptos Narrow" panose="020B0004020202020204" pitchFamily="34" charset="0"/>
                        </a:rPr>
                        <a:t>Dolmio</a:t>
                      </a:r>
                      <a:endParaRPr lang="en-GB" sz="1200" b="0" i="0" u="none" strike="noStrike">
                        <a:solidFill>
                          <a:schemeClr val="tx2"/>
                        </a:solidFill>
                        <a:effectLst/>
                        <a:latin typeface="Aptos Narrow" panose="020B0004020202020204" pitchFamily="34" charset="0"/>
                      </a:endParaRPr>
                    </a:p>
                  </a:txBody>
                  <a:tcPr marL="3752" marR="3752" marT="3752"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r>
                        <a:rPr lang="en-GB" sz="1200" u="none" strike="noStrike">
                          <a:solidFill>
                            <a:schemeClr val="tx2"/>
                          </a:solidFill>
                          <a:effectLst/>
                          <a:latin typeface="Aptos Narrow" panose="020B0004020202020204" pitchFamily="34" charset="0"/>
                        </a:rPr>
                        <a:t>Penetration %</a:t>
                      </a: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86385462"/>
                  </a:ext>
                </a:extLst>
              </a:tr>
              <a:tr h="369512">
                <a:tc vMerge="1">
                  <a:txBody>
                    <a:bodyPr/>
                    <a:lstStyle/>
                    <a:p>
                      <a:endParaRPr lang="en-GB"/>
                    </a:p>
                  </a:txBody>
                  <a:tcPr/>
                </a:tc>
                <a:tc>
                  <a:txBody>
                    <a:bodyPr/>
                    <a:lstStyle/>
                    <a:p>
                      <a:pPr algn="l" fontAlgn="b">
                        <a:buNone/>
                      </a:pPr>
                      <a:r>
                        <a:rPr lang="en-GB" sz="1200" b="0" i="0" u="none" strike="noStrike">
                          <a:solidFill>
                            <a:schemeClr val="tx2"/>
                          </a:solidFill>
                          <a:effectLst/>
                          <a:latin typeface="Aptos Narrow" panose="020B0004020202020204" pitchFamily="34" charset="0"/>
                        </a:rPr>
                        <a:t>Penetration % U35s</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715429686"/>
                  </a:ext>
                </a:extLst>
              </a:tr>
              <a:tr h="186632">
                <a:tc vMerge="1">
                  <a:txBody>
                    <a:bodyPr/>
                    <a:lstStyle/>
                    <a:p>
                      <a:endParaRPr lang="en-GB"/>
                    </a:p>
                  </a:txBody>
                  <a:tcPr/>
                </a:tc>
                <a:tc>
                  <a:txBody>
                    <a:bodyPr/>
                    <a:lstStyle/>
                    <a:p>
                      <a:pPr algn="l" fontAlgn="b">
                        <a:buNone/>
                      </a:pPr>
                      <a:r>
                        <a:rPr lang="en-GB" sz="1200" b="0" i="0" u="none" strike="noStrike">
                          <a:solidFill>
                            <a:schemeClr val="tx2"/>
                          </a:solidFill>
                          <a:effectLst/>
                          <a:latin typeface="Aptos Narrow" panose="020B0004020202020204" pitchFamily="34" charset="0"/>
                        </a:rPr>
                        <a:t>Buyers/Repeat</a:t>
                      </a: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buNone/>
                      </a:pPr>
                      <a:endParaRPr lang="en-GB" sz="1200" b="0" i="0" u="none" strike="noStrike">
                        <a:solidFill>
                          <a:schemeClr val="tx2"/>
                        </a:solidFill>
                        <a:effectLst/>
                        <a:latin typeface="Aptos Narrow" panose="020B0004020202020204" pitchFamily="34" charset="0"/>
                      </a:endParaRPr>
                    </a:p>
                  </a:txBody>
                  <a:tcPr marL="3752" marR="3752" marT="3752"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7507756"/>
                  </a:ext>
                </a:extLst>
              </a:tr>
            </a:tbl>
          </a:graphicData>
        </a:graphic>
      </p:graphicFrame>
      <p:sp>
        <p:nvSpPr>
          <p:cNvPr id="9" name="Rectangle 8">
            <a:extLst>
              <a:ext uri="{FF2B5EF4-FFF2-40B4-BE49-F238E27FC236}">
                <a16:creationId xmlns:a16="http://schemas.microsoft.com/office/drawing/2014/main" id="{AA28B628-AE64-230D-C236-2507483553F2}"/>
              </a:ext>
            </a:extLst>
          </p:cNvPr>
          <p:cNvSpPr/>
          <p:nvPr/>
        </p:nvSpPr>
        <p:spPr>
          <a:xfrm>
            <a:off x="4572000" y="589330"/>
            <a:ext cx="4433313" cy="126233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pPr>
            <a:r>
              <a:rPr lang="en-GB" sz="1350" b="1" kern="1200">
                <a:solidFill>
                  <a:srgbClr val="1A5632"/>
                </a:solidFill>
                <a:latin typeface="Mars Centra"/>
              </a:rPr>
              <a:t>Elevator Pitch: Maximum 3 sentences summarising what’s going on in the Category &amp; for Mars remember the WHY! </a:t>
            </a:r>
          </a:p>
        </p:txBody>
      </p:sp>
      <p:sp>
        <p:nvSpPr>
          <p:cNvPr id="11" name="Rectangle 10">
            <a:extLst>
              <a:ext uri="{FF2B5EF4-FFF2-40B4-BE49-F238E27FC236}">
                <a16:creationId xmlns:a16="http://schemas.microsoft.com/office/drawing/2014/main" id="{D612BB4C-9FCA-E475-F662-EC294CD654ED}"/>
              </a:ext>
            </a:extLst>
          </p:cNvPr>
          <p:cNvSpPr/>
          <p:nvPr/>
        </p:nvSpPr>
        <p:spPr>
          <a:xfrm>
            <a:off x="6440598" y="0"/>
            <a:ext cx="2703402" cy="2606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GB" sz="1350" kern="1200">
                <a:solidFill>
                  <a:srgbClr val="FFFFFF"/>
                </a:solidFill>
                <a:latin typeface="Mars Centra"/>
              </a:rPr>
              <a:t>Quarterly</a:t>
            </a:r>
          </a:p>
        </p:txBody>
      </p:sp>
      <p:sp>
        <p:nvSpPr>
          <p:cNvPr id="5" name="Rectangle 4">
            <a:extLst>
              <a:ext uri="{FF2B5EF4-FFF2-40B4-BE49-F238E27FC236}">
                <a16:creationId xmlns:a16="http://schemas.microsoft.com/office/drawing/2014/main" id="{F0BFB521-FCEF-EC5E-6D3D-8A3B52AC19AA}"/>
              </a:ext>
            </a:extLst>
          </p:cNvPr>
          <p:cNvSpPr/>
          <p:nvPr/>
        </p:nvSpPr>
        <p:spPr>
          <a:xfrm>
            <a:off x="6486013" y="301497"/>
            <a:ext cx="2612571" cy="651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ADD – Slide #2 in Esther Deck</a:t>
            </a:r>
          </a:p>
        </p:txBody>
      </p:sp>
    </p:spTree>
    <p:extLst>
      <p:ext uri="{BB962C8B-B14F-4D97-AF65-F5344CB8AC3E}">
        <p14:creationId xmlns:p14="http://schemas.microsoft.com/office/powerpoint/2010/main" val="322375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301"/>
        <p:cNvGrpSpPr/>
        <p:nvPr/>
      </p:nvGrpSpPr>
      <p:grpSpPr>
        <a:xfrm>
          <a:off x="0" y="0"/>
          <a:ext cx="0" cy="0"/>
          <a:chOff x="0" y="0"/>
          <a:chExt cx="0" cy="0"/>
        </a:xfrm>
      </p:grpSpPr>
      <p:pic>
        <p:nvPicPr>
          <p:cNvPr id="3302" name="Google Shape;3302;p37" title="executive summary ss.png"/>
          <p:cNvPicPr preferRelativeResize="0"/>
          <p:nvPr/>
        </p:nvPicPr>
        <p:blipFill rotWithShape="1">
          <a:blip r:embed="rId4">
            <a:alphaModFix/>
          </a:blip>
          <a:srcRect/>
          <a:stretch/>
        </p:blipFill>
        <p:spPr>
          <a:xfrm>
            <a:off x="273750" y="1255175"/>
            <a:ext cx="3318900" cy="2069100"/>
          </a:xfrm>
          <a:prstGeom prst="roundRect">
            <a:avLst>
              <a:gd name="adj" fmla="val 3875"/>
            </a:avLst>
          </a:prstGeom>
          <a:noFill/>
          <a:ln>
            <a:noFill/>
          </a:ln>
        </p:spPr>
      </p:pic>
      <p:sp>
        <p:nvSpPr>
          <p:cNvPr id="3303" name="Google Shape;3303;p37"/>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304" name="Google Shape;3304;p37"/>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chemeClr val="dk1"/>
              </a:buClr>
              <a:buSzPts val="2851"/>
              <a:buFont typeface="Arial"/>
              <a:buNone/>
            </a:pPr>
            <a:r>
              <a:rPr lang="en" sz="1800" b="1">
                <a:solidFill>
                  <a:schemeClr val="dk1"/>
                </a:solidFill>
                <a:latin typeface="Calibri"/>
                <a:ea typeface="Calibri"/>
                <a:cs typeface="Calibri"/>
                <a:sym typeface="Calibri"/>
              </a:rPr>
              <a:t>Executive Summary - Category Tailwinds &amp; Headwinds</a:t>
            </a:r>
            <a:endParaRPr sz="1800" b="1" i="0" u="none" strike="noStrike" cap="none">
              <a:solidFill>
                <a:schemeClr val="dk1"/>
              </a:solidFill>
              <a:latin typeface="Calibri"/>
              <a:ea typeface="Calibri"/>
              <a:cs typeface="Calibri"/>
              <a:sym typeface="Calibri"/>
            </a:endParaRPr>
          </a:p>
        </p:txBody>
      </p:sp>
      <p:sp>
        <p:nvSpPr>
          <p:cNvPr id="3305" name="Google Shape;3305;p37"/>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6" name="Google Shape;3306;p37"/>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7" name="Google Shape;3307;p37"/>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cxnSp>
        <p:nvCxnSpPr>
          <p:cNvPr id="3308" name="Google Shape;3308;p37"/>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309" name="Google Shape;3309;p37"/>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sp>
        <p:nvSpPr>
          <p:cNvPr id="3310" name="Google Shape;3310;p37"/>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311" name="Google Shape;3311;p37"/>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grpSp>
        <p:nvGrpSpPr>
          <p:cNvPr id="3312" name="Google Shape;3312;p37"/>
          <p:cNvGrpSpPr/>
          <p:nvPr/>
        </p:nvGrpSpPr>
        <p:grpSpPr>
          <a:xfrm>
            <a:off x="3496675" y="663825"/>
            <a:ext cx="1155776" cy="235490"/>
            <a:chOff x="3377819" y="989946"/>
            <a:chExt cx="1126378" cy="229500"/>
          </a:xfrm>
        </p:grpSpPr>
        <p:sp>
          <p:nvSpPr>
            <p:cNvPr id="3313" name="Google Shape;3313;p37"/>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314" name="Google Shape;3314;p37"/>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315" name="Google Shape;3315;p37"/>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316" name="Google Shape;3316;p37"/>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317" name="Google Shape;3317;p37"/>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pic>
        <p:nvPicPr>
          <p:cNvPr id="3318" name="Google Shape;3318;p37" title="executive summary.png"/>
          <p:cNvPicPr preferRelativeResize="0"/>
          <p:nvPr/>
        </p:nvPicPr>
        <p:blipFill rotWithShape="1">
          <a:blip r:embed="rId5">
            <a:alphaModFix/>
          </a:blip>
          <a:srcRect/>
          <a:stretch/>
        </p:blipFill>
        <p:spPr>
          <a:xfrm>
            <a:off x="3496675" y="999075"/>
            <a:ext cx="5398200" cy="2786100"/>
          </a:xfrm>
          <a:prstGeom prst="roundRect">
            <a:avLst>
              <a:gd name="adj" fmla="val 3420"/>
            </a:avLst>
          </a:prstGeom>
          <a:noFill/>
          <a:ln>
            <a:noFill/>
          </a:ln>
          <a:effectLst>
            <a:outerShdw blurRad="71438" dist="47625" dir="4800000" algn="bl" rotWithShape="0">
              <a:srgbClr val="000000">
                <a:alpha val="50196"/>
              </a:srgbClr>
            </a:outerShdw>
          </a:effectLst>
        </p:spPr>
      </p:pic>
      <p:sp>
        <p:nvSpPr>
          <p:cNvPr id="3319" name="Google Shape;3319;p37"/>
          <p:cNvSpPr/>
          <p:nvPr/>
        </p:nvSpPr>
        <p:spPr>
          <a:xfrm>
            <a:off x="3461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320" name="Google Shape;3320;p37"/>
          <p:cNvSpPr txBox="1"/>
          <p:nvPr/>
        </p:nvSpPr>
        <p:spPr>
          <a:xfrm>
            <a:off x="685700" y="4209350"/>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Improved Information Hierarchy</a:t>
            </a:r>
            <a:endParaRPr sz="800" b="0" i="0" u="none" strike="noStrike" cap="none">
              <a:solidFill>
                <a:srgbClr val="3C3C3C"/>
              </a:solidFill>
              <a:latin typeface="Calibri"/>
              <a:ea typeface="Calibri"/>
              <a:cs typeface="Calibri"/>
              <a:sym typeface="Calibri"/>
            </a:endParaRPr>
          </a:p>
        </p:txBody>
      </p:sp>
      <p:sp>
        <p:nvSpPr>
          <p:cNvPr id="3321" name="Google Shape;3321;p37"/>
          <p:cNvSpPr txBox="1"/>
          <p:nvPr/>
        </p:nvSpPr>
        <p:spPr>
          <a:xfrm>
            <a:off x="442850" y="4434525"/>
            <a:ext cx="15339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Uses distinct bolding and header breadcrumbs to logically separate main brands from sub-regions. Establishes a clear visual path that instantly distinguishes parent summary rows from granular rows.</a:t>
            </a:r>
            <a:endParaRPr sz="700" b="0" i="0" u="none" strike="noStrike" cap="none">
              <a:solidFill>
                <a:srgbClr val="3C3C3C"/>
              </a:solidFill>
              <a:latin typeface="Calibri"/>
              <a:ea typeface="Calibri"/>
              <a:cs typeface="Calibri"/>
              <a:sym typeface="Calibri"/>
            </a:endParaRPr>
          </a:p>
        </p:txBody>
      </p:sp>
      <p:sp>
        <p:nvSpPr>
          <p:cNvPr id="3322" name="Google Shape;3322;p37"/>
          <p:cNvSpPr/>
          <p:nvPr/>
        </p:nvSpPr>
        <p:spPr>
          <a:xfrm>
            <a:off x="20991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323" name="Google Shape;3323;p37"/>
          <p:cNvSpPr txBox="1"/>
          <p:nvPr/>
        </p:nvSpPr>
        <p:spPr>
          <a:xfrm>
            <a:off x="2438729" y="4209351"/>
            <a:ext cx="1238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Improved Readability</a:t>
            </a:r>
            <a:endParaRPr sz="909" b="0" i="0" u="none" strike="noStrike" cap="none">
              <a:solidFill>
                <a:srgbClr val="3C3C3C"/>
              </a:solidFill>
              <a:latin typeface="Calibri"/>
              <a:ea typeface="Calibri"/>
              <a:cs typeface="Calibri"/>
              <a:sym typeface="Calibri"/>
            </a:endParaRPr>
          </a:p>
        </p:txBody>
      </p:sp>
      <p:sp>
        <p:nvSpPr>
          <p:cNvPr id="3324" name="Google Shape;3324;p37"/>
          <p:cNvSpPr txBox="1"/>
          <p:nvPr/>
        </p:nvSpPr>
        <p:spPr>
          <a:xfrm>
            <a:off x="2195900" y="4434525"/>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Eliminates heavy, solid green row fills in favor of a clean white palette with crisp typography. Maximizes spacing around text data to significantly lower visual fatigue while reviewing large grids.</a:t>
            </a:r>
            <a:endParaRPr sz="750" b="0" i="0" u="none" strike="noStrike" cap="none">
              <a:solidFill>
                <a:srgbClr val="3C3C3C"/>
              </a:solidFill>
              <a:latin typeface="Calibri"/>
              <a:ea typeface="Calibri"/>
              <a:cs typeface="Calibri"/>
              <a:sym typeface="Calibri"/>
            </a:endParaRPr>
          </a:p>
        </p:txBody>
      </p:sp>
      <p:sp>
        <p:nvSpPr>
          <p:cNvPr id="3325" name="Google Shape;3325;p37"/>
          <p:cNvSpPr/>
          <p:nvPr/>
        </p:nvSpPr>
        <p:spPr>
          <a:xfrm>
            <a:off x="3852239"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326" name="Google Shape;3326;p37"/>
          <p:cNvSpPr txBox="1"/>
          <p:nvPr/>
        </p:nvSpPr>
        <p:spPr>
          <a:xfrm>
            <a:off x="4191775" y="4209350"/>
            <a:ext cx="1395000" cy="115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chemeClr val="dk1"/>
                </a:solidFill>
                <a:latin typeface="Calibri"/>
                <a:ea typeface="Calibri"/>
                <a:cs typeface="Calibri"/>
                <a:sym typeface="Calibri"/>
              </a:rPr>
              <a:t>Decision-Making Support</a:t>
            </a:r>
            <a:endParaRPr sz="750" b="0" i="0" u="none" strike="noStrike" cap="none">
              <a:solidFill>
                <a:srgbClr val="3C3C3C"/>
              </a:solidFill>
              <a:latin typeface="Calibri"/>
              <a:ea typeface="Calibri"/>
              <a:cs typeface="Calibri"/>
              <a:sym typeface="Calibri"/>
            </a:endParaRPr>
          </a:p>
        </p:txBody>
      </p:sp>
      <p:sp>
        <p:nvSpPr>
          <p:cNvPr id="3327" name="Google Shape;3327;p37"/>
          <p:cNvSpPr txBox="1"/>
          <p:nvPr/>
        </p:nvSpPr>
        <p:spPr>
          <a:xfrm>
            <a:off x="3948936" y="4434533"/>
            <a:ext cx="14814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Introduces a smart "AI Data Assistant" alert banner to surface critical, pending reporting issues. Converts messy, chaotic yellow notes into neat, cell-specific comment boxes tied directly to relevant metrics.</a:t>
            </a:r>
            <a:endParaRPr sz="700" b="0" i="0" u="none" strike="noStrike" cap="none">
              <a:solidFill>
                <a:srgbClr val="3C3C3C"/>
              </a:solidFill>
              <a:latin typeface="Calibri"/>
              <a:ea typeface="Calibri"/>
              <a:cs typeface="Calibri"/>
              <a:sym typeface="Calibri"/>
            </a:endParaRPr>
          </a:p>
        </p:txBody>
      </p:sp>
      <p:sp>
        <p:nvSpPr>
          <p:cNvPr id="3328" name="Google Shape;3328;p37"/>
          <p:cNvSpPr/>
          <p:nvPr/>
        </p:nvSpPr>
        <p:spPr>
          <a:xfrm>
            <a:off x="56053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329" name="Google Shape;3329;p37"/>
          <p:cNvSpPr txBox="1"/>
          <p:nvPr/>
        </p:nvSpPr>
        <p:spPr>
          <a:xfrm>
            <a:off x="5944925" y="4209362"/>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Consistent Design Language </a:t>
            </a:r>
            <a:endParaRPr sz="800" b="0" i="0" u="none" strike="noStrike" cap="none">
              <a:solidFill>
                <a:srgbClr val="3C3C3C"/>
              </a:solidFill>
              <a:latin typeface="Calibri"/>
              <a:ea typeface="Calibri"/>
              <a:cs typeface="Calibri"/>
              <a:sym typeface="Calibri"/>
            </a:endParaRPr>
          </a:p>
        </p:txBody>
      </p:sp>
      <p:sp>
        <p:nvSpPr>
          <p:cNvPr id="3330" name="Google Shape;3330;p37"/>
          <p:cNvSpPr txBox="1"/>
          <p:nvPr/>
        </p:nvSpPr>
        <p:spPr>
          <a:xfrm>
            <a:off x="5702100" y="4434525"/>
            <a:ext cx="14814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Standardizes top-level utility buttons and font stylings into a cohesive, modern enterprise dashboard theme. Replaces raw spreadsheet structures with a uniform corporate identity and refined layout system.</a:t>
            </a:r>
            <a:endParaRPr sz="700" b="0" i="0" u="none" strike="noStrike" cap="none">
              <a:solidFill>
                <a:srgbClr val="3C3C3C"/>
              </a:solidFill>
              <a:latin typeface="Calibri"/>
              <a:ea typeface="Calibri"/>
              <a:cs typeface="Calibri"/>
              <a:sym typeface="Calibri"/>
            </a:endParaRPr>
          </a:p>
        </p:txBody>
      </p:sp>
      <p:sp>
        <p:nvSpPr>
          <p:cNvPr id="3331" name="Google Shape;3331;p37"/>
          <p:cNvSpPr/>
          <p:nvPr/>
        </p:nvSpPr>
        <p:spPr>
          <a:xfrm>
            <a:off x="73585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332" name="Google Shape;3332;p37"/>
          <p:cNvSpPr txBox="1"/>
          <p:nvPr/>
        </p:nvSpPr>
        <p:spPr>
          <a:xfrm>
            <a:off x="7698075" y="4209350"/>
            <a:ext cx="1395000" cy="124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9"/>
              <a:buFont typeface="Arial"/>
              <a:buNone/>
            </a:pPr>
            <a:r>
              <a:rPr lang="en" sz="809" b="0" i="0" u="none" strike="noStrike" cap="none">
                <a:solidFill>
                  <a:srgbClr val="3C3C3C"/>
                </a:solidFill>
                <a:latin typeface="Calibri"/>
                <a:ea typeface="Calibri"/>
                <a:cs typeface="Calibri"/>
                <a:sym typeface="Calibri"/>
              </a:rPr>
              <a:t>Enhanced Table Presentation</a:t>
            </a:r>
            <a:endParaRPr sz="809" b="0" i="0" u="none" strike="noStrike" cap="none">
              <a:solidFill>
                <a:srgbClr val="3C3C3C"/>
              </a:solidFill>
              <a:latin typeface="Calibri"/>
              <a:ea typeface="Calibri"/>
              <a:cs typeface="Calibri"/>
              <a:sym typeface="Calibri"/>
            </a:endParaRPr>
          </a:p>
        </p:txBody>
      </p:sp>
      <p:sp>
        <p:nvSpPr>
          <p:cNvPr id="3333" name="Google Shape;3333;p37"/>
          <p:cNvSpPr txBox="1"/>
          <p:nvPr/>
        </p:nvSpPr>
        <p:spPr>
          <a:xfrm>
            <a:off x="7455243" y="4434533"/>
            <a:ext cx="1533900" cy="538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Upgrades chaotic table lines to streamlined rows with elegant, faint border dividers. Positions comparison metrics cleanly under core numbers to simplify variance tracking.</a:t>
            </a:r>
            <a:endParaRPr sz="700" b="0" i="0" u="none" strike="noStrike" cap="none">
              <a:solidFill>
                <a:srgbClr val="3C3C3C"/>
              </a:solidFill>
              <a:latin typeface="Calibri"/>
              <a:ea typeface="Calibri"/>
              <a:cs typeface="Calibri"/>
              <a:sym typeface="Calibri"/>
            </a:endParaRPr>
          </a:p>
        </p:txBody>
      </p:sp>
      <p:pic>
        <p:nvPicPr>
          <p:cNvPr id="3334" name="Google Shape;3334;p37"/>
          <p:cNvPicPr preferRelativeResize="0"/>
          <p:nvPr/>
        </p:nvPicPr>
        <p:blipFill rotWithShape="1">
          <a:blip r:embed="rId6">
            <a:alphaModFix/>
          </a:blip>
          <a:srcRect/>
          <a:stretch/>
        </p:blipFill>
        <p:spPr>
          <a:xfrm>
            <a:off x="7455250" y="4183550"/>
            <a:ext cx="191400" cy="191400"/>
          </a:xfrm>
          <a:prstGeom prst="rect">
            <a:avLst/>
          </a:prstGeom>
          <a:noFill/>
          <a:ln>
            <a:noFill/>
          </a:ln>
        </p:spPr>
      </p:pic>
      <p:pic>
        <p:nvPicPr>
          <p:cNvPr id="3335" name="Google Shape;3335;p37" title="material-symbols_close-rounded.png"/>
          <p:cNvPicPr preferRelativeResize="0"/>
          <p:nvPr/>
        </p:nvPicPr>
        <p:blipFill rotWithShape="1">
          <a:blip r:embed="rId7">
            <a:alphaModFix/>
          </a:blip>
          <a:srcRect/>
          <a:stretch/>
        </p:blipFill>
        <p:spPr>
          <a:xfrm>
            <a:off x="8566515" y="1565574"/>
            <a:ext cx="102275" cy="102275"/>
          </a:xfrm>
          <a:prstGeom prst="rect">
            <a:avLst/>
          </a:prstGeom>
          <a:noFill/>
          <a:ln>
            <a:noFill/>
          </a:ln>
        </p:spPr>
      </p:pic>
      <p:pic>
        <p:nvPicPr>
          <p:cNvPr id="3336" name="Google Shape;3336;p37" title="lsicon_view-filled.png"/>
          <p:cNvPicPr preferRelativeResize="0"/>
          <p:nvPr/>
        </p:nvPicPr>
        <p:blipFill rotWithShape="1">
          <a:blip r:embed="rId8">
            <a:alphaModFix/>
          </a:blip>
          <a:srcRect/>
          <a:stretch/>
        </p:blipFill>
        <p:spPr>
          <a:xfrm>
            <a:off x="2200255" y="4158018"/>
            <a:ext cx="223200" cy="223200"/>
          </a:xfrm>
          <a:prstGeom prst="rect">
            <a:avLst/>
          </a:prstGeom>
          <a:noFill/>
          <a:ln>
            <a:noFill/>
          </a:ln>
        </p:spPr>
      </p:pic>
      <p:pic>
        <p:nvPicPr>
          <p:cNvPr id="3337" name="Google Shape;3337;p37" title="mdi_color.png"/>
          <p:cNvPicPr preferRelativeResize="0"/>
          <p:nvPr/>
        </p:nvPicPr>
        <p:blipFill rotWithShape="1">
          <a:blip r:embed="rId9">
            <a:alphaModFix/>
          </a:blip>
          <a:srcRect/>
          <a:stretch/>
        </p:blipFill>
        <p:spPr>
          <a:xfrm>
            <a:off x="5686608" y="4147451"/>
            <a:ext cx="235500" cy="235500"/>
          </a:xfrm>
          <a:prstGeom prst="rect">
            <a:avLst/>
          </a:prstGeom>
          <a:noFill/>
          <a:ln>
            <a:noFill/>
          </a:ln>
        </p:spPr>
      </p:pic>
      <p:pic>
        <p:nvPicPr>
          <p:cNvPr id="3338" name="Google Shape;3338;p37" title="Text-8.png"/>
          <p:cNvPicPr preferRelativeResize="0"/>
          <p:nvPr/>
        </p:nvPicPr>
        <p:blipFill rotWithShape="1">
          <a:blip r:embed="rId10">
            <a:alphaModFix/>
          </a:blip>
          <a:srcRect/>
          <a:stretch/>
        </p:blipFill>
        <p:spPr>
          <a:xfrm>
            <a:off x="3935550" y="4171400"/>
            <a:ext cx="191400" cy="191400"/>
          </a:xfrm>
          <a:prstGeom prst="rect">
            <a:avLst/>
          </a:prstGeom>
          <a:noFill/>
          <a:ln>
            <a:noFill/>
          </a:ln>
        </p:spPr>
      </p:pic>
      <p:pic>
        <p:nvPicPr>
          <p:cNvPr id="3339" name="Google Shape;3339;p37" title="Text-1.png"/>
          <p:cNvPicPr preferRelativeResize="0"/>
          <p:nvPr/>
        </p:nvPicPr>
        <p:blipFill rotWithShape="1">
          <a:blip r:embed="rId11">
            <a:alphaModFix/>
          </a:blip>
          <a:srcRect/>
          <a:stretch/>
        </p:blipFill>
        <p:spPr>
          <a:xfrm>
            <a:off x="451073" y="4181600"/>
            <a:ext cx="195300" cy="195300"/>
          </a:xfrm>
          <a:prstGeom prst="rect">
            <a:avLst/>
          </a:prstGeom>
          <a:noFill/>
          <a:ln>
            <a:noFill/>
          </a:ln>
        </p:spPr>
      </p:pic>
      <p:sp>
        <p:nvSpPr>
          <p:cNvPr id="3" name="Rectangle 2">
            <a:extLst>
              <a:ext uri="{FF2B5EF4-FFF2-40B4-BE49-F238E27FC236}">
                <a16:creationId xmlns:a16="http://schemas.microsoft.com/office/drawing/2014/main" id="{C1B06925-2AEA-B78B-FCB7-407D637F88D2}"/>
              </a:ext>
            </a:extLst>
          </p:cNvPr>
          <p:cNvSpPr/>
          <p:nvPr/>
        </p:nvSpPr>
        <p:spPr>
          <a:xfrm>
            <a:off x="6036415" y="226881"/>
            <a:ext cx="2612571" cy="651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Replace with Working/Not Working (Slide 29 this deck)</a:t>
            </a:r>
          </a:p>
        </p:txBody>
      </p:sp>
    </p:spTree>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343"/>
        <p:cNvGrpSpPr/>
        <p:nvPr/>
      </p:nvGrpSpPr>
      <p:grpSpPr>
        <a:xfrm>
          <a:off x="0" y="0"/>
          <a:ext cx="0" cy="0"/>
          <a:chOff x="0" y="0"/>
          <a:chExt cx="0" cy="0"/>
        </a:xfrm>
      </p:grpSpPr>
      <p:pic>
        <p:nvPicPr>
          <p:cNvPr id="3344" name="Google Shape;3344;p38" title="Screenshot 2026-06-05 at 3.44.51 PM 1.png"/>
          <p:cNvPicPr preferRelativeResize="0"/>
          <p:nvPr/>
        </p:nvPicPr>
        <p:blipFill rotWithShape="1">
          <a:blip r:embed="rId3">
            <a:alphaModFix/>
          </a:blip>
          <a:srcRect/>
          <a:stretch/>
        </p:blipFill>
        <p:spPr>
          <a:xfrm>
            <a:off x="273750" y="1255175"/>
            <a:ext cx="3318900" cy="2069100"/>
          </a:xfrm>
          <a:prstGeom prst="roundRect">
            <a:avLst>
              <a:gd name="adj" fmla="val 5025"/>
            </a:avLst>
          </a:prstGeom>
          <a:noFill/>
          <a:ln>
            <a:noFill/>
          </a:ln>
        </p:spPr>
      </p:pic>
      <p:sp>
        <p:nvSpPr>
          <p:cNvPr id="3345" name="Google Shape;3345;p38"/>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346" name="Google Shape;3346;p38"/>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chemeClr val="dk1"/>
              </a:buClr>
              <a:buSzPts val="2851"/>
              <a:buFont typeface="Arial"/>
              <a:buNone/>
            </a:pPr>
            <a:r>
              <a:rPr lang="en" sz="1800" b="1" i="0" u="none" strike="noStrike" cap="none">
                <a:solidFill>
                  <a:schemeClr val="dk1"/>
                </a:solidFill>
                <a:latin typeface="Calibri"/>
                <a:ea typeface="Calibri"/>
                <a:cs typeface="Calibri"/>
                <a:sym typeface="Calibri"/>
              </a:rPr>
              <a:t>Total Europe External | Brand </a:t>
            </a:r>
            <a:r>
              <a:rPr lang="en" sz="1800" b="1">
                <a:solidFill>
                  <a:schemeClr val="dk1"/>
                </a:solidFill>
                <a:latin typeface="Calibri"/>
                <a:ea typeface="Calibri"/>
                <a:cs typeface="Calibri"/>
                <a:sym typeface="Calibri"/>
              </a:rPr>
              <a:t>Share</a:t>
            </a:r>
            <a:endParaRPr sz="1800" b="1" i="0" u="none" strike="noStrike" cap="none">
              <a:solidFill>
                <a:schemeClr val="dk1"/>
              </a:solidFill>
              <a:latin typeface="Calibri"/>
              <a:ea typeface="Calibri"/>
              <a:cs typeface="Calibri"/>
              <a:sym typeface="Calibri"/>
            </a:endParaRPr>
          </a:p>
        </p:txBody>
      </p:sp>
      <p:sp>
        <p:nvSpPr>
          <p:cNvPr id="3347" name="Google Shape;3347;p38"/>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8" name="Google Shape;3348;p38"/>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9" name="Google Shape;3349;p38"/>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cxnSp>
        <p:nvCxnSpPr>
          <p:cNvPr id="3350" name="Google Shape;3350;p38"/>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351" name="Google Shape;3351;p38"/>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sp>
        <p:nvSpPr>
          <p:cNvPr id="3352" name="Google Shape;3352;p38"/>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353" name="Google Shape;3353;p38"/>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grpSp>
        <p:nvGrpSpPr>
          <p:cNvPr id="3354" name="Google Shape;3354;p38"/>
          <p:cNvGrpSpPr/>
          <p:nvPr/>
        </p:nvGrpSpPr>
        <p:grpSpPr>
          <a:xfrm>
            <a:off x="3496675" y="663825"/>
            <a:ext cx="1155776" cy="235490"/>
            <a:chOff x="3377819" y="989946"/>
            <a:chExt cx="1126378" cy="229500"/>
          </a:xfrm>
        </p:grpSpPr>
        <p:sp>
          <p:nvSpPr>
            <p:cNvPr id="3355" name="Google Shape;3355;p38"/>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356" name="Google Shape;3356;p38"/>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357" name="Google Shape;3357;p38"/>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358" name="Google Shape;3358;p38"/>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359" name="Google Shape;3359;p38"/>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pic>
        <p:nvPicPr>
          <p:cNvPr id="3360" name="Google Shape;3360;p38" title="slide 13.png"/>
          <p:cNvPicPr preferRelativeResize="0"/>
          <p:nvPr/>
        </p:nvPicPr>
        <p:blipFill rotWithShape="1">
          <a:blip r:embed="rId4">
            <a:alphaModFix/>
          </a:blip>
          <a:srcRect/>
          <a:stretch/>
        </p:blipFill>
        <p:spPr>
          <a:xfrm>
            <a:off x="3496675" y="999075"/>
            <a:ext cx="5398200" cy="2786100"/>
          </a:xfrm>
          <a:prstGeom prst="roundRect">
            <a:avLst>
              <a:gd name="adj" fmla="val 3420"/>
            </a:avLst>
          </a:prstGeom>
          <a:noFill/>
          <a:ln>
            <a:noFill/>
          </a:ln>
          <a:effectLst>
            <a:outerShdw blurRad="71438" dist="47625" dir="4800000" algn="bl" rotWithShape="0">
              <a:srgbClr val="000000">
                <a:alpha val="50196"/>
              </a:srgbClr>
            </a:outerShdw>
          </a:effectLst>
        </p:spPr>
      </p:pic>
      <p:sp>
        <p:nvSpPr>
          <p:cNvPr id="3361" name="Google Shape;3361;p38"/>
          <p:cNvSpPr/>
          <p:nvPr/>
        </p:nvSpPr>
        <p:spPr>
          <a:xfrm>
            <a:off x="3461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362" name="Google Shape;3362;p38"/>
          <p:cNvSpPr txBox="1"/>
          <p:nvPr/>
        </p:nvSpPr>
        <p:spPr>
          <a:xfrm>
            <a:off x="685700" y="4209350"/>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Improved Information Hierarchy</a:t>
            </a:r>
            <a:endParaRPr sz="800" b="0" i="0" u="none" strike="noStrike" cap="none">
              <a:solidFill>
                <a:srgbClr val="3C3C3C"/>
              </a:solidFill>
              <a:latin typeface="Calibri"/>
              <a:ea typeface="Calibri"/>
              <a:cs typeface="Calibri"/>
              <a:sym typeface="Calibri"/>
            </a:endParaRPr>
          </a:p>
        </p:txBody>
      </p:sp>
      <p:sp>
        <p:nvSpPr>
          <p:cNvPr id="3363" name="Google Shape;3363;p38"/>
          <p:cNvSpPr txBox="1"/>
          <p:nvPr/>
        </p:nvSpPr>
        <p:spPr>
          <a:xfrm>
            <a:off x="442850" y="4434525"/>
            <a:ext cx="15339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Uses distinct bolding and header breadcrumbs to logically separate main brands from sub-regions. Establishes a clear visual path that instantly distinguishes parent summary rows from granular rows.</a:t>
            </a:r>
            <a:endParaRPr sz="700" b="0" i="0" u="none" strike="noStrike" cap="none">
              <a:solidFill>
                <a:srgbClr val="3C3C3C"/>
              </a:solidFill>
              <a:latin typeface="Calibri"/>
              <a:ea typeface="Calibri"/>
              <a:cs typeface="Calibri"/>
              <a:sym typeface="Calibri"/>
            </a:endParaRPr>
          </a:p>
        </p:txBody>
      </p:sp>
      <p:sp>
        <p:nvSpPr>
          <p:cNvPr id="3364" name="Google Shape;3364;p38"/>
          <p:cNvSpPr/>
          <p:nvPr/>
        </p:nvSpPr>
        <p:spPr>
          <a:xfrm>
            <a:off x="20991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365" name="Google Shape;3365;p38"/>
          <p:cNvSpPr txBox="1"/>
          <p:nvPr/>
        </p:nvSpPr>
        <p:spPr>
          <a:xfrm>
            <a:off x="2438729" y="4209351"/>
            <a:ext cx="1238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Improved Readability</a:t>
            </a:r>
            <a:endParaRPr sz="909" b="0" i="0" u="none" strike="noStrike" cap="none">
              <a:solidFill>
                <a:srgbClr val="3C3C3C"/>
              </a:solidFill>
              <a:latin typeface="Calibri"/>
              <a:ea typeface="Calibri"/>
              <a:cs typeface="Calibri"/>
              <a:sym typeface="Calibri"/>
            </a:endParaRPr>
          </a:p>
        </p:txBody>
      </p:sp>
      <p:sp>
        <p:nvSpPr>
          <p:cNvPr id="3366" name="Google Shape;3366;p38"/>
          <p:cNvSpPr txBox="1"/>
          <p:nvPr/>
        </p:nvSpPr>
        <p:spPr>
          <a:xfrm>
            <a:off x="2195900" y="4434525"/>
            <a:ext cx="1533900" cy="5772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rgbClr val="3C3C3C"/>
                </a:solidFill>
                <a:latin typeface="Calibri"/>
                <a:ea typeface="Calibri"/>
                <a:cs typeface="Calibri"/>
                <a:sym typeface="Calibri"/>
              </a:rPr>
              <a:t>Eliminates heavy, solid green row fills in favor of a clean white palette with crisp typography. Maximizes spacing around text data to significantly lower visual fatigue while reviewing large grids.</a:t>
            </a:r>
            <a:endParaRPr sz="750" b="0" i="0" u="none" strike="noStrike" cap="none">
              <a:solidFill>
                <a:srgbClr val="3C3C3C"/>
              </a:solidFill>
              <a:latin typeface="Calibri"/>
              <a:ea typeface="Calibri"/>
              <a:cs typeface="Calibri"/>
              <a:sym typeface="Calibri"/>
            </a:endParaRPr>
          </a:p>
        </p:txBody>
      </p:sp>
      <p:sp>
        <p:nvSpPr>
          <p:cNvPr id="3367" name="Google Shape;3367;p38"/>
          <p:cNvSpPr/>
          <p:nvPr/>
        </p:nvSpPr>
        <p:spPr>
          <a:xfrm>
            <a:off x="3852239"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368" name="Google Shape;3368;p38"/>
          <p:cNvSpPr txBox="1"/>
          <p:nvPr/>
        </p:nvSpPr>
        <p:spPr>
          <a:xfrm>
            <a:off x="4191775" y="4209350"/>
            <a:ext cx="1395000" cy="115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50"/>
              <a:buFont typeface="Arial"/>
              <a:buNone/>
            </a:pPr>
            <a:r>
              <a:rPr lang="en" sz="750" b="0" i="0" u="none" strike="noStrike" cap="none">
                <a:solidFill>
                  <a:schemeClr val="dk1"/>
                </a:solidFill>
                <a:latin typeface="Calibri"/>
                <a:ea typeface="Calibri"/>
                <a:cs typeface="Calibri"/>
                <a:sym typeface="Calibri"/>
              </a:rPr>
              <a:t>Decision-Making Support</a:t>
            </a:r>
            <a:endParaRPr sz="750" b="0" i="0" u="none" strike="noStrike" cap="none">
              <a:solidFill>
                <a:srgbClr val="3C3C3C"/>
              </a:solidFill>
              <a:latin typeface="Calibri"/>
              <a:ea typeface="Calibri"/>
              <a:cs typeface="Calibri"/>
              <a:sym typeface="Calibri"/>
            </a:endParaRPr>
          </a:p>
        </p:txBody>
      </p:sp>
      <p:sp>
        <p:nvSpPr>
          <p:cNvPr id="3369" name="Google Shape;3369;p38"/>
          <p:cNvSpPr txBox="1"/>
          <p:nvPr/>
        </p:nvSpPr>
        <p:spPr>
          <a:xfrm>
            <a:off x="3948936" y="4434533"/>
            <a:ext cx="14814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Introduces a smart "AI Data Assistant" alert banner to surface critical, pending reporting issues. Converts messy, chaotic yellow notes into neat, cell-specific comment boxes tied directly to relevant metrics.</a:t>
            </a:r>
            <a:endParaRPr sz="700" b="0" i="0" u="none" strike="noStrike" cap="none">
              <a:solidFill>
                <a:srgbClr val="3C3C3C"/>
              </a:solidFill>
              <a:latin typeface="Calibri"/>
              <a:ea typeface="Calibri"/>
              <a:cs typeface="Calibri"/>
              <a:sym typeface="Calibri"/>
            </a:endParaRPr>
          </a:p>
        </p:txBody>
      </p:sp>
      <p:sp>
        <p:nvSpPr>
          <p:cNvPr id="3370" name="Google Shape;3370;p38"/>
          <p:cNvSpPr/>
          <p:nvPr/>
        </p:nvSpPr>
        <p:spPr>
          <a:xfrm>
            <a:off x="5605394"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371" name="Google Shape;3371;p38"/>
          <p:cNvSpPr txBox="1"/>
          <p:nvPr/>
        </p:nvSpPr>
        <p:spPr>
          <a:xfrm>
            <a:off x="5944925" y="4209362"/>
            <a:ext cx="1336200" cy="1230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1"/>
                </a:solidFill>
                <a:latin typeface="Calibri"/>
                <a:ea typeface="Calibri"/>
                <a:cs typeface="Calibri"/>
                <a:sym typeface="Calibri"/>
              </a:rPr>
              <a:t>Consistent Design Language </a:t>
            </a:r>
            <a:endParaRPr sz="800" b="0" i="0" u="none" strike="noStrike" cap="none">
              <a:solidFill>
                <a:srgbClr val="3C3C3C"/>
              </a:solidFill>
              <a:latin typeface="Calibri"/>
              <a:ea typeface="Calibri"/>
              <a:cs typeface="Calibri"/>
              <a:sym typeface="Calibri"/>
            </a:endParaRPr>
          </a:p>
        </p:txBody>
      </p:sp>
      <p:sp>
        <p:nvSpPr>
          <p:cNvPr id="3372" name="Google Shape;3372;p38"/>
          <p:cNvSpPr txBox="1"/>
          <p:nvPr/>
        </p:nvSpPr>
        <p:spPr>
          <a:xfrm>
            <a:off x="5702100" y="4434525"/>
            <a:ext cx="1481400" cy="646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Standardizes top-level utility buttons and font stylings into a cohesive, modern enterprise dashboard theme. Replaces raw spreadsheet structures with a uniform corporate identity and refined layout system.</a:t>
            </a:r>
            <a:endParaRPr sz="700" b="0" i="0" u="none" strike="noStrike" cap="none">
              <a:solidFill>
                <a:srgbClr val="3C3C3C"/>
              </a:solidFill>
              <a:latin typeface="Calibri"/>
              <a:ea typeface="Calibri"/>
              <a:cs typeface="Calibri"/>
              <a:sym typeface="Calibri"/>
            </a:endParaRPr>
          </a:p>
        </p:txBody>
      </p:sp>
      <p:sp>
        <p:nvSpPr>
          <p:cNvPr id="3373" name="Google Shape;3373;p38"/>
          <p:cNvSpPr/>
          <p:nvPr/>
        </p:nvSpPr>
        <p:spPr>
          <a:xfrm>
            <a:off x="7358550" y="4125950"/>
            <a:ext cx="1675500" cy="9684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374" name="Google Shape;3374;p38"/>
          <p:cNvSpPr txBox="1"/>
          <p:nvPr/>
        </p:nvSpPr>
        <p:spPr>
          <a:xfrm>
            <a:off x="7698075" y="4209350"/>
            <a:ext cx="1395000" cy="124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09"/>
              <a:buFont typeface="Arial"/>
              <a:buNone/>
            </a:pPr>
            <a:r>
              <a:rPr lang="en" sz="809" b="0" i="0" u="none" strike="noStrike" cap="none">
                <a:solidFill>
                  <a:srgbClr val="3C3C3C"/>
                </a:solidFill>
                <a:latin typeface="Calibri"/>
                <a:ea typeface="Calibri"/>
                <a:cs typeface="Calibri"/>
                <a:sym typeface="Calibri"/>
              </a:rPr>
              <a:t>Enhanced Table Presentation</a:t>
            </a:r>
            <a:endParaRPr sz="809" b="0" i="0" u="none" strike="noStrike" cap="none">
              <a:solidFill>
                <a:srgbClr val="3C3C3C"/>
              </a:solidFill>
              <a:latin typeface="Calibri"/>
              <a:ea typeface="Calibri"/>
              <a:cs typeface="Calibri"/>
              <a:sym typeface="Calibri"/>
            </a:endParaRPr>
          </a:p>
        </p:txBody>
      </p:sp>
      <p:sp>
        <p:nvSpPr>
          <p:cNvPr id="3375" name="Google Shape;3375;p38"/>
          <p:cNvSpPr txBox="1"/>
          <p:nvPr/>
        </p:nvSpPr>
        <p:spPr>
          <a:xfrm>
            <a:off x="7455243" y="4434533"/>
            <a:ext cx="1533900" cy="538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700"/>
              <a:buFont typeface="Arial"/>
              <a:buNone/>
            </a:pPr>
            <a:r>
              <a:rPr lang="en" sz="700" b="0" i="0" u="none" strike="noStrike" cap="none">
                <a:solidFill>
                  <a:srgbClr val="3C3C3C"/>
                </a:solidFill>
                <a:latin typeface="Calibri"/>
                <a:ea typeface="Calibri"/>
                <a:cs typeface="Calibri"/>
                <a:sym typeface="Calibri"/>
              </a:rPr>
              <a:t>Upgrades chaotic table lines to streamlined rows with elegant, faint border dividers. Positions comparison metrics cleanly under core numbers to simplify variance tracking.</a:t>
            </a:r>
            <a:endParaRPr sz="700" b="0" i="0" u="none" strike="noStrike" cap="none">
              <a:solidFill>
                <a:srgbClr val="3C3C3C"/>
              </a:solidFill>
              <a:latin typeface="Calibri"/>
              <a:ea typeface="Calibri"/>
              <a:cs typeface="Calibri"/>
              <a:sym typeface="Calibri"/>
            </a:endParaRPr>
          </a:p>
        </p:txBody>
      </p:sp>
      <p:pic>
        <p:nvPicPr>
          <p:cNvPr id="3376" name="Google Shape;3376;p38"/>
          <p:cNvPicPr preferRelativeResize="0"/>
          <p:nvPr/>
        </p:nvPicPr>
        <p:blipFill rotWithShape="1">
          <a:blip r:embed="rId5">
            <a:alphaModFix/>
          </a:blip>
          <a:srcRect/>
          <a:stretch/>
        </p:blipFill>
        <p:spPr>
          <a:xfrm>
            <a:off x="7455250" y="4183550"/>
            <a:ext cx="191400" cy="191400"/>
          </a:xfrm>
          <a:prstGeom prst="rect">
            <a:avLst/>
          </a:prstGeom>
          <a:noFill/>
          <a:ln>
            <a:noFill/>
          </a:ln>
        </p:spPr>
      </p:pic>
      <p:pic>
        <p:nvPicPr>
          <p:cNvPr id="3377" name="Google Shape;3377;p38" title="lsicon_view-filled.png"/>
          <p:cNvPicPr preferRelativeResize="0"/>
          <p:nvPr/>
        </p:nvPicPr>
        <p:blipFill rotWithShape="1">
          <a:blip r:embed="rId6">
            <a:alphaModFix/>
          </a:blip>
          <a:srcRect/>
          <a:stretch/>
        </p:blipFill>
        <p:spPr>
          <a:xfrm>
            <a:off x="2192183" y="4160036"/>
            <a:ext cx="223200" cy="223200"/>
          </a:xfrm>
          <a:prstGeom prst="rect">
            <a:avLst/>
          </a:prstGeom>
          <a:noFill/>
          <a:ln>
            <a:noFill/>
          </a:ln>
        </p:spPr>
      </p:pic>
      <p:pic>
        <p:nvPicPr>
          <p:cNvPr id="3378" name="Google Shape;3378;p38" title="Text-1.png"/>
          <p:cNvPicPr preferRelativeResize="0"/>
          <p:nvPr/>
        </p:nvPicPr>
        <p:blipFill rotWithShape="1">
          <a:blip r:embed="rId7">
            <a:alphaModFix/>
          </a:blip>
          <a:srcRect/>
          <a:stretch/>
        </p:blipFill>
        <p:spPr>
          <a:xfrm>
            <a:off x="451073" y="4181600"/>
            <a:ext cx="195300" cy="195300"/>
          </a:xfrm>
          <a:prstGeom prst="rect">
            <a:avLst/>
          </a:prstGeom>
          <a:noFill/>
          <a:ln>
            <a:noFill/>
          </a:ln>
        </p:spPr>
      </p:pic>
      <p:pic>
        <p:nvPicPr>
          <p:cNvPr id="3379" name="Google Shape;3379;p38" title="mdi_color.png"/>
          <p:cNvPicPr preferRelativeResize="0"/>
          <p:nvPr/>
        </p:nvPicPr>
        <p:blipFill rotWithShape="1">
          <a:blip r:embed="rId8">
            <a:alphaModFix/>
          </a:blip>
          <a:srcRect/>
          <a:stretch/>
        </p:blipFill>
        <p:spPr>
          <a:xfrm>
            <a:off x="5686608" y="4147451"/>
            <a:ext cx="235500" cy="235500"/>
          </a:xfrm>
          <a:prstGeom prst="rect">
            <a:avLst/>
          </a:prstGeom>
          <a:noFill/>
          <a:ln>
            <a:noFill/>
          </a:ln>
        </p:spPr>
      </p:pic>
      <p:pic>
        <p:nvPicPr>
          <p:cNvPr id="3380" name="Google Shape;3380;p38" title="Text-8.png"/>
          <p:cNvPicPr preferRelativeResize="0"/>
          <p:nvPr/>
        </p:nvPicPr>
        <p:blipFill rotWithShape="1">
          <a:blip r:embed="rId9">
            <a:alphaModFix/>
          </a:blip>
          <a:srcRect/>
          <a:stretch/>
        </p:blipFill>
        <p:spPr>
          <a:xfrm>
            <a:off x="3935550" y="4171400"/>
            <a:ext cx="191400" cy="191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384"/>
        <p:cNvGrpSpPr/>
        <p:nvPr/>
      </p:nvGrpSpPr>
      <p:grpSpPr>
        <a:xfrm>
          <a:off x="0" y="0"/>
          <a:ext cx="0" cy="0"/>
          <a:chOff x="0" y="0"/>
          <a:chExt cx="0" cy="0"/>
        </a:xfrm>
      </p:grpSpPr>
      <p:sp>
        <p:nvSpPr>
          <p:cNvPr id="3385" name="Google Shape;3385;p39"/>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386" name="Google Shape;3386;p39"/>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External Brand &amp; Competitor | Share Summary</a:t>
            </a:r>
            <a:endParaRPr sz="1800" b="1" i="0" u="none" strike="noStrike" cap="none">
              <a:solidFill>
                <a:schemeClr val="dk1"/>
              </a:solidFill>
              <a:latin typeface="Calibri"/>
              <a:ea typeface="Calibri"/>
              <a:cs typeface="Calibri"/>
              <a:sym typeface="Calibri"/>
            </a:endParaRPr>
          </a:p>
        </p:txBody>
      </p:sp>
      <p:pic>
        <p:nvPicPr>
          <p:cNvPr id="3387" name="Google Shape;3387;p39" title="Screenshot 2026-06-17 at 3.31.48 PM.png"/>
          <p:cNvPicPr preferRelativeResize="0"/>
          <p:nvPr/>
        </p:nvPicPr>
        <p:blipFill rotWithShape="1">
          <a:blip r:embed="rId3">
            <a:alphaModFix/>
          </a:blip>
          <a:srcRect t="3706" b="12077"/>
          <a:stretch/>
        </p:blipFill>
        <p:spPr>
          <a:xfrm>
            <a:off x="273746" y="1180848"/>
            <a:ext cx="3574200" cy="2241300"/>
          </a:xfrm>
          <a:prstGeom prst="roundRect">
            <a:avLst>
              <a:gd name="adj" fmla="val 4753"/>
            </a:avLst>
          </a:prstGeom>
          <a:noFill/>
          <a:ln>
            <a:noFill/>
          </a:ln>
        </p:spPr>
      </p:pic>
      <p:cxnSp>
        <p:nvCxnSpPr>
          <p:cNvPr id="3388" name="Google Shape;3388;p39"/>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389" name="Google Shape;3389;p39"/>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390" name="Google Shape;3390;p39" title="slide 20.png"/>
          <p:cNvPicPr preferRelativeResize="0"/>
          <p:nvPr/>
        </p:nvPicPr>
        <p:blipFill rotWithShape="1">
          <a:blip r:embed="rId4">
            <a:alphaModFix/>
          </a:blip>
          <a:srcRect/>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391" name="Google Shape;3391;p39"/>
          <p:cNvGrpSpPr/>
          <p:nvPr/>
        </p:nvGrpSpPr>
        <p:grpSpPr>
          <a:xfrm>
            <a:off x="3496676" y="663825"/>
            <a:ext cx="1155776" cy="235490"/>
            <a:chOff x="3377819" y="989946"/>
            <a:chExt cx="1126378" cy="229500"/>
          </a:xfrm>
        </p:grpSpPr>
        <p:sp>
          <p:nvSpPr>
            <p:cNvPr id="3392" name="Google Shape;3392;p39"/>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393" name="Google Shape;3393;p39"/>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394" name="Google Shape;3394;p39"/>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395" name="Google Shape;3395;p39"/>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396" name="Google Shape;3396;p39"/>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397" name="Google Shape;3397;p39"/>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398" name="Google Shape;3398;p39"/>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399" name="Google Shape;3399;p39"/>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00" name="Google Shape;3400;p39"/>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3401" name="Google Shape;3401;p39"/>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3402" name="Google Shape;3402;p39"/>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03" name="Google Shape;3403;p39"/>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404" name="Google Shape;3404;p39"/>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3405" name="Google Shape;3405;p39"/>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06" name="Google Shape;3406;p39"/>
          <p:cNvSpPr txBox="1"/>
          <p:nvPr/>
        </p:nvSpPr>
        <p:spPr>
          <a:xfrm>
            <a:off x="4191775" y="4209350"/>
            <a:ext cx="15339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Smart Insights</a:t>
            </a:r>
            <a:endParaRPr sz="909" b="0" i="0" u="none" strike="noStrike" cap="none">
              <a:solidFill>
                <a:srgbClr val="3C3C3C"/>
              </a:solidFill>
              <a:latin typeface="Calibri"/>
              <a:ea typeface="Calibri"/>
              <a:cs typeface="Calibri"/>
              <a:sym typeface="Calibri"/>
            </a:endParaRPr>
          </a:p>
        </p:txBody>
      </p:sp>
      <p:sp>
        <p:nvSpPr>
          <p:cNvPr id="3407" name="Google Shape;3407;p39"/>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tailored to the user's current context.</a:t>
            </a:r>
            <a:endParaRPr sz="831" b="0" i="0" u="none" strike="noStrike" cap="none">
              <a:solidFill>
                <a:srgbClr val="3C3C3C"/>
              </a:solidFill>
              <a:latin typeface="Calibri"/>
              <a:ea typeface="Calibri"/>
              <a:cs typeface="Calibri"/>
              <a:sym typeface="Calibri"/>
            </a:endParaRPr>
          </a:p>
        </p:txBody>
      </p:sp>
      <p:sp>
        <p:nvSpPr>
          <p:cNvPr id="3408" name="Google Shape;3408;p39"/>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09" name="Google Shape;3409;p39"/>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3410" name="Google Shape;3410;p39"/>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p:txBody>
      </p:sp>
      <p:sp>
        <p:nvSpPr>
          <p:cNvPr id="3411" name="Google Shape;3411;p39"/>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12" name="Google Shape;3412;p39"/>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Modern Charts</a:t>
            </a:r>
            <a:endParaRPr sz="909" b="0" i="0" u="none" strike="noStrike" cap="none">
              <a:solidFill>
                <a:srgbClr val="3C3C3C"/>
              </a:solidFill>
              <a:latin typeface="Calibri"/>
              <a:ea typeface="Calibri"/>
              <a:cs typeface="Calibri"/>
              <a:sym typeface="Calibri"/>
            </a:endParaRPr>
          </a:p>
        </p:txBody>
      </p:sp>
      <p:sp>
        <p:nvSpPr>
          <p:cNvPr id="3413" name="Google Shape;3413;p39"/>
          <p:cNvSpPr txBox="1"/>
          <p:nvPr/>
        </p:nvSpPr>
        <p:spPr>
          <a:xfrm>
            <a:off x="7455243"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Upgrading data visualizations with clean aesthetics and accessible, semantic color palettes.</a:t>
            </a:r>
            <a:endParaRPr sz="831" b="0" i="0" u="none" strike="noStrike" cap="none">
              <a:solidFill>
                <a:srgbClr val="3C3C3C"/>
              </a:solidFill>
              <a:latin typeface="Calibri"/>
              <a:ea typeface="Calibri"/>
              <a:cs typeface="Calibri"/>
              <a:sym typeface="Calibri"/>
            </a:endParaRPr>
          </a:p>
        </p:txBody>
      </p:sp>
      <p:sp>
        <p:nvSpPr>
          <p:cNvPr id="3414" name="Google Shape;3414;p39"/>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5" name="Google Shape;3415;p39"/>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6" name="Google Shape;3416;p39"/>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417" name="Google Shape;3417;p39" title="material-symbols_close-rounded.png"/>
          <p:cNvPicPr preferRelativeResize="0"/>
          <p:nvPr/>
        </p:nvPicPr>
        <p:blipFill rotWithShape="1">
          <a:blip r:embed="rId5">
            <a:alphaModFix/>
          </a:blip>
          <a:srcRect/>
          <a:stretch/>
        </p:blipFill>
        <p:spPr>
          <a:xfrm>
            <a:off x="8503899" y="1491774"/>
            <a:ext cx="102275" cy="102275"/>
          </a:xfrm>
          <a:prstGeom prst="rect">
            <a:avLst/>
          </a:prstGeom>
          <a:noFill/>
          <a:ln>
            <a:noFill/>
          </a:ln>
        </p:spPr>
      </p:pic>
      <p:pic>
        <p:nvPicPr>
          <p:cNvPr id="3418" name="Google Shape;3418;p39" title="Text-1.png"/>
          <p:cNvPicPr preferRelativeResize="0"/>
          <p:nvPr/>
        </p:nvPicPr>
        <p:blipFill rotWithShape="1">
          <a:blip r:embed="rId6">
            <a:alphaModFix/>
          </a:blip>
          <a:srcRect/>
          <a:stretch/>
        </p:blipFill>
        <p:spPr>
          <a:xfrm>
            <a:off x="2172781" y="4172679"/>
            <a:ext cx="223200" cy="223200"/>
          </a:xfrm>
          <a:prstGeom prst="rect">
            <a:avLst/>
          </a:prstGeom>
          <a:noFill/>
          <a:ln>
            <a:noFill/>
          </a:ln>
        </p:spPr>
      </p:pic>
      <p:pic>
        <p:nvPicPr>
          <p:cNvPr id="3419" name="Google Shape;3419;p39" title="si_ai-duotone.png"/>
          <p:cNvPicPr preferRelativeResize="0"/>
          <p:nvPr/>
        </p:nvPicPr>
        <p:blipFill rotWithShape="1">
          <a:blip r:embed="rId7">
            <a:alphaModFix/>
          </a:blip>
          <a:srcRect/>
          <a:stretch/>
        </p:blipFill>
        <p:spPr>
          <a:xfrm>
            <a:off x="3942550" y="4202452"/>
            <a:ext cx="191400" cy="191400"/>
          </a:xfrm>
          <a:prstGeom prst="rect">
            <a:avLst/>
          </a:prstGeom>
          <a:noFill/>
          <a:ln>
            <a:noFill/>
          </a:ln>
        </p:spPr>
      </p:pic>
      <p:pic>
        <p:nvPicPr>
          <p:cNvPr id="3420" name="Google Shape;3420;p39"/>
          <p:cNvPicPr preferRelativeResize="0"/>
          <p:nvPr/>
        </p:nvPicPr>
        <p:blipFill rotWithShape="1">
          <a:blip r:embed="rId8">
            <a:alphaModFix/>
          </a:blip>
          <a:srcRect/>
          <a:stretch/>
        </p:blipFill>
        <p:spPr>
          <a:xfrm>
            <a:off x="5698900" y="4188575"/>
            <a:ext cx="191400" cy="191400"/>
          </a:xfrm>
          <a:prstGeom prst="rect">
            <a:avLst/>
          </a:prstGeom>
          <a:noFill/>
          <a:ln>
            <a:noFill/>
          </a:ln>
        </p:spPr>
      </p:pic>
      <p:pic>
        <p:nvPicPr>
          <p:cNvPr id="3421" name="Google Shape;3421;p39" title="Text-14.png"/>
          <p:cNvPicPr preferRelativeResize="0"/>
          <p:nvPr/>
        </p:nvPicPr>
        <p:blipFill rotWithShape="1">
          <a:blip r:embed="rId9">
            <a:alphaModFix/>
          </a:blip>
          <a:srcRect/>
          <a:stretch/>
        </p:blipFill>
        <p:spPr>
          <a:xfrm>
            <a:off x="7461876" y="4190855"/>
            <a:ext cx="191400" cy="191400"/>
          </a:xfrm>
          <a:prstGeom prst="rect">
            <a:avLst/>
          </a:prstGeom>
          <a:noFill/>
          <a:ln>
            <a:noFill/>
          </a:ln>
        </p:spPr>
      </p:pic>
      <p:pic>
        <p:nvPicPr>
          <p:cNvPr id="3422" name="Google Shape;3422;p39" title="Text-3.png"/>
          <p:cNvPicPr preferRelativeResize="0"/>
          <p:nvPr/>
        </p:nvPicPr>
        <p:blipFill rotWithShape="1">
          <a:blip r:embed="rId10">
            <a:alphaModFix/>
          </a:blip>
          <a:srcRect/>
          <a:stretch/>
        </p:blipFill>
        <p:spPr>
          <a:xfrm>
            <a:off x="459278" y="4199813"/>
            <a:ext cx="168925" cy="168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426"/>
        <p:cNvGrpSpPr/>
        <p:nvPr/>
      </p:nvGrpSpPr>
      <p:grpSpPr>
        <a:xfrm>
          <a:off x="0" y="0"/>
          <a:ext cx="0" cy="0"/>
          <a:chOff x="0" y="0"/>
          <a:chExt cx="0" cy="0"/>
        </a:xfrm>
      </p:grpSpPr>
      <p:sp>
        <p:nvSpPr>
          <p:cNvPr id="3427" name="Google Shape;3427;p40"/>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428" name="Google Shape;3428;p40"/>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External RSV &amp; Share | Partition</a:t>
            </a:r>
            <a:endParaRPr sz="1800" b="1" i="0" u="none" strike="noStrike" cap="none">
              <a:solidFill>
                <a:schemeClr val="dk1"/>
              </a:solidFill>
              <a:latin typeface="Calibri"/>
              <a:ea typeface="Calibri"/>
              <a:cs typeface="Calibri"/>
              <a:sym typeface="Calibri"/>
            </a:endParaRPr>
          </a:p>
        </p:txBody>
      </p:sp>
      <p:pic>
        <p:nvPicPr>
          <p:cNvPr id="3429" name="Google Shape;3429;p40" title="Screenshot 2026-06-17 at 3.44.13 PM.png"/>
          <p:cNvPicPr preferRelativeResize="0"/>
          <p:nvPr/>
        </p:nvPicPr>
        <p:blipFill rotWithShape="1">
          <a:blip r:embed="rId3">
            <a:alphaModFix/>
          </a:blip>
          <a:srcRect t="7167" b="12123"/>
          <a:stretch/>
        </p:blipFill>
        <p:spPr>
          <a:xfrm>
            <a:off x="273746" y="1196548"/>
            <a:ext cx="3574200" cy="2241300"/>
          </a:xfrm>
          <a:prstGeom prst="roundRect">
            <a:avLst>
              <a:gd name="adj" fmla="val 4753"/>
            </a:avLst>
          </a:prstGeom>
          <a:noFill/>
          <a:ln>
            <a:noFill/>
          </a:ln>
        </p:spPr>
      </p:pic>
      <p:cxnSp>
        <p:nvCxnSpPr>
          <p:cNvPr id="3430" name="Google Shape;3430;p40"/>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431" name="Google Shape;3431;p40"/>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432" name="Google Shape;3432;p40" title="slide 21.png"/>
          <p:cNvPicPr preferRelativeResize="0"/>
          <p:nvPr/>
        </p:nvPicPr>
        <p:blipFill rotWithShape="1">
          <a:blip r:embed="rId4">
            <a:alphaModFix/>
          </a:blip>
          <a:srcRect t="-1194"/>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433" name="Google Shape;3433;p40"/>
          <p:cNvGrpSpPr/>
          <p:nvPr/>
        </p:nvGrpSpPr>
        <p:grpSpPr>
          <a:xfrm>
            <a:off x="3496675" y="663825"/>
            <a:ext cx="1155776" cy="235490"/>
            <a:chOff x="3377819" y="989946"/>
            <a:chExt cx="1126378" cy="229500"/>
          </a:xfrm>
        </p:grpSpPr>
        <p:sp>
          <p:nvSpPr>
            <p:cNvPr id="3434" name="Google Shape;3434;p40"/>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435" name="Google Shape;3435;p40"/>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436" name="Google Shape;3436;p40"/>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437" name="Google Shape;3437;p40"/>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438" name="Google Shape;3438;p40"/>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439" name="Google Shape;3439;p40"/>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440" name="Google Shape;3440;p40"/>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441" name="Google Shape;3441;p40"/>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42" name="Google Shape;3442;p40"/>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3443" name="Google Shape;3443;p40"/>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3444" name="Google Shape;3444;p40"/>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45" name="Google Shape;3445;p40"/>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446" name="Google Shape;3446;p40"/>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3447" name="Google Shape;3447;p40"/>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48" name="Google Shape;3448;p40"/>
          <p:cNvSpPr txBox="1"/>
          <p:nvPr/>
        </p:nvSpPr>
        <p:spPr>
          <a:xfrm>
            <a:off x="4191775" y="4209350"/>
            <a:ext cx="15339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Smart Insights</a:t>
            </a:r>
            <a:endParaRPr sz="909" b="0" i="0" u="none" strike="noStrike" cap="none">
              <a:solidFill>
                <a:srgbClr val="3C3C3C"/>
              </a:solidFill>
              <a:latin typeface="Calibri"/>
              <a:ea typeface="Calibri"/>
              <a:cs typeface="Calibri"/>
              <a:sym typeface="Calibri"/>
            </a:endParaRPr>
          </a:p>
        </p:txBody>
      </p:sp>
      <p:sp>
        <p:nvSpPr>
          <p:cNvPr id="3449" name="Google Shape;3449;p40"/>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tailored to the user's current context.</a:t>
            </a:r>
            <a:endParaRPr sz="831" b="0" i="0" u="none" strike="noStrike" cap="none">
              <a:solidFill>
                <a:srgbClr val="3C3C3C"/>
              </a:solidFill>
              <a:latin typeface="Calibri"/>
              <a:ea typeface="Calibri"/>
              <a:cs typeface="Calibri"/>
              <a:sym typeface="Calibri"/>
            </a:endParaRPr>
          </a:p>
        </p:txBody>
      </p:sp>
      <p:sp>
        <p:nvSpPr>
          <p:cNvPr id="3450" name="Google Shape;3450;p40"/>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51" name="Google Shape;3451;p40"/>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3452" name="Google Shape;3452;p40"/>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p:txBody>
      </p:sp>
      <p:sp>
        <p:nvSpPr>
          <p:cNvPr id="3453" name="Google Shape;3453;p40"/>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54" name="Google Shape;3454;p40"/>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Modern Charts</a:t>
            </a:r>
            <a:endParaRPr sz="909" b="0" i="0" u="none" strike="noStrike" cap="none">
              <a:solidFill>
                <a:srgbClr val="3C3C3C"/>
              </a:solidFill>
              <a:latin typeface="Calibri"/>
              <a:ea typeface="Calibri"/>
              <a:cs typeface="Calibri"/>
              <a:sym typeface="Calibri"/>
            </a:endParaRPr>
          </a:p>
        </p:txBody>
      </p:sp>
      <p:sp>
        <p:nvSpPr>
          <p:cNvPr id="3455" name="Google Shape;3455;p40"/>
          <p:cNvSpPr txBox="1"/>
          <p:nvPr/>
        </p:nvSpPr>
        <p:spPr>
          <a:xfrm>
            <a:off x="7455243"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Upgrading data visualizations with clean aesthetics and accessible, semantic color palettes.</a:t>
            </a:r>
            <a:endParaRPr sz="831" b="0" i="0" u="none" strike="noStrike" cap="none">
              <a:solidFill>
                <a:srgbClr val="3C3C3C"/>
              </a:solidFill>
              <a:latin typeface="Calibri"/>
              <a:ea typeface="Calibri"/>
              <a:cs typeface="Calibri"/>
              <a:sym typeface="Calibri"/>
            </a:endParaRPr>
          </a:p>
        </p:txBody>
      </p:sp>
      <p:sp>
        <p:nvSpPr>
          <p:cNvPr id="3456" name="Google Shape;3456;p40"/>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7" name="Google Shape;3457;p40"/>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8" name="Google Shape;3458;p40"/>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459" name="Google Shape;3459;p40" title="material-symbols_close-rounded.png"/>
          <p:cNvPicPr preferRelativeResize="0"/>
          <p:nvPr/>
        </p:nvPicPr>
        <p:blipFill rotWithShape="1">
          <a:blip r:embed="rId5">
            <a:alphaModFix/>
          </a:blip>
          <a:srcRect/>
          <a:stretch/>
        </p:blipFill>
        <p:spPr>
          <a:xfrm>
            <a:off x="8503899" y="1496849"/>
            <a:ext cx="102275" cy="102275"/>
          </a:xfrm>
          <a:prstGeom prst="rect">
            <a:avLst/>
          </a:prstGeom>
          <a:noFill/>
          <a:ln>
            <a:noFill/>
          </a:ln>
        </p:spPr>
      </p:pic>
      <p:pic>
        <p:nvPicPr>
          <p:cNvPr id="3460" name="Google Shape;3460;p40" title="Text-1.png"/>
          <p:cNvPicPr preferRelativeResize="0"/>
          <p:nvPr/>
        </p:nvPicPr>
        <p:blipFill rotWithShape="1">
          <a:blip r:embed="rId6">
            <a:alphaModFix/>
          </a:blip>
          <a:srcRect/>
          <a:stretch/>
        </p:blipFill>
        <p:spPr>
          <a:xfrm>
            <a:off x="2172781" y="4172679"/>
            <a:ext cx="223200" cy="223200"/>
          </a:xfrm>
          <a:prstGeom prst="rect">
            <a:avLst/>
          </a:prstGeom>
          <a:noFill/>
          <a:ln>
            <a:noFill/>
          </a:ln>
        </p:spPr>
      </p:pic>
      <p:pic>
        <p:nvPicPr>
          <p:cNvPr id="3461" name="Google Shape;3461;p40" title="si_ai-duotone.png"/>
          <p:cNvPicPr preferRelativeResize="0"/>
          <p:nvPr/>
        </p:nvPicPr>
        <p:blipFill rotWithShape="1">
          <a:blip r:embed="rId7">
            <a:alphaModFix/>
          </a:blip>
          <a:srcRect/>
          <a:stretch/>
        </p:blipFill>
        <p:spPr>
          <a:xfrm>
            <a:off x="3942550" y="4202452"/>
            <a:ext cx="191400" cy="191400"/>
          </a:xfrm>
          <a:prstGeom prst="rect">
            <a:avLst/>
          </a:prstGeom>
          <a:noFill/>
          <a:ln>
            <a:noFill/>
          </a:ln>
        </p:spPr>
      </p:pic>
      <p:pic>
        <p:nvPicPr>
          <p:cNvPr id="3462" name="Google Shape;3462;p40"/>
          <p:cNvPicPr preferRelativeResize="0"/>
          <p:nvPr/>
        </p:nvPicPr>
        <p:blipFill rotWithShape="1">
          <a:blip r:embed="rId8">
            <a:alphaModFix/>
          </a:blip>
          <a:srcRect/>
          <a:stretch/>
        </p:blipFill>
        <p:spPr>
          <a:xfrm>
            <a:off x="5698900" y="4188575"/>
            <a:ext cx="191400" cy="191400"/>
          </a:xfrm>
          <a:prstGeom prst="rect">
            <a:avLst/>
          </a:prstGeom>
          <a:noFill/>
          <a:ln>
            <a:noFill/>
          </a:ln>
        </p:spPr>
      </p:pic>
      <p:pic>
        <p:nvPicPr>
          <p:cNvPr id="3463" name="Google Shape;3463;p40" title="Text-14.png"/>
          <p:cNvPicPr preferRelativeResize="0"/>
          <p:nvPr/>
        </p:nvPicPr>
        <p:blipFill rotWithShape="1">
          <a:blip r:embed="rId9">
            <a:alphaModFix/>
          </a:blip>
          <a:srcRect/>
          <a:stretch/>
        </p:blipFill>
        <p:spPr>
          <a:xfrm>
            <a:off x="7461876" y="4190855"/>
            <a:ext cx="191400" cy="191400"/>
          </a:xfrm>
          <a:prstGeom prst="rect">
            <a:avLst/>
          </a:prstGeom>
          <a:noFill/>
          <a:ln>
            <a:noFill/>
          </a:ln>
        </p:spPr>
      </p:pic>
      <p:pic>
        <p:nvPicPr>
          <p:cNvPr id="3464" name="Google Shape;3464;p40" title="Text-3.png"/>
          <p:cNvPicPr preferRelativeResize="0"/>
          <p:nvPr/>
        </p:nvPicPr>
        <p:blipFill rotWithShape="1">
          <a:blip r:embed="rId10">
            <a:alphaModFix/>
          </a:blip>
          <a:srcRect/>
          <a:stretch/>
        </p:blipFill>
        <p:spPr>
          <a:xfrm>
            <a:off x="459278" y="4199813"/>
            <a:ext cx="168925" cy="1689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468"/>
        <p:cNvGrpSpPr/>
        <p:nvPr/>
      </p:nvGrpSpPr>
      <p:grpSpPr>
        <a:xfrm>
          <a:off x="0" y="0"/>
          <a:ext cx="0" cy="0"/>
          <a:chOff x="0" y="0"/>
          <a:chExt cx="0" cy="0"/>
        </a:xfrm>
      </p:grpSpPr>
      <p:sp>
        <p:nvSpPr>
          <p:cNvPr id="3469" name="Google Shape;3469;p41"/>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470" name="Google Shape;3470;p41"/>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External RSV &amp; Share | Retailer</a:t>
            </a:r>
            <a:endParaRPr sz="1800" b="1" i="0" u="none" strike="noStrike" cap="none">
              <a:solidFill>
                <a:schemeClr val="dk1"/>
              </a:solidFill>
              <a:latin typeface="Calibri"/>
              <a:ea typeface="Calibri"/>
              <a:cs typeface="Calibri"/>
              <a:sym typeface="Calibri"/>
            </a:endParaRPr>
          </a:p>
        </p:txBody>
      </p:sp>
      <p:pic>
        <p:nvPicPr>
          <p:cNvPr id="3471" name="Google Shape;3471;p41" title="Screenshot 2026-06-17 at 3.45.44 PM.png"/>
          <p:cNvPicPr preferRelativeResize="0"/>
          <p:nvPr/>
        </p:nvPicPr>
        <p:blipFill rotWithShape="1">
          <a:blip r:embed="rId3">
            <a:alphaModFix/>
          </a:blip>
          <a:srcRect t="9936" b="9936"/>
          <a:stretch/>
        </p:blipFill>
        <p:spPr>
          <a:xfrm>
            <a:off x="318746" y="1196535"/>
            <a:ext cx="3574200" cy="2241300"/>
          </a:xfrm>
          <a:prstGeom prst="roundRect">
            <a:avLst>
              <a:gd name="adj" fmla="val 4753"/>
            </a:avLst>
          </a:prstGeom>
          <a:noFill/>
          <a:ln>
            <a:noFill/>
          </a:ln>
        </p:spPr>
      </p:pic>
      <p:cxnSp>
        <p:nvCxnSpPr>
          <p:cNvPr id="3472" name="Google Shape;3472;p41"/>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473" name="Google Shape;3473;p41"/>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474" name="Google Shape;3474;p41" title="slide 22.png"/>
          <p:cNvPicPr preferRelativeResize="0"/>
          <p:nvPr/>
        </p:nvPicPr>
        <p:blipFill rotWithShape="1">
          <a:blip r:embed="rId4">
            <a:alphaModFix/>
          </a:blip>
          <a:srcRect/>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475" name="Google Shape;3475;p41"/>
          <p:cNvGrpSpPr/>
          <p:nvPr/>
        </p:nvGrpSpPr>
        <p:grpSpPr>
          <a:xfrm>
            <a:off x="3496675" y="663825"/>
            <a:ext cx="1155776" cy="235490"/>
            <a:chOff x="3377819" y="989946"/>
            <a:chExt cx="1126378" cy="229500"/>
          </a:xfrm>
        </p:grpSpPr>
        <p:sp>
          <p:nvSpPr>
            <p:cNvPr id="3476" name="Google Shape;3476;p41"/>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477" name="Google Shape;3477;p41"/>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478" name="Google Shape;3478;p41"/>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479" name="Google Shape;3479;p41"/>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480" name="Google Shape;3480;p41"/>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481" name="Google Shape;3481;p41"/>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482" name="Google Shape;3482;p41"/>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483" name="Google Shape;3483;p41"/>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84" name="Google Shape;3484;p41"/>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3485" name="Google Shape;3485;p41"/>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3486" name="Google Shape;3486;p41"/>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87" name="Google Shape;3487;p41"/>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488" name="Google Shape;3488;p41"/>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3489" name="Google Shape;3489;p41"/>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90" name="Google Shape;3490;p41"/>
          <p:cNvSpPr txBox="1"/>
          <p:nvPr/>
        </p:nvSpPr>
        <p:spPr>
          <a:xfrm>
            <a:off x="4191775" y="4209350"/>
            <a:ext cx="15339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Smart Insights</a:t>
            </a:r>
            <a:endParaRPr sz="909" b="0" i="0" u="none" strike="noStrike" cap="none">
              <a:solidFill>
                <a:srgbClr val="3C3C3C"/>
              </a:solidFill>
              <a:latin typeface="Calibri"/>
              <a:ea typeface="Calibri"/>
              <a:cs typeface="Calibri"/>
              <a:sym typeface="Calibri"/>
            </a:endParaRPr>
          </a:p>
        </p:txBody>
      </p:sp>
      <p:sp>
        <p:nvSpPr>
          <p:cNvPr id="3491" name="Google Shape;3491;p41"/>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tailored to the user's current context.</a:t>
            </a:r>
            <a:endParaRPr sz="831" b="0" i="0" u="none" strike="noStrike" cap="none">
              <a:solidFill>
                <a:srgbClr val="3C3C3C"/>
              </a:solidFill>
              <a:latin typeface="Calibri"/>
              <a:ea typeface="Calibri"/>
              <a:cs typeface="Calibri"/>
              <a:sym typeface="Calibri"/>
            </a:endParaRPr>
          </a:p>
        </p:txBody>
      </p:sp>
      <p:sp>
        <p:nvSpPr>
          <p:cNvPr id="3492" name="Google Shape;3492;p41"/>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93" name="Google Shape;3493;p41"/>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3494" name="Google Shape;3494;p41"/>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p:txBody>
      </p:sp>
      <p:sp>
        <p:nvSpPr>
          <p:cNvPr id="3495" name="Google Shape;3495;p41"/>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496" name="Google Shape;3496;p41"/>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Modern Charts</a:t>
            </a:r>
            <a:endParaRPr sz="909" b="0" i="0" u="none" strike="noStrike" cap="none">
              <a:solidFill>
                <a:srgbClr val="3C3C3C"/>
              </a:solidFill>
              <a:latin typeface="Calibri"/>
              <a:ea typeface="Calibri"/>
              <a:cs typeface="Calibri"/>
              <a:sym typeface="Calibri"/>
            </a:endParaRPr>
          </a:p>
        </p:txBody>
      </p:sp>
      <p:sp>
        <p:nvSpPr>
          <p:cNvPr id="3497" name="Google Shape;3497;p41"/>
          <p:cNvSpPr txBox="1"/>
          <p:nvPr/>
        </p:nvSpPr>
        <p:spPr>
          <a:xfrm>
            <a:off x="7455243"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Upgrading data visualizations with clean aesthetics and accessible, semantic color palettes.</a:t>
            </a:r>
            <a:endParaRPr sz="831" b="0" i="0" u="none" strike="noStrike" cap="none">
              <a:solidFill>
                <a:srgbClr val="3C3C3C"/>
              </a:solidFill>
              <a:latin typeface="Calibri"/>
              <a:ea typeface="Calibri"/>
              <a:cs typeface="Calibri"/>
              <a:sym typeface="Calibri"/>
            </a:endParaRPr>
          </a:p>
        </p:txBody>
      </p:sp>
      <p:sp>
        <p:nvSpPr>
          <p:cNvPr id="3498" name="Google Shape;3498;p41"/>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9" name="Google Shape;3499;p41"/>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0" name="Google Shape;3500;p41"/>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501" name="Google Shape;3501;p41" title="material-symbols_close-rounded.png"/>
          <p:cNvPicPr preferRelativeResize="0"/>
          <p:nvPr/>
        </p:nvPicPr>
        <p:blipFill rotWithShape="1">
          <a:blip r:embed="rId5">
            <a:alphaModFix/>
          </a:blip>
          <a:srcRect/>
          <a:stretch/>
        </p:blipFill>
        <p:spPr>
          <a:xfrm>
            <a:off x="8453249" y="1466449"/>
            <a:ext cx="102275" cy="102275"/>
          </a:xfrm>
          <a:prstGeom prst="rect">
            <a:avLst/>
          </a:prstGeom>
          <a:noFill/>
          <a:ln>
            <a:noFill/>
          </a:ln>
        </p:spPr>
      </p:pic>
      <p:pic>
        <p:nvPicPr>
          <p:cNvPr id="3502" name="Google Shape;3502;p41" title="Text-1.png"/>
          <p:cNvPicPr preferRelativeResize="0"/>
          <p:nvPr/>
        </p:nvPicPr>
        <p:blipFill rotWithShape="1">
          <a:blip r:embed="rId6">
            <a:alphaModFix/>
          </a:blip>
          <a:srcRect/>
          <a:stretch/>
        </p:blipFill>
        <p:spPr>
          <a:xfrm>
            <a:off x="2172781" y="4172679"/>
            <a:ext cx="223200" cy="223200"/>
          </a:xfrm>
          <a:prstGeom prst="rect">
            <a:avLst/>
          </a:prstGeom>
          <a:noFill/>
          <a:ln>
            <a:noFill/>
          </a:ln>
        </p:spPr>
      </p:pic>
      <p:pic>
        <p:nvPicPr>
          <p:cNvPr id="3503" name="Google Shape;3503;p41" title="si_ai-duotone.png"/>
          <p:cNvPicPr preferRelativeResize="0"/>
          <p:nvPr/>
        </p:nvPicPr>
        <p:blipFill rotWithShape="1">
          <a:blip r:embed="rId7">
            <a:alphaModFix/>
          </a:blip>
          <a:srcRect/>
          <a:stretch/>
        </p:blipFill>
        <p:spPr>
          <a:xfrm>
            <a:off x="3942550" y="4202452"/>
            <a:ext cx="191400" cy="191400"/>
          </a:xfrm>
          <a:prstGeom prst="rect">
            <a:avLst/>
          </a:prstGeom>
          <a:noFill/>
          <a:ln>
            <a:noFill/>
          </a:ln>
        </p:spPr>
      </p:pic>
      <p:pic>
        <p:nvPicPr>
          <p:cNvPr id="3504" name="Google Shape;3504;p41"/>
          <p:cNvPicPr preferRelativeResize="0"/>
          <p:nvPr/>
        </p:nvPicPr>
        <p:blipFill rotWithShape="1">
          <a:blip r:embed="rId8">
            <a:alphaModFix/>
          </a:blip>
          <a:srcRect/>
          <a:stretch/>
        </p:blipFill>
        <p:spPr>
          <a:xfrm>
            <a:off x="5698900" y="4188575"/>
            <a:ext cx="191400" cy="191400"/>
          </a:xfrm>
          <a:prstGeom prst="rect">
            <a:avLst/>
          </a:prstGeom>
          <a:noFill/>
          <a:ln>
            <a:noFill/>
          </a:ln>
        </p:spPr>
      </p:pic>
      <p:pic>
        <p:nvPicPr>
          <p:cNvPr id="3505" name="Google Shape;3505;p41" title="Text-14.png"/>
          <p:cNvPicPr preferRelativeResize="0"/>
          <p:nvPr/>
        </p:nvPicPr>
        <p:blipFill rotWithShape="1">
          <a:blip r:embed="rId9">
            <a:alphaModFix/>
          </a:blip>
          <a:srcRect/>
          <a:stretch/>
        </p:blipFill>
        <p:spPr>
          <a:xfrm>
            <a:off x="7461876" y="4190855"/>
            <a:ext cx="191400" cy="191400"/>
          </a:xfrm>
          <a:prstGeom prst="rect">
            <a:avLst/>
          </a:prstGeom>
          <a:noFill/>
          <a:ln>
            <a:noFill/>
          </a:ln>
        </p:spPr>
      </p:pic>
      <p:pic>
        <p:nvPicPr>
          <p:cNvPr id="3506" name="Google Shape;3506;p41" title="Text-3.png"/>
          <p:cNvPicPr preferRelativeResize="0"/>
          <p:nvPr/>
        </p:nvPicPr>
        <p:blipFill rotWithShape="1">
          <a:blip r:embed="rId10">
            <a:alphaModFix/>
          </a:blip>
          <a:srcRect/>
          <a:stretch/>
        </p:blipFill>
        <p:spPr>
          <a:xfrm>
            <a:off x="459278" y="4199813"/>
            <a:ext cx="168925" cy="168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510"/>
        <p:cNvGrpSpPr/>
        <p:nvPr/>
      </p:nvGrpSpPr>
      <p:grpSpPr>
        <a:xfrm>
          <a:off x="0" y="0"/>
          <a:ext cx="0" cy="0"/>
          <a:chOff x="0" y="0"/>
          <a:chExt cx="0" cy="0"/>
        </a:xfrm>
      </p:grpSpPr>
      <p:sp>
        <p:nvSpPr>
          <p:cNvPr id="3511" name="Google Shape;3511;p42"/>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512" name="Google Shape;3512;p42"/>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Topline Category | Brand Headlines</a:t>
            </a:r>
            <a:endParaRPr sz="1800" b="1" i="0" u="none" strike="noStrike" cap="none">
              <a:solidFill>
                <a:schemeClr val="dk1"/>
              </a:solidFill>
              <a:latin typeface="Calibri"/>
              <a:ea typeface="Calibri"/>
              <a:cs typeface="Calibri"/>
              <a:sym typeface="Calibri"/>
            </a:endParaRPr>
          </a:p>
        </p:txBody>
      </p:sp>
      <p:pic>
        <p:nvPicPr>
          <p:cNvPr id="3513" name="Google Shape;3513;p42" title="Screenshot 2026-07-07 at 7.21.32 PM.png"/>
          <p:cNvPicPr preferRelativeResize="0"/>
          <p:nvPr/>
        </p:nvPicPr>
        <p:blipFill rotWithShape="1">
          <a:blip r:embed="rId3">
            <a:alphaModFix/>
          </a:blip>
          <a:srcRect l="-785" r="-1162"/>
          <a:stretch/>
        </p:blipFill>
        <p:spPr>
          <a:xfrm>
            <a:off x="318746" y="1263873"/>
            <a:ext cx="3574200" cy="2241300"/>
          </a:xfrm>
          <a:prstGeom prst="roundRect">
            <a:avLst>
              <a:gd name="adj" fmla="val 4753"/>
            </a:avLst>
          </a:prstGeom>
          <a:noFill/>
          <a:ln>
            <a:noFill/>
          </a:ln>
        </p:spPr>
      </p:pic>
      <p:cxnSp>
        <p:nvCxnSpPr>
          <p:cNvPr id="3514" name="Google Shape;3514;p42"/>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515" name="Google Shape;3515;p42"/>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516" name="Google Shape;3516;p42" title="slide 34.png"/>
          <p:cNvPicPr preferRelativeResize="0"/>
          <p:nvPr/>
        </p:nvPicPr>
        <p:blipFill rotWithShape="1">
          <a:blip r:embed="rId4">
            <a:alphaModFix/>
          </a:blip>
          <a:srcRect t="-1303" b="-2120"/>
          <a:stretch/>
        </p:blipFill>
        <p:spPr>
          <a:xfrm>
            <a:off x="3524700" y="954459"/>
            <a:ext cx="5221200" cy="28215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517" name="Google Shape;3517;p42"/>
          <p:cNvGrpSpPr/>
          <p:nvPr/>
        </p:nvGrpSpPr>
        <p:grpSpPr>
          <a:xfrm>
            <a:off x="3524690" y="663825"/>
            <a:ext cx="1155776" cy="235490"/>
            <a:chOff x="3377819" y="989946"/>
            <a:chExt cx="1126378" cy="229500"/>
          </a:xfrm>
        </p:grpSpPr>
        <p:sp>
          <p:nvSpPr>
            <p:cNvPr id="3518" name="Google Shape;3518;p42"/>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519" name="Google Shape;3519;p42"/>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520" name="Google Shape;3520;p42"/>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521" name="Google Shape;3521;p42"/>
          <p:cNvSpPr txBox="1"/>
          <p:nvPr/>
        </p:nvSpPr>
        <p:spPr>
          <a:xfrm>
            <a:off x="4661168"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522" name="Google Shape;3522;p42"/>
          <p:cNvSpPr/>
          <p:nvPr/>
        </p:nvSpPr>
        <p:spPr>
          <a:xfrm>
            <a:off x="4642134"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523" name="Google Shape;3523;p42"/>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524" name="Google Shape;3524;p42"/>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525" name="Google Shape;3525;p42"/>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526" name="Google Shape;3526;p42"/>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3527" name="Google Shape;3527;p42"/>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3528" name="Google Shape;3528;p42"/>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529" name="Google Shape;3529;p42"/>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530" name="Google Shape;3530;p42"/>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3531" name="Google Shape;3531;p42"/>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532" name="Google Shape;3532;p42"/>
          <p:cNvSpPr txBox="1"/>
          <p:nvPr/>
        </p:nvSpPr>
        <p:spPr>
          <a:xfrm>
            <a:off x="4191775" y="4209350"/>
            <a:ext cx="15339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Decision Support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533" name="Google Shape;3533;p42"/>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insights that empower users to act quickly and confidently.</a:t>
            </a:r>
            <a:endParaRPr sz="831" b="0" i="0" u="none" strike="noStrike" cap="none">
              <a:solidFill>
                <a:srgbClr val="3C3C3C"/>
              </a:solidFill>
              <a:latin typeface="Calibri"/>
              <a:ea typeface="Calibri"/>
              <a:cs typeface="Calibri"/>
              <a:sym typeface="Calibri"/>
            </a:endParaRPr>
          </a:p>
        </p:txBody>
      </p:sp>
      <p:sp>
        <p:nvSpPr>
          <p:cNvPr id="3534" name="Google Shape;3534;p42"/>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535" name="Google Shape;3535;p42"/>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Data</a:t>
            </a:r>
            <a:endParaRPr sz="909" b="0" i="0" u="none" strike="noStrike" cap="none">
              <a:solidFill>
                <a:srgbClr val="3C3C3C"/>
              </a:solidFill>
              <a:latin typeface="Calibri"/>
              <a:ea typeface="Calibri"/>
              <a:cs typeface="Calibri"/>
              <a:sym typeface="Calibri"/>
            </a:endParaRPr>
          </a:p>
        </p:txBody>
      </p:sp>
      <p:sp>
        <p:nvSpPr>
          <p:cNvPr id="3536" name="Google Shape;3536;p42"/>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3537" name="Google Shape;3537;p42"/>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538" name="Google Shape;3538;p42"/>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3539" name="Google Shape;3539;p42"/>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3540" name="Google Shape;3540;p42"/>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1" name="Google Shape;3541;p42"/>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2" name="Google Shape;3542;p42"/>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543" name="Google Shape;3543;p42" title="Text-1.png"/>
          <p:cNvPicPr preferRelativeResize="0"/>
          <p:nvPr/>
        </p:nvPicPr>
        <p:blipFill rotWithShape="1">
          <a:blip r:embed="rId5">
            <a:alphaModFix/>
          </a:blip>
          <a:srcRect/>
          <a:stretch/>
        </p:blipFill>
        <p:spPr>
          <a:xfrm>
            <a:off x="2172781" y="4172679"/>
            <a:ext cx="223200" cy="223200"/>
          </a:xfrm>
          <a:prstGeom prst="rect">
            <a:avLst/>
          </a:prstGeom>
          <a:noFill/>
          <a:ln>
            <a:noFill/>
          </a:ln>
        </p:spPr>
      </p:pic>
      <p:pic>
        <p:nvPicPr>
          <p:cNvPr id="3544" name="Google Shape;3544;p42" title="si_ai-duotone.png"/>
          <p:cNvPicPr preferRelativeResize="0"/>
          <p:nvPr/>
        </p:nvPicPr>
        <p:blipFill rotWithShape="1">
          <a:blip r:embed="rId6">
            <a:alphaModFix/>
          </a:blip>
          <a:srcRect/>
          <a:stretch/>
        </p:blipFill>
        <p:spPr>
          <a:xfrm>
            <a:off x="3942550" y="4202452"/>
            <a:ext cx="191400" cy="191400"/>
          </a:xfrm>
          <a:prstGeom prst="rect">
            <a:avLst/>
          </a:prstGeom>
          <a:noFill/>
          <a:ln>
            <a:noFill/>
          </a:ln>
        </p:spPr>
      </p:pic>
      <p:pic>
        <p:nvPicPr>
          <p:cNvPr id="3545" name="Google Shape;3545;p42" title="Text-14.png"/>
          <p:cNvPicPr preferRelativeResize="0"/>
          <p:nvPr/>
        </p:nvPicPr>
        <p:blipFill rotWithShape="1">
          <a:blip r:embed="rId7">
            <a:alphaModFix/>
          </a:blip>
          <a:srcRect/>
          <a:stretch/>
        </p:blipFill>
        <p:spPr>
          <a:xfrm>
            <a:off x="5690800" y="4182007"/>
            <a:ext cx="195300" cy="195300"/>
          </a:xfrm>
          <a:prstGeom prst="rect">
            <a:avLst/>
          </a:prstGeom>
          <a:noFill/>
          <a:ln>
            <a:noFill/>
          </a:ln>
        </p:spPr>
      </p:pic>
      <p:pic>
        <p:nvPicPr>
          <p:cNvPr id="3546" name="Google Shape;3546;p42"/>
          <p:cNvPicPr preferRelativeResize="0"/>
          <p:nvPr/>
        </p:nvPicPr>
        <p:blipFill rotWithShape="1">
          <a:blip r:embed="rId8">
            <a:alphaModFix/>
          </a:blip>
          <a:srcRect/>
          <a:stretch/>
        </p:blipFill>
        <p:spPr>
          <a:xfrm>
            <a:off x="7473397" y="4188575"/>
            <a:ext cx="191400" cy="191400"/>
          </a:xfrm>
          <a:prstGeom prst="rect">
            <a:avLst/>
          </a:prstGeom>
          <a:noFill/>
          <a:ln>
            <a:noFill/>
          </a:ln>
        </p:spPr>
      </p:pic>
      <p:pic>
        <p:nvPicPr>
          <p:cNvPr id="3547" name="Google Shape;3547;p42" title="Text-3.png"/>
          <p:cNvPicPr preferRelativeResize="0"/>
          <p:nvPr/>
        </p:nvPicPr>
        <p:blipFill rotWithShape="1">
          <a:blip r:embed="rId9">
            <a:alphaModFix/>
          </a:blip>
          <a:srcRect/>
          <a:stretch/>
        </p:blipFill>
        <p:spPr>
          <a:xfrm>
            <a:off x="459278" y="4199813"/>
            <a:ext cx="168925" cy="168925"/>
          </a:xfrm>
          <a:prstGeom prst="rect">
            <a:avLst/>
          </a:prstGeom>
          <a:noFill/>
          <a:ln>
            <a:noFill/>
          </a:ln>
        </p:spPr>
      </p:pic>
      <p:sp>
        <p:nvSpPr>
          <p:cNvPr id="3" name="Rectangle 2">
            <a:extLst>
              <a:ext uri="{FF2B5EF4-FFF2-40B4-BE49-F238E27FC236}">
                <a16:creationId xmlns:a16="http://schemas.microsoft.com/office/drawing/2014/main" id="{CD4691A1-9381-F5B6-77E7-99899A373C02}"/>
              </a:ext>
            </a:extLst>
          </p:cNvPr>
          <p:cNvSpPr/>
          <p:nvPr/>
        </p:nvSpPr>
        <p:spPr>
          <a:xfrm>
            <a:off x="6036415" y="226881"/>
            <a:ext cx="2612571" cy="651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Replace with slide 22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551"/>
        <p:cNvGrpSpPr/>
        <p:nvPr/>
      </p:nvGrpSpPr>
      <p:grpSpPr>
        <a:xfrm>
          <a:off x="0" y="0"/>
          <a:ext cx="0" cy="0"/>
          <a:chOff x="0" y="0"/>
          <a:chExt cx="0" cy="0"/>
        </a:xfrm>
      </p:grpSpPr>
      <p:sp>
        <p:nvSpPr>
          <p:cNvPr id="3552" name="Google Shape;3552;p43"/>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553" name="Google Shape;3553;p43"/>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Topline Summary | Working / Not Working / Actions</a:t>
            </a:r>
            <a:endParaRPr sz="1800" b="1" i="0" u="none" strike="noStrike" cap="none">
              <a:solidFill>
                <a:schemeClr val="dk1"/>
              </a:solidFill>
              <a:latin typeface="Calibri"/>
              <a:ea typeface="Calibri"/>
              <a:cs typeface="Calibri"/>
              <a:sym typeface="Calibri"/>
            </a:endParaRPr>
          </a:p>
        </p:txBody>
      </p:sp>
      <p:pic>
        <p:nvPicPr>
          <p:cNvPr id="3554" name="Google Shape;3554;p43" title="Screenshot 2026-07-07 at 7.24.38 PM.png"/>
          <p:cNvPicPr preferRelativeResize="0"/>
          <p:nvPr/>
        </p:nvPicPr>
        <p:blipFill rotWithShape="1">
          <a:blip r:embed="rId3">
            <a:alphaModFix/>
          </a:blip>
          <a:srcRect l="-785" r="-1162"/>
          <a:stretch/>
        </p:blipFill>
        <p:spPr>
          <a:xfrm>
            <a:off x="318746" y="1263873"/>
            <a:ext cx="3574200" cy="2241300"/>
          </a:xfrm>
          <a:prstGeom prst="roundRect">
            <a:avLst>
              <a:gd name="adj" fmla="val 4753"/>
            </a:avLst>
          </a:prstGeom>
          <a:noFill/>
          <a:ln>
            <a:noFill/>
          </a:ln>
        </p:spPr>
      </p:pic>
      <p:cxnSp>
        <p:nvCxnSpPr>
          <p:cNvPr id="3555" name="Google Shape;3555;p43"/>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556" name="Google Shape;3556;p43"/>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557" name="Google Shape;3557;p43" title="slide 35.png"/>
          <p:cNvPicPr preferRelativeResize="0"/>
          <p:nvPr/>
        </p:nvPicPr>
        <p:blipFill rotWithShape="1">
          <a:blip r:embed="rId4">
            <a:alphaModFix/>
          </a:blip>
          <a:srcRect t="-1303" b="-2120"/>
          <a:stretch/>
        </p:blipFill>
        <p:spPr>
          <a:xfrm>
            <a:off x="3524700" y="954459"/>
            <a:ext cx="5221200" cy="28215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558" name="Google Shape;3558;p43"/>
          <p:cNvGrpSpPr/>
          <p:nvPr/>
        </p:nvGrpSpPr>
        <p:grpSpPr>
          <a:xfrm>
            <a:off x="3524690" y="663825"/>
            <a:ext cx="1155776" cy="235490"/>
            <a:chOff x="3377819" y="989946"/>
            <a:chExt cx="1126378" cy="229500"/>
          </a:xfrm>
        </p:grpSpPr>
        <p:sp>
          <p:nvSpPr>
            <p:cNvPr id="3559" name="Google Shape;3559;p43"/>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560" name="Google Shape;3560;p43"/>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561" name="Google Shape;3561;p43"/>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562" name="Google Shape;3562;p43"/>
          <p:cNvSpPr txBox="1"/>
          <p:nvPr/>
        </p:nvSpPr>
        <p:spPr>
          <a:xfrm>
            <a:off x="4661168"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563" name="Google Shape;3563;p43"/>
          <p:cNvSpPr/>
          <p:nvPr/>
        </p:nvSpPr>
        <p:spPr>
          <a:xfrm>
            <a:off x="4642134"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564" name="Google Shape;3564;p43"/>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565" name="Google Shape;3565;p43"/>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566" name="Google Shape;3566;p43"/>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567" name="Google Shape;3567;p43"/>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3568" name="Google Shape;3568;p43"/>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3569" name="Google Shape;3569;p43"/>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570" name="Google Shape;3570;p43"/>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571" name="Google Shape;3571;p43"/>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3572" name="Google Shape;3572;p43"/>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573" name="Google Shape;3573;p43"/>
          <p:cNvSpPr txBox="1"/>
          <p:nvPr/>
        </p:nvSpPr>
        <p:spPr>
          <a:xfrm>
            <a:off x="4191775" y="4209350"/>
            <a:ext cx="15339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Decision Support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574" name="Google Shape;3574;p43"/>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insights that empower users to act quickly and confidently.</a:t>
            </a:r>
            <a:endParaRPr sz="831" b="0" i="0" u="none" strike="noStrike" cap="none">
              <a:solidFill>
                <a:srgbClr val="3C3C3C"/>
              </a:solidFill>
              <a:latin typeface="Calibri"/>
              <a:ea typeface="Calibri"/>
              <a:cs typeface="Calibri"/>
              <a:sym typeface="Calibri"/>
            </a:endParaRPr>
          </a:p>
        </p:txBody>
      </p:sp>
      <p:sp>
        <p:nvSpPr>
          <p:cNvPr id="3575" name="Google Shape;3575;p43"/>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576" name="Google Shape;3576;p43"/>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Data</a:t>
            </a:r>
            <a:endParaRPr sz="909" b="0" i="0" u="none" strike="noStrike" cap="none">
              <a:solidFill>
                <a:srgbClr val="3C3C3C"/>
              </a:solidFill>
              <a:latin typeface="Calibri"/>
              <a:ea typeface="Calibri"/>
              <a:cs typeface="Calibri"/>
              <a:sym typeface="Calibri"/>
            </a:endParaRPr>
          </a:p>
        </p:txBody>
      </p:sp>
      <p:sp>
        <p:nvSpPr>
          <p:cNvPr id="3577" name="Google Shape;3577;p43"/>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3578" name="Google Shape;3578;p43"/>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579" name="Google Shape;3579;p43"/>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3580" name="Google Shape;3580;p43"/>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3581" name="Google Shape;3581;p43"/>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2" name="Google Shape;3582;p43"/>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3" name="Google Shape;3583;p43"/>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584" name="Google Shape;3584;p43" title="Text-1.png"/>
          <p:cNvPicPr preferRelativeResize="0"/>
          <p:nvPr/>
        </p:nvPicPr>
        <p:blipFill rotWithShape="1">
          <a:blip r:embed="rId5">
            <a:alphaModFix/>
          </a:blip>
          <a:srcRect/>
          <a:stretch/>
        </p:blipFill>
        <p:spPr>
          <a:xfrm>
            <a:off x="2172781" y="4172679"/>
            <a:ext cx="223200" cy="223200"/>
          </a:xfrm>
          <a:prstGeom prst="rect">
            <a:avLst/>
          </a:prstGeom>
          <a:noFill/>
          <a:ln>
            <a:noFill/>
          </a:ln>
        </p:spPr>
      </p:pic>
      <p:pic>
        <p:nvPicPr>
          <p:cNvPr id="3585" name="Google Shape;3585;p43" title="si_ai-duotone.png"/>
          <p:cNvPicPr preferRelativeResize="0"/>
          <p:nvPr/>
        </p:nvPicPr>
        <p:blipFill rotWithShape="1">
          <a:blip r:embed="rId6">
            <a:alphaModFix/>
          </a:blip>
          <a:srcRect/>
          <a:stretch/>
        </p:blipFill>
        <p:spPr>
          <a:xfrm>
            <a:off x="3942550" y="4202452"/>
            <a:ext cx="191400" cy="191400"/>
          </a:xfrm>
          <a:prstGeom prst="rect">
            <a:avLst/>
          </a:prstGeom>
          <a:noFill/>
          <a:ln>
            <a:noFill/>
          </a:ln>
        </p:spPr>
      </p:pic>
      <p:pic>
        <p:nvPicPr>
          <p:cNvPr id="3586" name="Google Shape;3586;p43" title="Text-14.png"/>
          <p:cNvPicPr preferRelativeResize="0"/>
          <p:nvPr/>
        </p:nvPicPr>
        <p:blipFill rotWithShape="1">
          <a:blip r:embed="rId7">
            <a:alphaModFix/>
          </a:blip>
          <a:srcRect/>
          <a:stretch/>
        </p:blipFill>
        <p:spPr>
          <a:xfrm>
            <a:off x="5690800" y="4182007"/>
            <a:ext cx="195300" cy="195300"/>
          </a:xfrm>
          <a:prstGeom prst="rect">
            <a:avLst/>
          </a:prstGeom>
          <a:noFill/>
          <a:ln>
            <a:noFill/>
          </a:ln>
        </p:spPr>
      </p:pic>
      <p:pic>
        <p:nvPicPr>
          <p:cNvPr id="3587" name="Google Shape;3587;p43"/>
          <p:cNvPicPr preferRelativeResize="0"/>
          <p:nvPr/>
        </p:nvPicPr>
        <p:blipFill rotWithShape="1">
          <a:blip r:embed="rId8">
            <a:alphaModFix/>
          </a:blip>
          <a:srcRect/>
          <a:stretch/>
        </p:blipFill>
        <p:spPr>
          <a:xfrm>
            <a:off x="7473397" y="4188575"/>
            <a:ext cx="191400" cy="191400"/>
          </a:xfrm>
          <a:prstGeom prst="rect">
            <a:avLst/>
          </a:prstGeom>
          <a:noFill/>
          <a:ln>
            <a:noFill/>
          </a:ln>
        </p:spPr>
      </p:pic>
      <p:pic>
        <p:nvPicPr>
          <p:cNvPr id="3588" name="Google Shape;3588;p43" title="Text-3.png"/>
          <p:cNvPicPr preferRelativeResize="0"/>
          <p:nvPr/>
        </p:nvPicPr>
        <p:blipFill rotWithShape="1">
          <a:blip r:embed="rId9">
            <a:alphaModFix/>
          </a:blip>
          <a:srcRect/>
          <a:stretch/>
        </p:blipFill>
        <p:spPr>
          <a:xfrm>
            <a:off x="459278" y="4199813"/>
            <a:ext cx="168925" cy="168925"/>
          </a:xfrm>
          <a:prstGeom prst="rect">
            <a:avLst/>
          </a:prstGeom>
          <a:noFill/>
          <a:ln>
            <a:noFill/>
          </a:ln>
        </p:spPr>
      </p:pic>
      <p:sp>
        <p:nvSpPr>
          <p:cNvPr id="3" name="Rectangle 2">
            <a:extLst>
              <a:ext uri="{FF2B5EF4-FFF2-40B4-BE49-F238E27FC236}">
                <a16:creationId xmlns:a16="http://schemas.microsoft.com/office/drawing/2014/main" id="{B7D10FFF-9D99-64CB-36D1-A298521F4B9B}"/>
              </a:ext>
            </a:extLst>
          </p:cNvPr>
          <p:cNvSpPr/>
          <p:nvPr/>
        </p:nvSpPr>
        <p:spPr>
          <a:xfrm>
            <a:off x="6036415" y="226881"/>
            <a:ext cx="2612571" cy="6511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Add in place of slide 23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592"/>
        <p:cNvGrpSpPr/>
        <p:nvPr/>
      </p:nvGrpSpPr>
      <p:grpSpPr>
        <a:xfrm>
          <a:off x="0" y="0"/>
          <a:ext cx="0" cy="0"/>
          <a:chOff x="0" y="0"/>
          <a:chExt cx="0" cy="0"/>
        </a:xfrm>
      </p:grpSpPr>
      <p:sp>
        <p:nvSpPr>
          <p:cNvPr id="3593" name="Google Shape;3593;p44"/>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594" name="Google Shape;3594;p44"/>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Category View | Category Lead in VCD</a:t>
            </a:r>
            <a:endParaRPr sz="1800" b="1" i="0" u="none" strike="noStrike" cap="none">
              <a:solidFill>
                <a:schemeClr val="dk1"/>
              </a:solidFill>
              <a:latin typeface="Calibri"/>
              <a:ea typeface="Calibri"/>
              <a:cs typeface="Calibri"/>
              <a:sym typeface="Calibri"/>
            </a:endParaRPr>
          </a:p>
        </p:txBody>
      </p:sp>
      <p:pic>
        <p:nvPicPr>
          <p:cNvPr id="3595" name="Google Shape;3595;p44" title="Screenshot 2026-07-07 at 7.28.17 PM.png"/>
          <p:cNvPicPr preferRelativeResize="0"/>
          <p:nvPr/>
        </p:nvPicPr>
        <p:blipFill rotWithShape="1">
          <a:blip r:embed="rId3">
            <a:alphaModFix/>
          </a:blip>
          <a:srcRect l="-685" r="11678"/>
          <a:stretch/>
        </p:blipFill>
        <p:spPr>
          <a:xfrm>
            <a:off x="318746" y="1263873"/>
            <a:ext cx="3574200" cy="2241300"/>
          </a:xfrm>
          <a:prstGeom prst="roundRect">
            <a:avLst>
              <a:gd name="adj" fmla="val 4753"/>
            </a:avLst>
          </a:prstGeom>
          <a:noFill/>
          <a:ln>
            <a:noFill/>
          </a:ln>
        </p:spPr>
      </p:pic>
      <p:cxnSp>
        <p:nvCxnSpPr>
          <p:cNvPr id="3596" name="Google Shape;3596;p44"/>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597" name="Google Shape;3597;p44"/>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598" name="Google Shape;3598;p44" title="slide 37.png"/>
          <p:cNvPicPr preferRelativeResize="0"/>
          <p:nvPr/>
        </p:nvPicPr>
        <p:blipFill rotWithShape="1">
          <a:blip r:embed="rId4">
            <a:alphaModFix/>
          </a:blip>
          <a:srcRect t="-1276"/>
          <a:stretch/>
        </p:blipFill>
        <p:spPr>
          <a:xfrm>
            <a:off x="3524700" y="954459"/>
            <a:ext cx="5221200" cy="28215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599" name="Google Shape;3599;p44"/>
          <p:cNvGrpSpPr/>
          <p:nvPr/>
        </p:nvGrpSpPr>
        <p:grpSpPr>
          <a:xfrm>
            <a:off x="3524690" y="663825"/>
            <a:ext cx="1155776" cy="235490"/>
            <a:chOff x="3377819" y="989946"/>
            <a:chExt cx="1126378" cy="229500"/>
          </a:xfrm>
        </p:grpSpPr>
        <p:sp>
          <p:nvSpPr>
            <p:cNvPr id="3600" name="Google Shape;3600;p44"/>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601" name="Google Shape;3601;p44"/>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602" name="Google Shape;3602;p44"/>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603" name="Google Shape;3603;p44"/>
          <p:cNvSpPr txBox="1"/>
          <p:nvPr/>
        </p:nvSpPr>
        <p:spPr>
          <a:xfrm>
            <a:off x="4661168"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604" name="Google Shape;3604;p44"/>
          <p:cNvSpPr/>
          <p:nvPr/>
        </p:nvSpPr>
        <p:spPr>
          <a:xfrm>
            <a:off x="4642134"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605" name="Google Shape;3605;p44"/>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606" name="Google Shape;3606;p44"/>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607" name="Google Shape;3607;p44"/>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08" name="Google Shape;3608;p44"/>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3609" name="Google Shape;3609;p44"/>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3610" name="Google Shape;3610;p44"/>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11" name="Google Shape;3611;p44"/>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612" name="Google Shape;3612;p44"/>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3613" name="Google Shape;3613;p44"/>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14" name="Google Shape;3614;p44"/>
          <p:cNvSpPr txBox="1"/>
          <p:nvPr/>
        </p:nvSpPr>
        <p:spPr>
          <a:xfrm>
            <a:off x="4191775" y="4209350"/>
            <a:ext cx="15339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Decision Support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615" name="Google Shape;3615;p44"/>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insights that empower users to act quickly and confidently.</a:t>
            </a:r>
            <a:endParaRPr sz="831" b="0" i="0" u="none" strike="noStrike" cap="none">
              <a:solidFill>
                <a:srgbClr val="3C3C3C"/>
              </a:solidFill>
              <a:latin typeface="Calibri"/>
              <a:ea typeface="Calibri"/>
              <a:cs typeface="Calibri"/>
              <a:sym typeface="Calibri"/>
            </a:endParaRPr>
          </a:p>
        </p:txBody>
      </p:sp>
      <p:sp>
        <p:nvSpPr>
          <p:cNvPr id="3616" name="Google Shape;3616;p44"/>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17" name="Google Shape;3617;p44"/>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Data</a:t>
            </a:r>
            <a:endParaRPr sz="909" b="0" i="0" u="none" strike="noStrike" cap="none">
              <a:solidFill>
                <a:srgbClr val="3C3C3C"/>
              </a:solidFill>
              <a:latin typeface="Calibri"/>
              <a:ea typeface="Calibri"/>
              <a:cs typeface="Calibri"/>
              <a:sym typeface="Calibri"/>
            </a:endParaRPr>
          </a:p>
        </p:txBody>
      </p:sp>
      <p:sp>
        <p:nvSpPr>
          <p:cNvPr id="3618" name="Google Shape;3618;p44"/>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3619" name="Google Shape;3619;p44"/>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20" name="Google Shape;3620;p44"/>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3621" name="Google Shape;3621;p44"/>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3622" name="Google Shape;3622;p44"/>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3" name="Google Shape;3623;p44"/>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4" name="Google Shape;3624;p44"/>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625" name="Google Shape;3625;p44" title="Text-1.png"/>
          <p:cNvPicPr preferRelativeResize="0"/>
          <p:nvPr/>
        </p:nvPicPr>
        <p:blipFill rotWithShape="1">
          <a:blip r:embed="rId5">
            <a:alphaModFix/>
          </a:blip>
          <a:srcRect/>
          <a:stretch/>
        </p:blipFill>
        <p:spPr>
          <a:xfrm>
            <a:off x="2172781" y="4172679"/>
            <a:ext cx="223200" cy="223200"/>
          </a:xfrm>
          <a:prstGeom prst="rect">
            <a:avLst/>
          </a:prstGeom>
          <a:noFill/>
          <a:ln>
            <a:noFill/>
          </a:ln>
        </p:spPr>
      </p:pic>
      <p:pic>
        <p:nvPicPr>
          <p:cNvPr id="3626" name="Google Shape;3626;p44" title="si_ai-duotone.png"/>
          <p:cNvPicPr preferRelativeResize="0"/>
          <p:nvPr/>
        </p:nvPicPr>
        <p:blipFill rotWithShape="1">
          <a:blip r:embed="rId6">
            <a:alphaModFix/>
          </a:blip>
          <a:srcRect/>
          <a:stretch/>
        </p:blipFill>
        <p:spPr>
          <a:xfrm>
            <a:off x="3942550" y="4202452"/>
            <a:ext cx="191400" cy="191400"/>
          </a:xfrm>
          <a:prstGeom prst="rect">
            <a:avLst/>
          </a:prstGeom>
          <a:noFill/>
          <a:ln>
            <a:noFill/>
          </a:ln>
        </p:spPr>
      </p:pic>
      <p:pic>
        <p:nvPicPr>
          <p:cNvPr id="3627" name="Google Shape;3627;p44" title="Text-14.png"/>
          <p:cNvPicPr preferRelativeResize="0"/>
          <p:nvPr/>
        </p:nvPicPr>
        <p:blipFill rotWithShape="1">
          <a:blip r:embed="rId7">
            <a:alphaModFix/>
          </a:blip>
          <a:srcRect/>
          <a:stretch/>
        </p:blipFill>
        <p:spPr>
          <a:xfrm>
            <a:off x="5690800" y="4182007"/>
            <a:ext cx="195300" cy="195300"/>
          </a:xfrm>
          <a:prstGeom prst="rect">
            <a:avLst/>
          </a:prstGeom>
          <a:noFill/>
          <a:ln>
            <a:noFill/>
          </a:ln>
        </p:spPr>
      </p:pic>
      <p:pic>
        <p:nvPicPr>
          <p:cNvPr id="3628" name="Google Shape;3628;p44"/>
          <p:cNvPicPr preferRelativeResize="0"/>
          <p:nvPr/>
        </p:nvPicPr>
        <p:blipFill rotWithShape="1">
          <a:blip r:embed="rId8">
            <a:alphaModFix/>
          </a:blip>
          <a:srcRect/>
          <a:stretch/>
        </p:blipFill>
        <p:spPr>
          <a:xfrm>
            <a:off x="7473397" y="4188575"/>
            <a:ext cx="191400" cy="191400"/>
          </a:xfrm>
          <a:prstGeom prst="rect">
            <a:avLst/>
          </a:prstGeom>
          <a:noFill/>
          <a:ln>
            <a:noFill/>
          </a:ln>
        </p:spPr>
      </p:pic>
      <p:pic>
        <p:nvPicPr>
          <p:cNvPr id="3629" name="Google Shape;3629;p44" title="Text-3.png"/>
          <p:cNvPicPr preferRelativeResize="0"/>
          <p:nvPr/>
        </p:nvPicPr>
        <p:blipFill rotWithShape="1">
          <a:blip r:embed="rId9">
            <a:alphaModFix/>
          </a:blip>
          <a:srcRect/>
          <a:stretch/>
        </p:blipFill>
        <p:spPr>
          <a:xfrm>
            <a:off x="459278" y="4199813"/>
            <a:ext cx="168925" cy="1689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633"/>
        <p:cNvGrpSpPr/>
        <p:nvPr/>
      </p:nvGrpSpPr>
      <p:grpSpPr>
        <a:xfrm>
          <a:off x="0" y="0"/>
          <a:ext cx="0" cy="0"/>
          <a:chOff x="0" y="0"/>
          <a:chExt cx="0" cy="0"/>
        </a:xfrm>
      </p:grpSpPr>
      <p:sp>
        <p:nvSpPr>
          <p:cNvPr id="3634" name="Google Shape;3634;p45"/>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635" name="Google Shape;3635;p45"/>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Brand View | Marketing Lead in VCD</a:t>
            </a:r>
            <a:endParaRPr sz="1800" b="1" i="0" u="none" strike="noStrike" cap="none">
              <a:solidFill>
                <a:schemeClr val="dk1"/>
              </a:solidFill>
              <a:latin typeface="Calibri"/>
              <a:ea typeface="Calibri"/>
              <a:cs typeface="Calibri"/>
              <a:sym typeface="Calibri"/>
            </a:endParaRPr>
          </a:p>
        </p:txBody>
      </p:sp>
      <p:pic>
        <p:nvPicPr>
          <p:cNvPr id="3636" name="Google Shape;3636;p45" title="Screenshot 2026-07-07 at 7.28.24 PM.png"/>
          <p:cNvPicPr preferRelativeResize="0"/>
          <p:nvPr/>
        </p:nvPicPr>
        <p:blipFill rotWithShape="1">
          <a:blip r:embed="rId3">
            <a:alphaModFix/>
          </a:blip>
          <a:srcRect l="-778" r="-232"/>
          <a:stretch/>
        </p:blipFill>
        <p:spPr>
          <a:xfrm>
            <a:off x="318746" y="1263873"/>
            <a:ext cx="3574200" cy="2241300"/>
          </a:xfrm>
          <a:prstGeom prst="roundRect">
            <a:avLst>
              <a:gd name="adj" fmla="val 4753"/>
            </a:avLst>
          </a:prstGeom>
          <a:noFill/>
          <a:ln>
            <a:noFill/>
          </a:ln>
        </p:spPr>
      </p:pic>
      <p:cxnSp>
        <p:nvCxnSpPr>
          <p:cNvPr id="3637" name="Google Shape;3637;p45"/>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638" name="Google Shape;3638;p45"/>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639" name="Google Shape;3639;p45" title="slide 38.png"/>
          <p:cNvPicPr preferRelativeResize="0"/>
          <p:nvPr/>
        </p:nvPicPr>
        <p:blipFill rotWithShape="1">
          <a:blip r:embed="rId4">
            <a:alphaModFix/>
          </a:blip>
          <a:srcRect/>
          <a:stretch/>
        </p:blipFill>
        <p:spPr>
          <a:xfrm>
            <a:off x="3524700" y="954459"/>
            <a:ext cx="5221200" cy="28215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640" name="Google Shape;3640;p45"/>
          <p:cNvGrpSpPr/>
          <p:nvPr/>
        </p:nvGrpSpPr>
        <p:grpSpPr>
          <a:xfrm>
            <a:off x="3524690" y="663825"/>
            <a:ext cx="1155776" cy="235490"/>
            <a:chOff x="3377819" y="989946"/>
            <a:chExt cx="1126378" cy="229500"/>
          </a:xfrm>
        </p:grpSpPr>
        <p:sp>
          <p:nvSpPr>
            <p:cNvPr id="3641" name="Google Shape;3641;p45"/>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642" name="Google Shape;3642;p45"/>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643" name="Google Shape;3643;p45"/>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644" name="Google Shape;3644;p45"/>
          <p:cNvSpPr txBox="1"/>
          <p:nvPr/>
        </p:nvSpPr>
        <p:spPr>
          <a:xfrm>
            <a:off x="4661168"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645" name="Google Shape;3645;p45"/>
          <p:cNvSpPr/>
          <p:nvPr/>
        </p:nvSpPr>
        <p:spPr>
          <a:xfrm>
            <a:off x="4642134"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646" name="Google Shape;3646;p45"/>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647" name="Google Shape;3647;p45"/>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648" name="Google Shape;3648;p45"/>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49" name="Google Shape;3649;p45"/>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3650" name="Google Shape;3650;p45"/>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3651" name="Google Shape;3651;p45"/>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52" name="Google Shape;3652;p45"/>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653" name="Google Shape;3653;p45"/>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3654" name="Google Shape;3654;p45"/>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55" name="Google Shape;3655;p45"/>
          <p:cNvSpPr txBox="1"/>
          <p:nvPr/>
        </p:nvSpPr>
        <p:spPr>
          <a:xfrm>
            <a:off x="4191775" y="4209350"/>
            <a:ext cx="15339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Decision Support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656" name="Google Shape;3656;p45"/>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insights that empower users to act quickly and confidently.</a:t>
            </a:r>
            <a:endParaRPr sz="831" b="0" i="0" u="none" strike="noStrike" cap="none">
              <a:solidFill>
                <a:srgbClr val="3C3C3C"/>
              </a:solidFill>
              <a:latin typeface="Calibri"/>
              <a:ea typeface="Calibri"/>
              <a:cs typeface="Calibri"/>
              <a:sym typeface="Calibri"/>
            </a:endParaRPr>
          </a:p>
        </p:txBody>
      </p:sp>
      <p:sp>
        <p:nvSpPr>
          <p:cNvPr id="3657" name="Google Shape;3657;p45"/>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58" name="Google Shape;3658;p45"/>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Data</a:t>
            </a:r>
            <a:endParaRPr sz="909" b="0" i="0" u="none" strike="noStrike" cap="none">
              <a:solidFill>
                <a:srgbClr val="3C3C3C"/>
              </a:solidFill>
              <a:latin typeface="Calibri"/>
              <a:ea typeface="Calibri"/>
              <a:cs typeface="Calibri"/>
              <a:sym typeface="Calibri"/>
            </a:endParaRPr>
          </a:p>
        </p:txBody>
      </p:sp>
      <p:sp>
        <p:nvSpPr>
          <p:cNvPr id="3659" name="Google Shape;3659;p45"/>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3660" name="Google Shape;3660;p45"/>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61" name="Google Shape;3661;p45"/>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3662" name="Google Shape;3662;p45"/>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3663" name="Google Shape;3663;p45"/>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4" name="Google Shape;3664;p45"/>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5" name="Google Shape;3665;p45"/>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666" name="Google Shape;3666;p45" title="Text-1.png"/>
          <p:cNvPicPr preferRelativeResize="0"/>
          <p:nvPr/>
        </p:nvPicPr>
        <p:blipFill rotWithShape="1">
          <a:blip r:embed="rId5">
            <a:alphaModFix/>
          </a:blip>
          <a:srcRect/>
          <a:stretch/>
        </p:blipFill>
        <p:spPr>
          <a:xfrm>
            <a:off x="2172781" y="4172679"/>
            <a:ext cx="223200" cy="223200"/>
          </a:xfrm>
          <a:prstGeom prst="rect">
            <a:avLst/>
          </a:prstGeom>
          <a:noFill/>
          <a:ln>
            <a:noFill/>
          </a:ln>
        </p:spPr>
      </p:pic>
      <p:pic>
        <p:nvPicPr>
          <p:cNvPr id="3667" name="Google Shape;3667;p45" title="si_ai-duotone.png"/>
          <p:cNvPicPr preferRelativeResize="0"/>
          <p:nvPr/>
        </p:nvPicPr>
        <p:blipFill rotWithShape="1">
          <a:blip r:embed="rId6">
            <a:alphaModFix/>
          </a:blip>
          <a:srcRect/>
          <a:stretch/>
        </p:blipFill>
        <p:spPr>
          <a:xfrm>
            <a:off x="3942550" y="4202452"/>
            <a:ext cx="191400" cy="191400"/>
          </a:xfrm>
          <a:prstGeom prst="rect">
            <a:avLst/>
          </a:prstGeom>
          <a:noFill/>
          <a:ln>
            <a:noFill/>
          </a:ln>
        </p:spPr>
      </p:pic>
      <p:pic>
        <p:nvPicPr>
          <p:cNvPr id="3668" name="Google Shape;3668;p45" title="Text-14.png"/>
          <p:cNvPicPr preferRelativeResize="0"/>
          <p:nvPr/>
        </p:nvPicPr>
        <p:blipFill rotWithShape="1">
          <a:blip r:embed="rId7">
            <a:alphaModFix/>
          </a:blip>
          <a:srcRect/>
          <a:stretch/>
        </p:blipFill>
        <p:spPr>
          <a:xfrm>
            <a:off x="5690800" y="4182007"/>
            <a:ext cx="195300" cy="195300"/>
          </a:xfrm>
          <a:prstGeom prst="rect">
            <a:avLst/>
          </a:prstGeom>
          <a:noFill/>
          <a:ln>
            <a:noFill/>
          </a:ln>
        </p:spPr>
      </p:pic>
      <p:pic>
        <p:nvPicPr>
          <p:cNvPr id="3669" name="Google Shape;3669;p45"/>
          <p:cNvPicPr preferRelativeResize="0"/>
          <p:nvPr/>
        </p:nvPicPr>
        <p:blipFill rotWithShape="1">
          <a:blip r:embed="rId8">
            <a:alphaModFix/>
          </a:blip>
          <a:srcRect/>
          <a:stretch/>
        </p:blipFill>
        <p:spPr>
          <a:xfrm>
            <a:off x="7473397" y="4188575"/>
            <a:ext cx="191400" cy="191400"/>
          </a:xfrm>
          <a:prstGeom prst="rect">
            <a:avLst/>
          </a:prstGeom>
          <a:noFill/>
          <a:ln>
            <a:noFill/>
          </a:ln>
        </p:spPr>
      </p:pic>
      <p:pic>
        <p:nvPicPr>
          <p:cNvPr id="3670" name="Google Shape;3670;p45" title="Text-3.png"/>
          <p:cNvPicPr preferRelativeResize="0"/>
          <p:nvPr/>
        </p:nvPicPr>
        <p:blipFill rotWithShape="1">
          <a:blip r:embed="rId9">
            <a:alphaModFix/>
          </a:blip>
          <a:srcRect/>
          <a:stretch/>
        </p:blipFill>
        <p:spPr>
          <a:xfrm>
            <a:off x="459278" y="4199813"/>
            <a:ext cx="168925" cy="1689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674"/>
        <p:cNvGrpSpPr/>
        <p:nvPr/>
      </p:nvGrpSpPr>
      <p:grpSpPr>
        <a:xfrm>
          <a:off x="0" y="0"/>
          <a:ext cx="0" cy="0"/>
          <a:chOff x="0" y="0"/>
          <a:chExt cx="0" cy="0"/>
        </a:xfrm>
      </p:grpSpPr>
      <p:sp>
        <p:nvSpPr>
          <p:cNvPr id="3675" name="Google Shape;3675;p46"/>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676" name="Google Shape;3676;p46"/>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Channel/Customer View | Category Lead in VCD</a:t>
            </a:r>
            <a:endParaRPr sz="1800" b="1" i="0" u="none" strike="noStrike" cap="none">
              <a:solidFill>
                <a:schemeClr val="dk1"/>
              </a:solidFill>
              <a:latin typeface="Calibri"/>
              <a:ea typeface="Calibri"/>
              <a:cs typeface="Calibri"/>
              <a:sym typeface="Calibri"/>
            </a:endParaRPr>
          </a:p>
        </p:txBody>
      </p:sp>
      <p:pic>
        <p:nvPicPr>
          <p:cNvPr id="3677" name="Google Shape;3677;p46" title="Screenshot 2026-07-07 at 7.28.31 PM.png"/>
          <p:cNvPicPr preferRelativeResize="0"/>
          <p:nvPr/>
        </p:nvPicPr>
        <p:blipFill rotWithShape="1">
          <a:blip r:embed="rId3">
            <a:alphaModFix/>
          </a:blip>
          <a:srcRect l="-785" r="-1162"/>
          <a:stretch/>
        </p:blipFill>
        <p:spPr>
          <a:xfrm>
            <a:off x="318746" y="1263873"/>
            <a:ext cx="3574200" cy="2241300"/>
          </a:xfrm>
          <a:prstGeom prst="roundRect">
            <a:avLst>
              <a:gd name="adj" fmla="val 4753"/>
            </a:avLst>
          </a:prstGeom>
          <a:noFill/>
          <a:ln>
            <a:noFill/>
          </a:ln>
        </p:spPr>
      </p:pic>
      <p:cxnSp>
        <p:nvCxnSpPr>
          <p:cNvPr id="3678" name="Google Shape;3678;p46"/>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679" name="Google Shape;3679;p46"/>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680" name="Google Shape;3680;p46" title="slide 39.png"/>
          <p:cNvPicPr preferRelativeResize="0"/>
          <p:nvPr/>
        </p:nvPicPr>
        <p:blipFill rotWithShape="1">
          <a:blip r:embed="rId4">
            <a:alphaModFix/>
          </a:blip>
          <a:srcRect t="-1303" b="-2120"/>
          <a:stretch/>
        </p:blipFill>
        <p:spPr>
          <a:xfrm>
            <a:off x="3524700" y="954459"/>
            <a:ext cx="5221200" cy="28215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681" name="Google Shape;3681;p46"/>
          <p:cNvGrpSpPr/>
          <p:nvPr/>
        </p:nvGrpSpPr>
        <p:grpSpPr>
          <a:xfrm>
            <a:off x="3524690" y="663825"/>
            <a:ext cx="1155776" cy="235490"/>
            <a:chOff x="3377819" y="989946"/>
            <a:chExt cx="1126378" cy="229500"/>
          </a:xfrm>
        </p:grpSpPr>
        <p:sp>
          <p:nvSpPr>
            <p:cNvPr id="3682" name="Google Shape;3682;p46"/>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683" name="Google Shape;3683;p46"/>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684" name="Google Shape;3684;p46"/>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685" name="Google Shape;3685;p46"/>
          <p:cNvSpPr txBox="1"/>
          <p:nvPr/>
        </p:nvSpPr>
        <p:spPr>
          <a:xfrm>
            <a:off x="4661168"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686" name="Google Shape;3686;p46"/>
          <p:cNvSpPr/>
          <p:nvPr/>
        </p:nvSpPr>
        <p:spPr>
          <a:xfrm>
            <a:off x="4642134"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687" name="Google Shape;3687;p46"/>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688" name="Google Shape;3688;p46"/>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689" name="Google Shape;3689;p46"/>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90" name="Google Shape;3690;p46"/>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3691" name="Google Shape;3691;p46"/>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3692" name="Google Shape;3692;p46"/>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93" name="Google Shape;3693;p46"/>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694" name="Google Shape;3694;p46"/>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3695" name="Google Shape;3695;p46"/>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96" name="Google Shape;3696;p46"/>
          <p:cNvSpPr txBox="1"/>
          <p:nvPr/>
        </p:nvSpPr>
        <p:spPr>
          <a:xfrm>
            <a:off x="4191775" y="4209350"/>
            <a:ext cx="15339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Decision Support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697" name="Google Shape;3697;p46"/>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insights that empower users to act quickly and confidently.</a:t>
            </a:r>
            <a:endParaRPr sz="831" b="0" i="0" u="none" strike="noStrike" cap="none">
              <a:solidFill>
                <a:srgbClr val="3C3C3C"/>
              </a:solidFill>
              <a:latin typeface="Calibri"/>
              <a:ea typeface="Calibri"/>
              <a:cs typeface="Calibri"/>
              <a:sym typeface="Calibri"/>
            </a:endParaRPr>
          </a:p>
        </p:txBody>
      </p:sp>
      <p:sp>
        <p:nvSpPr>
          <p:cNvPr id="3698" name="Google Shape;3698;p46"/>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699" name="Google Shape;3699;p46"/>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Data</a:t>
            </a:r>
            <a:endParaRPr sz="909" b="0" i="0" u="none" strike="noStrike" cap="none">
              <a:solidFill>
                <a:srgbClr val="3C3C3C"/>
              </a:solidFill>
              <a:latin typeface="Calibri"/>
              <a:ea typeface="Calibri"/>
              <a:cs typeface="Calibri"/>
              <a:sym typeface="Calibri"/>
            </a:endParaRPr>
          </a:p>
        </p:txBody>
      </p:sp>
      <p:sp>
        <p:nvSpPr>
          <p:cNvPr id="3700" name="Google Shape;3700;p46"/>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3701" name="Google Shape;3701;p46"/>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702" name="Google Shape;3702;p46"/>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3703" name="Google Shape;3703;p46"/>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3704" name="Google Shape;3704;p46"/>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5" name="Google Shape;3705;p46"/>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6" name="Google Shape;3706;p46"/>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707" name="Google Shape;3707;p46" title="Text-1.png"/>
          <p:cNvPicPr preferRelativeResize="0"/>
          <p:nvPr/>
        </p:nvPicPr>
        <p:blipFill rotWithShape="1">
          <a:blip r:embed="rId5">
            <a:alphaModFix/>
          </a:blip>
          <a:srcRect/>
          <a:stretch/>
        </p:blipFill>
        <p:spPr>
          <a:xfrm>
            <a:off x="2172781" y="4172679"/>
            <a:ext cx="223200" cy="223200"/>
          </a:xfrm>
          <a:prstGeom prst="rect">
            <a:avLst/>
          </a:prstGeom>
          <a:noFill/>
          <a:ln>
            <a:noFill/>
          </a:ln>
        </p:spPr>
      </p:pic>
      <p:pic>
        <p:nvPicPr>
          <p:cNvPr id="3708" name="Google Shape;3708;p46" title="si_ai-duotone.png"/>
          <p:cNvPicPr preferRelativeResize="0"/>
          <p:nvPr/>
        </p:nvPicPr>
        <p:blipFill rotWithShape="1">
          <a:blip r:embed="rId6">
            <a:alphaModFix/>
          </a:blip>
          <a:srcRect/>
          <a:stretch/>
        </p:blipFill>
        <p:spPr>
          <a:xfrm>
            <a:off x="3942550" y="4202452"/>
            <a:ext cx="191400" cy="191400"/>
          </a:xfrm>
          <a:prstGeom prst="rect">
            <a:avLst/>
          </a:prstGeom>
          <a:noFill/>
          <a:ln>
            <a:noFill/>
          </a:ln>
        </p:spPr>
      </p:pic>
      <p:pic>
        <p:nvPicPr>
          <p:cNvPr id="3709" name="Google Shape;3709;p46" title="Text-14.png"/>
          <p:cNvPicPr preferRelativeResize="0"/>
          <p:nvPr/>
        </p:nvPicPr>
        <p:blipFill rotWithShape="1">
          <a:blip r:embed="rId7">
            <a:alphaModFix/>
          </a:blip>
          <a:srcRect/>
          <a:stretch/>
        </p:blipFill>
        <p:spPr>
          <a:xfrm>
            <a:off x="5690800" y="4182007"/>
            <a:ext cx="195300" cy="195300"/>
          </a:xfrm>
          <a:prstGeom prst="rect">
            <a:avLst/>
          </a:prstGeom>
          <a:noFill/>
          <a:ln>
            <a:noFill/>
          </a:ln>
        </p:spPr>
      </p:pic>
      <p:pic>
        <p:nvPicPr>
          <p:cNvPr id="3710" name="Google Shape;3710;p46"/>
          <p:cNvPicPr preferRelativeResize="0"/>
          <p:nvPr/>
        </p:nvPicPr>
        <p:blipFill rotWithShape="1">
          <a:blip r:embed="rId8">
            <a:alphaModFix/>
          </a:blip>
          <a:srcRect/>
          <a:stretch/>
        </p:blipFill>
        <p:spPr>
          <a:xfrm>
            <a:off x="7473397" y="4188575"/>
            <a:ext cx="191400" cy="191400"/>
          </a:xfrm>
          <a:prstGeom prst="rect">
            <a:avLst/>
          </a:prstGeom>
          <a:noFill/>
          <a:ln>
            <a:noFill/>
          </a:ln>
        </p:spPr>
      </p:pic>
      <p:pic>
        <p:nvPicPr>
          <p:cNvPr id="3711" name="Google Shape;3711;p46" title="Text-3.png"/>
          <p:cNvPicPr preferRelativeResize="0"/>
          <p:nvPr/>
        </p:nvPicPr>
        <p:blipFill rotWithShape="1">
          <a:blip r:embed="rId9">
            <a:alphaModFix/>
          </a:blip>
          <a:srcRect/>
          <a:stretch/>
        </p:blipFill>
        <p:spPr>
          <a:xfrm>
            <a:off x="459278" y="4199813"/>
            <a:ext cx="168925" cy="1689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715"/>
        <p:cNvGrpSpPr/>
        <p:nvPr/>
      </p:nvGrpSpPr>
      <p:grpSpPr>
        <a:xfrm>
          <a:off x="0" y="0"/>
          <a:ext cx="0" cy="0"/>
          <a:chOff x="0" y="0"/>
          <a:chExt cx="0" cy="0"/>
        </a:xfrm>
      </p:grpSpPr>
      <p:sp>
        <p:nvSpPr>
          <p:cNvPr id="3716" name="Google Shape;3716;p47"/>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717" name="Google Shape;3717;p47"/>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SRM Promo View | SRM Lead in VCD</a:t>
            </a:r>
            <a:endParaRPr sz="1800" b="1" i="0" u="none" strike="noStrike" cap="none">
              <a:solidFill>
                <a:schemeClr val="dk1"/>
              </a:solidFill>
              <a:latin typeface="Calibri"/>
              <a:ea typeface="Calibri"/>
              <a:cs typeface="Calibri"/>
              <a:sym typeface="Calibri"/>
            </a:endParaRPr>
          </a:p>
        </p:txBody>
      </p:sp>
      <p:pic>
        <p:nvPicPr>
          <p:cNvPr id="3718" name="Google Shape;3718;p47" title="Screenshot 2026-07-07 at 7.28.41 PM.png"/>
          <p:cNvPicPr preferRelativeResize="0"/>
          <p:nvPr/>
        </p:nvPicPr>
        <p:blipFill rotWithShape="1">
          <a:blip r:embed="rId3">
            <a:alphaModFix/>
          </a:blip>
          <a:srcRect/>
          <a:stretch/>
        </p:blipFill>
        <p:spPr>
          <a:xfrm>
            <a:off x="318746" y="1263873"/>
            <a:ext cx="3574200" cy="2241300"/>
          </a:xfrm>
          <a:prstGeom prst="roundRect">
            <a:avLst>
              <a:gd name="adj" fmla="val 4753"/>
            </a:avLst>
          </a:prstGeom>
          <a:noFill/>
          <a:ln>
            <a:noFill/>
          </a:ln>
        </p:spPr>
      </p:pic>
      <p:cxnSp>
        <p:nvCxnSpPr>
          <p:cNvPr id="3719" name="Google Shape;3719;p47"/>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720" name="Google Shape;3720;p47"/>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721" name="Google Shape;3721;p47" title="slide 40.png"/>
          <p:cNvPicPr preferRelativeResize="0"/>
          <p:nvPr/>
        </p:nvPicPr>
        <p:blipFill rotWithShape="1">
          <a:blip r:embed="rId4">
            <a:alphaModFix/>
          </a:blip>
          <a:srcRect t="-1276"/>
          <a:stretch/>
        </p:blipFill>
        <p:spPr>
          <a:xfrm>
            <a:off x="3524700" y="954459"/>
            <a:ext cx="5221200" cy="28215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722" name="Google Shape;3722;p47"/>
          <p:cNvGrpSpPr/>
          <p:nvPr/>
        </p:nvGrpSpPr>
        <p:grpSpPr>
          <a:xfrm>
            <a:off x="3524690" y="663825"/>
            <a:ext cx="1155776" cy="235490"/>
            <a:chOff x="3377819" y="989946"/>
            <a:chExt cx="1126378" cy="229500"/>
          </a:xfrm>
        </p:grpSpPr>
        <p:sp>
          <p:nvSpPr>
            <p:cNvPr id="3723" name="Google Shape;3723;p47"/>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724" name="Google Shape;3724;p47"/>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725" name="Google Shape;3725;p47"/>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726" name="Google Shape;3726;p47"/>
          <p:cNvSpPr txBox="1"/>
          <p:nvPr/>
        </p:nvSpPr>
        <p:spPr>
          <a:xfrm>
            <a:off x="4661168"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727" name="Google Shape;3727;p47"/>
          <p:cNvSpPr/>
          <p:nvPr/>
        </p:nvSpPr>
        <p:spPr>
          <a:xfrm>
            <a:off x="4642134"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728" name="Google Shape;3728;p47"/>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729" name="Google Shape;3729;p47"/>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730" name="Google Shape;3730;p47"/>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731" name="Google Shape;3731;p47"/>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3732" name="Google Shape;3732;p47"/>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3733" name="Google Shape;3733;p47"/>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734" name="Google Shape;3734;p47"/>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735" name="Google Shape;3735;p47"/>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3736" name="Google Shape;3736;p47"/>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737" name="Google Shape;3737;p47"/>
          <p:cNvSpPr txBox="1"/>
          <p:nvPr/>
        </p:nvSpPr>
        <p:spPr>
          <a:xfrm>
            <a:off x="4191775" y="4209350"/>
            <a:ext cx="15339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Decision Support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738" name="Google Shape;3738;p47"/>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insights that empower users to act quickly and confidently.</a:t>
            </a:r>
            <a:endParaRPr sz="831" b="0" i="0" u="none" strike="noStrike" cap="none">
              <a:solidFill>
                <a:srgbClr val="3C3C3C"/>
              </a:solidFill>
              <a:latin typeface="Calibri"/>
              <a:ea typeface="Calibri"/>
              <a:cs typeface="Calibri"/>
              <a:sym typeface="Calibri"/>
            </a:endParaRPr>
          </a:p>
        </p:txBody>
      </p:sp>
      <p:sp>
        <p:nvSpPr>
          <p:cNvPr id="3739" name="Google Shape;3739;p47"/>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740" name="Google Shape;3740;p47"/>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Data</a:t>
            </a:r>
            <a:endParaRPr sz="909" b="0" i="0" u="none" strike="noStrike" cap="none">
              <a:solidFill>
                <a:srgbClr val="3C3C3C"/>
              </a:solidFill>
              <a:latin typeface="Calibri"/>
              <a:ea typeface="Calibri"/>
              <a:cs typeface="Calibri"/>
              <a:sym typeface="Calibri"/>
            </a:endParaRPr>
          </a:p>
        </p:txBody>
      </p:sp>
      <p:sp>
        <p:nvSpPr>
          <p:cNvPr id="3741" name="Google Shape;3741;p47"/>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3742" name="Google Shape;3742;p47"/>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743" name="Google Shape;3743;p47"/>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3744" name="Google Shape;3744;p47"/>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3745" name="Google Shape;3745;p47"/>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6" name="Google Shape;3746;p47"/>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7" name="Google Shape;3747;p47"/>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748" name="Google Shape;3748;p47" title="Text-1.png"/>
          <p:cNvPicPr preferRelativeResize="0"/>
          <p:nvPr/>
        </p:nvPicPr>
        <p:blipFill rotWithShape="1">
          <a:blip r:embed="rId5">
            <a:alphaModFix/>
          </a:blip>
          <a:srcRect/>
          <a:stretch/>
        </p:blipFill>
        <p:spPr>
          <a:xfrm>
            <a:off x="2172781" y="4172679"/>
            <a:ext cx="223200" cy="223200"/>
          </a:xfrm>
          <a:prstGeom prst="rect">
            <a:avLst/>
          </a:prstGeom>
          <a:noFill/>
          <a:ln>
            <a:noFill/>
          </a:ln>
        </p:spPr>
      </p:pic>
      <p:pic>
        <p:nvPicPr>
          <p:cNvPr id="3749" name="Google Shape;3749;p47" title="si_ai-duotone.png"/>
          <p:cNvPicPr preferRelativeResize="0"/>
          <p:nvPr/>
        </p:nvPicPr>
        <p:blipFill rotWithShape="1">
          <a:blip r:embed="rId6">
            <a:alphaModFix/>
          </a:blip>
          <a:srcRect/>
          <a:stretch/>
        </p:blipFill>
        <p:spPr>
          <a:xfrm>
            <a:off x="3942550" y="4202452"/>
            <a:ext cx="191400" cy="191400"/>
          </a:xfrm>
          <a:prstGeom prst="rect">
            <a:avLst/>
          </a:prstGeom>
          <a:noFill/>
          <a:ln>
            <a:noFill/>
          </a:ln>
        </p:spPr>
      </p:pic>
      <p:pic>
        <p:nvPicPr>
          <p:cNvPr id="3750" name="Google Shape;3750;p47" title="Text-14.png"/>
          <p:cNvPicPr preferRelativeResize="0"/>
          <p:nvPr/>
        </p:nvPicPr>
        <p:blipFill rotWithShape="1">
          <a:blip r:embed="rId7">
            <a:alphaModFix/>
          </a:blip>
          <a:srcRect/>
          <a:stretch/>
        </p:blipFill>
        <p:spPr>
          <a:xfrm>
            <a:off x="5690800" y="4182007"/>
            <a:ext cx="195300" cy="195300"/>
          </a:xfrm>
          <a:prstGeom prst="rect">
            <a:avLst/>
          </a:prstGeom>
          <a:noFill/>
          <a:ln>
            <a:noFill/>
          </a:ln>
        </p:spPr>
      </p:pic>
      <p:pic>
        <p:nvPicPr>
          <p:cNvPr id="3751" name="Google Shape;3751;p47"/>
          <p:cNvPicPr preferRelativeResize="0"/>
          <p:nvPr/>
        </p:nvPicPr>
        <p:blipFill rotWithShape="1">
          <a:blip r:embed="rId8">
            <a:alphaModFix/>
          </a:blip>
          <a:srcRect/>
          <a:stretch/>
        </p:blipFill>
        <p:spPr>
          <a:xfrm>
            <a:off x="7473397" y="4188575"/>
            <a:ext cx="191400" cy="191400"/>
          </a:xfrm>
          <a:prstGeom prst="rect">
            <a:avLst/>
          </a:prstGeom>
          <a:noFill/>
          <a:ln>
            <a:noFill/>
          </a:ln>
        </p:spPr>
      </p:pic>
      <p:pic>
        <p:nvPicPr>
          <p:cNvPr id="3752" name="Google Shape;3752;p47" title="Text-3.png"/>
          <p:cNvPicPr preferRelativeResize="0"/>
          <p:nvPr/>
        </p:nvPicPr>
        <p:blipFill rotWithShape="1">
          <a:blip r:embed="rId9">
            <a:alphaModFix/>
          </a:blip>
          <a:srcRect/>
          <a:stretch/>
        </p:blipFill>
        <p:spPr>
          <a:xfrm>
            <a:off x="459278" y="4199813"/>
            <a:ext cx="168925" cy="1689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756"/>
        <p:cNvGrpSpPr/>
        <p:nvPr/>
      </p:nvGrpSpPr>
      <p:grpSpPr>
        <a:xfrm>
          <a:off x="0" y="0"/>
          <a:ext cx="0" cy="0"/>
          <a:chOff x="0" y="0"/>
          <a:chExt cx="0" cy="0"/>
        </a:xfrm>
      </p:grpSpPr>
      <p:sp>
        <p:nvSpPr>
          <p:cNvPr id="3757" name="Google Shape;3757;p48"/>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758" name="Google Shape;3758;p48"/>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TDP/Perfect Store Headlines &amp; Key Themes</a:t>
            </a:r>
            <a:endParaRPr sz="1800" b="1" i="0" u="none" strike="noStrike" cap="none">
              <a:solidFill>
                <a:schemeClr val="dk1"/>
              </a:solidFill>
              <a:latin typeface="Calibri"/>
              <a:ea typeface="Calibri"/>
              <a:cs typeface="Calibri"/>
              <a:sym typeface="Calibri"/>
            </a:endParaRPr>
          </a:p>
        </p:txBody>
      </p:sp>
      <p:pic>
        <p:nvPicPr>
          <p:cNvPr id="3759" name="Google Shape;3759;p48" title="Screenshot 2026-07-08 at 3.49.52 PM.png"/>
          <p:cNvPicPr preferRelativeResize="0"/>
          <p:nvPr/>
        </p:nvPicPr>
        <p:blipFill rotWithShape="1">
          <a:blip r:embed="rId4">
            <a:alphaModFix/>
          </a:blip>
          <a:srcRect l="8889" r="8881"/>
          <a:stretch/>
        </p:blipFill>
        <p:spPr>
          <a:xfrm>
            <a:off x="273750" y="1232250"/>
            <a:ext cx="3675300" cy="2052000"/>
          </a:xfrm>
          <a:prstGeom prst="roundRect">
            <a:avLst>
              <a:gd name="adj" fmla="val 4753"/>
            </a:avLst>
          </a:prstGeom>
          <a:noFill/>
          <a:ln>
            <a:noFill/>
          </a:ln>
        </p:spPr>
      </p:pic>
      <p:cxnSp>
        <p:nvCxnSpPr>
          <p:cNvPr id="3760" name="Google Shape;3760;p48"/>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761" name="Google Shape;3761;p48"/>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762" name="Google Shape;3762;p48" title="tdp.png"/>
          <p:cNvPicPr preferRelativeResize="0"/>
          <p:nvPr/>
        </p:nvPicPr>
        <p:blipFill rotWithShape="1">
          <a:blip r:embed="rId5">
            <a:alphaModFix/>
          </a:blip>
          <a:srcRect/>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763" name="Google Shape;3763;p48"/>
          <p:cNvGrpSpPr/>
          <p:nvPr/>
        </p:nvGrpSpPr>
        <p:grpSpPr>
          <a:xfrm>
            <a:off x="3496675" y="663825"/>
            <a:ext cx="1155776" cy="235490"/>
            <a:chOff x="3377819" y="989946"/>
            <a:chExt cx="1126378" cy="229500"/>
          </a:xfrm>
        </p:grpSpPr>
        <p:sp>
          <p:nvSpPr>
            <p:cNvPr id="3764" name="Google Shape;3764;p48"/>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765" name="Google Shape;3765;p48"/>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766" name="Google Shape;3766;p48"/>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767" name="Google Shape;3767;p48"/>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768" name="Google Shape;3768;p48"/>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769" name="Google Shape;3769;p48"/>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770" name="Google Shape;3770;p48"/>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771" name="Google Shape;3771;p48"/>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772" name="Google Shape;3772;p48"/>
          <p:cNvSpPr txBox="1"/>
          <p:nvPr/>
        </p:nvSpPr>
        <p:spPr>
          <a:xfrm>
            <a:off x="685700" y="4209350"/>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Simplified User Experience</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773" name="Google Shape;3773;p48"/>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Reducing visual clutter and streamlining workflows to make the interface more intuitive and effortless to navigate.</a:t>
            </a:r>
            <a:endParaRPr sz="831" b="0" i="0" u="none" strike="noStrike" cap="none">
              <a:solidFill>
                <a:srgbClr val="3C3C3C"/>
              </a:solidFill>
              <a:latin typeface="Calibri"/>
              <a:ea typeface="Calibri"/>
              <a:cs typeface="Calibri"/>
              <a:sym typeface="Calibri"/>
            </a:endParaRPr>
          </a:p>
        </p:txBody>
      </p:sp>
      <p:sp>
        <p:nvSpPr>
          <p:cNvPr id="3774" name="Google Shape;3774;p48"/>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775" name="Google Shape;3775;p48"/>
          <p:cNvSpPr txBox="1"/>
          <p:nvPr/>
        </p:nvSpPr>
        <p:spPr>
          <a:xfrm>
            <a:off x="2438725" y="4209350"/>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Actionable Insight Delivery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776" name="Google Shape;3776;p48"/>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Moving from rigid data dumps to dynamic, synthesized takeaways that empower users to make fast, informed decisions.</a:t>
            </a:r>
            <a:endParaRPr sz="831" b="0" i="0" u="none" strike="noStrike" cap="none">
              <a:solidFill>
                <a:srgbClr val="3C3C3C"/>
              </a:solidFill>
              <a:latin typeface="Calibri"/>
              <a:ea typeface="Calibri"/>
              <a:cs typeface="Calibri"/>
              <a:sym typeface="Calibri"/>
            </a:endParaRPr>
          </a:p>
        </p:txBody>
      </p:sp>
      <p:sp>
        <p:nvSpPr>
          <p:cNvPr id="3777" name="Google Shape;3777;p48"/>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778" name="Google Shape;3778;p48"/>
          <p:cNvSpPr txBox="1"/>
          <p:nvPr/>
        </p:nvSpPr>
        <p:spPr>
          <a:xfrm>
            <a:off x="4191772" y="4209362"/>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Clear Hierarchy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779" name="Google Shape;3779;p48"/>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Organizing content logically to improve readability and information flow.</a:t>
            </a:r>
            <a:endParaRPr sz="831" b="0" i="0" u="none" strike="noStrike" cap="none">
              <a:solidFill>
                <a:srgbClr val="3C3C3C"/>
              </a:solidFill>
              <a:latin typeface="Calibri"/>
              <a:ea typeface="Calibri"/>
              <a:cs typeface="Calibri"/>
              <a:sym typeface="Calibri"/>
            </a:endParaRPr>
          </a:p>
        </p:txBody>
      </p:sp>
      <p:sp>
        <p:nvSpPr>
          <p:cNvPr id="3780" name="Google Shape;3780;p48"/>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781" name="Google Shape;3781;p48"/>
          <p:cNvSpPr txBox="1"/>
          <p:nvPr/>
        </p:nvSpPr>
        <p:spPr>
          <a:xfrm>
            <a:off x="5944925"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Context-Driven Information</a:t>
            </a:r>
            <a:endParaRPr sz="909" b="0" i="0" u="none" strike="noStrike" cap="none">
              <a:solidFill>
                <a:srgbClr val="3C3C3C"/>
              </a:solidFill>
              <a:latin typeface="Calibri"/>
              <a:ea typeface="Calibri"/>
              <a:cs typeface="Calibri"/>
              <a:sym typeface="Calibri"/>
            </a:endParaRPr>
          </a:p>
        </p:txBody>
      </p:sp>
      <p:sp>
        <p:nvSpPr>
          <p:cNvPr id="3782" name="Google Shape;3782;p48"/>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the UI elements (typography, iconography, and color palettes) to create a cohesive, modern corporate identity.</a:t>
            </a:r>
            <a:endParaRPr sz="831" b="0" i="0" u="none" strike="noStrike" cap="none">
              <a:solidFill>
                <a:srgbClr val="3C3C3C"/>
              </a:solidFill>
              <a:latin typeface="Calibri"/>
              <a:ea typeface="Calibri"/>
              <a:cs typeface="Calibri"/>
              <a:sym typeface="Calibri"/>
            </a:endParaRPr>
          </a:p>
        </p:txBody>
      </p:sp>
      <p:sp>
        <p:nvSpPr>
          <p:cNvPr id="3783" name="Google Shape;3783;p48"/>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784" name="Google Shape;3784;p48"/>
          <p:cNvSpPr txBox="1"/>
          <p:nvPr/>
        </p:nvSpPr>
        <p:spPr>
          <a:xfrm>
            <a:off x="7698075"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Tables</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785" name="Google Shape;3785;p48"/>
          <p:cNvSpPr txBox="1"/>
          <p:nvPr/>
        </p:nvSpPr>
        <p:spPr>
          <a:xfrm>
            <a:off x="7455243"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tables with whitespace and clear highlights for effortless scanning.</a:t>
            </a:r>
            <a:endParaRPr sz="831" b="0" i="0" u="none" strike="noStrike" cap="none">
              <a:solidFill>
                <a:srgbClr val="3C3C3C"/>
              </a:solidFill>
              <a:latin typeface="Calibri"/>
              <a:ea typeface="Calibri"/>
              <a:cs typeface="Calibri"/>
              <a:sym typeface="Calibri"/>
            </a:endParaRPr>
          </a:p>
        </p:txBody>
      </p:sp>
      <p:sp>
        <p:nvSpPr>
          <p:cNvPr id="3786" name="Google Shape;3786;p48"/>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7" name="Google Shape;3787;p48"/>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8" name="Google Shape;3788;p48"/>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789" name="Google Shape;3789;p48" title="Text-17.png"/>
          <p:cNvPicPr preferRelativeResize="0"/>
          <p:nvPr/>
        </p:nvPicPr>
        <p:blipFill rotWithShape="1">
          <a:blip r:embed="rId6">
            <a:alphaModFix/>
          </a:blip>
          <a:srcRect/>
          <a:stretch/>
        </p:blipFill>
        <p:spPr>
          <a:xfrm>
            <a:off x="2183188" y="4176361"/>
            <a:ext cx="223200" cy="223200"/>
          </a:xfrm>
          <a:prstGeom prst="rect">
            <a:avLst/>
          </a:prstGeom>
          <a:noFill/>
          <a:ln>
            <a:noFill/>
          </a:ln>
        </p:spPr>
      </p:pic>
      <p:pic>
        <p:nvPicPr>
          <p:cNvPr id="3790" name="Google Shape;3790;p48" title="Text-3.png"/>
          <p:cNvPicPr preferRelativeResize="0"/>
          <p:nvPr/>
        </p:nvPicPr>
        <p:blipFill rotWithShape="1">
          <a:blip r:embed="rId7">
            <a:alphaModFix/>
          </a:blip>
          <a:srcRect/>
          <a:stretch/>
        </p:blipFill>
        <p:spPr>
          <a:xfrm>
            <a:off x="3923550" y="4176350"/>
            <a:ext cx="223200" cy="223200"/>
          </a:xfrm>
          <a:prstGeom prst="rect">
            <a:avLst/>
          </a:prstGeom>
          <a:noFill/>
          <a:ln>
            <a:noFill/>
          </a:ln>
        </p:spPr>
      </p:pic>
      <p:pic>
        <p:nvPicPr>
          <p:cNvPr id="3791" name="Google Shape;3791;p48" title="Text-14.png"/>
          <p:cNvPicPr preferRelativeResize="0"/>
          <p:nvPr/>
        </p:nvPicPr>
        <p:blipFill rotWithShape="1">
          <a:blip r:embed="rId8">
            <a:alphaModFix/>
          </a:blip>
          <a:srcRect/>
          <a:stretch/>
        </p:blipFill>
        <p:spPr>
          <a:xfrm>
            <a:off x="5690800" y="4182007"/>
            <a:ext cx="195300" cy="195300"/>
          </a:xfrm>
          <a:prstGeom prst="rect">
            <a:avLst/>
          </a:prstGeom>
          <a:noFill/>
          <a:ln>
            <a:noFill/>
          </a:ln>
        </p:spPr>
      </p:pic>
      <p:pic>
        <p:nvPicPr>
          <p:cNvPr id="3792" name="Google Shape;3792;p48"/>
          <p:cNvPicPr preferRelativeResize="0"/>
          <p:nvPr/>
        </p:nvPicPr>
        <p:blipFill rotWithShape="1">
          <a:blip r:embed="rId9">
            <a:alphaModFix/>
          </a:blip>
          <a:srcRect/>
          <a:stretch/>
        </p:blipFill>
        <p:spPr>
          <a:xfrm>
            <a:off x="7455250" y="4183550"/>
            <a:ext cx="191400" cy="191400"/>
          </a:xfrm>
          <a:prstGeom prst="rect">
            <a:avLst/>
          </a:prstGeom>
          <a:noFill/>
          <a:ln>
            <a:noFill/>
          </a:ln>
        </p:spPr>
      </p:pic>
      <p:pic>
        <p:nvPicPr>
          <p:cNvPr id="3793" name="Google Shape;3793;p48" title="Text-18.png"/>
          <p:cNvPicPr preferRelativeResize="0"/>
          <p:nvPr/>
        </p:nvPicPr>
        <p:blipFill rotWithShape="1">
          <a:blip r:embed="rId10">
            <a:alphaModFix/>
          </a:blip>
          <a:srcRect/>
          <a:stretch/>
        </p:blipFill>
        <p:spPr>
          <a:xfrm>
            <a:off x="446375" y="4206938"/>
            <a:ext cx="162025" cy="162025"/>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797"/>
        <p:cNvGrpSpPr/>
        <p:nvPr/>
      </p:nvGrpSpPr>
      <p:grpSpPr>
        <a:xfrm>
          <a:off x="0" y="0"/>
          <a:ext cx="0" cy="0"/>
          <a:chOff x="0" y="0"/>
          <a:chExt cx="0" cy="0"/>
        </a:xfrm>
      </p:grpSpPr>
      <p:sp>
        <p:nvSpPr>
          <p:cNvPr id="3798" name="Google Shape;3798;p49"/>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799" name="Google Shape;3799;p49"/>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Perfect Store | Quarterly Update</a:t>
            </a:r>
            <a:endParaRPr sz="1800" b="1" i="0" u="none" strike="noStrike" cap="none">
              <a:solidFill>
                <a:schemeClr val="dk1"/>
              </a:solidFill>
              <a:latin typeface="Calibri"/>
              <a:ea typeface="Calibri"/>
              <a:cs typeface="Calibri"/>
              <a:sym typeface="Calibri"/>
            </a:endParaRPr>
          </a:p>
        </p:txBody>
      </p:sp>
      <p:pic>
        <p:nvPicPr>
          <p:cNvPr id="3800" name="Google Shape;3800;p49" title="Screenshot 2026-06-17 at 3.50.39 PM.png"/>
          <p:cNvPicPr preferRelativeResize="0"/>
          <p:nvPr/>
        </p:nvPicPr>
        <p:blipFill rotWithShape="1">
          <a:blip r:embed="rId4">
            <a:alphaModFix/>
          </a:blip>
          <a:srcRect t="1134" b="1124"/>
          <a:stretch/>
        </p:blipFill>
        <p:spPr>
          <a:xfrm>
            <a:off x="318746" y="1196527"/>
            <a:ext cx="3574200" cy="2241300"/>
          </a:xfrm>
          <a:prstGeom prst="roundRect">
            <a:avLst>
              <a:gd name="adj" fmla="val 4753"/>
            </a:avLst>
          </a:prstGeom>
          <a:noFill/>
          <a:ln>
            <a:noFill/>
          </a:ln>
        </p:spPr>
      </p:pic>
      <p:cxnSp>
        <p:nvCxnSpPr>
          <p:cNvPr id="3801" name="Google Shape;3801;p49"/>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802" name="Google Shape;3802;p49"/>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803" name="Google Shape;3803;p49" title="slide 26.png"/>
          <p:cNvPicPr preferRelativeResize="0"/>
          <p:nvPr/>
        </p:nvPicPr>
        <p:blipFill rotWithShape="1">
          <a:blip r:embed="rId5">
            <a:alphaModFix/>
          </a:blip>
          <a:srcRect/>
          <a:stretch/>
        </p:blipFill>
        <p:spPr>
          <a:xfrm>
            <a:off x="3524700" y="944918"/>
            <a:ext cx="5141700" cy="28230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804" name="Google Shape;3804;p49"/>
          <p:cNvGrpSpPr/>
          <p:nvPr/>
        </p:nvGrpSpPr>
        <p:grpSpPr>
          <a:xfrm>
            <a:off x="3534028" y="663825"/>
            <a:ext cx="1155776" cy="235490"/>
            <a:chOff x="3377819" y="989946"/>
            <a:chExt cx="1126378" cy="229500"/>
          </a:xfrm>
        </p:grpSpPr>
        <p:sp>
          <p:nvSpPr>
            <p:cNvPr id="3805" name="Google Shape;3805;p49"/>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806" name="Google Shape;3806;p49"/>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807" name="Google Shape;3807;p49"/>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808" name="Google Shape;3808;p49"/>
          <p:cNvSpPr txBox="1"/>
          <p:nvPr/>
        </p:nvSpPr>
        <p:spPr>
          <a:xfrm>
            <a:off x="4670506"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809" name="Google Shape;3809;p49"/>
          <p:cNvSpPr/>
          <p:nvPr/>
        </p:nvSpPr>
        <p:spPr>
          <a:xfrm>
            <a:off x="4651472"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810" name="Google Shape;3810;p49"/>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811" name="Google Shape;3811;p49"/>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812" name="Google Shape;3812;p49"/>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813" name="Google Shape;3813;p49"/>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Visual Consistency</a:t>
            </a:r>
            <a:endParaRPr sz="909" b="0" i="0" u="none" strike="noStrike" cap="none">
              <a:solidFill>
                <a:srgbClr val="3C3C3C"/>
              </a:solidFill>
              <a:latin typeface="Calibri"/>
              <a:ea typeface="Calibri"/>
              <a:cs typeface="Calibri"/>
              <a:sym typeface="Calibri"/>
            </a:endParaRPr>
          </a:p>
        </p:txBody>
      </p:sp>
      <p:sp>
        <p:nvSpPr>
          <p:cNvPr id="3814" name="Google Shape;3814;p49"/>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Standardizing design elements and typography to create a cohesive, predictable, and polished user experience.</a:t>
            </a:r>
            <a:endParaRPr sz="831" b="0" i="0" u="none" strike="noStrike" cap="none">
              <a:solidFill>
                <a:srgbClr val="3C3C3C"/>
              </a:solidFill>
              <a:latin typeface="Calibri"/>
              <a:ea typeface="Calibri"/>
              <a:cs typeface="Calibri"/>
              <a:sym typeface="Calibri"/>
            </a:endParaRPr>
          </a:p>
        </p:txBody>
      </p:sp>
      <p:sp>
        <p:nvSpPr>
          <p:cNvPr id="3815" name="Google Shape;3815;p49"/>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816" name="Google Shape;3816;p49"/>
          <p:cNvSpPr txBox="1"/>
          <p:nvPr/>
        </p:nvSpPr>
        <p:spPr>
          <a:xfrm>
            <a:off x="243872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Data Discoverability</a:t>
            </a:r>
            <a:endParaRPr sz="909" b="0" i="0" u="none" strike="noStrike" cap="none">
              <a:solidFill>
                <a:srgbClr val="3C3C3C"/>
              </a:solidFill>
              <a:latin typeface="Calibri"/>
              <a:ea typeface="Calibri"/>
              <a:cs typeface="Calibri"/>
              <a:sym typeface="Calibri"/>
            </a:endParaRPr>
          </a:p>
        </p:txBody>
      </p:sp>
      <p:sp>
        <p:nvSpPr>
          <p:cNvPr id="3817" name="Google Shape;3817;p49"/>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Ensuring key metrics and trends are instantly accessible and easy to locate without deep navigation.</a:t>
            </a:r>
            <a:endParaRPr sz="831" b="0" i="0" u="none" strike="noStrike" cap="none">
              <a:solidFill>
                <a:srgbClr val="3C3C3C"/>
              </a:solidFill>
              <a:latin typeface="Calibri"/>
              <a:ea typeface="Calibri"/>
              <a:cs typeface="Calibri"/>
              <a:sym typeface="Calibri"/>
            </a:endParaRPr>
          </a:p>
        </p:txBody>
      </p:sp>
      <p:sp>
        <p:nvSpPr>
          <p:cNvPr id="3818" name="Google Shape;3818;p49"/>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819" name="Google Shape;3819;p49"/>
          <p:cNvSpPr txBox="1"/>
          <p:nvPr/>
        </p:nvSpPr>
        <p:spPr>
          <a:xfrm>
            <a:off x="4191775" y="4209350"/>
            <a:ext cx="15339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Insight Visibility</a:t>
            </a:r>
            <a:endParaRPr sz="909" b="0" i="0" u="none" strike="noStrike" cap="none">
              <a:solidFill>
                <a:srgbClr val="3C3C3C"/>
              </a:solidFill>
              <a:latin typeface="Calibri"/>
              <a:ea typeface="Calibri"/>
              <a:cs typeface="Calibri"/>
              <a:sym typeface="Calibri"/>
            </a:endParaRPr>
          </a:p>
        </p:txBody>
      </p:sp>
      <p:sp>
        <p:nvSpPr>
          <p:cNvPr id="3820" name="Google Shape;3820;p49"/>
          <p:cNvSpPr txBox="1"/>
          <p:nvPr/>
        </p:nvSpPr>
        <p:spPr>
          <a:xfrm>
            <a:off x="3948936"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Elevating critical takeaways and performance variances so they stand out immediately upon scanning.</a:t>
            </a:r>
            <a:endParaRPr sz="831" b="0" i="0" u="none" strike="noStrike" cap="none">
              <a:solidFill>
                <a:srgbClr val="3C3C3C"/>
              </a:solidFill>
              <a:latin typeface="Calibri"/>
              <a:ea typeface="Calibri"/>
              <a:cs typeface="Calibri"/>
              <a:sym typeface="Calibri"/>
            </a:endParaRPr>
          </a:p>
        </p:txBody>
      </p:sp>
      <p:sp>
        <p:nvSpPr>
          <p:cNvPr id="3821" name="Google Shape;3821;p49"/>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822" name="Google Shape;3822;p49"/>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AI</a:t>
            </a:r>
            <a:endParaRPr sz="909" b="0" i="0" u="none" strike="noStrike" cap="none">
              <a:solidFill>
                <a:srgbClr val="3C3C3C"/>
              </a:solidFill>
              <a:latin typeface="Calibri"/>
              <a:ea typeface="Calibri"/>
              <a:cs typeface="Calibri"/>
              <a:sym typeface="Calibri"/>
            </a:endParaRPr>
          </a:p>
        </p:txBody>
      </p:sp>
      <p:sp>
        <p:nvSpPr>
          <p:cNvPr id="3823" name="Google Shape;3823;p49"/>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tailored to the current reporting context</a:t>
            </a:r>
            <a:endParaRPr sz="831" b="0" i="0" u="none" strike="noStrike" cap="none">
              <a:solidFill>
                <a:srgbClr val="3C3C3C"/>
              </a:solidFill>
              <a:latin typeface="Calibri"/>
              <a:ea typeface="Calibri"/>
              <a:cs typeface="Calibri"/>
              <a:sym typeface="Calibri"/>
            </a:endParaRPr>
          </a:p>
        </p:txBody>
      </p:sp>
      <p:sp>
        <p:nvSpPr>
          <p:cNvPr id="3824" name="Google Shape;3824;p49"/>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825" name="Google Shape;3825;p49"/>
          <p:cNvSpPr txBox="1"/>
          <p:nvPr/>
        </p:nvSpPr>
        <p:spPr>
          <a:xfrm>
            <a:off x="7698075"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826" name="Google Shape;3826;p49"/>
          <p:cNvSpPr txBox="1"/>
          <p:nvPr/>
        </p:nvSpPr>
        <p:spPr>
          <a:xfrm>
            <a:off x="7455243"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3827" name="Google Shape;3827;p49"/>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8" name="Google Shape;3828;p49"/>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9" name="Google Shape;3829;p49"/>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830" name="Google Shape;3830;p49" title="material-symbols_close-rounded.png"/>
          <p:cNvPicPr preferRelativeResize="0"/>
          <p:nvPr/>
        </p:nvPicPr>
        <p:blipFill rotWithShape="1">
          <a:blip r:embed="rId6">
            <a:alphaModFix/>
          </a:blip>
          <a:srcRect/>
          <a:stretch/>
        </p:blipFill>
        <p:spPr>
          <a:xfrm>
            <a:off x="8171061" y="1278974"/>
            <a:ext cx="102275" cy="102275"/>
          </a:xfrm>
          <a:prstGeom prst="rect">
            <a:avLst/>
          </a:prstGeom>
          <a:noFill/>
          <a:ln>
            <a:noFill/>
          </a:ln>
        </p:spPr>
      </p:pic>
      <p:pic>
        <p:nvPicPr>
          <p:cNvPr id="3831" name="Google Shape;3831;p49" title="Text-3.png"/>
          <p:cNvPicPr preferRelativeResize="0"/>
          <p:nvPr/>
        </p:nvPicPr>
        <p:blipFill rotWithShape="1">
          <a:blip r:embed="rId7">
            <a:alphaModFix/>
          </a:blip>
          <a:srcRect/>
          <a:stretch/>
        </p:blipFill>
        <p:spPr>
          <a:xfrm>
            <a:off x="417575" y="4169700"/>
            <a:ext cx="235500" cy="235500"/>
          </a:xfrm>
          <a:prstGeom prst="rect">
            <a:avLst/>
          </a:prstGeom>
          <a:noFill/>
          <a:ln>
            <a:noFill/>
          </a:ln>
        </p:spPr>
      </p:pic>
      <p:pic>
        <p:nvPicPr>
          <p:cNvPr id="3832" name="Google Shape;3832;p49" title="Text-14.png"/>
          <p:cNvPicPr preferRelativeResize="0"/>
          <p:nvPr/>
        </p:nvPicPr>
        <p:blipFill rotWithShape="1">
          <a:blip r:embed="rId8">
            <a:alphaModFix/>
          </a:blip>
          <a:srcRect/>
          <a:stretch/>
        </p:blipFill>
        <p:spPr>
          <a:xfrm>
            <a:off x="2205934" y="4182134"/>
            <a:ext cx="191400" cy="191400"/>
          </a:xfrm>
          <a:prstGeom prst="rect">
            <a:avLst/>
          </a:prstGeom>
          <a:noFill/>
          <a:ln>
            <a:noFill/>
          </a:ln>
        </p:spPr>
      </p:pic>
      <p:pic>
        <p:nvPicPr>
          <p:cNvPr id="3833" name="Google Shape;3833;p49" title="Text-15.png"/>
          <p:cNvPicPr preferRelativeResize="0"/>
          <p:nvPr/>
        </p:nvPicPr>
        <p:blipFill rotWithShape="1">
          <a:blip r:embed="rId9">
            <a:alphaModFix/>
          </a:blip>
          <a:srcRect/>
          <a:stretch/>
        </p:blipFill>
        <p:spPr>
          <a:xfrm>
            <a:off x="3950175" y="4169700"/>
            <a:ext cx="235500" cy="235500"/>
          </a:xfrm>
          <a:prstGeom prst="rect">
            <a:avLst/>
          </a:prstGeom>
          <a:noFill/>
          <a:ln>
            <a:noFill/>
          </a:ln>
        </p:spPr>
      </p:pic>
      <p:pic>
        <p:nvPicPr>
          <p:cNvPr id="3834" name="Google Shape;3834;p49" title="si_ai-duotone.png"/>
          <p:cNvPicPr preferRelativeResize="0"/>
          <p:nvPr/>
        </p:nvPicPr>
        <p:blipFill rotWithShape="1">
          <a:blip r:embed="rId10">
            <a:alphaModFix/>
          </a:blip>
          <a:srcRect/>
          <a:stretch/>
        </p:blipFill>
        <p:spPr>
          <a:xfrm>
            <a:off x="5707574" y="4186122"/>
            <a:ext cx="191400" cy="191400"/>
          </a:xfrm>
          <a:prstGeom prst="rect">
            <a:avLst/>
          </a:prstGeom>
          <a:noFill/>
          <a:ln>
            <a:noFill/>
          </a:ln>
        </p:spPr>
      </p:pic>
      <p:pic>
        <p:nvPicPr>
          <p:cNvPr id="3835" name="Google Shape;3835;p49" title="Text-17.png"/>
          <p:cNvPicPr preferRelativeResize="0"/>
          <p:nvPr/>
        </p:nvPicPr>
        <p:blipFill rotWithShape="1">
          <a:blip r:embed="rId11">
            <a:alphaModFix/>
          </a:blip>
          <a:srcRect/>
          <a:stretch/>
        </p:blipFill>
        <p:spPr>
          <a:xfrm>
            <a:off x="7466500" y="4191750"/>
            <a:ext cx="191400" cy="191400"/>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839"/>
        <p:cNvGrpSpPr/>
        <p:nvPr/>
      </p:nvGrpSpPr>
      <p:grpSpPr>
        <a:xfrm>
          <a:off x="0" y="0"/>
          <a:ext cx="0" cy="0"/>
          <a:chOff x="0" y="0"/>
          <a:chExt cx="0" cy="0"/>
        </a:xfrm>
      </p:grpSpPr>
      <p:sp>
        <p:nvSpPr>
          <p:cNvPr id="3840" name="Google Shape;3840;p50"/>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841" name="Google Shape;3841;p50"/>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Dolmio UK | PQA Overview</a:t>
            </a:r>
            <a:endParaRPr sz="1800" b="1" i="0" u="none" strike="noStrike" cap="none">
              <a:solidFill>
                <a:schemeClr val="dk1"/>
              </a:solidFill>
              <a:latin typeface="Calibri"/>
              <a:ea typeface="Calibri"/>
              <a:cs typeface="Calibri"/>
              <a:sym typeface="Calibri"/>
            </a:endParaRPr>
          </a:p>
        </p:txBody>
      </p:sp>
      <p:pic>
        <p:nvPicPr>
          <p:cNvPr id="3842" name="Google Shape;3842;p50" title="Screenshot 2026-06-17 at 3.54.47 PM.png"/>
          <p:cNvPicPr preferRelativeResize="0"/>
          <p:nvPr/>
        </p:nvPicPr>
        <p:blipFill rotWithShape="1">
          <a:blip r:embed="rId3">
            <a:alphaModFix/>
          </a:blip>
          <a:srcRect t="7735" b="7735"/>
          <a:stretch/>
        </p:blipFill>
        <p:spPr>
          <a:xfrm>
            <a:off x="318746" y="1042898"/>
            <a:ext cx="3574200" cy="2241300"/>
          </a:xfrm>
          <a:prstGeom prst="roundRect">
            <a:avLst>
              <a:gd name="adj" fmla="val 4753"/>
            </a:avLst>
          </a:prstGeom>
          <a:noFill/>
          <a:ln>
            <a:noFill/>
          </a:ln>
        </p:spPr>
      </p:pic>
      <p:cxnSp>
        <p:nvCxnSpPr>
          <p:cNvPr id="3843" name="Google Shape;3843;p50"/>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844" name="Google Shape;3844;p50"/>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845" name="Google Shape;3845;p50" title="Slide 27.png"/>
          <p:cNvPicPr preferRelativeResize="0"/>
          <p:nvPr/>
        </p:nvPicPr>
        <p:blipFill rotWithShape="1">
          <a:blip r:embed="rId4">
            <a:alphaModFix/>
          </a:blip>
          <a:srcRect t="-1234" b="-755"/>
          <a:stretch/>
        </p:blipFill>
        <p:spPr>
          <a:xfrm>
            <a:off x="3636766" y="945325"/>
            <a:ext cx="5118000" cy="28371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846" name="Google Shape;3846;p50"/>
          <p:cNvGrpSpPr/>
          <p:nvPr/>
        </p:nvGrpSpPr>
        <p:grpSpPr>
          <a:xfrm>
            <a:off x="3496675" y="663825"/>
            <a:ext cx="1155776" cy="235490"/>
            <a:chOff x="3377819" y="989946"/>
            <a:chExt cx="1126378" cy="229500"/>
          </a:xfrm>
        </p:grpSpPr>
        <p:sp>
          <p:nvSpPr>
            <p:cNvPr id="3847" name="Google Shape;3847;p50"/>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848" name="Google Shape;3848;p50"/>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849" name="Google Shape;3849;p50"/>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850" name="Google Shape;3850;p50"/>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851" name="Google Shape;3851;p50"/>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852" name="Google Shape;3852;p50"/>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853" name="Google Shape;3853;p50"/>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854" name="Google Shape;3854;p50"/>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855" name="Google Shape;3855;p50"/>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Data Discoverability</a:t>
            </a:r>
            <a:endParaRPr sz="909" b="0" i="0" u="none" strike="noStrike" cap="none">
              <a:solidFill>
                <a:srgbClr val="3C3C3C"/>
              </a:solidFill>
              <a:latin typeface="Calibri"/>
              <a:ea typeface="Calibri"/>
              <a:cs typeface="Calibri"/>
              <a:sym typeface="Calibri"/>
            </a:endParaRPr>
          </a:p>
        </p:txBody>
      </p:sp>
      <p:sp>
        <p:nvSpPr>
          <p:cNvPr id="3856" name="Google Shape;3856;p50"/>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Ensuring key metrics and trends are instantly accessible and easy to locate without deep navigation.</a:t>
            </a:r>
            <a:endParaRPr sz="831" b="0" i="0" u="none" strike="noStrike" cap="none">
              <a:solidFill>
                <a:srgbClr val="3C3C3C"/>
              </a:solidFill>
              <a:latin typeface="Calibri"/>
              <a:ea typeface="Calibri"/>
              <a:cs typeface="Calibri"/>
              <a:sym typeface="Calibri"/>
            </a:endParaRPr>
          </a:p>
        </p:txBody>
      </p:sp>
      <p:sp>
        <p:nvSpPr>
          <p:cNvPr id="3857" name="Google Shape;3857;p50"/>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858" name="Google Shape;3858;p50"/>
          <p:cNvSpPr txBox="1"/>
          <p:nvPr/>
        </p:nvSpPr>
        <p:spPr>
          <a:xfrm>
            <a:off x="243872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Insight Visibility</a:t>
            </a:r>
            <a:endParaRPr sz="909" b="0" i="0" u="none" strike="noStrike" cap="none">
              <a:solidFill>
                <a:srgbClr val="3C3C3C"/>
              </a:solidFill>
              <a:latin typeface="Calibri"/>
              <a:ea typeface="Calibri"/>
              <a:cs typeface="Calibri"/>
              <a:sym typeface="Calibri"/>
            </a:endParaRPr>
          </a:p>
        </p:txBody>
      </p:sp>
      <p:sp>
        <p:nvSpPr>
          <p:cNvPr id="3859" name="Google Shape;3859;p50"/>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Elevating critical takeaways and performance variances so they stand out immediately upon scanning.</a:t>
            </a:r>
            <a:endParaRPr sz="831" b="0" i="0" u="none" strike="noStrike" cap="none">
              <a:solidFill>
                <a:srgbClr val="3C3C3C"/>
              </a:solidFill>
              <a:latin typeface="Calibri"/>
              <a:ea typeface="Calibri"/>
              <a:cs typeface="Calibri"/>
              <a:sym typeface="Calibri"/>
            </a:endParaRPr>
          </a:p>
        </p:txBody>
      </p:sp>
      <p:sp>
        <p:nvSpPr>
          <p:cNvPr id="3860" name="Google Shape;3860;p50"/>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861" name="Google Shape;3861;p50"/>
          <p:cNvSpPr txBox="1"/>
          <p:nvPr/>
        </p:nvSpPr>
        <p:spPr>
          <a:xfrm>
            <a:off x="4191775" y="4209350"/>
            <a:ext cx="15339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AI</a:t>
            </a:r>
            <a:endParaRPr sz="909" b="0" i="0" u="none" strike="noStrike" cap="none">
              <a:solidFill>
                <a:srgbClr val="3C3C3C"/>
              </a:solidFill>
              <a:latin typeface="Calibri"/>
              <a:ea typeface="Calibri"/>
              <a:cs typeface="Calibri"/>
              <a:sym typeface="Calibri"/>
            </a:endParaRPr>
          </a:p>
        </p:txBody>
      </p:sp>
      <p:sp>
        <p:nvSpPr>
          <p:cNvPr id="3862" name="Google Shape;3862;p50"/>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tailored to the current reporting context.</a:t>
            </a:r>
            <a:endParaRPr sz="831" b="0" i="0" u="none" strike="noStrike" cap="none">
              <a:solidFill>
                <a:srgbClr val="3C3C3C"/>
              </a:solidFill>
              <a:latin typeface="Calibri"/>
              <a:ea typeface="Calibri"/>
              <a:cs typeface="Calibri"/>
              <a:sym typeface="Calibri"/>
            </a:endParaRPr>
          </a:p>
        </p:txBody>
      </p:sp>
      <p:sp>
        <p:nvSpPr>
          <p:cNvPr id="3863" name="Google Shape;3863;p50"/>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864" name="Google Shape;3864;p50"/>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Layout</a:t>
            </a:r>
            <a:endParaRPr sz="909" b="0" i="0" u="none" strike="noStrike" cap="none">
              <a:solidFill>
                <a:srgbClr val="3C3C3C"/>
              </a:solidFill>
              <a:latin typeface="Calibri"/>
              <a:ea typeface="Calibri"/>
              <a:cs typeface="Calibri"/>
              <a:sym typeface="Calibri"/>
            </a:endParaRPr>
          </a:p>
        </p:txBody>
      </p:sp>
      <p:sp>
        <p:nvSpPr>
          <p:cNvPr id="3865" name="Google Shape;3865;p50"/>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3866" name="Google Shape;3866;p50"/>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867" name="Google Shape;3867;p50"/>
          <p:cNvSpPr txBox="1"/>
          <p:nvPr/>
        </p:nvSpPr>
        <p:spPr>
          <a:xfrm>
            <a:off x="7698075"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Visual Consistency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868" name="Google Shape;3868;p50"/>
          <p:cNvSpPr txBox="1"/>
          <p:nvPr/>
        </p:nvSpPr>
        <p:spPr>
          <a:xfrm>
            <a:off x="7455243" y="4434533"/>
            <a:ext cx="1533900" cy="6393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Standardizing design elements, colors, and typography to create a cohesive, predictable, and polished user experience.</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pic>
        <p:nvPicPr>
          <p:cNvPr id="3869" name="Google Shape;3869;p50" title="material-symbols_close-rounded.png"/>
          <p:cNvPicPr preferRelativeResize="0"/>
          <p:nvPr/>
        </p:nvPicPr>
        <p:blipFill rotWithShape="1">
          <a:blip r:embed="rId5">
            <a:alphaModFix/>
          </a:blip>
          <a:srcRect/>
          <a:stretch/>
        </p:blipFill>
        <p:spPr>
          <a:xfrm>
            <a:off x="8410024" y="1304398"/>
            <a:ext cx="102275" cy="102275"/>
          </a:xfrm>
          <a:prstGeom prst="rect">
            <a:avLst/>
          </a:prstGeom>
          <a:noFill/>
          <a:ln>
            <a:noFill/>
          </a:ln>
        </p:spPr>
      </p:pic>
      <p:sp>
        <p:nvSpPr>
          <p:cNvPr id="3870" name="Google Shape;3870;p50"/>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1" name="Google Shape;3871;p50"/>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2" name="Google Shape;3872;p50"/>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873" name="Google Shape;3873;p50" title="lsicon_view-filled.png"/>
          <p:cNvPicPr preferRelativeResize="0"/>
          <p:nvPr/>
        </p:nvPicPr>
        <p:blipFill rotWithShape="1">
          <a:blip r:embed="rId6">
            <a:alphaModFix/>
          </a:blip>
          <a:srcRect/>
          <a:stretch/>
        </p:blipFill>
        <p:spPr>
          <a:xfrm>
            <a:off x="442850" y="4158675"/>
            <a:ext cx="223200" cy="223200"/>
          </a:xfrm>
          <a:prstGeom prst="rect">
            <a:avLst/>
          </a:prstGeom>
          <a:noFill/>
          <a:ln>
            <a:noFill/>
          </a:ln>
        </p:spPr>
      </p:pic>
      <p:pic>
        <p:nvPicPr>
          <p:cNvPr id="3874" name="Google Shape;3874;p50" title="Text-14.png"/>
          <p:cNvPicPr preferRelativeResize="0"/>
          <p:nvPr/>
        </p:nvPicPr>
        <p:blipFill rotWithShape="1">
          <a:blip r:embed="rId7">
            <a:alphaModFix/>
          </a:blip>
          <a:srcRect/>
          <a:stretch/>
        </p:blipFill>
        <p:spPr>
          <a:xfrm>
            <a:off x="2195900" y="4182379"/>
            <a:ext cx="195300" cy="195300"/>
          </a:xfrm>
          <a:prstGeom prst="rect">
            <a:avLst/>
          </a:prstGeom>
          <a:noFill/>
          <a:ln>
            <a:noFill/>
          </a:ln>
        </p:spPr>
      </p:pic>
      <p:pic>
        <p:nvPicPr>
          <p:cNvPr id="3875" name="Google Shape;3875;p50" title="si_ai-duotone.png"/>
          <p:cNvPicPr preferRelativeResize="0"/>
          <p:nvPr/>
        </p:nvPicPr>
        <p:blipFill rotWithShape="1">
          <a:blip r:embed="rId8">
            <a:alphaModFix/>
          </a:blip>
          <a:srcRect/>
          <a:stretch/>
        </p:blipFill>
        <p:spPr>
          <a:xfrm>
            <a:off x="3937724" y="4175097"/>
            <a:ext cx="223200" cy="223200"/>
          </a:xfrm>
          <a:prstGeom prst="rect">
            <a:avLst/>
          </a:prstGeom>
          <a:noFill/>
          <a:ln>
            <a:noFill/>
          </a:ln>
        </p:spPr>
      </p:pic>
      <p:pic>
        <p:nvPicPr>
          <p:cNvPr id="3876" name="Google Shape;3876;p50" title="Text-1.png"/>
          <p:cNvPicPr preferRelativeResize="0"/>
          <p:nvPr/>
        </p:nvPicPr>
        <p:blipFill rotWithShape="1">
          <a:blip r:embed="rId9">
            <a:alphaModFix/>
          </a:blip>
          <a:srcRect/>
          <a:stretch/>
        </p:blipFill>
        <p:spPr>
          <a:xfrm>
            <a:off x="5706013" y="4193863"/>
            <a:ext cx="170775" cy="170775"/>
          </a:xfrm>
          <a:prstGeom prst="rect">
            <a:avLst/>
          </a:prstGeom>
          <a:noFill/>
          <a:ln>
            <a:noFill/>
          </a:ln>
        </p:spPr>
      </p:pic>
      <p:pic>
        <p:nvPicPr>
          <p:cNvPr id="3877" name="Google Shape;3877;p50" title="Text-15.png"/>
          <p:cNvPicPr preferRelativeResize="0"/>
          <p:nvPr/>
        </p:nvPicPr>
        <p:blipFill rotWithShape="1">
          <a:blip r:embed="rId10">
            <a:alphaModFix/>
          </a:blip>
          <a:srcRect/>
          <a:stretch/>
        </p:blipFill>
        <p:spPr>
          <a:xfrm>
            <a:off x="7464550" y="4189050"/>
            <a:ext cx="195300" cy="1953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881"/>
        <p:cNvGrpSpPr/>
        <p:nvPr/>
      </p:nvGrpSpPr>
      <p:grpSpPr>
        <a:xfrm>
          <a:off x="0" y="0"/>
          <a:ext cx="0" cy="0"/>
          <a:chOff x="0" y="0"/>
          <a:chExt cx="0" cy="0"/>
        </a:xfrm>
      </p:grpSpPr>
      <p:sp>
        <p:nvSpPr>
          <p:cNvPr id="3882" name="Google Shape;3882;p51"/>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883" name="Google Shape;3883;p51"/>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Ben </a:t>
            </a:r>
            <a:r>
              <a:rPr lang="en" sz="1800" b="1" i="0" u="none" strike="noStrike" cap="none">
                <a:solidFill>
                  <a:schemeClr val="dk1"/>
                </a:solidFill>
                <a:latin typeface="Calibri"/>
                <a:ea typeface="Calibri"/>
                <a:cs typeface="Calibri"/>
                <a:sym typeface="Calibri"/>
              </a:rPr>
              <a:t>RTH UK | External Performance</a:t>
            </a:r>
            <a:endParaRPr sz="1800" b="1" i="0" u="none" strike="noStrike" cap="none">
              <a:solidFill>
                <a:schemeClr val="dk1"/>
              </a:solidFill>
              <a:latin typeface="Calibri"/>
              <a:ea typeface="Calibri"/>
              <a:cs typeface="Calibri"/>
              <a:sym typeface="Calibri"/>
            </a:endParaRPr>
          </a:p>
        </p:txBody>
      </p:sp>
      <p:pic>
        <p:nvPicPr>
          <p:cNvPr id="3884" name="Google Shape;3884;p51" title="Screenshot 2026-06-17 at 4.05.32 PM.png"/>
          <p:cNvPicPr preferRelativeResize="0"/>
          <p:nvPr/>
        </p:nvPicPr>
        <p:blipFill rotWithShape="1">
          <a:blip r:embed="rId3">
            <a:alphaModFix/>
          </a:blip>
          <a:srcRect t="2918" b="13470"/>
          <a:stretch/>
        </p:blipFill>
        <p:spPr>
          <a:xfrm>
            <a:off x="318746" y="1042898"/>
            <a:ext cx="3574200" cy="2241300"/>
          </a:xfrm>
          <a:prstGeom prst="roundRect">
            <a:avLst>
              <a:gd name="adj" fmla="val 4753"/>
            </a:avLst>
          </a:prstGeom>
          <a:noFill/>
          <a:ln>
            <a:noFill/>
          </a:ln>
        </p:spPr>
      </p:pic>
      <p:cxnSp>
        <p:nvCxnSpPr>
          <p:cNvPr id="3885" name="Google Shape;3885;p51"/>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886" name="Google Shape;3886;p51"/>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887" name="Google Shape;3887;p51" title="external.png"/>
          <p:cNvPicPr preferRelativeResize="0"/>
          <p:nvPr/>
        </p:nvPicPr>
        <p:blipFill rotWithShape="1">
          <a:blip r:embed="rId4">
            <a:alphaModFix/>
          </a:blip>
          <a:srcRect t="-1234" b="-755"/>
          <a:stretch/>
        </p:blipFill>
        <p:spPr>
          <a:xfrm>
            <a:off x="3636766" y="945325"/>
            <a:ext cx="5118000" cy="28371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888" name="Google Shape;3888;p51"/>
          <p:cNvGrpSpPr/>
          <p:nvPr/>
        </p:nvGrpSpPr>
        <p:grpSpPr>
          <a:xfrm>
            <a:off x="3655425" y="663825"/>
            <a:ext cx="1155776" cy="235490"/>
            <a:chOff x="3377819" y="989946"/>
            <a:chExt cx="1126378" cy="229500"/>
          </a:xfrm>
        </p:grpSpPr>
        <p:sp>
          <p:nvSpPr>
            <p:cNvPr id="3889" name="Google Shape;3889;p51"/>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890" name="Google Shape;3890;p51"/>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891" name="Google Shape;3891;p51"/>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892" name="Google Shape;3892;p51"/>
          <p:cNvSpPr txBox="1"/>
          <p:nvPr/>
        </p:nvSpPr>
        <p:spPr>
          <a:xfrm>
            <a:off x="479190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893" name="Google Shape;3893;p51"/>
          <p:cNvSpPr/>
          <p:nvPr/>
        </p:nvSpPr>
        <p:spPr>
          <a:xfrm>
            <a:off x="477286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894" name="Google Shape;3894;p51"/>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895" name="Google Shape;3895;p51"/>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896" name="Google Shape;3896;p51"/>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897" name="Google Shape;3897;p51"/>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Information Hierarchy</a:t>
            </a:r>
            <a:endParaRPr sz="909" b="0" i="0" u="none" strike="noStrike" cap="none">
              <a:solidFill>
                <a:srgbClr val="3C3C3C"/>
              </a:solidFill>
              <a:latin typeface="Calibri"/>
              <a:ea typeface="Calibri"/>
              <a:cs typeface="Calibri"/>
              <a:sym typeface="Calibri"/>
            </a:endParaRPr>
          </a:p>
        </p:txBody>
      </p:sp>
      <p:sp>
        <p:nvSpPr>
          <p:cNvPr id="3898" name="Google Shape;3898;p51"/>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 and highlight key metrics.</a:t>
            </a:r>
            <a:endParaRPr sz="831" b="0" i="0" u="none" strike="noStrike" cap="none">
              <a:solidFill>
                <a:srgbClr val="3C3C3C"/>
              </a:solidFill>
              <a:latin typeface="Calibri"/>
              <a:ea typeface="Calibri"/>
              <a:cs typeface="Calibri"/>
              <a:sym typeface="Calibri"/>
            </a:endParaRPr>
          </a:p>
        </p:txBody>
      </p:sp>
      <p:sp>
        <p:nvSpPr>
          <p:cNvPr id="3899" name="Google Shape;3899;p51"/>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00" name="Google Shape;3900;p51"/>
          <p:cNvSpPr txBox="1"/>
          <p:nvPr/>
        </p:nvSpPr>
        <p:spPr>
          <a:xfrm>
            <a:off x="243872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Enhanced Readability</a:t>
            </a:r>
            <a:endParaRPr sz="909" b="0" i="0" u="none" strike="noStrike" cap="none">
              <a:solidFill>
                <a:srgbClr val="3C3C3C"/>
              </a:solidFill>
              <a:latin typeface="Calibri"/>
              <a:ea typeface="Calibri"/>
              <a:cs typeface="Calibri"/>
              <a:sym typeface="Calibri"/>
            </a:endParaRPr>
          </a:p>
        </p:txBody>
      </p:sp>
      <p:sp>
        <p:nvSpPr>
          <p:cNvPr id="3901" name="Google Shape;3901;p51"/>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predictable, and highly scannable user experience.</a:t>
            </a:r>
            <a:endParaRPr sz="831" b="0" i="0" u="none" strike="noStrike" cap="none">
              <a:solidFill>
                <a:srgbClr val="3C3C3C"/>
              </a:solidFill>
              <a:latin typeface="Calibri"/>
              <a:ea typeface="Calibri"/>
              <a:cs typeface="Calibri"/>
              <a:sym typeface="Calibri"/>
            </a:endParaRPr>
          </a:p>
        </p:txBody>
      </p:sp>
      <p:sp>
        <p:nvSpPr>
          <p:cNvPr id="3902" name="Google Shape;3902;p51"/>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03" name="Google Shape;3903;p51"/>
          <p:cNvSpPr txBox="1"/>
          <p:nvPr/>
        </p:nvSpPr>
        <p:spPr>
          <a:xfrm>
            <a:off x="4191775" y="4209350"/>
            <a:ext cx="15339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Data Discoverability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904" name="Google Shape;3904;p51"/>
          <p:cNvSpPr txBox="1"/>
          <p:nvPr/>
        </p:nvSpPr>
        <p:spPr>
          <a:xfrm>
            <a:off x="3948936"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that minimize the need for manual analysis and mental effort.</a:t>
            </a:r>
            <a:endParaRPr sz="831" b="0" i="0" u="none" strike="noStrike" cap="none">
              <a:solidFill>
                <a:srgbClr val="3C3C3C"/>
              </a:solidFill>
              <a:latin typeface="Calibri"/>
              <a:ea typeface="Calibri"/>
              <a:cs typeface="Calibri"/>
              <a:sym typeface="Calibri"/>
            </a:endParaRPr>
          </a:p>
        </p:txBody>
      </p:sp>
      <p:sp>
        <p:nvSpPr>
          <p:cNvPr id="3905" name="Google Shape;3905;p51"/>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06" name="Google Shape;3906;p51"/>
          <p:cNvSpPr txBox="1"/>
          <p:nvPr/>
        </p:nvSpPr>
        <p:spPr>
          <a:xfrm>
            <a:off x="5944925" y="4209350"/>
            <a:ext cx="14814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Visual Hierarchy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907" name="Google Shape;3907;p51"/>
          <p:cNvSpPr txBox="1"/>
          <p:nvPr/>
        </p:nvSpPr>
        <p:spPr>
          <a:xfrm>
            <a:off x="5702100" y="4434525"/>
            <a:ext cx="1578900" cy="6393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and accessible color usage to make complex information easily digestible.</a:t>
            </a:r>
            <a:endParaRPr sz="831" b="0" i="0" u="none" strike="noStrike" cap="none">
              <a:solidFill>
                <a:srgbClr val="3C3C3C"/>
              </a:solidFill>
              <a:latin typeface="Calibri"/>
              <a:ea typeface="Calibri"/>
              <a:cs typeface="Calibri"/>
              <a:sym typeface="Calibri"/>
            </a:endParaRPr>
          </a:p>
        </p:txBody>
      </p:sp>
      <p:sp>
        <p:nvSpPr>
          <p:cNvPr id="3908" name="Google Shape;3908;p51"/>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09" name="Google Shape;3909;p51"/>
          <p:cNvSpPr txBox="1"/>
          <p:nvPr/>
        </p:nvSpPr>
        <p:spPr>
          <a:xfrm>
            <a:off x="7698075"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Insights</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910" name="Google Shape;3910;p51"/>
          <p:cNvSpPr txBox="1"/>
          <p:nvPr/>
        </p:nvSpPr>
        <p:spPr>
          <a:xfrm>
            <a:off x="7455243" y="4434533"/>
            <a:ext cx="1533900" cy="6393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Surfacing the most relevant metrics and insights exactly when and where the user needs them based on their specific role.</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3911" name="Google Shape;3911;p51"/>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2" name="Google Shape;3912;p51"/>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3" name="Google Shape;3913;p51"/>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914" name="Google Shape;3914;p51" title="mdi_color.png"/>
          <p:cNvPicPr preferRelativeResize="0"/>
          <p:nvPr/>
        </p:nvPicPr>
        <p:blipFill rotWithShape="1">
          <a:blip r:embed="rId5">
            <a:alphaModFix/>
          </a:blip>
          <a:srcRect/>
          <a:stretch/>
        </p:blipFill>
        <p:spPr>
          <a:xfrm>
            <a:off x="5686608" y="4147451"/>
            <a:ext cx="235500" cy="235500"/>
          </a:xfrm>
          <a:prstGeom prst="rect">
            <a:avLst/>
          </a:prstGeom>
          <a:noFill/>
          <a:ln>
            <a:noFill/>
          </a:ln>
        </p:spPr>
      </p:pic>
      <p:pic>
        <p:nvPicPr>
          <p:cNvPr id="3915" name="Google Shape;3915;p51" title="Text-1.png"/>
          <p:cNvPicPr preferRelativeResize="0"/>
          <p:nvPr/>
        </p:nvPicPr>
        <p:blipFill rotWithShape="1">
          <a:blip r:embed="rId6">
            <a:alphaModFix/>
          </a:blip>
          <a:srcRect/>
          <a:stretch/>
        </p:blipFill>
        <p:spPr>
          <a:xfrm>
            <a:off x="442850" y="4183550"/>
            <a:ext cx="191400" cy="191400"/>
          </a:xfrm>
          <a:prstGeom prst="rect">
            <a:avLst/>
          </a:prstGeom>
          <a:noFill/>
          <a:ln>
            <a:noFill/>
          </a:ln>
        </p:spPr>
      </p:pic>
      <p:pic>
        <p:nvPicPr>
          <p:cNvPr id="3916" name="Google Shape;3916;p51" title="lsicon_view-filled.png"/>
          <p:cNvPicPr preferRelativeResize="0"/>
          <p:nvPr/>
        </p:nvPicPr>
        <p:blipFill rotWithShape="1">
          <a:blip r:embed="rId7">
            <a:alphaModFix/>
          </a:blip>
          <a:srcRect/>
          <a:stretch/>
        </p:blipFill>
        <p:spPr>
          <a:xfrm>
            <a:off x="2189513" y="4183550"/>
            <a:ext cx="191400" cy="191400"/>
          </a:xfrm>
          <a:prstGeom prst="rect">
            <a:avLst/>
          </a:prstGeom>
          <a:noFill/>
          <a:ln>
            <a:noFill/>
          </a:ln>
        </p:spPr>
      </p:pic>
      <p:pic>
        <p:nvPicPr>
          <p:cNvPr id="3917" name="Google Shape;3917;p51" title="Text-3.png"/>
          <p:cNvPicPr preferRelativeResize="0"/>
          <p:nvPr/>
        </p:nvPicPr>
        <p:blipFill rotWithShape="1">
          <a:blip r:embed="rId8">
            <a:alphaModFix/>
          </a:blip>
          <a:srcRect/>
          <a:stretch/>
        </p:blipFill>
        <p:spPr>
          <a:xfrm>
            <a:off x="3942550" y="4211700"/>
            <a:ext cx="191400" cy="191400"/>
          </a:xfrm>
          <a:prstGeom prst="rect">
            <a:avLst/>
          </a:prstGeom>
          <a:noFill/>
          <a:ln>
            <a:noFill/>
          </a:ln>
        </p:spPr>
      </p:pic>
      <p:pic>
        <p:nvPicPr>
          <p:cNvPr id="3918" name="Google Shape;3918;p51" title="si_ai-duotone.png"/>
          <p:cNvPicPr preferRelativeResize="0"/>
          <p:nvPr/>
        </p:nvPicPr>
        <p:blipFill rotWithShape="1">
          <a:blip r:embed="rId9">
            <a:alphaModFix/>
          </a:blip>
          <a:srcRect/>
          <a:stretch/>
        </p:blipFill>
        <p:spPr>
          <a:xfrm>
            <a:off x="7466500" y="4183550"/>
            <a:ext cx="191400" cy="191400"/>
          </a:xfrm>
          <a:prstGeom prst="rect">
            <a:avLst/>
          </a:prstGeom>
          <a:noFill/>
          <a:ln>
            <a:noFill/>
          </a:ln>
        </p:spPr>
      </p:pic>
      <p:pic>
        <p:nvPicPr>
          <p:cNvPr id="2" name="Picture 1">
            <a:extLst>
              <a:ext uri="{FF2B5EF4-FFF2-40B4-BE49-F238E27FC236}">
                <a16:creationId xmlns:a16="http://schemas.microsoft.com/office/drawing/2014/main" id="{3DBFF629-707F-F676-7187-62C905E73005}"/>
              </a:ext>
            </a:extLst>
          </p:cNvPr>
          <p:cNvPicPr>
            <a:picLocks noChangeAspect="1"/>
          </p:cNvPicPr>
          <p:nvPr/>
        </p:nvPicPr>
        <p:blipFill>
          <a:blip r:embed="rId10"/>
          <a:stretch>
            <a:fillRect/>
          </a:stretch>
        </p:blipFill>
        <p:spPr>
          <a:xfrm>
            <a:off x="3640937" y="989770"/>
            <a:ext cx="5108909" cy="275396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922"/>
        <p:cNvGrpSpPr/>
        <p:nvPr/>
      </p:nvGrpSpPr>
      <p:grpSpPr>
        <a:xfrm>
          <a:off x="0" y="0"/>
          <a:ext cx="0" cy="0"/>
          <a:chOff x="0" y="0"/>
          <a:chExt cx="0" cy="0"/>
        </a:xfrm>
      </p:grpSpPr>
      <p:sp>
        <p:nvSpPr>
          <p:cNvPr id="3923" name="Google Shape;3923;p52"/>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924" name="Google Shape;3924;p52"/>
          <p:cNvSpPr txBox="1"/>
          <p:nvPr/>
        </p:nvSpPr>
        <p:spPr>
          <a:xfrm>
            <a:off x="273741" y="121759"/>
            <a:ext cx="6045300" cy="619800"/>
          </a:xfrm>
          <a:prstGeom prst="rect">
            <a:avLst/>
          </a:prstGeom>
          <a:noFill/>
          <a:ln>
            <a:noFill/>
          </a:ln>
        </p:spPr>
        <p:txBody>
          <a:bodyPr spcFirstLastPara="1" wrap="square" lIns="65175" tIns="32575" rIns="65175" bIns="32575" anchor="t" anchorCtr="0">
            <a:spAutoFit/>
          </a:bodyPr>
          <a:lstStyle/>
          <a:p>
            <a:pPr marL="0" lvl="0" indent="0" algn="l" rtl="0">
              <a:spcBef>
                <a:spcPts val="0"/>
              </a:spcBef>
              <a:spcAft>
                <a:spcPts val="0"/>
              </a:spcAft>
              <a:buClr>
                <a:schemeClr val="dk1"/>
              </a:buClr>
              <a:buSzPts val="2851"/>
              <a:buFont typeface="Arial"/>
              <a:buNone/>
            </a:pPr>
            <a:r>
              <a:rPr lang="en" sz="1800" b="1">
                <a:solidFill>
                  <a:schemeClr val="dk1"/>
                </a:solidFill>
                <a:latin typeface="Calibri"/>
                <a:ea typeface="Calibri"/>
                <a:cs typeface="Calibri"/>
                <a:sym typeface="Calibri"/>
              </a:rPr>
              <a:t>Ready Meals UK | External Performance</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51"/>
              <a:buFont typeface="Arial"/>
              <a:buNone/>
            </a:pPr>
            <a:endParaRPr sz="1800" b="1">
              <a:solidFill>
                <a:schemeClr val="dk1"/>
              </a:solidFill>
              <a:latin typeface="Calibri"/>
              <a:ea typeface="Calibri"/>
              <a:cs typeface="Calibri"/>
              <a:sym typeface="Calibri"/>
            </a:endParaRPr>
          </a:p>
        </p:txBody>
      </p:sp>
      <p:pic>
        <p:nvPicPr>
          <p:cNvPr id="3925" name="Google Shape;3925;p52" title="Screenshot 2026-06-17 at 4.05.32 PM.png"/>
          <p:cNvPicPr preferRelativeResize="0"/>
          <p:nvPr/>
        </p:nvPicPr>
        <p:blipFill rotWithShape="1">
          <a:blip r:embed="rId3">
            <a:alphaModFix/>
          </a:blip>
          <a:srcRect t="2918" b="13470"/>
          <a:stretch/>
        </p:blipFill>
        <p:spPr>
          <a:xfrm>
            <a:off x="318746" y="1042898"/>
            <a:ext cx="3574200" cy="2241300"/>
          </a:xfrm>
          <a:prstGeom prst="roundRect">
            <a:avLst>
              <a:gd name="adj" fmla="val 4753"/>
            </a:avLst>
          </a:prstGeom>
          <a:noFill/>
          <a:ln>
            <a:noFill/>
          </a:ln>
        </p:spPr>
      </p:pic>
      <p:cxnSp>
        <p:nvCxnSpPr>
          <p:cNvPr id="3926" name="Google Shape;3926;p52"/>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927" name="Google Shape;3927;p52"/>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928" name="Google Shape;3928;p52" title="external.png"/>
          <p:cNvPicPr preferRelativeResize="0"/>
          <p:nvPr/>
        </p:nvPicPr>
        <p:blipFill rotWithShape="1">
          <a:blip r:embed="rId4">
            <a:alphaModFix/>
          </a:blip>
          <a:srcRect t="-1234" b="-755"/>
          <a:stretch/>
        </p:blipFill>
        <p:spPr>
          <a:xfrm>
            <a:off x="3636766" y="945325"/>
            <a:ext cx="5118000" cy="28371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929" name="Google Shape;3929;p52"/>
          <p:cNvGrpSpPr/>
          <p:nvPr/>
        </p:nvGrpSpPr>
        <p:grpSpPr>
          <a:xfrm>
            <a:off x="3655426" y="663825"/>
            <a:ext cx="1155776" cy="235490"/>
            <a:chOff x="3377819" y="989946"/>
            <a:chExt cx="1126378" cy="229500"/>
          </a:xfrm>
        </p:grpSpPr>
        <p:sp>
          <p:nvSpPr>
            <p:cNvPr id="3930" name="Google Shape;3930;p52"/>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931" name="Google Shape;3931;p52"/>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932" name="Google Shape;3932;p52"/>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933" name="Google Shape;3933;p52"/>
          <p:cNvSpPr txBox="1"/>
          <p:nvPr/>
        </p:nvSpPr>
        <p:spPr>
          <a:xfrm>
            <a:off x="479190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934" name="Google Shape;3934;p52"/>
          <p:cNvSpPr/>
          <p:nvPr/>
        </p:nvSpPr>
        <p:spPr>
          <a:xfrm>
            <a:off x="477286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935" name="Google Shape;3935;p52"/>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936" name="Google Shape;3936;p52"/>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937" name="Google Shape;3937;p52"/>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38" name="Google Shape;3938;p52"/>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Information Hierarchy</a:t>
            </a:r>
            <a:endParaRPr sz="909" b="0" i="0" u="none" strike="noStrike" cap="none">
              <a:solidFill>
                <a:srgbClr val="3C3C3C"/>
              </a:solidFill>
              <a:latin typeface="Calibri"/>
              <a:ea typeface="Calibri"/>
              <a:cs typeface="Calibri"/>
              <a:sym typeface="Calibri"/>
            </a:endParaRPr>
          </a:p>
        </p:txBody>
      </p:sp>
      <p:sp>
        <p:nvSpPr>
          <p:cNvPr id="3939" name="Google Shape;3939;p52"/>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 and highlight key metrics.</a:t>
            </a:r>
            <a:endParaRPr sz="831" b="0" i="0" u="none" strike="noStrike" cap="none">
              <a:solidFill>
                <a:srgbClr val="3C3C3C"/>
              </a:solidFill>
              <a:latin typeface="Calibri"/>
              <a:ea typeface="Calibri"/>
              <a:cs typeface="Calibri"/>
              <a:sym typeface="Calibri"/>
            </a:endParaRPr>
          </a:p>
        </p:txBody>
      </p:sp>
      <p:sp>
        <p:nvSpPr>
          <p:cNvPr id="3940" name="Google Shape;3940;p52"/>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41" name="Google Shape;3941;p52"/>
          <p:cNvSpPr txBox="1"/>
          <p:nvPr/>
        </p:nvSpPr>
        <p:spPr>
          <a:xfrm>
            <a:off x="243872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Enhanced Readability</a:t>
            </a:r>
            <a:endParaRPr sz="909" b="0" i="0" u="none" strike="noStrike" cap="none">
              <a:solidFill>
                <a:srgbClr val="3C3C3C"/>
              </a:solidFill>
              <a:latin typeface="Calibri"/>
              <a:ea typeface="Calibri"/>
              <a:cs typeface="Calibri"/>
              <a:sym typeface="Calibri"/>
            </a:endParaRPr>
          </a:p>
        </p:txBody>
      </p:sp>
      <p:sp>
        <p:nvSpPr>
          <p:cNvPr id="3942" name="Google Shape;3942;p52"/>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predictable, and highly scannable user experience.</a:t>
            </a:r>
            <a:endParaRPr sz="831" b="0" i="0" u="none" strike="noStrike" cap="none">
              <a:solidFill>
                <a:srgbClr val="3C3C3C"/>
              </a:solidFill>
              <a:latin typeface="Calibri"/>
              <a:ea typeface="Calibri"/>
              <a:cs typeface="Calibri"/>
              <a:sym typeface="Calibri"/>
            </a:endParaRPr>
          </a:p>
        </p:txBody>
      </p:sp>
      <p:sp>
        <p:nvSpPr>
          <p:cNvPr id="3943" name="Google Shape;3943;p52"/>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44" name="Google Shape;3944;p52"/>
          <p:cNvSpPr txBox="1"/>
          <p:nvPr/>
        </p:nvSpPr>
        <p:spPr>
          <a:xfrm>
            <a:off x="4191775" y="4209350"/>
            <a:ext cx="15339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Data Discoverability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945" name="Google Shape;3945;p52"/>
          <p:cNvSpPr txBox="1"/>
          <p:nvPr/>
        </p:nvSpPr>
        <p:spPr>
          <a:xfrm>
            <a:off x="3948936"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that minimize the need for manual analysis and mental effort.</a:t>
            </a:r>
            <a:endParaRPr sz="831" b="0" i="0" u="none" strike="noStrike" cap="none">
              <a:solidFill>
                <a:srgbClr val="3C3C3C"/>
              </a:solidFill>
              <a:latin typeface="Calibri"/>
              <a:ea typeface="Calibri"/>
              <a:cs typeface="Calibri"/>
              <a:sym typeface="Calibri"/>
            </a:endParaRPr>
          </a:p>
        </p:txBody>
      </p:sp>
      <p:sp>
        <p:nvSpPr>
          <p:cNvPr id="3946" name="Google Shape;3946;p52"/>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47" name="Google Shape;3947;p52"/>
          <p:cNvSpPr txBox="1"/>
          <p:nvPr/>
        </p:nvSpPr>
        <p:spPr>
          <a:xfrm>
            <a:off x="5944925" y="4209350"/>
            <a:ext cx="14814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Visual Hierarchy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948" name="Google Shape;3948;p52"/>
          <p:cNvSpPr txBox="1"/>
          <p:nvPr/>
        </p:nvSpPr>
        <p:spPr>
          <a:xfrm>
            <a:off x="5702100" y="4434525"/>
            <a:ext cx="1578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and accessible color usage to make complex information easily digestible.</a:t>
            </a:r>
            <a:endParaRPr sz="831" b="0" i="0" u="none" strike="noStrike" cap="none">
              <a:solidFill>
                <a:srgbClr val="3C3C3C"/>
              </a:solidFill>
              <a:latin typeface="Calibri"/>
              <a:ea typeface="Calibri"/>
              <a:cs typeface="Calibri"/>
              <a:sym typeface="Calibri"/>
            </a:endParaRPr>
          </a:p>
        </p:txBody>
      </p:sp>
      <p:sp>
        <p:nvSpPr>
          <p:cNvPr id="3949" name="Google Shape;3949;p52"/>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50" name="Google Shape;3950;p52"/>
          <p:cNvSpPr txBox="1"/>
          <p:nvPr/>
        </p:nvSpPr>
        <p:spPr>
          <a:xfrm>
            <a:off x="7698075" y="4209350"/>
            <a:ext cx="14460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Insights</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951" name="Google Shape;3951;p52"/>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Surfacing the most relevant metrics and insights exactly when and where the user needs them based on their specific role.</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3952" name="Google Shape;3952;p52"/>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3" name="Google Shape;3953;p52"/>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4" name="Google Shape;3954;p52"/>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955" name="Google Shape;3955;p52" title="mdi_color.png"/>
          <p:cNvPicPr preferRelativeResize="0"/>
          <p:nvPr/>
        </p:nvPicPr>
        <p:blipFill rotWithShape="1">
          <a:blip r:embed="rId5">
            <a:alphaModFix/>
          </a:blip>
          <a:srcRect/>
          <a:stretch/>
        </p:blipFill>
        <p:spPr>
          <a:xfrm>
            <a:off x="5686608" y="4147451"/>
            <a:ext cx="235500" cy="235500"/>
          </a:xfrm>
          <a:prstGeom prst="rect">
            <a:avLst/>
          </a:prstGeom>
          <a:noFill/>
          <a:ln>
            <a:noFill/>
          </a:ln>
        </p:spPr>
      </p:pic>
      <p:pic>
        <p:nvPicPr>
          <p:cNvPr id="3956" name="Google Shape;3956;p52" title="Text-1.png"/>
          <p:cNvPicPr preferRelativeResize="0"/>
          <p:nvPr/>
        </p:nvPicPr>
        <p:blipFill rotWithShape="1">
          <a:blip r:embed="rId6">
            <a:alphaModFix/>
          </a:blip>
          <a:srcRect/>
          <a:stretch/>
        </p:blipFill>
        <p:spPr>
          <a:xfrm>
            <a:off x="442850" y="4183550"/>
            <a:ext cx="191400" cy="191400"/>
          </a:xfrm>
          <a:prstGeom prst="rect">
            <a:avLst/>
          </a:prstGeom>
          <a:noFill/>
          <a:ln>
            <a:noFill/>
          </a:ln>
        </p:spPr>
      </p:pic>
      <p:pic>
        <p:nvPicPr>
          <p:cNvPr id="3957" name="Google Shape;3957;p52" title="lsicon_view-filled.png"/>
          <p:cNvPicPr preferRelativeResize="0"/>
          <p:nvPr/>
        </p:nvPicPr>
        <p:blipFill rotWithShape="1">
          <a:blip r:embed="rId7">
            <a:alphaModFix/>
          </a:blip>
          <a:srcRect/>
          <a:stretch/>
        </p:blipFill>
        <p:spPr>
          <a:xfrm>
            <a:off x="2189513" y="4183550"/>
            <a:ext cx="191400" cy="191400"/>
          </a:xfrm>
          <a:prstGeom prst="rect">
            <a:avLst/>
          </a:prstGeom>
          <a:noFill/>
          <a:ln>
            <a:noFill/>
          </a:ln>
        </p:spPr>
      </p:pic>
      <p:pic>
        <p:nvPicPr>
          <p:cNvPr id="3958" name="Google Shape;3958;p52" title="Text-3.png"/>
          <p:cNvPicPr preferRelativeResize="0"/>
          <p:nvPr/>
        </p:nvPicPr>
        <p:blipFill rotWithShape="1">
          <a:blip r:embed="rId8">
            <a:alphaModFix/>
          </a:blip>
          <a:srcRect/>
          <a:stretch/>
        </p:blipFill>
        <p:spPr>
          <a:xfrm>
            <a:off x="3942550" y="4211700"/>
            <a:ext cx="191400" cy="191400"/>
          </a:xfrm>
          <a:prstGeom prst="rect">
            <a:avLst/>
          </a:prstGeom>
          <a:noFill/>
          <a:ln>
            <a:noFill/>
          </a:ln>
        </p:spPr>
      </p:pic>
      <p:pic>
        <p:nvPicPr>
          <p:cNvPr id="3959" name="Google Shape;3959;p52" title="si_ai-duotone.png"/>
          <p:cNvPicPr preferRelativeResize="0"/>
          <p:nvPr/>
        </p:nvPicPr>
        <p:blipFill rotWithShape="1">
          <a:blip r:embed="rId9">
            <a:alphaModFix/>
          </a:blip>
          <a:srcRect/>
          <a:stretch/>
        </p:blipFill>
        <p:spPr>
          <a:xfrm>
            <a:off x="7466500" y="4183550"/>
            <a:ext cx="191400" cy="191400"/>
          </a:xfrm>
          <a:prstGeom prst="rect">
            <a:avLst/>
          </a:prstGeom>
          <a:noFill/>
          <a:ln>
            <a:noFill/>
          </a:ln>
        </p:spPr>
      </p:pic>
      <p:pic>
        <p:nvPicPr>
          <p:cNvPr id="3" name="Picture 2" descr="A screenshot of a computer&#10;&#10;AI-generated content may be incorrect.">
            <a:extLst>
              <a:ext uri="{FF2B5EF4-FFF2-40B4-BE49-F238E27FC236}">
                <a16:creationId xmlns:a16="http://schemas.microsoft.com/office/drawing/2014/main" id="{943E3FD7-6B25-87B4-9399-32EF006FACAA}"/>
              </a:ext>
            </a:extLst>
          </p:cNvPr>
          <p:cNvPicPr>
            <a:picLocks noChangeAspect="1"/>
          </p:cNvPicPr>
          <p:nvPr/>
        </p:nvPicPr>
        <p:blipFill>
          <a:blip r:embed="rId10"/>
          <a:stretch>
            <a:fillRect/>
          </a:stretch>
        </p:blipFill>
        <p:spPr>
          <a:xfrm>
            <a:off x="3640937" y="989770"/>
            <a:ext cx="5108909" cy="275396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3963"/>
        <p:cNvGrpSpPr/>
        <p:nvPr/>
      </p:nvGrpSpPr>
      <p:grpSpPr>
        <a:xfrm>
          <a:off x="0" y="0"/>
          <a:ext cx="0" cy="0"/>
          <a:chOff x="0" y="0"/>
          <a:chExt cx="0" cy="0"/>
        </a:xfrm>
      </p:grpSpPr>
      <p:sp>
        <p:nvSpPr>
          <p:cNvPr id="3964" name="Google Shape;3964;p53"/>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3965" name="Google Shape;3965;p53"/>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RTH D</a:t>
            </a:r>
            <a:r>
              <a:rPr lang="en" sz="1800" b="1" i="0" u="none" strike="noStrike" cap="none">
                <a:solidFill>
                  <a:schemeClr val="dk1"/>
                </a:solidFill>
                <a:latin typeface="Calibri"/>
                <a:ea typeface="Calibri"/>
                <a:cs typeface="Calibri"/>
                <a:sym typeface="Calibri"/>
              </a:rPr>
              <a:t> | External Performance</a:t>
            </a:r>
            <a:endParaRPr sz="1800" b="1" i="0" u="none" strike="noStrike" cap="none">
              <a:solidFill>
                <a:schemeClr val="dk1"/>
              </a:solidFill>
              <a:latin typeface="Calibri"/>
              <a:ea typeface="Calibri"/>
              <a:cs typeface="Calibri"/>
              <a:sym typeface="Calibri"/>
            </a:endParaRPr>
          </a:p>
        </p:txBody>
      </p:sp>
      <p:pic>
        <p:nvPicPr>
          <p:cNvPr id="3966" name="Google Shape;3966;p53" title="Screenshot 2026-06-17 at 4.05.32 PM.png"/>
          <p:cNvPicPr preferRelativeResize="0"/>
          <p:nvPr/>
        </p:nvPicPr>
        <p:blipFill rotWithShape="1">
          <a:blip r:embed="rId3">
            <a:alphaModFix/>
          </a:blip>
          <a:srcRect t="2918" b="13470"/>
          <a:stretch/>
        </p:blipFill>
        <p:spPr>
          <a:xfrm>
            <a:off x="318746" y="1042898"/>
            <a:ext cx="3574200" cy="2241300"/>
          </a:xfrm>
          <a:prstGeom prst="roundRect">
            <a:avLst>
              <a:gd name="adj" fmla="val 4753"/>
            </a:avLst>
          </a:prstGeom>
          <a:noFill/>
          <a:ln>
            <a:noFill/>
          </a:ln>
        </p:spPr>
      </p:pic>
      <p:cxnSp>
        <p:nvCxnSpPr>
          <p:cNvPr id="3967" name="Google Shape;3967;p53"/>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3968" name="Google Shape;3968;p53"/>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3969" name="Google Shape;3969;p53" title="external.png"/>
          <p:cNvPicPr preferRelativeResize="0"/>
          <p:nvPr/>
        </p:nvPicPr>
        <p:blipFill rotWithShape="1">
          <a:blip r:embed="rId4">
            <a:alphaModFix/>
          </a:blip>
          <a:srcRect t="-1234" b="-755"/>
          <a:stretch/>
        </p:blipFill>
        <p:spPr>
          <a:xfrm>
            <a:off x="3636766" y="945325"/>
            <a:ext cx="5118000" cy="28371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3970" name="Google Shape;3970;p53"/>
          <p:cNvGrpSpPr/>
          <p:nvPr/>
        </p:nvGrpSpPr>
        <p:grpSpPr>
          <a:xfrm>
            <a:off x="3655426" y="663825"/>
            <a:ext cx="1155776" cy="235490"/>
            <a:chOff x="3377819" y="989946"/>
            <a:chExt cx="1126378" cy="229500"/>
          </a:xfrm>
        </p:grpSpPr>
        <p:sp>
          <p:nvSpPr>
            <p:cNvPr id="3971" name="Google Shape;3971;p53"/>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3972" name="Google Shape;3972;p53"/>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3973" name="Google Shape;3973;p53"/>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3974" name="Google Shape;3974;p53"/>
          <p:cNvSpPr txBox="1"/>
          <p:nvPr/>
        </p:nvSpPr>
        <p:spPr>
          <a:xfrm>
            <a:off x="479190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3975" name="Google Shape;3975;p53"/>
          <p:cNvSpPr/>
          <p:nvPr/>
        </p:nvSpPr>
        <p:spPr>
          <a:xfrm>
            <a:off x="477286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3976" name="Google Shape;3976;p53"/>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3977" name="Google Shape;3977;p53"/>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3978" name="Google Shape;3978;p53"/>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79" name="Google Shape;3979;p53"/>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Information Hierarchy</a:t>
            </a:r>
            <a:endParaRPr sz="909" b="0" i="0" u="none" strike="noStrike" cap="none">
              <a:solidFill>
                <a:srgbClr val="3C3C3C"/>
              </a:solidFill>
              <a:latin typeface="Calibri"/>
              <a:ea typeface="Calibri"/>
              <a:cs typeface="Calibri"/>
              <a:sym typeface="Calibri"/>
            </a:endParaRPr>
          </a:p>
        </p:txBody>
      </p:sp>
      <p:sp>
        <p:nvSpPr>
          <p:cNvPr id="3980" name="Google Shape;3980;p53"/>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 and highlight key metrics.</a:t>
            </a:r>
            <a:endParaRPr sz="831" b="0" i="0" u="none" strike="noStrike" cap="none">
              <a:solidFill>
                <a:srgbClr val="3C3C3C"/>
              </a:solidFill>
              <a:latin typeface="Calibri"/>
              <a:ea typeface="Calibri"/>
              <a:cs typeface="Calibri"/>
              <a:sym typeface="Calibri"/>
            </a:endParaRPr>
          </a:p>
        </p:txBody>
      </p:sp>
      <p:sp>
        <p:nvSpPr>
          <p:cNvPr id="3981" name="Google Shape;3981;p53"/>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82" name="Google Shape;3982;p53"/>
          <p:cNvSpPr txBox="1"/>
          <p:nvPr/>
        </p:nvSpPr>
        <p:spPr>
          <a:xfrm>
            <a:off x="243872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Enhanced Readability</a:t>
            </a:r>
            <a:endParaRPr sz="909" b="0" i="0" u="none" strike="noStrike" cap="none">
              <a:solidFill>
                <a:srgbClr val="3C3C3C"/>
              </a:solidFill>
              <a:latin typeface="Calibri"/>
              <a:ea typeface="Calibri"/>
              <a:cs typeface="Calibri"/>
              <a:sym typeface="Calibri"/>
            </a:endParaRPr>
          </a:p>
        </p:txBody>
      </p:sp>
      <p:sp>
        <p:nvSpPr>
          <p:cNvPr id="3983" name="Google Shape;3983;p53"/>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predictable, and highly scannable user experience.</a:t>
            </a:r>
            <a:endParaRPr sz="831" b="0" i="0" u="none" strike="noStrike" cap="none">
              <a:solidFill>
                <a:srgbClr val="3C3C3C"/>
              </a:solidFill>
              <a:latin typeface="Calibri"/>
              <a:ea typeface="Calibri"/>
              <a:cs typeface="Calibri"/>
              <a:sym typeface="Calibri"/>
            </a:endParaRPr>
          </a:p>
        </p:txBody>
      </p:sp>
      <p:sp>
        <p:nvSpPr>
          <p:cNvPr id="3984" name="Google Shape;3984;p53"/>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85" name="Google Shape;3985;p53"/>
          <p:cNvSpPr txBox="1"/>
          <p:nvPr/>
        </p:nvSpPr>
        <p:spPr>
          <a:xfrm>
            <a:off x="4191775" y="4209350"/>
            <a:ext cx="15339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Data Discoverability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986" name="Google Shape;3986;p53"/>
          <p:cNvSpPr txBox="1"/>
          <p:nvPr/>
        </p:nvSpPr>
        <p:spPr>
          <a:xfrm>
            <a:off x="3948936"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that minimize the need for manual analysis and mental effort.</a:t>
            </a:r>
            <a:endParaRPr sz="831" b="0" i="0" u="none" strike="noStrike" cap="none">
              <a:solidFill>
                <a:srgbClr val="3C3C3C"/>
              </a:solidFill>
              <a:latin typeface="Calibri"/>
              <a:ea typeface="Calibri"/>
              <a:cs typeface="Calibri"/>
              <a:sym typeface="Calibri"/>
            </a:endParaRPr>
          </a:p>
        </p:txBody>
      </p:sp>
      <p:sp>
        <p:nvSpPr>
          <p:cNvPr id="3987" name="Google Shape;3987;p53"/>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88" name="Google Shape;3988;p53"/>
          <p:cNvSpPr txBox="1"/>
          <p:nvPr/>
        </p:nvSpPr>
        <p:spPr>
          <a:xfrm>
            <a:off x="5944925" y="4209350"/>
            <a:ext cx="14814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Visual Hierarchy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989" name="Google Shape;3989;p53"/>
          <p:cNvSpPr txBox="1"/>
          <p:nvPr/>
        </p:nvSpPr>
        <p:spPr>
          <a:xfrm>
            <a:off x="5702100" y="4434525"/>
            <a:ext cx="1578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and accessible color usage to make complex information easily digestible.</a:t>
            </a:r>
            <a:endParaRPr sz="831" b="0" i="0" u="none" strike="noStrike" cap="none">
              <a:solidFill>
                <a:srgbClr val="3C3C3C"/>
              </a:solidFill>
              <a:latin typeface="Calibri"/>
              <a:ea typeface="Calibri"/>
              <a:cs typeface="Calibri"/>
              <a:sym typeface="Calibri"/>
            </a:endParaRPr>
          </a:p>
        </p:txBody>
      </p:sp>
      <p:sp>
        <p:nvSpPr>
          <p:cNvPr id="3990" name="Google Shape;3990;p53"/>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3991" name="Google Shape;3991;p53"/>
          <p:cNvSpPr txBox="1"/>
          <p:nvPr/>
        </p:nvSpPr>
        <p:spPr>
          <a:xfrm>
            <a:off x="7698075" y="4209350"/>
            <a:ext cx="14460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Insights</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3992" name="Google Shape;3992;p53"/>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Surfacing the most relevant metrics and insights exactly when and where the user needs them based on their specific role.</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3993" name="Google Shape;3993;p53"/>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4" name="Google Shape;3994;p53"/>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5" name="Google Shape;3995;p53"/>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3996" name="Google Shape;3996;p53" title="mdi_color.png"/>
          <p:cNvPicPr preferRelativeResize="0"/>
          <p:nvPr/>
        </p:nvPicPr>
        <p:blipFill rotWithShape="1">
          <a:blip r:embed="rId5">
            <a:alphaModFix/>
          </a:blip>
          <a:srcRect/>
          <a:stretch/>
        </p:blipFill>
        <p:spPr>
          <a:xfrm>
            <a:off x="5686608" y="4147451"/>
            <a:ext cx="235500" cy="235500"/>
          </a:xfrm>
          <a:prstGeom prst="rect">
            <a:avLst/>
          </a:prstGeom>
          <a:noFill/>
          <a:ln>
            <a:noFill/>
          </a:ln>
        </p:spPr>
      </p:pic>
      <p:pic>
        <p:nvPicPr>
          <p:cNvPr id="3997" name="Google Shape;3997;p53" title="Text-1.png"/>
          <p:cNvPicPr preferRelativeResize="0"/>
          <p:nvPr/>
        </p:nvPicPr>
        <p:blipFill rotWithShape="1">
          <a:blip r:embed="rId6">
            <a:alphaModFix/>
          </a:blip>
          <a:srcRect/>
          <a:stretch/>
        </p:blipFill>
        <p:spPr>
          <a:xfrm>
            <a:off x="442850" y="4183550"/>
            <a:ext cx="191400" cy="191400"/>
          </a:xfrm>
          <a:prstGeom prst="rect">
            <a:avLst/>
          </a:prstGeom>
          <a:noFill/>
          <a:ln>
            <a:noFill/>
          </a:ln>
        </p:spPr>
      </p:pic>
      <p:pic>
        <p:nvPicPr>
          <p:cNvPr id="3998" name="Google Shape;3998;p53" title="lsicon_view-filled.png"/>
          <p:cNvPicPr preferRelativeResize="0"/>
          <p:nvPr/>
        </p:nvPicPr>
        <p:blipFill rotWithShape="1">
          <a:blip r:embed="rId7">
            <a:alphaModFix/>
          </a:blip>
          <a:srcRect/>
          <a:stretch/>
        </p:blipFill>
        <p:spPr>
          <a:xfrm>
            <a:off x="2189513" y="4183550"/>
            <a:ext cx="191400" cy="191400"/>
          </a:xfrm>
          <a:prstGeom prst="rect">
            <a:avLst/>
          </a:prstGeom>
          <a:noFill/>
          <a:ln>
            <a:noFill/>
          </a:ln>
        </p:spPr>
      </p:pic>
      <p:pic>
        <p:nvPicPr>
          <p:cNvPr id="3999" name="Google Shape;3999;p53" title="Text-3.png"/>
          <p:cNvPicPr preferRelativeResize="0"/>
          <p:nvPr/>
        </p:nvPicPr>
        <p:blipFill rotWithShape="1">
          <a:blip r:embed="rId8">
            <a:alphaModFix/>
          </a:blip>
          <a:srcRect/>
          <a:stretch/>
        </p:blipFill>
        <p:spPr>
          <a:xfrm>
            <a:off x="3942550" y="4211700"/>
            <a:ext cx="191400" cy="191400"/>
          </a:xfrm>
          <a:prstGeom prst="rect">
            <a:avLst/>
          </a:prstGeom>
          <a:noFill/>
          <a:ln>
            <a:noFill/>
          </a:ln>
        </p:spPr>
      </p:pic>
      <p:pic>
        <p:nvPicPr>
          <p:cNvPr id="4000" name="Google Shape;4000;p53" title="si_ai-duotone.png"/>
          <p:cNvPicPr preferRelativeResize="0"/>
          <p:nvPr/>
        </p:nvPicPr>
        <p:blipFill rotWithShape="1">
          <a:blip r:embed="rId9">
            <a:alphaModFix/>
          </a:blip>
          <a:srcRect/>
          <a:stretch/>
        </p:blipFill>
        <p:spPr>
          <a:xfrm>
            <a:off x="7466500" y="4183550"/>
            <a:ext cx="191400" cy="191400"/>
          </a:xfrm>
          <a:prstGeom prst="rect">
            <a:avLst/>
          </a:prstGeom>
          <a:noFill/>
          <a:ln>
            <a:noFill/>
          </a:ln>
        </p:spPr>
      </p:pic>
      <p:pic>
        <p:nvPicPr>
          <p:cNvPr id="3" name="Picture 2" descr="A screenshot of a computer&#10;&#10;AI-generated content may be incorrect.">
            <a:extLst>
              <a:ext uri="{FF2B5EF4-FFF2-40B4-BE49-F238E27FC236}">
                <a16:creationId xmlns:a16="http://schemas.microsoft.com/office/drawing/2014/main" id="{B2134337-545B-2F0A-718A-31501E3B028C}"/>
              </a:ext>
            </a:extLst>
          </p:cNvPr>
          <p:cNvPicPr>
            <a:picLocks noChangeAspect="1"/>
          </p:cNvPicPr>
          <p:nvPr/>
        </p:nvPicPr>
        <p:blipFill>
          <a:blip r:embed="rId10"/>
          <a:stretch>
            <a:fillRect/>
          </a:stretch>
        </p:blipFill>
        <p:spPr>
          <a:xfrm>
            <a:off x="3640937" y="989770"/>
            <a:ext cx="5108909" cy="275396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004"/>
        <p:cNvGrpSpPr/>
        <p:nvPr/>
      </p:nvGrpSpPr>
      <p:grpSpPr>
        <a:xfrm>
          <a:off x="0" y="0"/>
          <a:ext cx="0" cy="0"/>
          <a:chOff x="0" y="0"/>
          <a:chExt cx="0" cy="0"/>
        </a:xfrm>
      </p:grpSpPr>
      <p:sp>
        <p:nvSpPr>
          <p:cNvPr id="4005" name="Google Shape;4005;p54"/>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006" name="Google Shape;4006;p54"/>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Suzi Wan FR</a:t>
            </a:r>
            <a:r>
              <a:rPr lang="en" sz="1800" b="1" i="0" u="none" strike="noStrike" cap="none">
                <a:solidFill>
                  <a:schemeClr val="dk1"/>
                </a:solidFill>
                <a:latin typeface="Calibri"/>
                <a:ea typeface="Calibri"/>
                <a:cs typeface="Calibri"/>
                <a:sym typeface="Calibri"/>
              </a:rPr>
              <a:t> | External Performance</a:t>
            </a:r>
            <a:endParaRPr sz="1800" b="1" i="0" u="none" strike="noStrike" cap="none">
              <a:solidFill>
                <a:schemeClr val="dk1"/>
              </a:solidFill>
              <a:latin typeface="Calibri"/>
              <a:ea typeface="Calibri"/>
              <a:cs typeface="Calibri"/>
              <a:sym typeface="Calibri"/>
            </a:endParaRPr>
          </a:p>
        </p:txBody>
      </p:sp>
      <p:pic>
        <p:nvPicPr>
          <p:cNvPr id="4007" name="Google Shape;4007;p54" title="Screenshot 2026-06-17 at 4.05.32 PM.png"/>
          <p:cNvPicPr preferRelativeResize="0"/>
          <p:nvPr/>
        </p:nvPicPr>
        <p:blipFill rotWithShape="1">
          <a:blip r:embed="rId3">
            <a:alphaModFix/>
          </a:blip>
          <a:srcRect t="2918" b="13470"/>
          <a:stretch/>
        </p:blipFill>
        <p:spPr>
          <a:xfrm>
            <a:off x="318746" y="1042898"/>
            <a:ext cx="3574200" cy="2241300"/>
          </a:xfrm>
          <a:prstGeom prst="roundRect">
            <a:avLst>
              <a:gd name="adj" fmla="val 4753"/>
            </a:avLst>
          </a:prstGeom>
          <a:noFill/>
          <a:ln>
            <a:noFill/>
          </a:ln>
        </p:spPr>
      </p:pic>
      <p:cxnSp>
        <p:nvCxnSpPr>
          <p:cNvPr id="4008" name="Google Shape;4008;p54"/>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009" name="Google Shape;4009;p54"/>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010" name="Google Shape;4010;p54" title="external.png"/>
          <p:cNvPicPr preferRelativeResize="0"/>
          <p:nvPr/>
        </p:nvPicPr>
        <p:blipFill rotWithShape="1">
          <a:blip r:embed="rId4">
            <a:alphaModFix/>
          </a:blip>
          <a:srcRect t="-1234" b="-755"/>
          <a:stretch/>
        </p:blipFill>
        <p:spPr>
          <a:xfrm>
            <a:off x="3636766" y="945325"/>
            <a:ext cx="5118000" cy="28371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011" name="Google Shape;4011;p54"/>
          <p:cNvGrpSpPr/>
          <p:nvPr/>
        </p:nvGrpSpPr>
        <p:grpSpPr>
          <a:xfrm>
            <a:off x="3655426" y="663825"/>
            <a:ext cx="1155776" cy="235490"/>
            <a:chOff x="3377819" y="989946"/>
            <a:chExt cx="1126378" cy="229500"/>
          </a:xfrm>
        </p:grpSpPr>
        <p:sp>
          <p:nvSpPr>
            <p:cNvPr id="4012" name="Google Shape;4012;p54"/>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013" name="Google Shape;4013;p54"/>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014" name="Google Shape;4014;p54"/>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015" name="Google Shape;4015;p54"/>
          <p:cNvSpPr txBox="1"/>
          <p:nvPr/>
        </p:nvSpPr>
        <p:spPr>
          <a:xfrm>
            <a:off x="479190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016" name="Google Shape;4016;p54"/>
          <p:cNvSpPr/>
          <p:nvPr/>
        </p:nvSpPr>
        <p:spPr>
          <a:xfrm>
            <a:off x="477286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017" name="Google Shape;4017;p54"/>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018" name="Google Shape;4018;p54"/>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019" name="Google Shape;4019;p54"/>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020" name="Google Shape;4020;p54"/>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Information Hierarchy</a:t>
            </a:r>
            <a:endParaRPr sz="909" b="0" i="0" u="none" strike="noStrike" cap="none">
              <a:solidFill>
                <a:srgbClr val="3C3C3C"/>
              </a:solidFill>
              <a:latin typeface="Calibri"/>
              <a:ea typeface="Calibri"/>
              <a:cs typeface="Calibri"/>
              <a:sym typeface="Calibri"/>
            </a:endParaRPr>
          </a:p>
        </p:txBody>
      </p:sp>
      <p:sp>
        <p:nvSpPr>
          <p:cNvPr id="4021" name="Google Shape;4021;p54"/>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 and highlight key metrics.</a:t>
            </a:r>
            <a:endParaRPr sz="831" b="0" i="0" u="none" strike="noStrike" cap="none">
              <a:solidFill>
                <a:srgbClr val="3C3C3C"/>
              </a:solidFill>
              <a:latin typeface="Calibri"/>
              <a:ea typeface="Calibri"/>
              <a:cs typeface="Calibri"/>
              <a:sym typeface="Calibri"/>
            </a:endParaRPr>
          </a:p>
        </p:txBody>
      </p:sp>
      <p:sp>
        <p:nvSpPr>
          <p:cNvPr id="4022" name="Google Shape;4022;p54"/>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023" name="Google Shape;4023;p54"/>
          <p:cNvSpPr txBox="1"/>
          <p:nvPr/>
        </p:nvSpPr>
        <p:spPr>
          <a:xfrm>
            <a:off x="243872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Enhanced Readability</a:t>
            </a:r>
            <a:endParaRPr sz="909" b="0" i="0" u="none" strike="noStrike" cap="none">
              <a:solidFill>
                <a:srgbClr val="3C3C3C"/>
              </a:solidFill>
              <a:latin typeface="Calibri"/>
              <a:ea typeface="Calibri"/>
              <a:cs typeface="Calibri"/>
              <a:sym typeface="Calibri"/>
            </a:endParaRPr>
          </a:p>
        </p:txBody>
      </p:sp>
      <p:sp>
        <p:nvSpPr>
          <p:cNvPr id="4024" name="Google Shape;4024;p54"/>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predictable, and highly scannable user experience.</a:t>
            </a:r>
            <a:endParaRPr sz="831" b="0" i="0" u="none" strike="noStrike" cap="none">
              <a:solidFill>
                <a:srgbClr val="3C3C3C"/>
              </a:solidFill>
              <a:latin typeface="Calibri"/>
              <a:ea typeface="Calibri"/>
              <a:cs typeface="Calibri"/>
              <a:sym typeface="Calibri"/>
            </a:endParaRPr>
          </a:p>
        </p:txBody>
      </p:sp>
      <p:sp>
        <p:nvSpPr>
          <p:cNvPr id="4025" name="Google Shape;4025;p54"/>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026" name="Google Shape;4026;p54"/>
          <p:cNvSpPr txBox="1"/>
          <p:nvPr/>
        </p:nvSpPr>
        <p:spPr>
          <a:xfrm>
            <a:off x="4191775" y="4209350"/>
            <a:ext cx="15339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Data Discoverability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027" name="Google Shape;4027;p54"/>
          <p:cNvSpPr txBox="1"/>
          <p:nvPr/>
        </p:nvSpPr>
        <p:spPr>
          <a:xfrm>
            <a:off x="3948936"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that minimize the need for manual analysis and mental effort.</a:t>
            </a:r>
            <a:endParaRPr sz="831" b="0" i="0" u="none" strike="noStrike" cap="none">
              <a:solidFill>
                <a:srgbClr val="3C3C3C"/>
              </a:solidFill>
              <a:latin typeface="Calibri"/>
              <a:ea typeface="Calibri"/>
              <a:cs typeface="Calibri"/>
              <a:sym typeface="Calibri"/>
            </a:endParaRPr>
          </a:p>
        </p:txBody>
      </p:sp>
      <p:sp>
        <p:nvSpPr>
          <p:cNvPr id="4028" name="Google Shape;4028;p54"/>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029" name="Google Shape;4029;p54"/>
          <p:cNvSpPr txBox="1"/>
          <p:nvPr/>
        </p:nvSpPr>
        <p:spPr>
          <a:xfrm>
            <a:off x="5944925" y="4209350"/>
            <a:ext cx="14814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Visual Hierarchy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030" name="Google Shape;4030;p54"/>
          <p:cNvSpPr txBox="1"/>
          <p:nvPr/>
        </p:nvSpPr>
        <p:spPr>
          <a:xfrm>
            <a:off x="5702100" y="4434525"/>
            <a:ext cx="1578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and accessible color usage to make complex information easily digestible.</a:t>
            </a:r>
            <a:endParaRPr sz="831" b="0" i="0" u="none" strike="noStrike" cap="none">
              <a:solidFill>
                <a:srgbClr val="3C3C3C"/>
              </a:solidFill>
              <a:latin typeface="Calibri"/>
              <a:ea typeface="Calibri"/>
              <a:cs typeface="Calibri"/>
              <a:sym typeface="Calibri"/>
            </a:endParaRPr>
          </a:p>
        </p:txBody>
      </p:sp>
      <p:sp>
        <p:nvSpPr>
          <p:cNvPr id="4031" name="Google Shape;4031;p54"/>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032" name="Google Shape;4032;p54"/>
          <p:cNvSpPr txBox="1"/>
          <p:nvPr/>
        </p:nvSpPr>
        <p:spPr>
          <a:xfrm>
            <a:off x="7698075" y="4209350"/>
            <a:ext cx="14460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Insights</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033" name="Google Shape;4033;p54"/>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Surfacing the most relevant metrics and insights exactly when and where the user needs them based on their specific role.</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4034" name="Google Shape;4034;p54"/>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5" name="Google Shape;4035;p54"/>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6" name="Google Shape;4036;p54"/>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4037" name="Google Shape;4037;p54" title="mdi_color.png"/>
          <p:cNvPicPr preferRelativeResize="0"/>
          <p:nvPr/>
        </p:nvPicPr>
        <p:blipFill rotWithShape="1">
          <a:blip r:embed="rId5">
            <a:alphaModFix/>
          </a:blip>
          <a:srcRect/>
          <a:stretch/>
        </p:blipFill>
        <p:spPr>
          <a:xfrm>
            <a:off x="5686608" y="4147451"/>
            <a:ext cx="235500" cy="235500"/>
          </a:xfrm>
          <a:prstGeom prst="rect">
            <a:avLst/>
          </a:prstGeom>
          <a:noFill/>
          <a:ln>
            <a:noFill/>
          </a:ln>
        </p:spPr>
      </p:pic>
      <p:pic>
        <p:nvPicPr>
          <p:cNvPr id="4038" name="Google Shape;4038;p54" title="Text-1.png"/>
          <p:cNvPicPr preferRelativeResize="0"/>
          <p:nvPr/>
        </p:nvPicPr>
        <p:blipFill rotWithShape="1">
          <a:blip r:embed="rId6">
            <a:alphaModFix/>
          </a:blip>
          <a:srcRect/>
          <a:stretch/>
        </p:blipFill>
        <p:spPr>
          <a:xfrm>
            <a:off x="442850" y="4183550"/>
            <a:ext cx="191400" cy="191400"/>
          </a:xfrm>
          <a:prstGeom prst="rect">
            <a:avLst/>
          </a:prstGeom>
          <a:noFill/>
          <a:ln>
            <a:noFill/>
          </a:ln>
        </p:spPr>
      </p:pic>
      <p:pic>
        <p:nvPicPr>
          <p:cNvPr id="4039" name="Google Shape;4039;p54" title="lsicon_view-filled.png"/>
          <p:cNvPicPr preferRelativeResize="0"/>
          <p:nvPr/>
        </p:nvPicPr>
        <p:blipFill rotWithShape="1">
          <a:blip r:embed="rId7">
            <a:alphaModFix/>
          </a:blip>
          <a:srcRect/>
          <a:stretch/>
        </p:blipFill>
        <p:spPr>
          <a:xfrm>
            <a:off x="2189513" y="4183550"/>
            <a:ext cx="191400" cy="191400"/>
          </a:xfrm>
          <a:prstGeom prst="rect">
            <a:avLst/>
          </a:prstGeom>
          <a:noFill/>
          <a:ln>
            <a:noFill/>
          </a:ln>
        </p:spPr>
      </p:pic>
      <p:pic>
        <p:nvPicPr>
          <p:cNvPr id="4040" name="Google Shape;4040;p54" title="Text-3.png"/>
          <p:cNvPicPr preferRelativeResize="0"/>
          <p:nvPr/>
        </p:nvPicPr>
        <p:blipFill rotWithShape="1">
          <a:blip r:embed="rId8">
            <a:alphaModFix/>
          </a:blip>
          <a:srcRect/>
          <a:stretch/>
        </p:blipFill>
        <p:spPr>
          <a:xfrm>
            <a:off x="3942550" y="4211700"/>
            <a:ext cx="191400" cy="191400"/>
          </a:xfrm>
          <a:prstGeom prst="rect">
            <a:avLst/>
          </a:prstGeom>
          <a:noFill/>
          <a:ln>
            <a:noFill/>
          </a:ln>
        </p:spPr>
      </p:pic>
      <p:pic>
        <p:nvPicPr>
          <p:cNvPr id="4041" name="Google Shape;4041;p54" title="si_ai-duotone.png"/>
          <p:cNvPicPr preferRelativeResize="0"/>
          <p:nvPr/>
        </p:nvPicPr>
        <p:blipFill rotWithShape="1">
          <a:blip r:embed="rId9">
            <a:alphaModFix/>
          </a:blip>
          <a:srcRect/>
          <a:stretch/>
        </p:blipFill>
        <p:spPr>
          <a:xfrm>
            <a:off x="7466500" y="4183550"/>
            <a:ext cx="191400" cy="191400"/>
          </a:xfrm>
          <a:prstGeom prst="rect">
            <a:avLst/>
          </a:prstGeom>
          <a:noFill/>
          <a:ln>
            <a:noFill/>
          </a:ln>
        </p:spPr>
      </p:pic>
      <p:pic>
        <p:nvPicPr>
          <p:cNvPr id="3" name="Picture 2" descr="A screenshot of a computer&#10;&#10;AI-generated content may be incorrect.">
            <a:extLst>
              <a:ext uri="{FF2B5EF4-FFF2-40B4-BE49-F238E27FC236}">
                <a16:creationId xmlns:a16="http://schemas.microsoft.com/office/drawing/2014/main" id="{62B7987A-8DAD-06D5-667A-F63CB00D266E}"/>
              </a:ext>
            </a:extLst>
          </p:cNvPr>
          <p:cNvPicPr>
            <a:picLocks noChangeAspect="1"/>
          </p:cNvPicPr>
          <p:nvPr/>
        </p:nvPicPr>
        <p:blipFill>
          <a:blip r:embed="rId10"/>
          <a:stretch>
            <a:fillRect/>
          </a:stretch>
        </p:blipFill>
        <p:spPr>
          <a:xfrm>
            <a:off x="3640937" y="989770"/>
            <a:ext cx="5108909" cy="275396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045"/>
        <p:cNvGrpSpPr/>
        <p:nvPr/>
      </p:nvGrpSpPr>
      <p:grpSpPr>
        <a:xfrm>
          <a:off x="0" y="0"/>
          <a:ext cx="0" cy="0"/>
          <a:chOff x="0" y="0"/>
          <a:chExt cx="0" cy="0"/>
        </a:xfrm>
      </p:grpSpPr>
      <p:sp>
        <p:nvSpPr>
          <p:cNvPr id="4046" name="Google Shape;4046;p55"/>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047" name="Google Shape;4047;p55"/>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Strategic Cell | Channel &amp; Market</a:t>
            </a:r>
            <a:endParaRPr sz="1800" b="1" i="0" u="none" strike="noStrike" cap="none">
              <a:solidFill>
                <a:schemeClr val="dk1"/>
              </a:solidFill>
              <a:latin typeface="Calibri"/>
              <a:ea typeface="Calibri"/>
              <a:cs typeface="Calibri"/>
              <a:sym typeface="Calibri"/>
            </a:endParaRPr>
          </a:p>
        </p:txBody>
      </p:sp>
      <p:pic>
        <p:nvPicPr>
          <p:cNvPr id="4048" name="Google Shape;4048;p55" title="Screenshot 2026-06-17 at 3.47.48 PM.png"/>
          <p:cNvPicPr preferRelativeResize="0"/>
          <p:nvPr/>
        </p:nvPicPr>
        <p:blipFill rotWithShape="1">
          <a:blip r:embed="rId3">
            <a:alphaModFix/>
          </a:blip>
          <a:srcRect t="8746" b="8746"/>
          <a:stretch/>
        </p:blipFill>
        <p:spPr>
          <a:xfrm>
            <a:off x="318746" y="1196535"/>
            <a:ext cx="3574200" cy="2241300"/>
          </a:xfrm>
          <a:prstGeom prst="roundRect">
            <a:avLst>
              <a:gd name="adj" fmla="val 4753"/>
            </a:avLst>
          </a:prstGeom>
          <a:noFill/>
          <a:ln>
            <a:noFill/>
          </a:ln>
        </p:spPr>
      </p:pic>
      <p:cxnSp>
        <p:nvCxnSpPr>
          <p:cNvPr id="4049" name="Google Shape;4049;p55"/>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050" name="Google Shape;4050;p55"/>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051" name="Google Shape;4051;p55" title="slide 23.png"/>
          <p:cNvPicPr preferRelativeResize="0"/>
          <p:nvPr/>
        </p:nvPicPr>
        <p:blipFill rotWithShape="1">
          <a:blip r:embed="rId4">
            <a:alphaModFix/>
          </a:blip>
          <a:srcRect/>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052" name="Google Shape;4052;p55"/>
          <p:cNvGrpSpPr/>
          <p:nvPr/>
        </p:nvGrpSpPr>
        <p:grpSpPr>
          <a:xfrm>
            <a:off x="3524689" y="663825"/>
            <a:ext cx="1155776" cy="235490"/>
            <a:chOff x="3377819" y="989946"/>
            <a:chExt cx="1126378" cy="229500"/>
          </a:xfrm>
        </p:grpSpPr>
        <p:sp>
          <p:nvSpPr>
            <p:cNvPr id="4053" name="Google Shape;4053;p55"/>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054" name="Google Shape;4054;p55"/>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055" name="Google Shape;4055;p55"/>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056" name="Google Shape;4056;p55"/>
          <p:cNvSpPr txBox="1"/>
          <p:nvPr/>
        </p:nvSpPr>
        <p:spPr>
          <a:xfrm>
            <a:off x="4661168"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057" name="Google Shape;4057;p55"/>
          <p:cNvSpPr/>
          <p:nvPr/>
        </p:nvSpPr>
        <p:spPr>
          <a:xfrm>
            <a:off x="4642134"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058" name="Google Shape;4058;p55"/>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059" name="Google Shape;4059;p55"/>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060" name="Google Shape;4060;p55"/>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061" name="Google Shape;4061;p55"/>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4062" name="Google Shape;4062;p55"/>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4063" name="Google Shape;4063;p55"/>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064" name="Google Shape;4064;p55"/>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065" name="Google Shape;4065;p55"/>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4066" name="Google Shape;4066;p55"/>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067" name="Google Shape;4067;p55"/>
          <p:cNvSpPr txBox="1"/>
          <p:nvPr/>
        </p:nvSpPr>
        <p:spPr>
          <a:xfrm>
            <a:off x="4191775" y="4209350"/>
            <a:ext cx="15339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Decision Support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068" name="Google Shape;4068;p55"/>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insights that empower users to act quickly and confidently.</a:t>
            </a:r>
            <a:endParaRPr sz="831" b="0" i="0" u="none" strike="noStrike" cap="none">
              <a:solidFill>
                <a:srgbClr val="3C3C3C"/>
              </a:solidFill>
              <a:latin typeface="Calibri"/>
              <a:ea typeface="Calibri"/>
              <a:cs typeface="Calibri"/>
              <a:sym typeface="Calibri"/>
            </a:endParaRPr>
          </a:p>
        </p:txBody>
      </p:sp>
      <p:sp>
        <p:nvSpPr>
          <p:cNvPr id="4069" name="Google Shape;4069;p55"/>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070" name="Google Shape;4070;p55"/>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Data</a:t>
            </a:r>
            <a:endParaRPr sz="909" b="0" i="0" u="none" strike="noStrike" cap="none">
              <a:solidFill>
                <a:srgbClr val="3C3C3C"/>
              </a:solidFill>
              <a:latin typeface="Calibri"/>
              <a:ea typeface="Calibri"/>
              <a:cs typeface="Calibri"/>
              <a:sym typeface="Calibri"/>
            </a:endParaRPr>
          </a:p>
        </p:txBody>
      </p:sp>
      <p:sp>
        <p:nvSpPr>
          <p:cNvPr id="4071" name="Google Shape;4071;p55"/>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4072" name="Google Shape;4072;p55"/>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073" name="Google Shape;4073;p55"/>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4074" name="Google Shape;4074;p55"/>
          <p:cNvSpPr txBox="1"/>
          <p:nvPr/>
        </p:nvSpPr>
        <p:spPr>
          <a:xfrm>
            <a:off x="7455243" y="4434533"/>
            <a:ext cx="1533900" cy="6393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4075" name="Google Shape;4075;p55"/>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6" name="Google Shape;4076;p55"/>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7" name="Google Shape;4077;p55"/>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4078" name="Google Shape;4078;p55" title="material-symbols_close-rounded.png"/>
          <p:cNvPicPr preferRelativeResize="0"/>
          <p:nvPr/>
        </p:nvPicPr>
        <p:blipFill rotWithShape="1">
          <a:blip r:embed="rId5">
            <a:alphaModFix/>
          </a:blip>
          <a:srcRect/>
          <a:stretch/>
        </p:blipFill>
        <p:spPr>
          <a:xfrm>
            <a:off x="8458324" y="1304299"/>
            <a:ext cx="102275" cy="102275"/>
          </a:xfrm>
          <a:prstGeom prst="rect">
            <a:avLst/>
          </a:prstGeom>
          <a:noFill/>
          <a:ln>
            <a:noFill/>
          </a:ln>
        </p:spPr>
      </p:pic>
      <p:pic>
        <p:nvPicPr>
          <p:cNvPr id="4079" name="Google Shape;4079;p55"/>
          <p:cNvPicPr preferRelativeResize="0"/>
          <p:nvPr/>
        </p:nvPicPr>
        <p:blipFill rotWithShape="1">
          <a:blip r:embed="rId6">
            <a:alphaModFix/>
          </a:blip>
          <a:srcRect/>
          <a:stretch/>
        </p:blipFill>
        <p:spPr>
          <a:xfrm>
            <a:off x="7473397" y="4188575"/>
            <a:ext cx="191400" cy="191400"/>
          </a:xfrm>
          <a:prstGeom prst="rect">
            <a:avLst/>
          </a:prstGeom>
          <a:noFill/>
          <a:ln>
            <a:noFill/>
          </a:ln>
        </p:spPr>
      </p:pic>
      <p:pic>
        <p:nvPicPr>
          <p:cNvPr id="4080" name="Google Shape;4080;p55" title="Text-1.png"/>
          <p:cNvPicPr preferRelativeResize="0"/>
          <p:nvPr/>
        </p:nvPicPr>
        <p:blipFill rotWithShape="1">
          <a:blip r:embed="rId7">
            <a:alphaModFix/>
          </a:blip>
          <a:srcRect/>
          <a:stretch/>
        </p:blipFill>
        <p:spPr>
          <a:xfrm>
            <a:off x="2172781" y="4172679"/>
            <a:ext cx="223200" cy="223200"/>
          </a:xfrm>
          <a:prstGeom prst="rect">
            <a:avLst/>
          </a:prstGeom>
          <a:noFill/>
          <a:ln>
            <a:noFill/>
          </a:ln>
        </p:spPr>
      </p:pic>
      <p:pic>
        <p:nvPicPr>
          <p:cNvPr id="4081" name="Google Shape;4081;p55" title="si_ai-duotone.png"/>
          <p:cNvPicPr preferRelativeResize="0"/>
          <p:nvPr/>
        </p:nvPicPr>
        <p:blipFill rotWithShape="1">
          <a:blip r:embed="rId8">
            <a:alphaModFix/>
          </a:blip>
          <a:srcRect/>
          <a:stretch/>
        </p:blipFill>
        <p:spPr>
          <a:xfrm>
            <a:off x="3942550" y="4202452"/>
            <a:ext cx="191400" cy="191400"/>
          </a:xfrm>
          <a:prstGeom prst="rect">
            <a:avLst/>
          </a:prstGeom>
          <a:noFill/>
          <a:ln>
            <a:noFill/>
          </a:ln>
        </p:spPr>
      </p:pic>
      <p:pic>
        <p:nvPicPr>
          <p:cNvPr id="4082" name="Google Shape;4082;p55" title="Text-14.png"/>
          <p:cNvPicPr preferRelativeResize="0"/>
          <p:nvPr/>
        </p:nvPicPr>
        <p:blipFill rotWithShape="1">
          <a:blip r:embed="rId9">
            <a:alphaModFix/>
          </a:blip>
          <a:srcRect/>
          <a:stretch/>
        </p:blipFill>
        <p:spPr>
          <a:xfrm>
            <a:off x="5690800" y="4182007"/>
            <a:ext cx="195300" cy="195300"/>
          </a:xfrm>
          <a:prstGeom prst="rect">
            <a:avLst/>
          </a:prstGeom>
          <a:noFill/>
          <a:ln>
            <a:noFill/>
          </a:ln>
        </p:spPr>
      </p:pic>
      <p:pic>
        <p:nvPicPr>
          <p:cNvPr id="4083" name="Google Shape;4083;p55" title="Text-3.png"/>
          <p:cNvPicPr preferRelativeResize="0"/>
          <p:nvPr/>
        </p:nvPicPr>
        <p:blipFill rotWithShape="1">
          <a:blip r:embed="rId10">
            <a:alphaModFix/>
          </a:blip>
          <a:srcRect/>
          <a:stretch/>
        </p:blipFill>
        <p:spPr>
          <a:xfrm>
            <a:off x="459278" y="4199813"/>
            <a:ext cx="168925" cy="1689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087"/>
        <p:cNvGrpSpPr/>
        <p:nvPr/>
      </p:nvGrpSpPr>
      <p:grpSpPr>
        <a:xfrm>
          <a:off x="0" y="0"/>
          <a:ext cx="0" cy="0"/>
          <a:chOff x="0" y="0"/>
          <a:chExt cx="0" cy="0"/>
        </a:xfrm>
      </p:grpSpPr>
      <p:sp>
        <p:nvSpPr>
          <p:cNvPr id="4088" name="Google Shape;4088;p56"/>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089" name="Google Shape;4089;p56"/>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Strategic Cell | </a:t>
            </a:r>
            <a:r>
              <a:rPr lang="en" sz="1800" b="1">
                <a:solidFill>
                  <a:schemeClr val="dk1"/>
                </a:solidFill>
                <a:latin typeface="Calibri"/>
                <a:ea typeface="Calibri"/>
                <a:cs typeface="Calibri"/>
                <a:sym typeface="Calibri"/>
              </a:rPr>
              <a:t>Customer</a:t>
            </a:r>
            <a:endParaRPr sz="1800" b="1" i="0" u="none" strike="noStrike" cap="none">
              <a:solidFill>
                <a:schemeClr val="dk1"/>
              </a:solidFill>
              <a:latin typeface="Calibri"/>
              <a:ea typeface="Calibri"/>
              <a:cs typeface="Calibri"/>
              <a:sym typeface="Calibri"/>
            </a:endParaRPr>
          </a:p>
        </p:txBody>
      </p:sp>
      <p:pic>
        <p:nvPicPr>
          <p:cNvPr id="4090" name="Google Shape;4090;p56" title="Screenshot 2026-06-17 at 3.47.48 PM.png"/>
          <p:cNvPicPr preferRelativeResize="0"/>
          <p:nvPr/>
        </p:nvPicPr>
        <p:blipFill rotWithShape="1">
          <a:blip r:embed="rId3">
            <a:alphaModFix/>
          </a:blip>
          <a:srcRect t="8746" b="8746"/>
          <a:stretch/>
        </p:blipFill>
        <p:spPr>
          <a:xfrm>
            <a:off x="318746" y="1196535"/>
            <a:ext cx="3574200" cy="2241300"/>
          </a:xfrm>
          <a:prstGeom prst="roundRect">
            <a:avLst>
              <a:gd name="adj" fmla="val 4753"/>
            </a:avLst>
          </a:prstGeom>
          <a:noFill/>
          <a:ln>
            <a:noFill/>
          </a:ln>
        </p:spPr>
      </p:pic>
      <p:cxnSp>
        <p:nvCxnSpPr>
          <p:cNvPr id="4091" name="Google Shape;4091;p56"/>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092" name="Google Shape;4092;p56"/>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093" name="Google Shape;4093;p56" title="slide 23.png"/>
          <p:cNvPicPr preferRelativeResize="0"/>
          <p:nvPr/>
        </p:nvPicPr>
        <p:blipFill rotWithShape="1">
          <a:blip r:embed="rId4">
            <a:alphaModFix/>
          </a:blip>
          <a:srcRect/>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094" name="Google Shape;4094;p56"/>
          <p:cNvGrpSpPr/>
          <p:nvPr/>
        </p:nvGrpSpPr>
        <p:grpSpPr>
          <a:xfrm>
            <a:off x="3524690" y="663825"/>
            <a:ext cx="1155776" cy="235490"/>
            <a:chOff x="3377819" y="989946"/>
            <a:chExt cx="1126378" cy="229500"/>
          </a:xfrm>
        </p:grpSpPr>
        <p:sp>
          <p:nvSpPr>
            <p:cNvPr id="4095" name="Google Shape;4095;p56"/>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096" name="Google Shape;4096;p56"/>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097" name="Google Shape;4097;p56"/>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098" name="Google Shape;4098;p56"/>
          <p:cNvSpPr txBox="1"/>
          <p:nvPr/>
        </p:nvSpPr>
        <p:spPr>
          <a:xfrm>
            <a:off x="4661168"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099" name="Google Shape;4099;p56"/>
          <p:cNvSpPr/>
          <p:nvPr/>
        </p:nvSpPr>
        <p:spPr>
          <a:xfrm>
            <a:off x="4642134"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100" name="Google Shape;4100;p56"/>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101" name="Google Shape;4101;p56"/>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102" name="Google Shape;4102;p56"/>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03" name="Google Shape;4103;p56"/>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4104" name="Google Shape;4104;p56"/>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4105" name="Google Shape;4105;p56"/>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06" name="Google Shape;4106;p56"/>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107" name="Google Shape;4107;p56"/>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4108" name="Google Shape;4108;p56"/>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09" name="Google Shape;4109;p56"/>
          <p:cNvSpPr txBox="1"/>
          <p:nvPr/>
        </p:nvSpPr>
        <p:spPr>
          <a:xfrm>
            <a:off x="4191775" y="4209350"/>
            <a:ext cx="15339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Decision Support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110" name="Google Shape;4110;p56"/>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insights that empower users to act quickly and confidently.</a:t>
            </a:r>
            <a:endParaRPr sz="831" b="0" i="0" u="none" strike="noStrike" cap="none">
              <a:solidFill>
                <a:srgbClr val="3C3C3C"/>
              </a:solidFill>
              <a:latin typeface="Calibri"/>
              <a:ea typeface="Calibri"/>
              <a:cs typeface="Calibri"/>
              <a:sym typeface="Calibri"/>
            </a:endParaRPr>
          </a:p>
        </p:txBody>
      </p:sp>
      <p:sp>
        <p:nvSpPr>
          <p:cNvPr id="4111" name="Google Shape;4111;p56"/>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12" name="Google Shape;4112;p56"/>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Data</a:t>
            </a:r>
            <a:endParaRPr sz="909" b="0" i="0" u="none" strike="noStrike" cap="none">
              <a:solidFill>
                <a:srgbClr val="3C3C3C"/>
              </a:solidFill>
              <a:latin typeface="Calibri"/>
              <a:ea typeface="Calibri"/>
              <a:cs typeface="Calibri"/>
              <a:sym typeface="Calibri"/>
            </a:endParaRPr>
          </a:p>
        </p:txBody>
      </p:sp>
      <p:sp>
        <p:nvSpPr>
          <p:cNvPr id="4113" name="Google Shape;4113;p56"/>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4114" name="Google Shape;4114;p56"/>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15" name="Google Shape;4115;p56"/>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4116" name="Google Shape;4116;p56"/>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4117" name="Google Shape;4117;p56"/>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8" name="Google Shape;4118;p56"/>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9" name="Google Shape;4119;p56"/>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4120" name="Google Shape;4120;p56" title="material-symbols_close-rounded.png"/>
          <p:cNvPicPr preferRelativeResize="0"/>
          <p:nvPr/>
        </p:nvPicPr>
        <p:blipFill rotWithShape="1">
          <a:blip r:embed="rId5">
            <a:alphaModFix/>
          </a:blip>
          <a:srcRect/>
          <a:stretch/>
        </p:blipFill>
        <p:spPr>
          <a:xfrm>
            <a:off x="8458324" y="1304299"/>
            <a:ext cx="102275" cy="102275"/>
          </a:xfrm>
          <a:prstGeom prst="rect">
            <a:avLst/>
          </a:prstGeom>
          <a:noFill/>
          <a:ln>
            <a:noFill/>
          </a:ln>
        </p:spPr>
      </p:pic>
      <p:pic>
        <p:nvPicPr>
          <p:cNvPr id="4121" name="Google Shape;4121;p56"/>
          <p:cNvPicPr preferRelativeResize="0"/>
          <p:nvPr/>
        </p:nvPicPr>
        <p:blipFill rotWithShape="1">
          <a:blip r:embed="rId6">
            <a:alphaModFix/>
          </a:blip>
          <a:srcRect/>
          <a:stretch/>
        </p:blipFill>
        <p:spPr>
          <a:xfrm>
            <a:off x="7473397" y="4188575"/>
            <a:ext cx="191400" cy="191400"/>
          </a:xfrm>
          <a:prstGeom prst="rect">
            <a:avLst/>
          </a:prstGeom>
          <a:noFill/>
          <a:ln>
            <a:noFill/>
          </a:ln>
        </p:spPr>
      </p:pic>
      <p:pic>
        <p:nvPicPr>
          <p:cNvPr id="4122" name="Google Shape;4122;p56" title="Text-1.png"/>
          <p:cNvPicPr preferRelativeResize="0"/>
          <p:nvPr/>
        </p:nvPicPr>
        <p:blipFill rotWithShape="1">
          <a:blip r:embed="rId7">
            <a:alphaModFix/>
          </a:blip>
          <a:srcRect/>
          <a:stretch/>
        </p:blipFill>
        <p:spPr>
          <a:xfrm>
            <a:off x="2172781" y="4172679"/>
            <a:ext cx="223200" cy="223200"/>
          </a:xfrm>
          <a:prstGeom prst="rect">
            <a:avLst/>
          </a:prstGeom>
          <a:noFill/>
          <a:ln>
            <a:noFill/>
          </a:ln>
        </p:spPr>
      </p:pic>
      <p:pic>
        <p:nvPicPr>
          <p:cNvPr id="4123" name="Google Shape;4123;p56" title="si_ai-duotone.png"/>
          <p:cNvPicPr preferRelativeResize="0"/>
          <p:nvPr/>
        </p:nvPicPr>
        <p:blipFill rotWithShape="1">
          <a:blip r:embed="rId8">
            <a:alphaModFix/>
          </a:blip>
          <a:srcRect/>
          <a:stretch/>
        </p:blipFill>
        <p:spPr>
          <a:xfrm>
            <a:off x="3942550" y="4202452"/>
            <a:ext cx="191400" cy="191400"/>
          </a:xfrm>
          <a:prstGeom prst="rect">
            <a:avLst/>
          </a:prstGeom>
          <a:noFill/>
          <a:ln>
            <a:noFill/>
          </a:ln>
        </p:spPr>
      </p:pic>
      <p:pic>
        <p:nvPicPr>
          <p:cNvPr id="4124" name="Google Shape;4124;p56" title="Text-14.png"/>
          <p:cNvPicPr preferRelativeResize="0"/>
          <p:nvPr/>
        </p:nvPicPr>
        <p:blipFill rotWithShape="1">
          <a:blip r:embed="rId9">
            <a:alphaModFix/>
          </a:blip>
          <a:srcRect/>
          <a:stretch/>
        </p:blipFill>
        <p:spPr>
          <a:xfrm>
            <a:off x="5690800" y="4182007"/>
            <a:ext cx="195300" cy="195300"/>
          </a:xfrm>
          <a:prstGeom prst="rect">
            <a:avLst/>
          </a:prstGeom>
          <a:noFill/>
          <a:ln>
            <a:noFill/>
          </a:ln>
        </p:spPr>
      </p:pic>
      <p:pic>
        <p:nvPicPr>
          <p:cNvPr id="4125" name="Google Shape;4125;p56" title="Text-3.png"/>
          <p:cNvPicPr preferRelativeResize="0"/>
          <p:nvPr/>
        </p:nvPicPr>
        <p:blipFill rotWithShape="1">
          <a:blip r:embed="rId10">
            <a:alphaModFix/>
          </a:blip>
          <a:srcRect/>
          <a:stretch/>
        </p:blipFill>
        <p:spPr>
          <a:xfrm>
            <a:off x="459278" y="4199813"/>
            <a:ext cx="168925" cy="1689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129"/>
        <p:cNvGrpSpPr/>
        <p:nvPr/>
      </p:nvGrpSpPr>
      <p:grpSpPr>
        <a:xfrm>
          <a:off x="0" y="0"/>
          <a:ext cx="0" cy="0"/>
          <a:chOff x="0" y="0"/>
          <a:chExt cx="0" cy="0"/>
        </a:xfrm>
      </p:grpSpPr>
      <p:sp>
        <p:nvSpPr>
          <p:cNvPr id="4130" name="Google Shape;4130;p57"/>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131" name="Google Shape;4131;p57"/>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Strategic Cell | </a:t>
            </a:r>
            <a:r>
              <a:rPr lang="en" sz="1800" b="1">
                <a:solidFill>
                  <a:schemeClr val="dk1"/>
                </a:solidFill>
                <a:latin typeface="Calibri"/>
                <a:ea typeface="Calibri"/>
                <a:cs typeface="Calibri"/>
                <a:sym typeface="Calibri"/>
              </a:rPr>
              <a:t>Partition</a:t>
            </a:r>
            <a:endParaRPr sz="1800" b="1" i="0" u="none" strike="noStrike" cap="none">
              <a:solidFill>
                <a:schemeClr val="dk1"/>
              </a:solidFill>
              <a:latin typeface="Calibri"/>
              <a:ea typeface="Calibri"/>
              <a:cs typeface="Calibri"/>
              <a:sym typeface="Calibri"/>
            </a:endParaRPr>
          </a:p>
        </p:txBody>
      </p:sp>
      <p:pic>
        <p:nvPicPr>
          <p:cNvPr id="4132" name="Google Shape;4132;p57" title="Screenshot 2026-06-17 at 3.47.48 PM.png"/>
          <p:cNvPicPr preferRelativeResize="0"/>
          <p:nvPr/>
        </p:nvPicPr>
        <p:blipFill rotWithShape="1">
          <a:blip r:embed="rId3">
            <a:alphaModFix/>
          </a:blip>
          <a:srcRect t="8746" b="8746"/>
          <a:stretch/>
        </p:blipFill>
        <p:spPr>
          <a:xfrm>
            <a:off x="318746" y="1196535"/>
            <a:ext cx="3574200" cy="2241300"/>
          </a:xfrm>
          <a:prstGeom prst="roundRect">
            <a:avLst>
              <a:gd name="adj" fmla="val 4753"/>
            </a:avLst>
          </a:prstGeom>
          <a:noFill/>
          <a:ln>
            <a:noFill/>
          </a:ln>
        </p:spPr>
      </p:pic>
      <p:cxnSp>
        <p:nvCxnSpPr>
          <p:cNvPr id="4133" name="Google Shape;4133;p57"/>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134" name="Google Shape;4134;p57"/>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135" name="Google Shape;4135;p57" title="slide 23.png"/>
          <p:cNvPicPr preferRelativeResize="0"/>
          <p:nvPr/>
        </p:nvPicPr>
        <p:blipFill rotWithShape="1">
          <a:blip r:embed="rId4">
            <a:alphaModFix/>
          </a:blip>
          <a:srcRect/>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136" name="Google Shape;4136;p57"/>
          <p:cNvGrpSpPr/>
          <p:nvPr/>
        </p:nvGrpSpPr>
        <p:grpSpPr>
          <a:xfrm>
            <a:off x="3524690" y="663825"/>
            <a:ext cx="1155776" cy="235490"/>
            <a:chOff x="3377819" y="989946"/>
            <a:chExt cx="1126378" cy="229500"/>
          </a:xfrm>
        </p:grpSpPr>
        <p:sp>
          <p:nvSpPr>
            <p:cNvPr id="4137" name="Google Shape;4137;p57"/>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138" name="Google Shape;4138;p57"/>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139" name="Google Shape;4139;p57"/>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140" name="Google Shape;4140;p57"/>
          <p:cNvSpPr txBox="1"/>
          <p:nvPr/>
        </p:nvSpPr>
        <p:spPr>
          <a:xfrm>
            <a:off x="4661168"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141" name="Google Shape;4141;p57"/>
          <p:cNvSpPr/>
          <p:nvPr/>
        </p:nvSpPr>
        <p:spPr>
          <a:xfrm>
            <a:off x="4642134"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142" name="Google Shape;4142;p57"/>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143" name="Google Shape;4143;p57"/>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144" name="Google Shape;4144;p57"/>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45" name="Google Shape;4145;p57"/>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4146" name="Google Shape;4146;p57"/>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4147" name="Google Shape;4147;p57"/>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48" name="Google Shape;4148;p57"/>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149" name="Google Shape;4149;p57"/>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4150" name="Google Shape;4150;p57"/>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51" name="Google Shape;4151;p57"/>
          <p:cNvSpPr txBox="1"/>
          <p:nvPr/>
        </p:nvSpPr>
        <p:spPr>
          <a:xfrm>
            <a:off x="4191775" y="4209350"/>
            <a:ext cx="15339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Decision Support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152" name="Google Shape;4152;p57"/>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insights that empower users to act quickly and confidently.</a:t>
            </a:r>
            <a:endParaRPr sz="831" b="0" i="0" u="none" strike="noStrike" cap="none">
              <a:solidFill>
                <a:srgbClr val="3C3C3C"/>
              </a:solidFill>
              <a:latin typeface="Calibri"/>
              <a:ea typeface="Calibri"/>
              <a:cs typeface="Calibri"/>
              <a:sym typeface="Calibri"/>
            </a:endParaRPr>
          </a:p>
        </p:txBody>
      </p:sp>
      <p:sp>
        <p:nvSpPr>
          <p:cNvPr id="4153" name="Google Shape;4153;p57"/>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54" name="Google Shape;4154;p57"/>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Data</a:t>
            </a:r>
            <a:endParaRPr sz="909" b="0" i="0" u="none" strike="noStrike" cap="none">
              <a:solidFill>
                <a:srgbClr val="3C3C3C"/>
              </a:solidFill>
              <a:latin typeface="Calibri"/>
              <a:ea typeface="Calibri"/>
              <a:cs typeface="Calibri"/>
              <a:sym typeface="Calibri"/>
            </a:endParaRPr>
          </a:p>
        </p:txBody>
      </p:sp>
      <p:sp>
        <p:nvSpPr>
          <p:cNvPr id="4155" name="Google Shape;4155;p57"/>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4156" name="Google Shape;4156;p57"/>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57" name="Google Shape;4157;p57"/>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4158" name="Google Shape;4158;p57"/>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4159" name="Google Shape;4159;p57"/>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0" name="Google Shape;4160;p57"/>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1" name="Google Shape;4161;p57"/>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4162" name="Google Shape;4162;p57" title="material-symbols_close-rounded.png"/>
          <p:cNvPicPr preferRelativeResize="0"/>
          <p:nvPr/>
        </p:nvPicPr>
        <p:blipFill rotWithShape="1">
          <a:blip r:embed="rId5">
            <a:alphaModFix/>
          </a:blip>
          <a:srcRect/>
          <a:stretch/>
        </p:blipFill>
        <p:spPr>
          <a:xfrm>
            <a:off x="8458324" y="1304299"/>
            <a:ext cx="102275" cy="102275"/>
          </a:xfrm>
          <a:prstGeom prst="rect">
            <a:avLst/>
          </a:prstGeom>
          <a:noFill/>
          <a:ln>
            <a:noFill/>
          </a:ln>
        </p:spPr>
      </p:pic>
      <p:pic>
        <p:nvPicPr>
          <p:cNvPr id="4163" name="Google Shape;4163;p57"/>
          <p:cNvPicPr preferRelativeResize="0"/>
          <p:nvPr/>
        </p:nvPicPr>
        <p:blipFill rotWithShape="1">
          <a:blip r:embed="rId6">
            <a:alphaModFix/>
          </a:blip>
          <a:srcRect/>
          <a:stretch/>
        </p:blipFill>
        <p:spPr>
          <a:xfrm>
            <a:off x="7473397" y="4188575"/>
            <a:ext cx="191400" cy="191400"/>
          </a:xfrm>
          <a:prstGeom prst="rect">
            <a:avLst/>
          </a:prstGeom>
          <a:noFill/>
          <a:ln>
            <a:noFill/>
          </a:ln>
        </p:spPr>
      </p:pic>
      <p:pic>
        <p:nvPicPr>
          <p:cNvPr id="4164" name="Google Shape;4164;p57" title="Text-1.png"/>
          <p:cNvPicPr preferRelativeResize="0"/>
          <p:nvPr/>
        </p:nvPicPr>
        <p:blipFill rotWithShape="1">
          <a:blip r:embed="rId7">
            <a:alphaModFix/>
          </a:blip>
          <a:srcRect/>
          <a:stretch/>
        </p:blipFill>
        <p:spPr>
          <a:xfrm>
            <a:off x="2172781" y="4172679"/>
            <a:ext cx="223200" cy="223200"/>
          </a:xfrm>
          <a:prstGeom prst="rect">
            <a:avLst/>
          </a:prstGeom>
          <a:noFill/>
          <a:ln>
            <a:noFill/>
          </a:ln>
        </p:spPr>
      </p:pic>
      <p:pic>
        <p:nvPicPr>
          <p:cNvPr id="4165" name="Google Shape;4165;p57" title="si_ai-duotone.png"/>
          <p:cNvPicPr preferRelativeResize="0"/>
          <p:nvPr/>
        </p:nvPicPr>
        <p:blipFill rotWithShape="1">
          <a:blip r:embed="rId8">
            <a:alphaModFix/>
          </a:blip>
          <a:srcRect/>
          <a:stretch/>
        </p:blipFill>
        <p:spPr>
          <a:xfrm>
            <a:off x="3942550" y="4202452"/>
            <a:ext cx="191400" cy="191400"/>
          </a:xfrm>
          <a:prstGeom prst="rect">
            <a:avLst/>
          </a:prstGeom>
          <a:noFill/>
          <a:ln>
            <a:noFill/>
          </a:ln>
        </p:spPr>
      </p:pic>
      <p:pic>
        <p:nvPicPr>
          <p:cNvPr id="4166" name="Google Shape;4166;p57" title="Text-14.png"/>
          <p:cNvPicPr preferRelativeResize="0"/>
          <p:nvPr/>
        </p:nvPicPr>
        <p:blipFill rotWithShape="1">
          <a:blip r:embed="rId9">
            <a:alphaModFix/>
          </a:blip>
          <a:srcRect/>
          <a:stretch/>
        </p:blipFill>
        <p:spPr>
          <a:xfrm>
            <a:off x="5690800" y="4182007"/>
            <a:ext cx="195300" cy="195300"/>
          </a:xfrm>
          <a:prstGeom prst="rect">
            <a:avLst/>
          </a:prstGeom>
          <a:noFill/>
          <a:ln>
            <a:noFill/>
          </a:ln>
        </p:spPr>
      </p:pic>
      <p:pic>
        <p:nvPicPr>
          <p:cNvPr id="4167" name="Google Shape;4167;p57" title="Text-3.png"/>
          <p:cNvPicPr preferRelativeResize="0"/>
          <p:nvPr/>
        </p:nvPicPr>
        <p:blipFill rotWithShape="1">
          <a:blip r:embed="rId10">
            <a:alphaModFix/>
          </a:blip>
          <a:srcRect/>
          <a:stretch/>
        </p:blipFill>
        <p:spPr>
          <a:xfrm>
            <a:off x="459278" y="4199813"/>
            <a:ext cx="168925" cy="1689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171"/>
        <p:cNvGrpSpPr/>
        <p:nvPr/>
      </p:nvGrpSpPr>
      <p:grpSpPr>
        <a:xfrm>
          <a:off x="0" y="0"/>
          <a:ext cx="0" cy="0"/>
          <a:chOff x="0" y="0"/>
          <a:chExt cx="0" cy="0"/>
        </a:xfrm>
      </p:grpSpPr>
      <p:sp>
        <p:nvSpPr>
          <p:cNvPr id="4172" name="Google Shape;4172;p58"/>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173" name="Google Shape;4173;p58"/>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Italian EU P&amp;L Overview </a:t>
            </a:r>
            <a:r>
              <a:rPr lang="en" sz="1800" b="1" i="0" u="none" strike="noStrike" cap="none">
                <a:solidFill>
                  <a:schemeClr val="dk1"/>
                </a:solidFill>
                <a:latin typeface="Calibri"/>
                <a:ea typeface="Calibri"/>
                <a:cs typeface="Calibri"/>
                <a:sym typeface="Calibri"/>
              </a:rPr>
              <a:t>| PTD</a:t>
            </a:r>
            <a:endParaRPr sz="1800" b="1" i="0" u="none" strike="noStrike" cap="none">
              <a:solidFill>
                <a:schemeClr val="dk1"/>
              </a:solidFill>
              <a:latin typeface="Calibri"/>
              <a:ea typeface="Calibri"/>
              <a:cs typeface="Calibri"/>
              <a:sym typeface="Calibri"/>
            </a:endParaRPr>
          </a:p>
        </p:txBody>
      </p:sp>
      <p:pic>
        <p:nvPicPr>
          <p:cNvPr id="4174" name="Google Shape;4174;p58" title="Screenshot 2026-06-17 at 3.16.45 PM.png"/>
          <p:cNvPicPr preferRelativeResize="0"/>
          <p:nvPr/>
        </p:nvPicPr>
        <p:blipFill rotWithShape="1">
          <a:blip r:embed="rId4">
            <a:alphaModFix/>
          </a:blip>
          <a:srcRect t="9646" b="9638"/>
          <a:stretch/>
        </p:blipFill>
        <p:spPr>
          <a:xfrm>
            <a:off x="273750" y="1232250"/>
            <a:ext cx="3675300" cy="2052000"/>
          </a:xfrm>
          <a:prstGeom prst="roundRect">
            <a:avLst>
              <a:gd name="adj" fmla="val 4753"/>
            </a:avLst>
          </a:prstGeom>
          <a:noFill/>
          <a:ln>
            <a:noFill/>
          </a:ln>
        </p:spPr>
      </p:pic>
      <p:cxnSp>
        <p:nvCxnSpPr>
          <p:cNvPr id="4175" name="Google Shape;4175;p58"/>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176" name="Google Shape;4176;p58"/>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177" name="Google Shape;4177;p58" title="Slide 17.png"/>
          <p:cNvPicPr preferRelativeResize="0"/>
          <p:nvPr/>
        </p:nvPicPr>
        <p:blipFill rotWithShape="1">
          <a:blip r:embed="rId5">
            <a:alphaModFix/>
          </a:blip>
          <a:srcRect/>
          <a:stretch/>
        </p:blipFill>
        <p:spPr>
          <a:xfrm>
            <a:off x="3524690" y="974591"/>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178" name="Google Shape;4178;p58"/>
          <p:cNvGrpSpPr/>
          <p:nvPr/>
        </p:nvGrpSpPr>
        <p:grpSpPr>
          <a:xfrm>
            <a:off x="3496676" y="663825"/>
            <a:ext cx="1155776" cy="235490"/>
            <a:chOff x="3377819" y="989946"/>
            <a:chExt cx="1126378" cy="229500"/>
          </a:xfrm>
        </p:grpSpPr>
        <p:sp>
          <p:nvSpPr>
            <p:cNvPr id="4179" name="Google Shape;4179;p58"/>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180" name="Google Shape;4180;p58"/>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181" name="Google Shape;4181;p58"/>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182" name="Google Shape;4182;p58"/>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183" name="Google Shape;4183;p58"/>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184" name="Google Shape;4184;p58"/>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185" name="Google Shape;4185;p58"/>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186" name="Google Shape;4186;p58"/>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87" name="Google Shape;4187;p58"/>
          <p:cNvSpPr txBox="1"/>
          <p:nvPr/>
        </p:nvSpPr>
        <p:spPr>
          <a:xfrm>
            <a:off x="685700" y="4209350"/>
            <a:ext cx="13362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Simplified User Experience</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188" name="Google Shape;4188;p58"/>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Reducing visual clutter and streamlining workflows to make the interface more intuitive and effortless to navigate.</a:t>
            </a:r>
            <a:endParaRPr sz="831" b="0" i="0" u="none" strike="noStrike" cap="none">
              <a:solidFill>
                <a:srgbClr val="3C3C3C"/>
              </a:solidFill>
              <a:latin typeface="Calibri"/>
              <a:ea typeface="Calibri"/>
              <a:cs typeface="Calibri"/>
              <a:sym typeface="Calibri"/>
            </a:endParaRPr>
          </a:p>
        </p:txBody>
      </p:sp>
      <p:sp>
        <p:nvSpPr>
          <p:cNvPr id="4189" name="Google Shape;4189;p58"/>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90" name="Google Shape;4190;p58"/>
          <p:cNvSpPr txBox="1"/>
          <p:nvPr/>
        </p:nvSpPr>
        <p:spPr>
          <a:xfrm>
            <a:off x="2438725" y="4209350"/>
            <a:ext cx="13362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Actionable Insight Delivery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191" name="Google Shape;4191;p58"/>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Moving from rigid data dumps to dynamic, synthesized takeaways that empower users to make fast, informed decisions.</a:t>
            </a:r>
            <a:endParaRPr sz="831" b="0" i="0" u="none" strike="noStrike" cap="none">
              <a:solidFill>
                <a:srgbClr val="3C3C3C"/>
              </a:solidFill>
              <a:latin typeface="Calibri"/>
              <a:ea typeface="Calibri"/>
              <a:cs typeface="Calibri"/>
              <a:sym typeface="Calibri"/>
            </a:endParaRPr>
          </a:p>
        </p:txBody>
      </p:sp>
      <p:sp>
        <p:nvSpPr>
          <p:cNvPr id="4192" name="Google Shape;4192;p58"/>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93" name="Google Shape;4193;p58"/>
          <p:cNvSpPr txBox="1"/>
          <p:nvPr/>
        </p:nvSpPr>
        <p:spPr>
          <a:xfrm>
            <a:off x="4191772" y="4209362"/>
            <a:ext cx="13362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Clear Hierarchy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194" name="Google Shape;4194;p58"/>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Organizing content logically to improve readability and information flow.</a:t>
            </a:r>
            <a:endParaRPr sz="831" b="0" i="0" u="none" strike="noStrike" cap="none">
              <a:solidFill>
                <a:srgbClr val="3C3C3C"/>
              </a:solidFill>
              <a:latin typeface="Calibri"/>
              <a:ea typeface="Calibri"/>
              <a:cs typeface="Calibri"/>
              <a:sym typeface="Calibri"/>
            </a:endParaRPr>
          </a:p>
        </p:txBody>
      </p:sp>
      <p:sp>
        <p:nvSpPr>
          <p:cNvPr id="4195" name="Google Shape;4195;p58"/>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96" name="Google Shape;4196;p58"/>
          <p:cNvSpPr txBox="1"/>
          <p:nvPr/>
        </p:nvSpPr>
        <p:spPr>
          <a:xfrm>
            <a:off x="5944925"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Context-Driven Information</a:t>
            </a:r>
            <a:endParaRPr sz="909" b="0" i="0" u="none" strike="noStrike" cap="none">
              <a:solidFill>
                <a:srgbClr val="3C3C3C"/>
              </a:solidFill>
              <a:latin typeface="Calibri"/>
              <a:ea typeface="Calibri"/>
              <a:cs typeface="Calibri"/>
              <a:sym typeface="Calibri"/>
            </a:endParaRPr>
          </a:p>
        </p:txBody>
      </p:sp>
      <p:sp>
        <p:nvSpPr>
          <p:cNvPr id="4197" name="Google Shape;4197;p58"/>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the UI elements (typography, iconography, and color palettes) to create a cohesive, modern corporate identity.</a:t>
            </a:r>
            <a:endParaRPr sz="831" b="0" i="0" u="none" strike="noStrike" cap="none">
              <a:solidFill>
                <a:srgbClr val="3C3C3C"/>
              </a:solidFill>
              <a:latin typeface="Calibri"/>
              <a:ea typeface="Calibri"/>
              <a:cs typeface="Calibri"/>
              <a:sym typeface="Calibri"/>
            </a:endParaRPr>
          </a:p>
        </p:txBody>
      </p:sp>
      <p:sp>
        <p:nvSpPr>
          <p:cNvPr id="4198" name="Google Shape;4198;p58"/>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199" name="Google Shape;4199;p58"/>
          <p:cNvSpPr txBox="1"/>
          <p:nvPr/>
        </p:nvSpPr>
        <p:spPr>
          <a:xfrm>
            <a:off x="7698075" y="4209350"/>
            <a:ext cx="14460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Tables</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200" name="Google Shape;4200;p58"/>
          <p:cNvSpPr txBox="1"/>
          <p:nvPr/>
        </p:nvSpPr>
        <p:spPr>
          <a:xfrm>
            <a:off x="7455243"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tables with whitespace and clear highlights for effortless scanning.</a:t>
            </a:r>
            <a:endParaRPr sz="831" b="0" i="0" u="none" strike="noStrike" cap="none">
              <a:solidFill>
                <a:srgbClr val="3C3C3C"/>
              </a:solidFill>
              <a:latin typeface="Calibri"/>
              <a:ea typeface="Calibri"/>
              <a:cs typeface="Calibri"/>
              <a:sym typeface="Calibri"/>
            </a:endParaRPr>
          </a:p>
        </p:txBody>
      </p:sp>
      <p:sp>
        <p:nvSpPr>
          <p:cNvPr id="4201" name="Google Shape;4201;p58"/>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2" name="Google Shape;4202;p58"/>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3" name="Google Shape;4203;p58"/>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4204" name="Google Shape;4204;p58" title="Text-17.png"/>
          <p:cNvPicPr preferRelativeResize="0"/>
          <p:nvPr/>
        </p:nvPicPr>
        <p:blipFill rotWithShape="1">
          <a:blip r:embed="rId6">
            <a:alphaModFix/>
          </a:blip>
          <a:srcRect/>
          <a:stretch/>
        </p:blipFill>
        <p:spPr>
          <a:xfrm>
            <a:off x="2183188" y="4176361"/>
            <a:ext cx="223200" cy="223200"/>
          </a:xfrm>
          <a:prstGeom prst="rect">
            <a:avLst/>
          </a:prstGeom>
          <a:noFill/>
          <a:ln>
            <a:noFill/>
          </a:ln>
        </p:spPr>
      </p:pic>
      <p:pic>
        <p:nvPicPr>
          <p:cNvPr id="4205" name="Google Shape;4205;p58" title="Text-3.png"/>
          <p:cNvPicPr preferRelativeResize="0"/>
          <p:nvPr/>
        </p:nvPicPr>
        <p:blipFill rotWithShape="1">
          <a:blip r:embed="rId7">
            <a:alphaModFix/>
          </a:blip>
          <a:srcRect/>
          <a:stretch/>
        </p:blipFill>
        <p:spPr>
          <a:xfrm>
            <a:off x="3923550" y="4176350"/>
            <a:ext cx="223200" cy="223200"/>
          </a:xfrm>
          <a:prstGeom prst="rect">
            <a:avLst/>
          </a:prstGeom>
          <a:noFill/>
          <a:ln>
            <a:noFill/>
          </a:ln>
        </p:spPr>
      </p:pic>
      <p:pic>
        <p:nvPicPr>
          <p:cNvPr id="4206" name="Google Shape;4206;p58" title="Text-14.png"/>
          <p:cNvPicPr preferRelativeResize="0"/>
          <p:nvPr/>
        </p:nvPicPr>
        <p:blipFill rotWithShape="1">
          <a:blip r:embed="rId8">
            <a:alphaModFix/>
          </a:blip>
          <a:srcRect/>
          <a:stretch/>
        </p:blipFill>
        <p:spPr>
          <a:xfrm>
            <a:off x="5690800" y="4182007"/>
            <a:ext cx="195300" cy="195300"/>
          </a:xfrm>
          <a:prstGeom prst="rect">
            <a:avLst/>
          </a:prstGeom>
          <a:noFill/>
          <a:ln>
            <a:noFill/>
          </a:ln>
        </p:spPr>
      </p:pic>
      <p:pic>
        <p:nvPicPr>
          <p:cNvPr id="4207" name="Google Shape;4207;p58"/>
          <p:cNvPicPr preferRelativeResize="0"/>
          <p:nvPr/>
        </p:nvPicPr>
        <p:blipFill rotWithShape="1">
          <a:blip r:embed="rId9">
            <a:alphaModFix/>
          </a:blip>
          <a:srcRect/>
          <a:stretch/>
        </p:blipFill>
        <p:spPr>
          <a:xfrm>
            <a:off x="7455250" y="4183550"/>
            <a:ext cx="191400" cy="191400"/>
          </a:xfrm>
          <a:prstGeom prst="rect">
            <a:avLst/>
          </a:prstGeom>
          <a:noFill/>
          <a:ln>
            <a:noFill/>
          </a:ln>
        </p:spPr>
      </p:pic>
      <p:pic>
        <p:nvPicPr>
          <p:cNvPr id="4208" name="Google Shape;4208;p58" title="Text-18.png"/>
          <p:cNvPicPr preferRelativeResize="0"/>
          <p:nvPr/>
        </p:nvPicPr>
        <p:blipFill rotWithShape="1">
          <a:blip r:embed="rId10">
            <a:alphaModFix/>
          </a:blip>
          <a:srcRect/>
          <a:stretch/>
        </p:blipFill>
        <p:spPr>
          <a:xfrm>
            <a:off x="446375" y="4206938"/>
            <a:ext cx="162025" cy="162025"/>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212"/>
        <p:cNvGrpSpPr/>
        <p:nvPr/>
      </p:nvGrpSpPr>
      <p:grpSpPr>
        <a:xfrm>
          <a:off x="0" y="0"/>
          <a:ext cx="0" cy="0"/>
          <a:chOff x="0" y="0"/>
          <a:chExt cx="0" cy="0"/>
        </a:xfrm>
      </p:grpSpPr>
      <p:sp>
        <p:nvSpPr>
          <p:cNvPr id="4213" name="Google Shape;4213;p59"/>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214" name="Google Shape;4214;p59"/>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Italian EU P&amp;L Overview</a:t>
            </a:r>
            <a:r>
              <a:rPr lang="en" sz="1800" b="1" i="0" u="none" strike="noStrike" cap="none">
                <a:solidFill>
                  <a:schemeClr val="dk1"/>
                </a:solidFill>
                <a:latin typeface="Calibri"/>
                <a:ea typeface="Calibri"/>
                <a:cs typeface="Calibri"/>
                <a:sym typeface="Calibri"/>
              </a:rPr>
              <a:t>| YTD</a:t>
            </a:r>
            <a:endParaRPr sz="1800" b="1" i="0" u="none" strike="noStrike" cap="none">
              <a:solidFill>
                <a:schemeClr val="dk1"/>
              </a:solidFill>
              <a:latin typeface="Calibri"/>
              <a:ea typeface="Calibri"/>
              <a:cs typeface="Calibri"/>
              <a:sym typeface="Calibri"/>
            </a:endParaRPr>
          </a:p>
        </p:txBody>
      </p:sp>
      <p:pic>
        <p:nvPicPr>
          <p:cNvPr id="4215" name="Google Shape;4215;p59" title="Screenshot 2026-06-17 at 3.21.20 PM.png"/>
          <p:cNvPicPr preferRelativeResize="0"/>
          <p:nvPr/>
        </p:nvPicPr>
        <p:blipFill rotWithShape="1">
          <a:blip r:embed="rId4">
            <a:alphaModFix/>
          </a:blip>
          <a:srcRect t="11703" b="11703"/>
          <a:stretch/>
        </p:blipFill>
        <p:spPr>
          <a:xfrm>
            <a:off x="273750" y="1232250"/>
            <a:ext cx="3675300" cy="2052000"/>
          </a:xfrm>
          <a:prstGeom prst="roundRect">
            <a:avLst>
              <a:gd name="adj" fmla="val 4753"/>
            </a:avLst>
          </a:prstGeom>
          <a:noFill/>
          <a:ln>
            <a:noFill/>
          </a:ln>
        </p:spPr>
      </p:pic>
      <p:cxnSp>
        <p:nvCxnSpPr>
          <p:cNvPr id="4216" name="Google Shape;4216;p59"/>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217" name="Google Shape;4217;p59"/>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218" name="Google Shape;4218;p59" title="Slide 18.png"/>
          <p:cNvPicPr preferRelativeResize="0"/>
          <p:nvPr/>
        </p:nvPicPr>
        <p:blipFill rotWithShape="1">
          <a:blip r:embed="rId5">
            <a:alphaModFix/>
          </a:blip>
          <a:srcRect/>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219" name="Google Shape;4219;p59"/>
          <p:cNvGrpSpPr/>
          <p:nvPr/>
        </p:nvGrpSpPr>
        <p:grpSpPr>
          <a:xfrm>
            <a:off x="3496675" y="663825"/>
            <a:ext cx="1155776" cy="235490"/>
            <a:chOff x="3377819" y="989946"/>
            <a:chExt cx="1126378" cy="229500"/>
          </a:xfrm>
        </p:grpSpPr>
        <p:sp>
          <p:nvSpPr>
            <p:cNvPr id="4220" name="Google Shape;4220;p59"/>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221" name="Google Shape;4221;p59"/>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222" name="Google Shape;4222;p59"/>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223" name="Google Shape;4223;p59"/>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224" name="Google Shape;4224;p59"/>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225" name="Google Shape;4225;p59"/>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226" name="Google Shape;4226;p59"/>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227" name="Google Shape;4227;p59"/>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228" name="Google Shape;4228;p59"/>
          <p:cNvSpPr txBox="1"/>
          <p:nvPr/>
        </p:nvSpPr>
        <p:spPr>
          <a:xfrm>
            <a:off x="685700" y="4209350"/>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Simplified User Experience</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229" name="Google Shape;4229;p59"/>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Reducing visual clutter and streamlining workflows to make the interface more intuitive and effortless to navigate.</a:t>
            </a:r>
            <a:endParaRPr sz="831" b="0" i="0" u="none" strike="noStrike" cap="none">
              <a:solidFill>
                <a:srgbClr val="3C3C3C"/>
              </a:solidFill>
              <a:latin typeface="Calibri"/>
              <a:ea typeface="Calibri"/>
              <a:cs typeface="Calibri"/>
              <a:sym typeface="Calibri"/>
            </a:endParaRPr>
          </a:p>
        </p:txBody>
      </p:sp>
      <p:sp>
        <p:nvSpPr>
          <p:cNvPr id="4230" name="Google Shape;4230;p59"/>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231" name="Google Shape;4231;p59"/>
          <p:cNvSpPr txBox="1"/>
          <p:nvPr/>
        </p:nvSpPr>
        <p:spPr>
          <a:xfrm>
            <a:off x="2438725" y="4209350"/>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Actionable Insight Delivery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232" name="Google Shape;4232;p59"/>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Moving from rigid data dumps to dynamic, synthesized takeaways that empower users to make fast, informed decisions.</a:t>
            </a:r>
            <a:endParaRPr sz="831" b="0" i="0" u="none" strike="noStrike" cap="none">
              <a:solidFill>
                <a:srgbClr val="3C3C3C"/>
              </a:solidFill>
              <a:latin typeface="Calibri"/>
              <a:ea typeface="Calibri"/>
              <a:cs typeface="Calibri"/>
              <a:sym typeface="Calibri"/>
            </a:endParaRPr>
          </a:p>
        </p:txBody>
      </p:sp>
      <p:sp>
        <p:nvSpPr>
          <p:cNvPr id="4233" name="Google Shape;4233;p59"/>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234" name="Google Shape;4234;p59"/>
          <p:cNvSpPr txBox="1"/>
          <p:nvPr/>
        </p:nvSpPr>
        <p:spPr>
          <a:xfrm>
            <a:off x="4191772" y="4209362"/>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Clear Hierarchy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235" name="Google Shape;4235;p59"/>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Organizing content logically to improve readability and information flow.</a:t>
            </a:r>
            <a:endParaRPr sz="831" b="0" i="0" u="none" strike="noStrike" cap="none">
              <a:solidFill>
                <a:srgbClr val="3C3C3C"/>
              </a:solidFill>
              <a:latin typeface="Calibri"/>
              <a:ea typeface="Calibri"/>
              <a:cs typeface="Calibri"/>
              <a:sym typeface="Calibri"/>
            </a:endParaRPr>
          </a:p>
        </p:txBody>
      </p:sp>
      <p:sp>
        <p:nvSpPr>
          <p:cNvPr id="4236" name="Google Shape;4236;p59"/>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237" name="Google Shape;4237;p59"/>
          <p:cNvSpPr txBox="1"/>
          <p:nvPr/>
        </p:nvSpPr>
        <p:spPr>
          <a:xfrm>
            <a:off x="5944925"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Context-Driven Information</a:t>
            </a:r>
            <a:endParaRPr sz="909" b="0" i="0" u="none" strike="noStrike" cap="none">
              <a:solidFill>
                <a:srgbClr val="3C3C3C"/>
              </a:solidFill>
              <a:latin typeface="Calibri"/>
              <a:ea typeface="Calibri"/>
              <a:cs typeface="Calibri"/>
              <a:sym typeface="Calibri"/>
            </a:endParaRPr>
          </a:p>
        </p:txBody>
      </p:sp>
      <p:sp>
        <p:nvSpPr>
          <p:cNvPr id="4238" name="Google Shape;4238;p59"/>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roles, and current tasks of the user.</a:t>
            </a:r>
            <a:endParaRPr sz="831" b="0" i="0" u="none" strike="noStrike" cap="none">
              <a:solidFill>
                <a:srgbClr val="3C3C3C"/>
              </a:solidFill>
              <a:latin typeface="Calibri"/>
              <a:ea typeface="Calibri"/>
              <a:cs typeface="Calibri"/>
              <a:sym typeface="Calibri"/>
            </a:endParaRPr>
          </a:p>
        </p:txBody>
      </p:sp>
      <p:sp>
        <p:nvSpPr>
          <p:cNvPr id="4239" name="Google Shape;4239;p59"/>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240" name="Google Shape;4240;p59"/>
          <p:cNvSpPr txBox="1"/>
          <p:nvPr/>
        </p:nvSpPr>
        <p:spPr>
          <a:xfrm>
            <a:off x="7698075"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Tables</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241" name="Google Shape;4241;p59"/>
          <p:cNvSpPr txBox="1"/>
          <p:nvPr/>
        </p:nvSpPr>
        <p:spPr>
          <a:xfrm>
            <a:off x="7455243"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tables with whitespace and clear highlights for effortless scanning.</a:t>
            </a:r>
            <a:endParaRPr sz="831" b="0" i="0" u="none" strike="noStrike" cap="none">
              <a:solidFill>
                <a:srgbClr val="3C3C3C"/>
              </a:solidFill>
              <a:latin typeface="Calibri"/>
              <a:ea typeface="Calibri"/>
              <a:cs typeface="Calibri"/>
              <a:sym typeface="Calibri"/>
            </a:endParaRPr>
          </a:p>
        </p:txBody>
      </p:sp>
      <p:sp>
        <p:nvSpPr>
          <p:cNvPr id="4242" name="Google Shape;4242;p59"/>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3" name="Google Shape;4243;p59"/>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4" name="Google Shape;4244;p59"/>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4245" name="Google Shape;4245;p59" title="Text-17.png"/>
          <p:cNvPicPr preferRelativeResize="0"/>
          <p:nvPr/>
        </p:nvPicPr>
        <p:blipFill rotWithShape="1">
          <a:blip r:embed="rId6">
            <a:alphaModFix/>
          </a:blip>
          <a:srcRect/>
          <a:stretch/>
        </p:blipFill>
        <p:spPr>
          <a:xfrm>
            <a:off x="2183188" y="4176361"/>
            <a:ext cx="223200" cy="223200"/>
          </a:xfrm>
          <a:prstGeom prst="rect">
            <a:avLst/>
          </a:prstGeom>
          <a:noFill/>
          <a:ln>
            <a:noFill/>
          </a:ln>
        </p:spPr>
      </p:pic>
      <p:pic>
        <p:nvPicPr>
          <p:cNvPr id="4246" name="Google Shape;4246;p59" title="Text-3.png"/>
          <p:cNvPicPr preferRelativeResize="0"/>
          <p:nvPr/>
        </p:nvPicPr>
        <p:blipFill rotWithShape="1">
          <a:blip r:embed="rId7">
            <a:alphaModFix/>
          </a:blip>
          <a:srcRect/>
          <a:stretch/>
        </p:blipFill>
        <p:spPr>
          <a:xfrm>
            <a:off x="3923550" y="4176350"/>
            <a:ext cx="223200" cy="223200"/>
          </a:xfrm>
          <a:prstGeom prst="rect">
            <a:avLst/>
          </a:prstGeom>
          <a:noFill/>
          <a:ln>
            <a:noFill/>
          </a:ln>
        </p:spPr>
      </p:pic>
      <p:pic>
        <p:nvPicPr>
          <p:cNvPr id="4247" name="Google Shape;4247;p59" title="Text-14.png"/>
          <p:cNvPicPr preferRelativeResize="0"/>
          <p:nvPr/>
        </p:nvPicPr>
        <p:blipFill rotWithShape="1">
          <a:blip r:embed="rId8">
            <a:alphaModFix/>
          </a:blip>
          <a:srcRect/>
          <a:stretch/>
        </p:blipFill>
        <p:spPr>
          <a:xfrm>
            <a:off x="5690800" y="4182007"/>
            <a:ext cx="195300" cy="195300"/>
          </a:xfrm>
          <a:prstGeom prst="rect">
            <a:avLst/>
          </a:prstGeom>
          <a:noFill/>
          <a:ln>
            <a:noFill/>
          </a:ln>
        </p:spPr>
      </p:pic>
      <p:pic>
        <p:nvPicPr>
          <p:cNvPr id="4248" name="Google Shape;4248;p59"/>
          <p:cNvPicPr preferRelativeResize="0"/>
          <p:nvPr/>
        </p:nvPicPr>
        <p:blipFill rotWithShape="1">
          <a:blip r:embed="rId9">
            <a:alphaModFix/>
          </a:blip>
          <a:srcRect/>
          <a:stretch/>
        </p:blipFill>
        <p:spPr>
          <a:xfrm>
            <a:off x="7455250" y="4183550"/>
            <a:ext cx="191400" cy="191400"/>
          </a:xfrm>
          <a:prstGeom prst="rect">
            <a:avLst/>
          </a:prstGeom>
          <a:noFill/>
          <a:ln>
            <a:noFill/>
          </a:ln>
        </p:spPr>
      </p:pic>
      <p:pic>
        <p:nvPicPr>
          <p:cNvPr id="4249" name="Google Shape;4249;p59" title="Text-18.png"/>
          <p:cNvPicPr preferRelativeResize="0"/>
          <p:nvPr/>
        </p:nvPicPr>
        <p:blipFill rotWithShape="1">
          <a:blip r:embed="rId10">
            <a:alphaModFix/>
          </a:blip>
          <a:srcRect/>
          <a:stretch/>
        </p:blipFill>
        <p:spPr>
          <a:xfrm>
            <a:off x="446375" y="4206938"/>
            <a:ext cx="162025" cy="162025"/>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253"/>
        <p:cNvGrpSpPr/>
        <p:nvPr/>
      </p:nvGrpSpPr>
      <p:grpSpPr>
        <a:xfrm>
          <a:off x="0" y="0"/>
          <a:ext cx="0" cy="0"/>
          <a:chOff x="0" y="0"/>
          <a:chExt cx="0" cy="0"/>
        </a:xfrm>
      </p:grpSpPr>
      <p:sp>
        <p:nvSpPr>
          <p:cNvPr id="4254" name="Google Shape;4254;p60"/>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255" name="Google Shape;4255;p60"/>
          <p:cNvSpPr txBox="1"/>
          <p:nvPr/>
        </p:nvSpPr>
        <p:spPr>
          <a:xfrm>
            <a:off x="273741" y="121759"/>
            <a:ext cx="6045300" cy="619800"/>
          </a:xfrm>
          <a:prstGeom prst="rect">
            <a:avLst/>
          </a:prstGeom>
          <a:noFill/>
          <a:ln>
            <a:noFill/>
          </a:ln>
        </p:spPr>
        <p:txBody>
          <a:bodyPr spcFirstLastPara="1" wrap="square" lIns="65175" tIns="32575" rIns="65175" bIns="32575" anchor="t" anchorCtr="0">
            <a:spAutoFit/>
          </a:bodyPr>
          <a:lstStyle/>
          <a:p>
            <a:pPr marL="0" lvl="0" indent="0" algn="l" rtl="0">
              <a:spcBef>
                <a:spcPts val="0"/>
              </a:spcBef>
              <a:spcAft>
                <a:spcPts val="0"/>
              </a:spcAft>
              <a:buClr>
                <a:schemeClr val="dk1"/>
              </a:buClr>
              <a:buSzPts val="2851"/>
              <a:buFont typeface="Arial"/>
              <a:buNone/>
            </a:pPr>
            <a:r>
              <a:rPr lang="en" sz="1800" b="1">
                <a:solidFill>
                  <a:schemeClr val="dk1"/>
                </a:solidFill>
                <a:latin typeface="Calibri"/>
                <a:ea typeface="Calibri"/>
                <a:cs typeface="Calibri"/>
                <a:sym typeface="Calibri"/>
              </a:rPr>
              <a:t>Italian EU P&amp;L Overview | YEE vs AEP</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851"/>
              <a:buFont typeface="Arial"/>
              <a:buNone/>
            </a:pPr>
            <a:endParaRPr sz="1800" b="1">
              <a:solidFill>
                <a:schemeClr val="dk1"/>
              </a:solidFill>
              <a:latin typeface="Calibri"/>
              <a:ea typeface="Calibri"/>
              <a:cs typeface="Calibri"/>
              <a:sym typeface="Calibri"/>
            </a:endParaRPr>
          </a:p>
        </p:txBody>
      </p:sp>
      <p:pic>
        <p:nvPicPr>
          <p:cNvPr id="4256" name="Google Shape;4256;p60" title="Screenshot 2026-06-17 at 3.22.28 PM.png"/>
          <p:cNvPicPr preferRelativeResize="0"/>
          <p:nvPr/>
        </p:nvPicPr>
        <p:blipFill rotWithShape="1">
          <a:blip r:embed="rId4">
            <a:alphaModFix/>
          </a:blip>
          <a:srcRect t="12011" b="17626"/>
          <a:stretch/>
        </p:blipFill>
        <p:spPr>
          <a:xfrm>
            <a:off x="273750" y="1232250"/>
            <a:ext cx="3675300" cy="2052000"/>
          </a:xfrm>
          <a:prstGeom prst="roundRect">
            <a:avLst>
              <a:gd name="adj" fmla="val 4753"/>
            </a:avLst>
          </a:prstGeom>
          <a:noFill/>
          <a:ln>
            <a:noFill/>
          </a:ln>
        </p:spPr>
      </p:pic>
      <p:cxnSp>
        <p:nvCxnSpPr>
          <p:cNvPr id="4257" name="Google Shape;4257;p60"/>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258" name="Google Shape;4258;p60"/>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259" name="Google Shape;4259;p60" title="Slide 19.png"/>
          <p:cNvPicPr preferRelativeResize="0"/>
          <p:nvPr/>
        </p:nvPicPr>
        <p:blipFill rotWithShape="1">
          <a:blip r:embed="rId5">
            <a:alphaModFix/>
          </a:blip>
          <a:srcRect/>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260" name="Google Shape;4260;p60"/>
          <p:cNvGrpSpPr/>
          <p:nvPr/>
        </p:nvGrpSpPr>
        <p:grpSpPr>
          <a:xfrm>
            <a:off x="3496675" y="663825"/>
            <a:ext cx="1155776" cy="235490"/>
            <a:chOff x="3377819" y="989946"/>
            <a:chExt cx="1126378" cy="229500"/>
          </a:xfrm>
        </p:grpSpPr>
        <p:sp>
          <p:nvSpPr>
            <p:cNvPr id="4261" name="Google Shape;4261;p60"/>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262" name="Google Shape;4262;p60"/>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263" name="Google Shape;4263;p60"/>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264" name="Google Shape;4264;p60"/>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265" name="Google Shape;4265;p60"/>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266" name="Google Shape;4266;p60"/>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267" name="Google Shape;4267;p60"/>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268" name="Google Shape;4268;p60"/>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269" name="Google Shape;4269;p60"/>
          <p:cNvSpPr txBox="1"/>
          <p:nvPr/>
        </p:nvSpPr>
        <p:spPr>
          <a:xfrm>
            <a:off x="685700" y="4209350"/>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Simplified User Experience</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270" name="Google Shape;4270;p60"/>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Reducing visual clutter and streamlining workflows to make the interface more intuitive and effortless to navigate.</a:t>
            </a:r>
            <a:endParaRPr sz="831" b="0" i="0" u="none" strike="noStrike" cap="none">
              <a:solidFill>
                <a:srgbClr val="3C3C3C"/>
              </a:solidFill>
              <a:latin typeface="Calibri"/>
              <a:ea typeface="Calibri"/>
              <a:cs typeface="Calibri"/>
              <a:sym typeface="Calibri"/>
            </a:endParaRPr>
          </a:p>
        </p:txBody>
      </p:sp>
      <p:sp>
        <p:nvSpPr>
          <p:cNvPr id="4271" name="Google Shape;4271;p60"/>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272" name="Google Shape;4272;p60"/>
          <p:cNvSpPr txBox="1"/>
          <p:nvPr/>
        </p:nvSpPr>
        <p:spPr>
          <a:xfrm>
            <a:off x="2438725" y="4209350"/>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Actionable Insight Delivery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273" name="Google Shape;4273;p60"/>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Moving from rigid data dumps to dynamic, synthesized takeaways that empower users to make fast, informed decisions.</a:t>
            </a:r>
            <a:endParaRPr sz="831" b="0" i="0" u="none" strike="noStrike" cap="none">
              <a:solidFill>
                <a:srgbClr val="3C3C3C"/>
              </a:solidFill>
              <a:latin typeface="Calibri"/>
              <a:ea typeface="Calibri"/>
              <a:cs typeface="Calibri"/>
              <a:sym typeface="Calibri"/>
            </a:endParaRPr>
          </a:p>
        </p:txBody>
      </p:sp>
      <p:sp>
        <p:nvSpPr>
          <p:cNvPr id="4274" name="Google Shape;4274;p60"/>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275" name="Google Shape;4275;p60"/>
          <p:cNvSpPr txBox="1"/>
          <p:nvPr/>
        </p:nvSpPr>
        <p:spPr>
          <a:xfrm>
            <a:off x="4191772" y="4209362"/>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Clear Hierarchy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276" name="Google Shape;4276;p60"/>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Organizing content logically to improve readability and information flow.</a:t>
            </a:r>
            <a:endParaRPr sz="831" b="0" i="0" u="none" strike="noStrike" cap="none">
              <a:solidFill>
                <a:srgbClr val="3C3C3C"/>
              </a:solidFill>
              <a:latin typeface="Calibri"/>
              <a:ea typeface="Calibri"/>
              <a:cs typeface="Calibri"/>
              <a:sym typeface="Calibri"/>
            </a:endParaRPr>
          </a:p>
        </p:txBody>
      </p:sp>
      <p:sp>
        <p:nvSpPr>
          <p:cNvPr id="4277" name="Google Shape;4277;p60"/>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278" name="Google Shape;4278;p60"/>
          <p:cNvSpPr txBox="1"/>
          <p:nvPr/>
        </p:nvSpPr>
        <p:spPr>
          <a:xfrm>
            <a:off x="5944925"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Context-Driven Information</a:t>
            </a:r>
            <a:endParaRPr sz="909" b="0" i="0" u="none" strike="noStrike" cap="none">
              <a:solidFill>
                <a:srgbClr val="3C3C3C"/>
              </a:solidFill>
              <a:latin typeface="Calibri"/>
              <a:ea typeface="Calibri"/>
              <a:cs typeface="Calibri"/>
              <a:sym typeface="Calibri"/>
            </a:endParaRPr>
          </a:p>
        </p:txBody>
      </p:sp>
      <p:sp>
        <p:nvSpPr>
          <p:cNvPr id="4279" name="Google Shape;4279;p60"/>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roles, and current tasks of the user.</a:t>
            </a:r>
            <a:endParaRPr sz="831" b="0" i="0" u="none" strike="noStrike" cap="none">
              <a:solidFill>
                <a:srgbClr val="3C3C3C"/>
              </a:solidFill>
              <a:latin typeface="Calibri"/>
              <a:ea typeface="Calibri"/>
              <a:cs typeface="Calibri"/>
              <a:sym typeface="Calibri"/>
            </a:endParaRPr>
          </a:p>
        </p:txBody>
      </p:sp>
      <p:sp>
        <p:nvSpPr>
          <p:cNvPr id="4280" name="Google Shape;4280;p60"/>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281" name="Google Shape;4281;p60"/>
          <p:cNvSpPr txBox="1"/>
          <p:nvPr/>
        </p:nvSpPr>
        <p:spPr>
          <a:xfrm>
            <a:off x="7698075"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Tables</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282" name="Google Shape;4282;p60"/>
          <p:cNvSpPr txBox="1"/>
          <p:nvPr/>
        </p:nvSpPr>
        <p:spPr>
          <a:xfrm>
            <a:off x="7455243"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tables with whitespace and clear highlights for effortless scanning.</a:t>
            </a:r>
            <a:endParaRPr sz="831" b="0" i="0" u="none" strike="noStrike" cap="none">
              <a:solidFill>
                <a:srgbClr val="3C3C3C"/>
              </a:solidFill>
              <a:latin typeface="Calibri"/>
              <a:ea typeface="Calibri"/>
              <a:cs typeface="Calibri"/>
              <a:sym typeface="Calibri"/>
            </a:endParaRPr>
          </a:p>
        </p:txBody>
      </p:sp>
      <p:sp>
        <p:nvSpPr>
          <p:cNvPr id="4283" name="Google Shape;4283;p60"/>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4" name="Google Shape;4284;p60"/>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5" name="Google Shape;4285;p60"/>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4286" name="Google Shape;4286;p60" title="Text-14.png"/>
          <p:cNvPicPr preferRelativeResize="0"/>
          <p:nvPr/>
        </p:nvPicPr>
        <p:blipFill rotWithShape="1">
          <a:blip r:embed="rId6">
            <a:alphaModFix/>
          </a:blip>
          <a:srcRect/>
          <a:stretch/>
        </p:blipFill>
        <p:spPr>
          <a:xfrm>
            <a:off x="5690800" y="4182007"/>
            <a:ext cx="195300" cy="195300"/>
          </a:xfrm>
          <a:prstGeom prst="rect">
            <a:avLst/>
          </a:prstGeom>
          <a:noFill/>
          <a:ln>
            <a:noFill/>
          </a:ln>
        </p:spPr>
      </p:pic>
      <p:pic>
        <p:nvPicPr>
          <p:cNvPr id="4287" name="Google Shape;4287;p60" title="Text-3.png"/>
          <p:cNvPicPr preferRelativeResize="0"/>
          <p:nvPr/>
        </p:nvPicPr>
        <p:blipFill rotWithShape="1">
          <a:blip r:embed="rId7">
            <a:alphaModFix/>
          </a:blip>
          <a:srcRect/>
          <a:stretch/>
        </p:blipFill>
        <p:spPr>
          <a:xfrm>
            <a:off x="3923550" y="4176350"/>
            <a:ext cx="223200" cy="223200"/>
          </a:xfrm>
          <a:prstGeom prst="rect">
            <a:avLst/>
          </a:prstGeom>
          <a:noFill/>
          <a:ln>
            <a:noFill/>
          </a:ln>
        </p:spPr>
      </p:pic>
      <p:pic>
        <p:nvPicPr>
          <p:cNvPr id="4288" name="Google Shape;4288;p60" title="Text-17.png"/>
          <p:cNvPicPr preferRelativeResize="0"/>
          <p:nvPr/>
        </p:nvPicPr>
        <p:blipFill rotWithShape="1">
          <a:blip r:embed="rId8">
            <a:alphaModFix/>
          </a:blip>
          <a:srcRect/>
          <a:stretch/>
        </p:blipFill>
        <p:spPr>
          <a:xfrm>
            <a:off x="2183188" y="4176361"/>
            <a:ext cx="223200" cy="223200"/>
          </a:xfrm>
          <a:prstGeom prst="rect">
            <a:avLst/>
          </a:prstGeom>
          <a:noFill/>
          <a:ln>
            <a:noFill/>
          </a:ln>
        </p:spPr>
      </p:pic>
      <p:pic>
        <p:nvPicPr>
          <p:cNvPr id="4289" name="Google Shape;4289;p60"/>
          <p:cNvPicPr preferRelativeResize="0"/>
          <p:nvPr/>
        </p:nvPicPr>
        <p:blipFill rotWithShape="1">
          <a:blip r:embed="rId9">
            <a:alphaModFix/>
          </a:blip>
          <a:srcRect/>
          <a:stretch/>
        </p:blipFill>
        <p:spPr>
          <a:xfrm>
            <a:off x="7455250" y="4183550"/>
            <a:ext cx="191400" cy="191400"/>
          </a:xfrm>
          <a:prstGeom prst="rect">
            <a:avLst/>
          </a:prstGeom>
          <a:noFill/>
          <a:ln>
            <a:noFill/>
          </a:ln>
        </p:spPr>
      </p:pic>
      <p:pic>
        <p:nvPicPr>
          <p:cNvPr id="4290" name="Google Shape;4290;p60" title="Text-18.png"/>
          <p:cNvPicPr preferRelativeResize="0"/>
          <p:nvPr/>
        </p:nvPicPr>
        <p:blipFill rotWithShape="1">
          <a:blip r:embed="rId10">
            <a:alphaModFix/>
          </a:blip>
          <a:srcRect/>
          <a:stretch/>
        </p:blipFill>
        <p:spPr>
          <a:xfrm>
            <a:off x="446375" y="4206938"/>
            <a:ext cx="162025" cy="162025"/>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294"/>
        <p:cNvGrpSpPr/>
        <p:nvPr/>
      </p:nvGrpSpPr>
      <p:grpSpPr>
        <a:xfrm>
          <a:off x="0" y="0"/>
          <a:ext cx="0" cy="0"/>
          <a:chOff x="0" y="0"/>
          <a:chExt cx="0" cy="0"/>
        </a:xfrm>
      </p:grpSpPr>
      <p:sp>
        <p:nvSpPr>
          <p:cNvPr id="4295" name="Google Shape;4295;p61"/>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296" name="Google Shape;4296;p61"/>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Quarterly Category WD by SKU</a:t>
            </a:r>
            <a:endParaRPr sz="1800" b="1" i="0" u="none" strike="noStrike" cap="none">
              <a:solidFill>
                <a:schemeClr val="dk1"/>
              </a:solidFill>
              <a:latin typeface="Calibri"/>
              <a:ea typeface="Calibri"/>
              <a:cs typeface="Calibri"/>
              <a:sym typeface="Calibri"/>
            </a:endParaRPr>
          </a:p>
        </p:txBody>
      </p:sp>
      <p:pic>
        <p:nvPicPr>
          <p:cNvPr id="4297" name="Google Shape;4297;p61" title="Screenshot 2026-06-17 at 6.18.35 PM.png"/>
          <p:cNvPicPr preferRelativeResize="0"/>
          <p:nvPr/>
        </p:nvPicPr>
        <p:blipFill rotWithShape="1">
          <a:blip r:embed="rId4">
            <a:alphaModFix/>
          </a:blip>
          <a:srcRect l="503" t="880" r="9666" b="-880"/>
          <a:stretch/>
        </p:blipFill>
        <p:spPr>
          <a:xfrm>
            <a:off x="318746" y="1263873"/>
            <a:ext cx="3574200" cy="2241300"/>
          </a:xfrm>
          <a:prstGeom prst="roundRect">
            <a:avLst>
              <a:gd name="adj" fmla="val 4753"/>
            </a:avLst>
          </a:prstGeom>
          <a:noFill/>
          <a:ln>
            <a:noFill/>
          </a:ln>
        </p:spPr>
      </p:pic>
      <p:cxnSp>
        <p:nvCxnSpPr>
          <p:cNvPr id="4298" name="Google Shape;4298;p61"/>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299" name="Google Shape;4299;p61"/>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300" name="Google Shape;4300;p61" title="slide 24.png"/>
          <p:cNvPicPr preferRelativeResize="0"/>
          <p:nvPr/>
        </p:nvPicPr>
        <p:blipFill rotWithShape="1">
          <a:blip r:embed="rId5">
            <a:alphaModFix/>
          </a:blip>
          <a:srcRect t="-1276"/>
          <a:stretch/>
        </p:blipFill>
        <p:spPr>
          <a:xfrm>
            <a:off x="3524700" y="954459"/>
            <a:ext cx="5221200" cy="28215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301" name="Google Shape;4301;p61"/>
          <p:cNvGrpSpPr/>
          <p:nvPr/>
        </p:nvGrpSpPr>
        <p:grpSpPr>
          <a:xfrm>
            <a:off x="3524689" y="663825"/>
            <a:ext cx="1155776" cy="235490"/>
            <a:chOff x="3377819" y="989946"/>
            <a:chExt cx="1126378" cy="229500"/>
          </a:xfrm>
        </p:grpSpPr>
        <p:sp>
          <p:nvSpPr>
            <p:cNvPr id="4302" name="Google Shape;4302;p61"/>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303" name="Google Shape;4303;p61"/>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304" name="Google Shape;4304;p61"/>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305" name="Google Shape;4305;p61"/>
          <p:cNvSpPr txBox="1"/>
          <p:nvPr/>
        </p:nvSpPr>
        <p:spPr>
          <a:xfrm>
            <a:off x="4661168"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306" name="Google Shape;4306;p61"/>
          <p:cNvSpPr/>
          <p:nvPr/>
        </p:nvSpPr>
        <p:spPr>
          <a:xfrm>
            <a:off x="4642134"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307" name="Google Shape;4307;p61"/>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308" name="Google Shape;4308;p61"/>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309" name="Google Shape;4309;p61"/>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310" name="Google Shape;4310;p61"/>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4311" name="Google Shape;4311;p61"/>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4312" name="Google Shape;4312;p61"/>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313" name="Google Shape;4313;p61"/>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314" name="Google Shape;4314;p61"/>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4315" name="Google Shape;4315;p61"/>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316" name="Google Shape;4316;p61"/>
          <p:cNvSpPr txBox="1"/>
          <p:nvPr/>
        </p:nvSpPr>
        <p:spPr>
          <a:xfrm>
            <a:off x="4191775" y="4209350"/>
            <a:ext cx="15339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Decision Support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317" name="Google Shape;4317;p61"/>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insights that empower users to act quickly and confidently.</a:t>
            </a:r>
            <a:endParaRPr sz="831" b="0" i="0" u="none" strike="noStrike" cap="none">
              <a:solidFill>
                <a:srgbClr val="3C3C3C"/>
              </a:solidFill>
              <a:latin typeface="Calibri"/>
              <a:ea typeface="Calibri"/>
              <a:cs typeface="Calibri"/>
              <a:sym typeface="Calibri"/>
            </a:endParaRPr>
          </a:p>
        </p:txBody>
      </p:sp>
      <p:sp>
        <p:nvSpPr>
          <p:cNvPr id="4318" name="Google Shape;4318;p61"/>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319" name="Google Shape;4319;p61"/>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Data</a:t>
            </a:r>
            <a:endParaRPr sz="909" b="0" i="0" u="none" strike="noStrike" cap="none">
              <a:solidFill>
                <a:srgbClr val="3C3C3C"/>
              </a:solidFill>
              <a:latin typeface="Calibri"/>
              <a:ea typeface="Calibri"/>
              <a:cs typeface="Calibri"/>
              <a:sym typeface="Calibri"/>
            </a:endParaRPr>
          </a:p>
        </p:txBody>
      </p:sp>
      <p:sp>
        <p:nvSpPr>
          <p:cNvPr id="4320" name="Google Shape;4320;p61"/>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4321" name="Google Shape;4321;p61"/>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322" name="Google Shape;4322;p61"/>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4323" name="Google Shape;4323;p61"/>
          <p:cNvSpPr txBox="1"/>
          <p:nvPr/>
        </p:nvSpPr>
        <p:spPr>
          <a:xfrm>
            <a:off x="7455243" y="4434533"/>
            <a:ext cx="1533900" cy="6393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4324" name="Google Shape;4324;p61"/>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5" name="Google Shape;4325;p61"/>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6" name="Google Shape;4326;p61"/>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4327" name="Google Shape;4327;p61" title="material-symbols_close-rounded.png"/>
          <p:cNvPicPr preferRelativeResize="0"/>
          <p:nvPr/>
        </p:nvPicPr>
        <p:blipFill rotWithShape="1">
          <a:blip r:embed="rId6">
            <a:alphaModFix/>
          </a:blip>
          <a:srcRect/>
          <a:stretch/>
        </p:blipFill>
        <p:spPr>
          <a:xfrm>
            <a:off x="8369936" y="1441099"/>
            <a:ext cx="102275" cy="102275"/>
          </a:xfrm>
          <a:prstGeom prst="rect">
            <a:avLst/>
          </a:prstGeom>
          <a:noFill/>
          <a:ln>
            <a:noFill/>
          </a:ln>
        </p:spPr>
      </p:pic>
      <p:pic>
        <p:nvPicPr>
          <p:cNvPr id="4328" name="Google Shape;4328;p61" title="Text-1.png"/>
          <p:cNvPicPr preferRelativeResize="0"/>
          <p:nvPr/>
        </p:nvPicPr>
        <p:blipFill rotWithShape="1">
          <a:blip r:embed="rId7">
            <a:alphaModFix/>
          </a:blip>
          <a:srcRect/>
          <a:stretch/>
        </p:blipFill>
        <p:spPr>
          <a:xfrm>
            <a:off x="2172781" y="4172679"/>
            <a:ext cx="223200" cy="223200"/>
          </a:xfrm>
          <a:prstGeom prst="rect">
            <a:avLst/>
          </a:prstGeom>
          <a:noFill/>
          <a:ln>
            <a:noFill/>
          </a:ln>
        </p:spPr>
      </p:pic>
      <p:pic>
        <p:nvPicPr>
          <p:cNvPr id="4329" name="Google Shape;4329;p61" title="si_ai-duotone.png"/>
          <p:cNvPicPr preferRelativeResize="0"/>
          <p:nvPr/>
        </p:nvPicPr>
        <p:blipFill rotWithShape="1">
          <a:blip r:embed="rId8">
            <a:alphaModFix/>
          </a:blip>
          <a:srcRect/>
          <a:stretch/>
        </p:blipFill>
        <p:spPr>
          <a:xfrm>
            <a:off x="3942550" y="4202452"/>
            <a:ext cx="191400" cy="191400"/>
          </a:xfrm>
          <a:prstGeom prst="rect">
            <a:avLst/>
          </a:prstGeom>
          <a:noFill/>
          <a:ln>
            <a:noFill/>
          </a:ln>
        </p:spPr>
      </p:pic>
      <p:pic>
        <p:nvPicPr>
          <p:cNvPr id="4330" name="Google Shape;4330;p61" title="Text-14.png"/>
          <p:cNvPicPr preferRelativeResize="0"/>
          <p:nvPr/>
        </p:nvPicPr>
        <p:blipFill rotWithShape="1">
          <a:blip r:embed="rId9">
            <a:alphaModFix/>
          </a:blip>
          <a:srcRect/>
          <a:stretch/>
        </p:blipFill>
        <p:spPr>
          <a:xfrm>
            <a:off x="5690800" y="4182007"/>
            <a:ext cx="195300" cy="195300"/>
          </a:xfrm>
          <a:prstGeom prst="rect">
            <a:avLst/>
          </a:prstGeom>
          <a:noFill/>
          <a:ln>
            <a:noFill/>
          </a:ln>
        </p:spPr>
      </p:pic>
      <p:pic>
        <p:nvPicPr>
          <p:cNvPr id="4331" name="Google Shape;4331;p61"/>
          <p:cNvPicPr preferRelativeResize="0"/>
          <p:nvPr/>
        </p:nvPicPr>
        <p:blipFill rotWithShape="1">
          <a:blip r:embed="rId10">
            <a:alphaModFix/>
          </a:blip>
          <a:srcRect/>
          <a:stretch/>
        </p:blipFill>
        <p:spPr>
          <a:xfrm>
            <a:off x="7473397" y="4188575"/>
            <a:ext cx="191400" cy="191400"/>
          </a:xfrm>
          <a:prstGeom prst="rect">
            <a:avLst/>
          </a:prstGeom>
          <a:noFill/>
          <a:ln>
            <a:noFill/>
          </a:ln>
        </p:spPr>
      </p:pic>
      <p:pic>
        <p:nvPicPr>
          <p:cNvPr id="4332" name="Google Shape;4332;p61" title="Text-3.png"/>
          <p:cNvPicPr preferRelativeResize="0"/>
          <p:nvPr/>
        </p:nvPicPr>
        <p:blipFill rotWithShape="1">
          <a:blip r:embed="rId11">
            <a:alphaModFix/>
          </a:blip>
          <a:srcRect/>
          <a:stretch/>
        </p:blipFill>
        <p:spPr>
          <a:xfrm>
            <a:off x="459278" y="4199813"/>
            <a:ext cx="168925" cy="168925"/>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336"/>
        <p:cNvGrpSpPr/>
        <p:nvPr/>
      </p:nvGrpSpPr>
      <p:grpSpPr>
        <a:xfrm>
          <a:off x="0" y="0"/>
          <a:ext cx="0" cy="0"/>
          <a:chOff x="0" y="0"/>
          <a:chExt cx="0" cy="0"/>
        </a:xfrm>
      </p:grpSpPr>
      <p:sp>
        <p:nvSpPr>
          <p:cNvPr id="4337" name="Google Shape;4337;p62"/>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338" name="Google Shape;4338;p62"/>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Perfect Commerce Metrics: </a:t>
            </a:r>
            <a:r>
              <a:rPr lang="en" sz="1800" b="1">
                <a:solidFill>
                  <a:schemeClr val="dk1"/>
                </a:solidFill>
                <a:latin typeface="Calibri"/>
                <a:ea typeface="Calibri"/>
                <a:cs typeface="Calibri"/>
                <a:sym typeface="Calibri"/>
              </a:rPr>
              <a:t>Share of Shelf</a:t>
            </a:r>
            <a:endParaRPr sz="1800" b="1" i="0" u="none" strike="noStrike" cap="none">
              <a:solidFill>
                <a:schemeClr val="dk1"/>
              </a:solidFill>
              <a:latin typeface="Calibri"/>
              <a:ea typeface="Calibri"/>
              <a:cs typeface="Calibri"/>
              <a:sym typeface="Calibri"/>
            </a:endParaRPr>
          </a:p>
        </p:txBody>
      </p:sp>
      <p:pic>
        <p:nvPicPr>
          <p:cNvPr id="4339" name="Google Shape;4339;p62" title="Screenshot 2026-06-17 at 6.23.38 PM.png"/>
          <p:cNvPicPr preferRelativeResize="0"/>
          <p:nvPr/>
        </p:nvPicPr>
        <p:blipFill rotWithShape="1">
          <a:blip r:embed="rId3">
            <a:alphaModFix/>
          </a:blip>
          <a:srcRect l="1296" r="8067"/>
          <a:stretch/>
        </p:blipFill>
        <p:spPr>
          <a:xfrm>
            <a:off x="318746" y="1236648"/>
            <a:ext cx="3574200" cy="2241300"/>
          </a:xfrm>
          <a:prstGeom prst="roundRect">
            <a:avLst>
              <a:gd name="adj" fmla="val 4753"/>
            </a:avLst>
          </a:prstGeom>
          <a:noFill/>
          <a:ln>
            <a:noFill/>
          </a:ln>
        </p:spPr>
      </p:pic>
      <p:cxnSp>
        <p:nvCxnSpPr>
          <p:cNvPr id="4340" name="Google Shape;4340;p62"/>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341" name="Google Shape;4341;p62"/>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342" name="Google Shape;4342;p62" title="perfect store 45.png"/>
          <p:cNvPicPr preferRelativeResize="0"/>
          <p:nvPr/>
        </p:nvPicPr>
        <p:blipFill rotWithShape="1">
          <a:blip r:embed="rId4">
            <a:alphaModFix/>
          </a:blip>
          <a:srcRect t="-1276"/>
          <a:stretch/>
        </p:blipFill>
        <p:spPr>
          <a:xfrm>
            <a:off x="3524700" y="954459"/>
            <a:ext cx="5221200" cy="28215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343" name="Google Shape;4343;p62"/>
          <p:cNvGrpSpPr/>
          <p:nvPr/>
        </p:nvGrpSpPr>
        <p:grpSpPr>
          <a:xfrm>
            <a:off x="3524689" y="663825"/>
            <a:ext cx="1155776" cy="235490"/>
            <a:chOff x="3377819" y="989946"/>
            <a:chExt cx="1126378" cy="229500"/>
          </a:xfrm>
        </p:grpSpPr>
        <p:sp>
          <p:nvSpPr>
            <p:cNvPr id="4344" name="Google Shape;4344;p62"/>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345" name="Google Shape;4345;p62"/>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346" name="Google Shape;4346;p62"/>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347" name="Google Shape;4347;p62"/>
          <p:cNvSpPr txBox="1"/>
          <p:nvPr/>
        </p:nvSpPr>
        <p:spPr>
          <a:xfrm>
            <a:off x="4661168"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348" name="Google Shape;4348;p62"/>
          <p:cNvSpPr/>
          <p:nvPr/>
        </p:nvSpPr>
        <p:spPr>
          <a:xfrm>
            <a:off x="4642134"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349" name="Google Shape;4349;p62"/>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350" name="Google Shape;4350;p62"/>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351" name="Google Shape;4351;p62"/>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highlight>
                <a:srgbClr val="FFDD94"/>
              </a:highlight>
              <a:latin typeface="Arial"/>
              <a:ea typeface="Arial"/>
              <a:cs typeface="Arial"/>
              <a:sym typeface="Arial"/>
            </a:endParaRPr>
          </a:p>
        </p:txBody>
      </p:sp>
      <p:sp>
        <p:nvSpPr>
          <p:cNvPr id="4352" name="Google Shape;4352;p62"/>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4353" name="Google Shape;4353;p62"/>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4354" name="Google Shape;4354;p62"/>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355" name="Google Shape;4355;p62"/>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356" name="Google Shape;4356;p62"/>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4357" name="Google Shape;4357;p62"/>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358" name="Google Shape;4358;p62"/>
          <p:cNvSpPr txBox="1"/>
          <p:nvPr/>
        </p:nvSpPr>
        <p:spPr>
          <a:xfrm>
            <a:off x="4191775" y="4209350"/>
            <a:ext cx="15339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Decision Support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359" name="Google Shape;4359;p62"/>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insights that empower users to act quickly and confidently.</a:t>
            </a:r>
            <a:endParaRPr sz="831" b="0" i="0" u="none" strike="noStrike" cap="none">
              <a:solidFill>
                <a:srgbClr val="3C3C3C"/>
              </a:solidFill>
              <a:latin typeface="Calibri"/>
              <a:ea typeface="Calibri"/>
              <a:cs typeface="Calibri"/>
              <a:sym typeface="Calibri"/>
            </a:endParaRPr>
          </a:p>
        </p:txBody>
      </p:sp>
      <p:sp>
        <p:nvSpPr>
          <p:cNvPr id="4360" name="Google Shape;4360;p62"/>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361" name="Google Shape;4361;p62"/>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Data</a:t>
            </a:r>
            <a:endParaRPr sz="909" b="0" i="0" u="none" strike="noStrike" cap="none">
              <a:solidFill>
                <a:srgbClr val="3C3C3C"/>
              </a:solidFill>
              <a:latin typeface="Calibri"/>
              <a:ea typeface="Calibri"/>
              <a:cs typeface="Calibri"/>
              <a:sym typeface="Calibri"/>
            </a:endParaRPr>
          </a:p>
        </p:txBody>
      </p:sp>
      <p:sp>
        <p:nvSpPr>
          <p:cNvPr id="4362" name="Google Shape;4362;p62"/>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4363" name="Google Shape;4363;p62"/>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364" name="Google Shape;4364;p62"/>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4365" name="Google Shape;4365;p62"/>
          <p:cNvSpPr txBox="1"/>
          <p:nvPr/>
        </p:nvSpPr>
        <p:spPr>
          <a:xfrm>
            <a:off x="7455243" y="4434533"/>
            <a:ext cx="1533900" cy="6393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4366" name="Google Shape;4366;p62"/>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7" name="Google Shape;4367;p62"/>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8" name="Google Shape;4368;p62"/>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4369" name="Google Shape;4369;p62" title="material-symbols_close-rounded.png"/>
          <p:cNvPicPr preferRelativeResize="0"/>
          <p:nvPr/>
        </p:nvPicPr>
        <p:blipFill rotWithShape="1">
          <a:blip r:embed="rId5">
            <a:alphaModFix/>
          </a:blip>
          <a:srcRect/>
          <a:stretch/>
        </p:blipFill>
        <p:spPr>
          <a:xfrm>
            <a:off x="8346849" y="1446174"/>
            <a:ext cx="102275" cy="102275"/>
          </a:xfrm>
          <a:prstGeom prst="rect">
            <a:avLst/>
          </a:prstGeom>
          <a:noFill/>
          <a:ln>
            <a:noFill/>
          </a:ln>
        </p:spPr>
      </p:pic>
      <p:pic>
        <p:nvPicPr>
          <p:cNvPr id="4370" name="Google Shape;4370;p62" title="Text-1.png"/>
          <p:cNvPicPr preferRelativeResize="0"/>
          <p:nvPr/>
        </p:nvPicPr>
        <p:blipFill rotWithShape="1">
          <a:blip r:embed="rId6">
            <a:alphaModFix/>
          </a:blip>
          <a:srcRect/>
          <a:stretch/>
        </p:blipFill>
        <p:spPr>
          <a:xfrm>
            <a:off x="2172781" y="4172679"/>
            <a:ext cx="223200" cy="223200"/>
          </a:xfrm>
          <a:prstGeom prst="rect">
            <a:avLst/>
          </a:prstGeom>
          <a:noFill/>
          <a:ln>
            <a:noFill/>
          </a:ln>
        </p:spPr>
      </p:pic>
      <p:pic>
        <p:nvPicPr>
          <p:cNvPr id="4371" name="Google Shape;4371;p62" title="si_ai-duotone.png"/>
          <p:cNvPicPr preferRelativeResize="0"/>
          <p:nvPr/>
        </p:nvPicPr>
        <p:blipFill rotWithShape="1">
          <a:blip r:embed="rId7">
            <a:alphaModFix/>
          </a:blip>
          <a:srcRect/>
          <a:stretch/>
        </p:blipFill>
        <p:spPr>
          <a:xfrm>
            <a:off x="3942550" y="4202452"/>
            <a:ext cx="191400" cy="191400"/>
          </a:xfrm>
          <a:prstGeom prst="rect">
            <a:avLst/>
          </a:prstGeom>
          <a:noFill/>
          <a:ln>
            <a:noFill/>
          </a:ln>
        </p:spPr>
      </p:pic>
      <p:pic>
        <p:nvPicPr>
          <p:cNvPr id="4372" name="Google Shape;4372;p62" title="Text-14.png"/>
          <p:cNvPicPr preferRelativeResize="0"/>
          <p:nvPr/>
        </p:nvPicPr>
        <p:blipFill rotWithShape="1">
          <a:blip r:embed="rId8">
            <a:alphaModFix/>
          </a:blip>
          <a:srcRect/>
          <a:stretch/>
        </p:blipFill>
        <p:spPr>
          <a:xfrm>
            <a:off x="5690800" y="4182007"/>
            <a:ext cx="195300" cy="195300"/>
          </a:xfrm>
          <a:prstGeom prst="rect">
            <a:avLst/>
          </a:prstGeom>
          <a:noFill/>
          <a:ln>
            <a:noFill/>
          </a:ln>
        </p:spPr>
      </p:pic>
      <p:pic>
        <p:nvPicPr>
          <p:cNvPr id="4373" name="Google Shape;4373;p62"/>
          <p:cNvPicPr preferRelativeResize="0"/>
          <p:nvPr/>
        </p:nvPicPr>
        <p:blipFill rotWithShape="1">
          <a:blip r:embed="rId9">
            <a:alphaModFix/>
          </a:blip>
          <a:srcRect/>
          <a:stretch/>
        </p:blipFill>
        <p:spPr>
          <a:xfrm>
            <a:off x="7473397" y="4188575"/>
            <a:ext cx="191400" cy="191400"/>
          </a:xfrm>
          <a:prstGeom prst="rect">
            <a:avLst/>
          </a:prstGeom>
          <a:noFill/>
          <a:ln>
            <a:noFill/>
          </a:ln>
        </p:spPr>
      </p:pic>
      <p:pic>
        <p:nvPicPr>
          <p:cNvPr id="4374" name="Google Shape;4374;p62" title="Text-3.png"/>
          <p:cNvPicPr preferRelativeResize="0"/>
          <p:nvPr/>
        </p:nvPicPr>
        <p:blipFill rotWithShape="1">
          <a:blip r:embed="rId10">
            <a:alphaModFix/>
          </a:blip>
          <a:srcRect/>
          <a:stretch/>
        </p:blipFill>
        <p:spPr>
          <a:xfrm>
            <a:off x="459278" y="4199813"/>
            <a:ext cx="168925" cy="1689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378"/>
        <p:cNvGrpSpPr/>
        <p:nvPr/>
      </p:nvGrpSpPr>
      <p:grpSpPr>
        <a:xfrm>
          <a:off x="0" y="0"/>
          <a:ext cx="0" cy="0"/>
          <a:chOff x="0" y="0"/>
          <a:chExt cx="0" cy="0"/>
        </a:xfrm>
      </p:grpSpPr>
      <p:sp>
        <p:nvSpPr>
          <p:cNvPr id="4379" name="Google Shape;4379;p63"/>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380" name="Google Shape;4380;p63"/>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VCD Scorecard | External Performance C6 June</a:t>
            </a:r>
            <a:endParaRPr sz="1800" b="1" i="0" u="none" strike="noStrike" cap="none">
              <a:solidFill>
                <a:schemeClr val="dk1"/>
              </a:solidFill>
              <a:latin typeface="Calibri"/>
              <a:ea typeface="Calibri"/>
              <a:cs typeface="Calibri"/>
              <a:sym typeface="Calibri"/>
            </a:endParaRPr>
          </a:p>
        </p:txBody>
      </p:sp>
      <p:pic>
        <p:nvPicPr>
          <p:cNvPr id="4381" name="Google Shape;4381;p63" title="Screenshot 2026-07-07 at 7.25.43 PM.png"/>
          <p:cNvPicPr preferRelativeResize="0"/>
          <p:nvPr/>
        </p:nvPicPr>
        <p:blipFill rotWithShape="1">
          <a:blip r:embed="rId3">
            <a:alphaModFix/>
          </a:blip>
          <a:srcRect l="9476" r="9467"/>
          <a:stretch/>
        </p:blipFill>
        <p:spPr>
          <a:xfrm>
            <a:off x="318746" y="1263873"/>
            <a:ext cx="3574200" cy="2241300"/>
          </a:xfrm>
          <a:prstGeom prst="roundRect">
            <a:avLst>
              <a:gd name="adj" fmla="val 4753"/>
            </a:avLst>
          </a:prstGeom>
          <a:noFill/>
          <a:ln>
            <a:noFill/>
          </a:ln>
        </p:spPr>
      </p:pic>
      <p:cxnSp>
        <p:nvCxnSpPr>
          <p:cNvPr id="4382" name="Google Shape;4382;p63"/>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383" name="Google Shape;4383;p63"/>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384" name="Google Shape;4384;p63" title="slide 36.png"/>
          <p:cNvPicPr preferRelativeResize="0"/>
          <p:nvPr/>
        </p:nvPicPr>
        <p:blipFill rotWithShape="1">
          <a:blip r:embed="rId4">
            <a:alphaModFix/>
          </a:blip>
          <a:srcRect/>
          <a:stretch/>
        </p:blipFill>
        <p:spPr>
          <a:xfrm>
            <a:off x="3524700" y="954459"/>
            <a:ext cx="5221200" cy="28215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385" name="Google Shape;4385;p63"/>
          <p:cNvGrpSpPr/>
          <p:nvPr/>
        </p:nvGrpSpPr>
        <p:grpSpPr>
          <a:xfrm>
            <a:off x="3524690" y="663825"/>
            <a:ext cx="1155776" cy="235490"/>
            <a:chOff x="3377819" y="989946"/>
            <a:chExt cx="1126378" cy="229500"/>
          </a:xfrm>
        </p:grpSpPr>
        <p:sp>
          <p:nvSpPr>
            <p:cNvPr id="4386" name="Google Shape;4386;p63"/>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387" name="Google Shape;4387;p63"/>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388" name="Google Shape;4388;p63"/>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389" name="Google Shape;4389;p63"/>
          <p:cNvSpPr txBox="1"/>
          <p:nvPr/>
        </p:nvSpPr>
        <p:spPr>
          <a:xfrm>
            <a:off x="4661168"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390" name="Google Shape;4390;p63"/>
          <p:cNvSpPr/>
          <p:nvPr/>
        </p:nvSpPr>
        <p:spPr>
          <a:xfrm>
            <a:off x="4642134"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391" name="Google Shape;4391;p63"/>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392" name="Google Shape;4392;p63"/>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393" name="Google Shape;4393;p63"/>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394" name="Google Shape;4394;p63"/>
          <p:cNvSpPr txBox="1"/>
          <p:nvPr/>
        </p:nvSpPr>
        <p:spPr>
          <a:xfrm>
            <a:off x="685700"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Hierarchy</a:t>
            </a:r>
            <a:endParaRPr sz="909" b="0" i="0" u="none" strike="noStrike" cap="none">
              <a:solidFill>
                <a:srgbClr val="3C3C3C"/>
              </a:solidFill>
              <a:latin typeface="Calibri"/>
              <a:ea typeface="Calibri"/>
              <a:cs typeface="Calibri"/>
              <a:sym typeface="Calibri"/>
            </a:endParaRPr>
          </a:p>
        </p:txBody>
      </p:sp>
      <p:sp>
        <p:nvSpPr>
          <p:cNvPr id="4395" name="Google Shape;4395;p63"/>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Organized information logically to guide users effortlessly through the interface.</a:t>
            </a:r>
            <a:endParaRPr sz="831" b="0" i="0" u="none" strike="noStrike" cap="none">
              <a:solidFill>
                <a:srgbClr val="3C3C3C"/>
              </a:solidFill>
              <a:latin typeface="Calibri"/>
              <a:ea typeface="Calibri"/>
              <a:cs typeface="Calibri"/>
              <a:sym typeface="Calibri"/>
            </a:endParaRPr>
          </a:p>
        </p:txBody>
      </p:sp>
      <p:sp>
        <p:nvSpPr>
          <p:cNvPr id="4396" name="Google Shape;4396;p63"/>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397" name="Google Shape;4397;p63"/>
          <p:cNvSpPr txBox="1"/>
          <p:nvPr/>
        </p:nvSpPr>
        <p:spPr>
          <a:xfrm>
            <a:off x="2438725" y="4209350"/>
            <a:ext cx="1446000" cy="419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Consistent Layout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398" name="Google Shape;4398;p63"/>
          <p:cNvSpPr txBox="1"/>
          <p:nvPr/>
        </p:nvSpPr>
        <p:spPr>
          <a:xfrm>
            <a:off x="2195894"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Standardized visual elements to create a cohesive and predictable user experience.</a:t>
            </a:r>
            <a:endParaRPr sz="831" b="0" i="0" u="none" strike="noStrike" cap="none">
              <a:solidFill>
                <a:srgbClr val="3C3C3C"/>
              </a:solidFill>
              <a:latin typeface="Calibri"/>
              <a:ea typeface="Calibri"/>
              <a:cs typeface="Calibri"/>
              <a:sym typeface="Calibri"/>
            </a:endParaRPr>
          </a:p>
        </p:txBody>
      </p:sp>
      <p:sp>
        <p:nvSpPr>
          <p:cNvPr id="4399" name="Google Shape;4399;p63"/>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400" name="Google Shape;4400;p63"/>
          <p:cNvSpPr txBox="1"/>
          <p:nvPr/>
        </p:nvSpPr>
        <p:spPr>
          <a:xfrm>
            <a:off x="4191775" y="4209350"/>
            <a:ext cx="15339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Decision Support</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401" name="Google Shape;4401;p63"/>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insights that empower users to act quickly and confidently.</a:t>
            </a:r>
            <a:endParaRPr sz="831" b="0" i="0" u="none" strike="noStrike" cap="none">
              <a:solidFill>
                <a:srgbClr val="3C3C3C"/>
              </a:solidFill>
              <a:latin typeface="Calibri"/>
              <a:ea typeface="Calibri"/>
              <a:cs typeface="Calibri"/>
              <a:sym typeface="Calibri"/>
            </a:endParaRPr>
          </a:p>
        </p:txBody>
      </p:sp>
      <p:sp>
        <p:nvSpPr>
          <p:cNvPr id="4402" name="Google Shape;4402;p63"/>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403" name="Google Shape;4403;p63"/>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Data</a:t>
            </a:r>
            <a:endParaRPr sz="909" b="0" i="0" u="none" strike="noStrike" cap="none">
              <a:solidFill>
                <a:srgbClr val="3C3C3C"/>
              </a:solidFill>
              <a:latin typeface="Calibri"/>
              <a:ea typeface="Calibri"/>
              <a:cs typeface="Calibri"/>
              <a:sym typeface="Calibri"/>
            </a:endParaRPr>
          </a:p>
        </p:txBody>
      </p:sp>
      <p:sp>
        <p:nvSpPr>
          <p:cNvPr id="4404" name="Google Shape;4404;p63"/>
          <p:cNvSpPr txBox="1"/>
          <p:nvPr/>
        </p:nvSpPr>
        <p:spPr>
          <a:xfrm>
            <a:off x="5702090"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and roles of the user.</a:t>
            </a:r>
            <a:endParaRPr sz="831" b="0" i="0" u="none" strike="noStrike" cap="none">
              <a:solidFill>
                <a:srgbClr val="3C3C3C"/>
              </a:solidFill>
              <a:latin typeface="Calibri"/>
              <a:ea typeface="Calibri"/>
              <a:cs typeface="Calibri"/>
              <a:sym typeface="Calibri"/>
            </a:endParaRPr>
          </a:p>
        </p:txBody>
      </p:sp>
      <p:sp>
        <p:nvSpPr>
          <p:cNvPr id="4405" name="Google Shape;4405;p63"/>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406" name="Google Shape;4406;p63"/>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Optimized Tables</a:t>
            </a:r>
            <a:endParaRPr sz="909" b="0" i="0" u="none" strike="noStrike" cap="none">
              <a:solidFill>
                <a:srgbClr val="3C3C3C"/>
              </a:solidFill>
              <a:latin typeface="Calibri"/>
              <a:ea typeface="Calibri"/>
              <a:cs typeface="Calibri"/>
              <a:sym typeface="Calibri"/>
            </a:endParaRPr>
          </a:p>
        </p:txBody>
      </p:sp>
      <p:sp>
        <p:nvSpPr>
          <p:cNvPr id="4407" name="Google Shape;4407;p63"/>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for effortless scanning and comprehension.</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sp>
        <p:nvSpPr>
          <p:cNvPr id="4408" name="Google Shape;4408;p63"/>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9" name="Google Shape;4409;p63"/>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0" name="Google Shape;4410;p63"/>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4411" name="Google Shape;4411;p63" title="Text-1.png"/>
          <p:cNvPicPr preferRelativeResize="0"/>
          <p:nvPr/>
        </p:nvPicPr>
        <p:blipFill rotWithShape="1">
          <a:blip r:embed="rId5">
            <a:alphaModFix/>
          </a:blip>
          <a:srcRect/>
          <a:stretch/>
        </p:blipFill>
        <p:spPr>
          <a:xfrm>
            <a:off x="2172781" y="4172679"/>
            <a:ext cx="223200" cy="223200"/>
          </a:xfrm>
          <a:prstGeom prst="rect">
            <a:avLst/>
          </a:prstGeom>
          <a:noFill/>
          <a:ln>
            <a:noFill/>
          </a:ln>
        </p:spPr>
      </p:pic>
      <p:pic>
        <p:nvPicPr>
          <p:cNvPr id="4412" name="Google Shape;4412;p63" title="si_ai-duotone.png"/>
          <p:cNvPicPr preferRelativeResize="0"/>
          <p:nvPr/>
        </p:nvPicPr>
        <p:blipFill rotWithShape="1">
          <a:blip r:embed="rId6">
            <a:alphaModFix/>
          </a:blip>
          <a:srcRect/>
          <a:stretch/>
        </p:blipFill>
        <p:spPr>
          <a:xfrm>
            <a:off x="3942550" y="4202452"/>
            <a:ext cx="191400" cy="191400"/>
          </a:xfrm>
          <a:prstGeom prst="rect">
            <a:avLst/>
          </a:prstGeom>
          <a:noFill/>
          <a:ln>
            <a:noFill/>
          </a:ln>
        </p:spPr>
      </p:pic>
      <p:pic>
        <p:nvPicPr>
          <p:cNvPr id="4413" name="Google Shape;4413;p63" title="Text-14.png"/>
          <p:cNvPicPr preferRelativeResize="0"/>
          <p:nvPr/>
        </p:nvPicPr>
        <p:blipFill rotWithShape="1">
          <a:blip r:embed="rId7">
            <a:alphaModFix/>
          </a:blip>
          <a:srcRect/>
          <a:stretch/>
        </p:blipFill>
        <p:spPr>
          <a:xfrm>
            <a:off x="5690800" y="4182007"/>
            <a:ext cx="195300" cy="195300"/>
          </a:xfrm>
          <a:prstGeom prst="rect">
            <a:avLst/>
          </a:prstGeom>
          <a:noFill/>
          <a:ln>
            <a:noFill/>
          </a:ln>
        </p:spPr>
      </p:pic>
      <p:pic>
        <p:nvPicPr>
          <p:cNvPr id="4414" name="Google Shape;4414;p63"/>
          <p:cNvPicPr preferRelativeResize="0"/>
          <p:nvPr/>
        </p:nvPicPr>
        <p:blipFill rotWithShape="1">
          <a:blip r:embed="rId8">
            <a:alphaModFix/>
          </a:blip>
          <a:srcRect/>
          <a:stretch/>
        </p:blipFill>
        <p:spPr>
          <a:xfrm>
            <a:off x="7473397" y="4188575"/>
            <a:ext cx="191400" cy="191400"/>
          </a:xfrm>
          <a:prstGeom prst="rect">
            <a:avLst/>
          </a:prstGeom>
          <a:noFill/>
          <a:ln>
            <a:noFill/>
          </a:ln>
        </p:spPr>
      </p:pic>
      <p:pic>
        <p:nvPicPr>
          <p:cNvPr id="4415" name="Google Shape;4415;p63" title="Text-3.png"/>
          <p:cNvPicPr preferRelativeResize="0"/>
          <p:nvPr/>
        </p:nvPicPr>
        <p:blipFill rotWithShape="1">
          <a:blip r:embed="rId9">
            <a:alphaModFix/>
          </a:blip>
          <a:srcRect/>
          <a:stretch/>
        </p:blipFill>
        <p:spPr>
          <a:xfrm>
            <a:off x="459278" y="4199813"/>
            <a:ext cx="168925" cy="1689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419"/>
        <p:cNvGrpSpPr/>
        <p:nvPr/>
      </p:nvGrpSpPr>
      <p:grpSpPr>
        <a:xfrm>
          <a:off x="0" y="0"/>
          <a:ext cx="0" cy="0"/>
          <a:chOff x="0" y="0"/>
          <a:chExt cx="0" cy="0"/>
        </a:xfrm>
      </p:grpSpPr>
      <p:pic>
        <p:nvPicPr>
          <p:cNvPr id="4420" name="Google Shape;4420;p64" title="Untitled design (2).png"/>
          <p:cNvPicPr preferRelativeResize="0"/>
          <p:nvPr/>
        </p:nvPicPr>
        <p:blipFill rotWithShape="1">
          <a:blip r:embed="rId4">
            <a:alphaModFix amt="21000"/>
          </a:blip>
          <a:srcRect r="42834"/>
          <a:stretch/>
        </p:blipFill>
        <p:spPr>
          <a:xfrm rot="10800000" flipH="1">
            <a:off x="0" y="1209301"/>
            <a:ext cx="3457951" cy="3934199"/>
          </a:xfrm>
          <a:prstGeom prst="rect">
            <a:avLst/>
          </a:prstGeom>
          <a:noFill/>
          <a:ln>
            <a:noFill/>
          </a:ln>
        </p:spPr>
      </p:pic>
      <p:grpSp>
        <p:nvGrpSpPr>
          <p:cNvPr id="4421" name="Google Shape;4421;p64"/>
          <p:cNvGrpSpPr/>
          <p:nvPr/>
        </p:nvGrpSpPr>
        <p:grpSpPr>
          <a:xfrm>
            <a:off x="6460678" y="1099781"/>
            <a:ext cx="1608209" cy="2694919"/>
            <a:chOff x="8245846" y="3116327"/>
            <a:chExt cx="3618017" cy="3593225"/>
          </a:xfrm>
        </p:grpSpPr>
        <p:grpSp>
          <p:nvGrpSpPr>
            <p:cNvPr id="4422" name="Google Shape;4422;p64"/>
            <p:cNvGrpSpPr/>
            <p:nvPr/>
          </p:nvGrpSpPr>
          <p:grpSpPr>
            <a:xfrm>
              <a:off x="8245846" y="3116327"/>
              <a:ext cx="3618017" cy="3593225"/>
              <a:chOff x="1039100" y="2886375"/>
              <a:chExt cx="2128997" cy="3067200"/>
            </a:xfrm>
          </p:grpSpPr>
          <p:cxnSp>
            <p:nvCxnSpPr>
              <p:cNvPr id="4423" name="Google Shape;4423;p64"/>
              <p:cNvCxnSpPr/>
              <p:nvPr/>
            </p:nvCxnSpPr>
            <p:spPr>
              <a:xfrm>
                <a:off x="1039100" y="2886375"/>
                <a:ext cx="0" cy="3067200"/>
              </a:xfrm>
              <a:prstGeom prst="straightConnector1">
                <a:avLst/>
              </a:prstGeom>
              <a:noFill/>
              <a:ln w="16750" cap="flat" cmpd="sng">
                <a:solidFill>
                  <a:srgbClr val="61A020"/>
                </a:solidFill>
                <a:prstDash val="solid"/>
                <a:round/>
                <a:headEnd type="none" w="sm" len="sm"/>
                <a:tailEnd type="none" w="sm" len="sm"/>
              </a:ln>
            </p:spPr>
          </p:cxnSp>
          <p:sp>
            <p:nvSpPr>
              <p:cNvPr id="4424" name="Google Shape;4424;p64"/>
              <p:cNvSpPr txBox="1"/>
              <p:nvPr/>
            </p:nvSpPr>
            <p:spPr>
              <a:xfrm>
                <a:off x="1180897" y="2886375"/>
                <a:ext cx="1987200" cy="840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rgbClr val="61A020"/>
                    </a:solidFill>
                    <a:latin typeface="Calibri"/>
                    <a:ea typeface="Calibri"/>
                    <a:cs typeface="Calibri"/>
                    <a:sym typeface="Calibri"/>
                  </a:rPr>
                  <a:t>Execute with Excellence (SRM)</a:t>
                </a:r>
                <a:endParaRPr sz="1600" b="1" i="0" u="none" strike="noStrike" cap="none">
                  <a:solidFill>
                    <a:srgbClr val="61A020"/>
                  </a:solidFill>
                  <a:latin typeface="Calibri"/>
                  <a:ea typeface="Calibri"/>
                  <a:cs typeface="Calibri"/>
                  <a:sym typeface="Calibri"/>
                </a:endParaRPr>
              </a:p>
              <a:p>
                <a:pPr marL="0" marR="0" lvl="0" indent="0" algn="l" rtl="0">
                  <a:lnSpc>
                    <a:spcPct val="100000"/>
                  </a:lnSpc>
                  <a:spcBef>
                    <a:spcPts val="0"/>
                  </a:spcBef>
                  <a:spcAft>
                    <a:spcPts val="0"/>
                  </a:spcAft>
                  <a:buClr>
                    <a:srgbClr val="736E6E"/>
                  </a:buClr>
                  <a:buSzPts val="1600"/>
                  <a:buFont typeface="NTR"/>
                  <a:buNone/>
                </a:pPr>
                <a:endParaRPr sz="1600" b="1" i="0" u="none" strike="noStrike" cap="none">
                  <a:solidFill>
                    <a:srgbClr val="61A020"/>
                  </a:solidFill>
                  <a:latin typeface="Calibri"/>
                  <a:ea typeface="Calibri"/>
                  <a:cs typeface="Calibri"/>
                  <a:sym typeface="Calibri"/>
                </a:endParaRPr>
              </a:p>
            </p:txBody>
          </p:sp>
          <p:sp>
            <p:nvSpPr>
              <p:cNvPr id="4425" name="Google Shape;4425;p64"/>
              <p:cNvSpPr txBox="1"/>
              <p:nvPr/>
            </p:nvSpPr>
            <p:spPr>
              <a:xfrm>
                <a:off x="1180904" y="4595955"/>
                <a:ext cx="17883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110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Streamlined reporting experiences through intuitive design, enhanced usability, and operational efficiency.</a:t>
                </a:r>
                <a:endParaRPr sz="1100" b="0" i="0" u="none" strike="noStrike" cap="none">
                  <a:solidFill>
                    <a:schemeClr val="dk1"/>
                  </a:solidFill>
                  <a:latin typeface="Calibri"/>
                  <a:ea typeface="Calibri"/>
                  <a:cs typeface="Calibri"/>
                  <a:sym typeface="Calibri"/>
                </a:endParaRPr>
              </a:p>
            </p:txBody>
          </p:sp>
        </p:grpSp>
        <p:pic>
          <p:nvPicPr>
            <p:cNvPr id="4426" name="Google Shape;4426;p64"/>
            <p:cNvPicPr preferRelativeResize="0"/>
            <p:nvPr/>
          </p:nvPicPr>
          <p:blipFill rotWithShape="1">
            <a:blip r:embed="rId5">
              <a:alphaModFix/>
            </a:blip>
            <a:srcRect l="35189" t="36404" r="36350" b="34855"/>
            <a:stretch/>
          </p:blipFill>
          <p:spPr>
            <a:xfrm>
              <a:off x="8486805" y="4076579"/>
              <a:ext cx="1104485" cy="739133"/>
            </a:xfrm>
            <a:prstGeom prst="rect">
              <a:avLst/>
            </a:prstGeom>
            <a:noFill/>
            <a:ln>
              <a:noFill/>
            </a:ln>
          </p:spPr>
        </p:pic>
      </p:grpSp>
      <p:grpSp>
        <p:nvGrpSpPr>
          <p:cNvPr id="4427" name="Google Shape;4427;p64"/>
          <p:cNvGrpSpPr/>
          <p:nvPr/>
        </p:nvGrpSpPr>
        <p:grpSpPr>
          <a:xfrm>
            <a:off x="4632469" y="1099781"/>
            <a:ext cx="1457968" cy="2655380"/>
            <a:chOff x="4132890" y="3116327"/>
            <a:chExt cx="3280018" cy="3540507"/>
          </a:xfrm>
        </p:grpSpPr>
        <p:grpSp>
          <p:nvGrpSpPr>
            <p:cNvPr id="4428" name="Google Shape;4428;p64"/>
            <p:cNvGrpSpPr/>
            <p:nvPr/>
          </p:nvGrpSpPr>
          <p:grpSpPr>
            <a:xfrm>
              <a:off x="4132890" y="3116327"/>
              <a:ext cx="3280018" cy="3540507"/>
              <a:chOff x="1039100" y="2886375"/>
              <a:chExt cx="1930104" cy="3022200"/>
            </a:xfrm>
          </p:grpSpPr>
          <p:cxnSp>
            <p:nvCxnSpPr>
              <p:cNvPr id="4429" name="Google Shape;4429;p64"/>
              <p:cNvCxnSpPr/>
              <p:nvPr/>
            </p:nvCxnSpPr>
            <p:spPr>
              <a:xfrm>
                <a:off x="1039100" y="2886375"/>
                <a:ext cx="0" cy="3022200"/>
              </a:xfrm>
              <a:prstGeom prst="straightConnector1">
                <a:avLst/>
              </a:prstGeom>
              <a:noFill/>
              <a:ln w="16750" cap="flat" cmpd="sng">
                <a:solidFill>
                  <a:srgbClr val="798F9C"/>
                </a:solidFill>
                <a:prstDash val="solid"/>
                <a:round/>
                <a:headEnd type="none" w="sm" len="sm"/>
                <a:tailEnd type="none" w="sm" len="sm"/>
              </a:ln>
            </p:spPr>
          </p:cxnSp>
          <p:sp>
            <p:nvSpPr>
              <p:cNvPr id="4430" name="Google Shape;4430;p64"/>
              <p:cNvSpPr txBox="1"/>
              <p:nvPr/>
            </p:nvSpPr>
            <p:spPr>
              <a:xfrm>
                <a:off x="1180909" y="2886377"/>
                <a:ext cx="1411800" cy="560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rgbClr val="78909C"/>
                    </a:solidFill>
                    <a:latin typeface="Calibri"/>
                    <a:ea typeface="Calibri"/>
                    <a:cs typeface="Calibri"/>
                    <a:sym typeface="Calibri"/>
                  </a:rPr>
                  <a:t>Drive Relevance</a:t>
                </a:r>
                <a:endParaRPr sz="1600" b="1" i="0" u="none" strike="noStrike" cap="none">
                  <a:solidFill>
                    <a:srgbClr val="78909C"/>
                  </a:solidFill>
                  <a:latin typeface="Calibri"/>
                  <a:ea typeface="Calibri"/>
                  <a:cs typeface="Calibri"/>
                  <a:sym typeface="Calibri"/>
                </a:endParaRPr>
              </a:p>
            </p:txBody>
          </p:sp>
          <p:sp>
            <p:nvSpPr>
              <p:cNvPr id="4431" name="Google Shape;4431;p64"/>
              <p:cNvSpPr txBox="1"/>
              <p:nvPr/>
            </p:nvSpPr>
            <p:spPr>
              <a:xfrm>
                <a:off x="1180904" y="4632091"/>
                <a:ext cx="17883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110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Delivered actionable insights tailored to stakeholder priorities, ensuring focus on what matters most.</a:t>
                </a:r>
                <a:endParaRPr sz="1100" b="0" i="0" u="none" strike="noStrike" cap="none">
                  <a:solidFill>
                    <a:schemeClr val="accent1"/>
                  </a:solidFill>
                  <a:latin typeface="Calibri"/>
                  <a:ea typeface="Calibri"/>
                  <a:cs typeface="Calibri"/>
                  <a:sym typeface="Calibri"/>
                </a:endParaRPr>
              </a:p>
            </p:txBody>
          </p:sp>
        </p:grpSp>
        <p:pic>
          <p:nvPicPr>
            <p:cNvPr id="4432" name="Google Shape;4432;p64"/>
            <p:cNvPicPr preferRelativeResize="0"/>
            <p:nvPr/>
          </p:nvPicPr>
          <p:blipFill rotWithShape="1">
            <a:blip r:embed="rId5">
              <a:alphaModFix/>
            </a:blip>
            <a:srcRect l="68324" t="68721" r="4350" b="2548"/>
            <a:stretch/>
          </p:blipFill>
          <p:spPr>
            <a:xfrm>
              <a:off x="4351902" y="4057729"/>
              <a:ext cx="1348497" cy="902867"/>
            </a:xfrm>
            <a:prstGeom prst="rect">
              <a:avLst/>
            </a:prstGeom>
            <a:noFill/>
            <a:ln>
              <a:noFill/>
            </a:ln>
          </p:spPr>
        </p:pic>
      </p:grpSp>
      <p:grpSp>
        <p:nvGrpSpPr>
          <p:cNvPr id="4433" name="Google Shape;4433;p64"/>
          <p:cNvGrpSpPr/>
          <p:nvPr/>
        </p:nvGrpSpPr>
        <p:grpSpPr>
          <a:xfrm>
            <a:off x="2969463" y="1099700"/>
            <a:ext cx="1443137" cy="2631593"/>
            <a:chOff x="1039100" y="2886363"/>
            <a:chExt cx="2771000" cy="2995212"/>
          </a:xfrm>
        </p:grpSpPr>
        <p:cxnSp>
          <p:nvCxnSpPr>
            <p:cNvPr id="4434" name="Google Shape;4434;p64"/>
            <p:cNvCxnSpPr/>
            <p:nvPr/>
          </p:nvCxnSpPr>
          <p:spPr>
            <a:xfrm>
              <a:off x="1039100" y="2886375"/>
              <a:ext cx="0" cy="2995200"/>
            </a:xfrm>
            <a:prstGeom prst="straightConnector1">
              <a:avLst/>
            </a:prstGeom>
            <a:noFill/>
            <a:ln w="16750" cap="flat" cmpd="sng">
              <a:solidFill>
                <a:schemeClr val="accent3"/>
              </a:solidFill>
              <a:prstDash val="solid"/>
              <a:round/>
              <a:headEnd type="none" w="sm" len="sm"/>
              <a:tailEnd type="none" w="sm" len="sm"/>
            </a:ln>
          </p:spPr>
        </p:cxnSp>
        <p:sp>
          <p:nvSpPr>
            <p:cNvPr id="4435" name="Google Shape;4435;p64"/>
            <p:cNvSpPr txBox="1"/>
            <p:nvPr/>
          </p:nvSpPr>
          <p:spPr>
            <a:xfrm>
              <a:off x="1180885" y="2886363"/>
              <a:ext cx="2629200" cy="840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rgbClr val="78909C"/>
                  </a:solidFill>
                  <a:latin typeface="Calibri"/>
                  <a:ea typeface="Calibri"/>
                  <a:cs typeface="Calibri"/>
                  <a:sym typeface="Calibri"/>
                </a:rPr>
                <a:t>Financial Performance</a:t>
              </a:r>
              <a:endParaRPr sz="1600" b="1" i="0" u="none" strike="noStrike" cap="none">
                <a:solidFill>
                  <a:srgbClr val="78909C"/>
                </a:solidFill>
                <a:latin typeface="Calibri"/>
                <a:ea typeface="Calibri"/>
                <a:cs typeface="Calibri"/>
                <a:sym typeface="Calibri"/>
              </a:endParaRPr>
            </a:p>
            <a:p>
              <a:pPr marL="0" marR="0" lvl="0" indent="0" algn="l" rtl="0">
                <a:lnSpc>
                  <a:spcPct val="100000"/>
                </a:lnSpc>
                <a:spcBef>
                  <a:spcPts val="0"/>
                </a:spcBef>
                <a:spcAft>
                  <a:spcPts val="0"/>
                </a:spcAft>
                <a:buClr>
                  <a:srgbClr val="736E6E"/>
                </a:buClr>
                <a:buSzPts val="1600"/>
                <a:buFont typeface="NTR"/>
                <a:buNone/>
              </a:pPr>
              <a:endParaRPr sz="1600" b="1" i="0" u="none" strike="noStrike" cap="none">
                <a:solidFill>
                  <a:schemeClr val="accent3"/>
                </a:solidFill>
                <a:latin typeface="Calibri"/>
                <a:ea typeface="Calibri"/>
                <a:cs typeface="Calibri"/>
                <a:sym typeface="Calibri"/>
              </a:endParaRPr>
            </a:p>
          </p:txBody>
        </p:sp>
        <p:sp>
          <p:nvSpPr>
            <p:cNvPr id="4436" name="Google Shape;4436;p64"/>
            <p:cNvSpPr txBox="1"/>
            <p:nvPr/>
          </p:nvSpPr>
          <p:spPr>
            <a:xfrm>
              <a:off x="1180900" y="4614034"/>
              <a:ext cx="26292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Improved visibility into key financial metrics, enabling faster and more informed business decisions.</a:t>
              </a:r>
              <a:endParaRPr sz="1100" b="0" i="0" u="none" strike="noStrike" cap="none">
                <a:solidFill>
                  <a:schemeClr val="accent1"/>
                </a:solidFill>
                <a:latin typeface="Calibri"/>
                <a:ea typeface="Calibri"/>
                <a:cs typeface="Calibri"/>
                <a:sym typeface="Calibri"/>
              </a:endParaRPr>
            </a:p>
          </p:txBody>
        </p:sp>
      </p:grpSp>
      <p:pic>
        <p:nvPicPr>
          <p:cNvPr id="4437" name="Google Shape;4437;p64" descr="finance"/>
          <p:cNvPicPr preferRelativeResize="0"/>
          <p:nvPr/>
        </p:nvPicPr>
        <p:blipFill rotWithShape="1">
          <a:blip r:embed="rId6">
            <a:alphaModFix/>
          </a:blip>
          <a:srcRect r="64714" b="64356"/>
          <a:stretch/>
        </p:blipFill>
        <p:spPr>
          <a:xfrm>
            <a:off x="3041693" y="1803706"/>
            <a:ext cx="556768" cy="681400"/>
          </a:xfrm>
          <a:prstGeom prst="rect">
            <a:avLst/>
          </a:prstGeom>
          <a:noFill/>
          <a:ln>
            <a:noFill/>
          </a:ln>
        </p:spPr>
      </p:pic>
      <p:grpSp>
        <p:nvGrpSpPr>
          <p:cNvPr id="4438" name="Google Shape;4438;p64"/>
          <p:cNvGrpSpPr/>
          <p:nvPr/>
        </p:nvGrpSpPr>
        <p:grpSpPr>
          <a:xfrm>
            <a:off x="1306463" y="1099700"/>
            <a:ext cx="1443137" cy="2631593"/>
            <a:chOff x="1039100" y="2886363"/>
            <a:chExt cx="2771000" cy="2995212"/>
          </a:xfrm>
        </p:grpSpPr>
        <p:cxnSp>
          <p:nvCxnSpPr>
            <p:cNvPr id="4439" name="Google Shape;4439;p64"/>
            <p:cNvCxnSpPr/>
            <p:nvPr/>
          </p:nvCxnSpPr>
          <p:spPr>
            <a:xfrm>
              <a:off x="1039100" y="2886375"/>
              <a:ext cx="0" cy="2995200"/>
            </a:xfrm>
            <a:prstGeom prst="straightConnector1">
              <a:avLst/>
            </a:prstGeom>
            <a:noFill/>
            <a:ln w="16750" cap="flat" cmpd="sng">
              <a:solidFill>
                <a:srgbClr val="78909C"/>
              </a:solidFill>
              <a:prstDash val="solid"/>
              <a:round/>
              <a:headEnd type="none" w="sm" len="sm"/>
              <a:tailEnd type="none" w="sm" len="sm"/>
            </a:ln>
          </p:spPr>
        </p:cxnSp>
        <p:sp>
          <p:nvSpPr>
            <p:cNvPr id="4440" name="Google Shape;4440;p64"/>
            <p:cNvSpPr txBox="1"/>
            <p:nvPr/>
          </p:nvSpPr>
          <p:spPr>
            <a:xfrm>
              <a:off x="1180885" y="2886363"/>
              <a:ext cx="2629200" cy="5607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36E6E"/>
                </a:buClr>
                <a:buSzPts val="1600"/>
                <a:buFont typeface="NTR"/>
                <a:buNone/>
              </a:pPr>
              <a:r>
                <a:rPr lang="en" sz="1600" b="1" i="0" u="none" strike="noStrike" cap="none">
                  <a:solidFill>
                    <a:schemeClr val="accent3"/>
                  </a:solidFill>
                  <a:latin typeface="Calibri"/>
                  <a:ea typeface="Calibri"/>
                  <a:cs typeface="Calibri"/>
                  <a:sym typeface="Calibri"/>
                </a:rPr>
                <a:t>EU Overview</a:t>
              </a:r>
              <a:endParaRPr sz="1600" b="1" i="0" u="none" strike="noStrike" cap="none">
                <a:solidFill>
                  <a:schemeClr val="accent3"/>
                </a:solidFill>
                <a:latin typeface="Calibri"/>
                <a:ea typeface="Calibri"/>
                <a:cs typeface="Calibri"/>
                <a:sym typeface="Calibri"/>
              </a:endParaRPr>
            </a:p>
            <a:p>
              <a:pPr marL="0" marR="0" lvl="0" indent="0" algn="l" rtl="0">
                <a:lnSpc>
                  <a:spcPct val="100000"/>
                </a:lnSpc>
                <a:spcBef>
                  <a:spcPts val="0"/>
                </a:spcBef>
                <a:spcAft>
                  <a:spcPts val="0"/>
                </a:spcAft>
                <a:buClr>
                  <a:srgbClr val="736E6E"/>
                </a:buClr>
                <a:buSzPts val="1600"/>
                <a:buFont typeface="NTR"/>
                <a:buNone/>
              </a:pPr>
              <a:endParaRPr sz="1600" b="1" i="0" u="none" strike="noStrike" cap="none">
                <a:solidFill>
                  <a:srgbClr val="61A020"/>
                </a:solidFill>
                <a:latin typeface="Calibri"/>
                <a:ea typeface="Calibri"/>
                <a:cs typeface="Calibri"/>
                <a:sym typeface="Calibri"/>
              </a:endParaRPr>
            </a:p>
          </p:txBody>
        </p:sp>
        <p:sp>
          <p:nvSpPr>
            <p:cNvPr id="4441" name="Google Shape;4441;p64"/>
            <p:cNvSpPr txBox="1"/>
            <p:nvPr/>
          </p:nvSpPr>
          <p:spPr>
            <a:xfrm>
              <a:off x="1180900" y="4618815"/>
              <a:ext cx="2629200" cy="963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Calibri"/>
                  <a:ea typeface="Calibri"/>
                  <a:cs typeface="Calibri"/>
                  <a:sym typeface="Calibri"/>
                </a:rPr>
                <a:t>A consolidated view of key metrics and insights, enabling quick assessment of overall business performance.</a:t>
              </a:r>
              <a:endParaRPr sz="1100" b="0" i="0" u="none" strike="noStrike" cap="none">
                <a:solidFill>
                  <a:schemeClr val="accent1"/>
                </a:solidFill>
                <a:latin typeface="Calibri"/>
                <a:ea typeface="Calibri"/>
                <a:cs typeface="Calibri"/>
                <a:sym typeface="Calibri"/>
              </a:endParaRPr>
            </a:p>
          </p:txBody>
        </p:sp>
      </p:grpSp>
      <p:pic>
        <p:nvPicPr>
          <p:cNvPr id="4442" name="Google Shape;4442;p64"/>
          <p:cNvPicPr preferRelativeResize="0"/>
          <p:nvPr/>
        </p:nvPicPr>
        <p:blipFill rotWithShape="1">
          <a:blip r:embed="rId5">
            <a:alphaModFix/>
          </a:blip>
          <a:srcRect l="3226" t="2903" r="68551" b="68186"/>
          <a:stretch/>
        </p:blipFill>
        <p:spPr>
          <a:xfrm>
            <a:off x="1388573" y="1803700"/>
            <a:ext cx="619125" cy="681399"/>
          </a:xfrm>
          <a:prstGeom prst="rect">
            <a:avLst/>
          </a:prstGeom>
          <a:noFill/>
          <a:ln>
            <a:noFill/>
          </a:ln>
        </p:spPr>
      </p:pic>
      <p:pic>
        <p:nvPicPr>
          <p:cNvPr id="4443" name="Google Shape;4443;p64" title="Untitled design (2).png"/>
          <p:cNvPicPr preferRelativeResize="0"/>
          <p:nvPr/>
        </p:nvPicPr>
        <p:blipFill rotWithShape="1">
          <a:blip r:embed="rId4">
            <a:alphaModFix amt="31000"/>
          </a:blip>
          <a:srcRect l="68468" b="60229"/>
          <a:stretch/>
        </p:blipFill>
        <p:spPr>
          <a:xfrm>
            <a:off x="6650349" y="0"/>
            <a:ext cx="2493650" cy="2045626"/>
          </a:xfrm>
          <a:prstGeom prst="rect">
            <a:avLst/>
          </a:prstGeom>
          <a:noFill/>
          <a:ln>
            <a:noFill/>
          </a:ln>
        </p:spPr>
      </p:pic>
    </p:spTree>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447"/>
        <p:cNvGrpSpPr/>
        <p:nvPr/>
      </p:nvGrpSpPr>
      <p:grpSpPr>
        <a:xfrm>
          <a:off x="0" y="0"/>
          <a:ext cx="0" cy="0"/>
          <a:chOff x="0" y="0"/>
          <a:chExt cx="0" cy="0"/>
        </a:xfrm>
      </p:grpSpPr>
      <p:sp>
        <p:nvSpPr>
          <p:cNvPr id="4448" name="Google Shape;4448;p65"/>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Execute With Excellence Reports Coverage</a:t>
            </a:r>
            <a:endParaRPr sz="1800" b="1" i="0" u="none" strike="noStrike" cap="none">
              <a:solidFill>
                <a:schemeClr val="dk1"/>
              </a:solidFill>
              <a:latin typeface="Calibri"/>
              <a:ea typeface="Calibri"/>
              <a:cs typeface="Calibri"/>
              <a:sym typeface="Calibri"/>
            </a:endParaRPr>
          </a:p>
        </p:txBody>
      </p:sp>
      <p:cxnSp>
        <p:nvCxnSpPr>
          <p:cNvPr id="4449" name="Google Shape;4449;p65"/>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pic>
        <p:nvPicPr>
          <p:cNvPr id="4450" name="Google Shape;4450;p65" title="Untitled design (2).png"/>
          <p:cNvPicPr preferRelativeResize="0"/>
          <p:nvPr/>
        </p:nvPicPr>
        <p:blipFill rotWithShape="1">
          <a:blip r:embed="rId3">
            <a:alphaModFix amt="21000"/>
          </a:blip>
          <a:srcRect r="42834"/>
          <a:stretch/>
        </p:blipFill>
        <p:spPr>
          <a:xfrm rot="10800000" flipH="1">
            <a:off x="22825" y="1388575"/>
            <a:ext cx="3300372" cy="3754925"/>
          </a:xfrm>
          <a:prstGeom prst="rect">
            <a:avLst/>
          </a:prstGeom>
          <a:noFill/>
          <a:ln>
            <a:noFill/>
          </a:ln>
        </p:spPr>
      </p:pic>
      <p:pic>
        <p:nvPicPr>
          <p:cNvPr id="4451" name="Google Shape;4451;p65" title="report 111.png"/>
          <p:cNvPicPr preferRelativeResize="0"/>
          <p:nvPr/>
        </p:nvPicPr>
        <p:blipFill rotWithShape="1">
          <a:blip r:embed="rId4">
            <a:alphaModFix/>
          </a:blip>
          <a:srcRect t="603" b="593"/>
          <a:stretch/>
        </p:blipFill>
        <p:spPr>
          <a:xfrm>
            <a:off x="448025" y="464650"/>
            <a:ext cx="8424150" cy="4588823"/>
          </a:xfrm>
          <a:prstGeom prst="rect">
            <a:avLst/>
          </a:prstGeom>
          <a:noFill/>
          <a:ln>
            <a:noFill/>
          </a:ln>
        </p:spPr>
      </p:pic>
      <p:pic>
        <p:nvPicPr>
          <p:cNvPr id="4452" name="Google Shape;4452;p65" title="Untitled design (2).png"/>
          <p:cNvPicPr preferRelativeResize="0"/>
          <p:nvPr/>
        </p:nvPicPr>
        <p:blipFill rotWithShape="1">
          <a:blip r:embed="rId3">
            <a:alphaModFix amt="21000"/>
          </a:blip>
          <a:srcRect r="42834"/>
          <a:stretch/>
        </p:blipFill>
        <p:spPr>
          <a:xfrm flipH="1">
            <a:off x="5843625" y="0"/>
            <a:ext cx="3300372" cy="3754925"/>
          </a:xfrm>
          <a:prstGeom prst="rect">
            <a:avLst/>
          </a:prstGeom>
          <a:noFill/>
          <a:ln>
            <a:noFill/>
          </a:ln>
        </p:spPr>
      </p:pic>
      <p:pic>
        <p:nvPicPr>
          <p:cNvPr id="4453" name="Google Shape;4453;p65" title="Untitled design (2).png"/>
          <p:cNvPicPr preferRelativeResize="0"/>
          <p:nvPr/>
        </p:nvPicPr>
        <p:blipFill rotWithShape="1">
          <a:blip r:embed="rId3">
            <a:alphaModFix amt="31000"/>
          </a:blip>
          <a:srcRect l="43458" b="32560"/>
          <a:stretch/>
        </p:blipFill>
        <p:spPr>
          <a:xfrm rot="5400000">
            <a:off x="5173825" y="1173325"/>
            <a:ext cx="4471598" cy="346877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457"/>
        <p:cNvGrpSpPr/>
        <p:nvPr/>
      </p:nvGrpSpPr>
      <p:grpSpPr>
        <a:xfrm>
          <a:off x="0" y="0"/>
          <a:ext cx="0" cy="0"/>
          <a:chOff x="0" y="0"/>
          <a:chExt cx="0" cy="0"/>
        </a:xfrm>
      </p:grpSpPr>
      <p:sp>
        <p:nvSpPr>
          <p:cNvPr id="4458" name="Google Shape;4458;p66"/>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459" name="Google Shape;4459;p66"/>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SRM Cluster Scorecard P5 2026 YTD</a:t>
            </a:r>
            <a:endParaRPr sz="1800" b="1" i="0" u="none" strike="noStrike" cap="none">
              <a:solidFill>
                <a:schemeClr val="dk1"/>
              </a:solidFill>
              <a:latin typeface="Calibri"/>
              <a:ea typeface="Calibri"/>
              <a:cs typeface="Calibri"/>
              <a:sym typeface="Calibri"/>
            </a:endParaRPr>
          </a:p>
        </p:txBody>
      </p:sp>
      <p:pic>
        <p:nvPicPr>
          <p:cNvPr id="4460" name="Google Shape;4460;p66" title="image (18).png"/>
          <p:cNvPicPr preferRelativeResize="0"/>
          <p:nvPr/>
        </p:nvPicPr>
        <p:blipFill rotWithShape="1">
          <a:blip r:embed="rId3">
            <a:alphaModFix/>
          </a:blip>
          <a:srcRect l="8623" r="8623"/>
          <a:stretch/>
        </p:blipFill>
        <p:spPr>
          <a:xfrm>
            <a:off x="273750" y="1232250"/>
            <a:ext cx="3675300" cy="2052000"/>
          </a:xfrm>
          <a:prstGeom prst="roundRect">
            <a:avLst>
              <a:gd name="adj" fmla="val 4753"/>
            </a:avLst>
          </a:prstGeom>
          <a:noFill/>
          <a:ln>
            <a:noFill/>
          </a:ln>
        </p:spPr>
      </p:pic>
      <p:cxnSp>
        <p:nvCxnSpPr>
          <p:cNvPr id="4461" name="Google Shape;4461;p66"/>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462" name="Google Shape;4462;p66"/>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463" name="Google Shape;4463;p66" title="slide 30.png"/>
          <p:cNvPicPr preferRelativeResize="0"/>
          <p:nvPr/>
        </p:nvPicPr>
        <p:blipFill rotWithShape="1">
          <a:blip r:embed="rId4">
            <a:alphaModFix/>
          </a:blip>
          <a:srcRect/>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464" name="Google Shape;4464;p66"/>
          <p:cNvGrpSpPr/>
          <p:nvPr/>
        </p:nvGrpSpPr>
        <p:grpSpPr>
          <a:xfrm>
            <a:off x="3496675" y="663825"/>
            <a:ext cx="1155776" cy="235490"/>
            <a:chOff x="3377819" y="989946"/>
            <a:chExt cx="1126378" cy="229500"/>
          </a:xfrm>
        </p:grpSpPr>
        <p:sp>
          <p:nvSpPr>
            <p:cNvPr id="4465" name="Google Shape;4465;p66"/>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466" name="Google Shape;4466;p66"/>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467" name="Google Shape;4467;p66"/>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468" name="Google Shape;4468;p66"/>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469" name="Google Shape;4469;p66"/>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470" name="Google Shape;4470;p66"/>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471" name="Google Shape;4471;p66"/>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472" name="Google Shape;4472;p66"/>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473" name="Google Shape;4473;p66"/>
          <p:cNvSpPr txBox="1"/>
          <p:nvPr/>
        </p:nvSpPr>
        <p:spPr>
          <a:xfrm>
            <a:off x="685700" y="4209350"/>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Simplified User Experience</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474" name="Google Shape;4474;p66"/>
          <p:cNvSpPr txBox="1"/>
          <p:nvPr/>
        </p:nvSpPr>
        <p:spPr>
          <a:xfrm>
            <a:off x="442851"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Reducing visual clutter and streamlining workflows to make the interface more intuitive and effortless to navigate.</a:t>
            </a:r>
            <a:endParaRPr sz="831" b="0" i="0" u="none" strike="noStrike" cap="none">
              <a:solidFill>
                <a:srgbClr val="3C3C3C"/>
              </a:solidFill>
              <a:latin typeface="Calibri"/>
              <a:ea typeface="Calibri"/>
              <a:cs typeface="Calibri"/>
              <a:sym typeface="Calibri"/>
            </a:endParaRPr>
          </a:p>
        </p:txBody>
      </p:sp>
      <p:sp>
        <p:nvSpPr>
          <p:cNvPr id="4475" name="Google Shape;4475;p66"/>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476" name="Google Shape;4476;p66"/>
          <p:cNvSpPr txBox="1"/>
          <p:nvPr/>
        </p:nvSpPr>
        <p:spPr>
          <a:xfrm>
            <a:off x="2438725" y="4209350"/>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Actionable Insight Delivery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477" name="Google Shape;4477;p66"/>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Moving from rigid data dumps to dynamic, synthesized takeaways that empower users to make fast, informed decisions.</a:t>
            </a:r>
            <a:endParaRPr sz="831" b="0" i="0" u="none" strike="noStrike" cap="none">
              <a:solidFill>
                <a:srgbClr val="3C3C3C"/>
              </a:solidFill>
              <a:latin typeface="Calibri"/>
              <a:ea typeface="Calibri"/>
              <a:cs typeface="Calibri"/>
              <a:sym typeface="Calibri"/>
            </a:endParaRPr>
          </a:p>
        </p:txBody>
      </p:sp>
      <p:sp>
        <p:nvSpPr>
          <p:cNvPr id="4478" name="Google Shape;4478;p66"/>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479" name="Google Shape;4479;p66"/>
          <p:cNvSpPr txBox="1"/>
          <p:nvPr/>
        </p:nvSpPr>
        <p:spPr>
          <a:xfrm>
            <a:off x="4191772" y="4209362"/>
            <a:ext cx="13362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Clear Hierarchy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480" name="Google Shape;4480;p66"/>
          <p:cNvSpPr txBox="1"/>
          <p:nvPr/>
        </p:nvSpPr>
        <p:spPr>
          <a:xfrm>
            <a:off x="3948936"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Organizing content logically to improve readability and information flow.</a:t>
            </a:r>
            <a:endParaRPr sz="831" b="0" i="0" u="none" strike="noStrike" cap="none">
              <a:solidFill>
                <a:srgbClr val="3C3C3C"/>
              </a:solidFill>
              <a:latin typeface="Calibri"/>
              <a:ea typeface="Calibri"/>
              <a:cs typeface="Calibri"/>
              <a:sym typeface="Calibri"/>
            </a:endParaRPr>
          </a:p>
        </p:txBody>
      </p:sp>
      <p:sp>
        <p:nvSpPr>
          <p:cNvPr id="4481" name="Google Shape;4481;p66"/>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482" name="Google Shape;4482;p66"/>
          <p:cNvSpPr txBox="1"/>
          <p:nvPr/>
        </p:nvSpPr>
        <p:spPr>
          <a:xfrm>
            <a:off x="5944925" y="4209362"/>
            <a:ext cx="13362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Context-Driven Information</a:t>
            </a:r>
            <a:endParaRPr sz="909" b="0" i="0" u="none" strike="noStrike" cap="none">
              <a:solidFill>
                <a:srgbClr val="3C3C3C"/>
              </a:solidFill>
              <a:latin typeface="Calibri"/>
              <a:ea typeface="Calibri"/>
              <a:cs typeface="Calibri"/>
              <a:sym typeface="Calibri"/>
            </a:endParaRPr>
          </a:p>
        </p:txBody>
      </p:sp>
      <p:sp>
        <p:nvSpPr>
          <p:cNvPr id="4483" name="Google Shape;4483;p66"/>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Aligning UI elements and data points to directly match the specific needs, roles, and current tasks of the user.</a:t>
            </a:r>
            <a:endParaRPr sz="831" b="0" i="0" u="none" strike="noStrike" cap="none">
              <a:solidFill>
                <a:srgbClr val="3C3C3C"/>
              </a:solidFill>
              <a:latin typeface="Calibri"/>
              <a:ea typeface="Calibri"/>
              <a:cs typeface="Calibri"/>
              <a:sym typeface="Calibri"/>
            </a:endParaRPr>
          </a:p>
        </p:txBody>
      </p:sp>
      <p:sp>
        <p:nvSpPr>
          <p:cNvPr id="4484" name="Google Shape;4484;p66"/>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485" name="Google Shape;4485;p66"/>
          <p:cNvSpPr txBox="1"/>
          <p:nvPr/>
        </p:nvSpPr>
        <p:spPr>
          <a:xfrm>
            <a:off x="7698075"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Tables</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486" name="Google Shape;4486;p66"/>
          <p:cNvSpPr txBox="1"/>
          <p:nvPr/>
        </p:nvSpPr>
        <p:spPr>
          <a:xfrm>
            <a:off x="7455243" y="4434533"/>
            <a:ext cx="15339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tables with whitespace and clear highlights for effortless scanning.</a:t>
            </a:r>
            <a:endParaRPr sz="831" b="0" i="0" u="none" strike="noStrike" cap="none">
              <a:solidFill>
                <a:srgbClr val="3C3C3C"/>
              </a:solidFill>
              <a:latin typeface="Calibri"/>
              <a:ea typeface="Calibri"/>
              <a:cs typeface="Calibri"/>
              <a:sym typeface="Calibri"/>
            </a:endParaRPr>
          </a:p>
        </p:txBody>
      </p:sp>
      <p:sp>
        <p:nvSpPr>
          <p:cNvPr id="4487" name="Google Shape;4487;p66"/>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8" name="Google Shape;4488;p66"/>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9" name="Google Shape;4489;p66"/>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pic>
        <p:nvPicPr>
          <p:cNvPr id="4490" name="Google Shape;4490;p66" title="Text-14.png"/>
          <p:cNvPicPr preferRelativeResize="0"/>
          <p:nvPr/>
        </p:nvPicPr>
        <p:blipFill rotWithShape="1">
          <a:blip r:embed="rId5">
            <a:alphaModFix/>
          </a:blip>
          <a:srcRect/>
          <a:stretch/>
        </p:blipFill>
        <p:spPr>
          <a:xfrm>
            <a:off x="5690800" y="4182007"/>
            <a:ext cx="195300" cy="195300"/>
          </a:xfrm>
          <a:prstGeom prst="rect">
            <a:avLst/>
          </a:prstGeom>
          <a:noFill/>
          <a:ln>
            <a:noFill/>
          </a:ln>
        </p:spPr>
      </p:pic>
      <p:pic>
        <p:nvPicPr>
          <p:cNvPr id="4491" name="Google Shape;4491;p66" title="Text-3.png"/>
          <p:cNvPicPr preferRelativeResize="0"/>
          <p:nvPr/>
        </p:nvPicPr>
        <p:blipFill rotWithShape="1">
          <a:blip r:embed="rId6">
            <a:alphaModFix/>
          </a:blip>
          <a:srcRect/>
          <a:stretch/>
        </p:blipFill>
        <p:spPr>
          <a:xfrm>
            <a:off x="3923550" y="4176350"/>
            <a:ext cx="223200" cy="223200"/>
          </a:xfrm>
          <a:prstGeom prst="rect">
            <a:avLst/>
          </a:prstGeom>
          <a:noFill/>
          <a:ln>
            <a:noFill/>
          </a:ln>
        </p:spPr>
      </p:pic>
      <p:pic>
        <p:nvPicPr>
          <p:cNvPr id="4492" name="Google Shape;4492;p66" title="Text-17.png"/>
          <p:cNvPicPr preferRelativeResize="0"/>
          <p:nvPr/>
        </p:nvPicPr>
        <p:blipFill rotWithShape="1">
          <a:blip r:embed="rId7">
            <a:alphaModFix/>
          </a:blip>
          <a:srcRect/>
          <a:stretch/>
        </p:blipFill>
        <p:spPr>
          <a:xfrm>
            <a:off x="2183188" y="4176361"/>
            <a:ext cx="223200" cy="223200"/>
          </a:xfrm>
          <a:prstGeom prst="rect">
            <a:avLst/>
          </a:prstGeom>
          <a:noFill/>
          <a:ln>
            <a:noFill/>
          </a:ln>
        </p:spPr>
      </p:pic>
      <p:pic>
        <p:nvPicPr>
          <p:cNvPr id="4493" name="Google Shape;4493;p66"/>
          <p:cNvPicPr preferRelativeResize="0"/>
          <p:nvPr/>
        </p:nvPicPr>
        <p:blipFill rotWithShape="1">
          <a:blip r:embed="rId8">
            <a:alphaModFix/>
          </a:blip>
          <a:srcRect/>
          <a:stretch/>
        </p:blipFill>
        <p:spPr>
          <a:xfrm>
            <a:off x="7455250" y="4183550"/>
            <a:ext cx="191400" cy="191400"/>
          </a:xfrm>
          <a:prstGeom prst="rect">
            <a:avLst/>
          </a:prstGeom>
          <a:noFill/>
          <a:ln>
            <a:noFill/>
          </a:ln>
        </p:spPr>
      </p:pic>
      <p:pic>
        <p:nvPicPr>
          <p:cNvPr id="4494" name="Google Shape;4494;p66" title="Text-18.png"/>
          <p:cNvPicPr preferRelativeResize="0"/>
          <p:nvPr/>
        </p:nvPicPr>
        <p:blipFill rotWithShape="1">
          <a:blip r:embed="rId9">
            <a:alphaModFix/>
          </a:blip>
          <a:srcRect/>
          <a:stretch/>
        </p:blipFill>
        <p:spPr>
          <a:xfrm>
            <a:off x="446375" y="4206938"/>
            <a:ext cx="162025" cy="162025"/>
          </a:xfrm>
          <a:prstGeom prst="rect">
            <a:avLst/>
          </a:prstGeom>
          <a:noFill/>
          <a:ln>
            <a:noFill/>
          </a:ln>
        </p:spPr>
      </p:pic>
      <p:pic>
        <p:nvPicPr>
          <p:cNvPr id="4495" name="Google Shape;4495;p66" title="material-symbols_close-rounded.png"/>
          <p:cNvPicPr preferRelativeResize="0"/>
          <p:nvPr/>
        </p:nvPicPr>
        <p:blipFill rotWithShape="1">
          <a:blip r:embed="rId10">
            <a:alphaModFix/>
          </a:blip>
          <a:srcRect/>
          <a:stretch/>
        </p:blipFill>
        <p:spPr>
          <a:xfrm>
            <a:off x="8499224" y="1334699"/>
            <a:ext cx="102275" cy="1022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499"/>
        <p:cNvGrpSpPr/>
        <p:nvPr/>
      </p:nvGrpSpPr>
      <p:grpSpPr>
        <a:xfrm>
          <a:off x="0" y="0"/>
          <a:ext cx="0" cy="0"/>
          <a:chOff x="0" y="0"/>
          <a:chExt cx="0" cy="0"/>
        </a:xfrm>
      </p:grpSpPr>
      <p:sp>
        <p:nvSpPr>
          <p:cNvPr id="4500" name="Google Shape;4500;p67"/>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501" name="Google Shape;4501;p67"/>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Growth &amp; Leverage Matrix</a:t>
            </a:r>
            <a:endParaRPr sz="1800" b="1" i="0" u="none" strike="noStrike" cap="none">
              <a:solidFill>
                <a:schemeClr val="dk1"/>
              </a:solidFill>
              <a:latin typeface="Calibri"/>
              <a:ea typeface="Calibri"/>
              <a:cs typeface="Calibri"/>
              <a:sym typeface="Calibri"/>
            </a:endParaRPr>
          </a:p>
        </p:txBody>
      </p:sp>
      <p:pic>
        <p:nvPicPr>
          <p:cNvPr id="4502" name="Google Shape;4502;p67" title="image (19).png"/>
          <p:cNvPicPr preferRelativeResize="0"/>
          <p:nvPr/>
        </p:nvPicPr>
        <p:blipFill rotWithShape="1">
          <a:blip r:embed="rId3">
            <a:alphaModFix/>
          </a:blip>
          <a:srcRect l="1324" r="1324"/>
          <a:stretch/>
        </p:blipFill>
        <p:spPr>
          <a:xfrm>
            <a:off x="273750" y="1232250"/>
            <a:ext cx="3675300" cy="2052000"/>
          </a:xfrm>
          <a:prstGeom prst="roundRect">
            <a:avLst>
              <a:gd name="adj" fmla="val 4753"/>
            </a:avLst>
          </a:prstGeom>
          <a:noFill/>
          <a:ln>
            <a:noFill/>
          </a:ln>
        </p:spPr>
      </p:pic>
      <p:cxnSp>
        <p:nvCxnSpPr>
          <p:cNvPr id="4503" name="Google Shape;4503;p67"/>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504" name="Google Shape;4504;p67"/>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505" name="Google Shape;4505;p67" title="slide 31.png"/>
          <p:cNvPicPr preferRelativeResize="0"/>
          <p:nvPr/>
        </p:nvPicPr>
        <p:blipFill rotWithShape="1">
          <a:blip r:embed="rId4">
            <a:alphaModFix/>
          </a:blip>
          <a:srcRect/>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506" name="Google Shape;4506;p67"/>
          <p:cNvGrpSpPr/>
          <p:nvPr/>
        </p:nvGrpSpPr>
        <p:grpSpPr>
          <a:xfrm>
            <a:off x="3496675" y="663825"/>
            <a:ext cx="1155776" cy="235490"/>
            <a:chOff x="3377819" y="989946"/>
            <a:chExt cx="1126378" cy="229500"/>
          </a:xfrm>
        </p:grpSpPr>
        <p:sp>
          <p:nvSpPr>
            <p:cNvPr id="4507" name="Google Shape;4507;p67"/>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508" name="Google Shape;4508;p67"/>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509" name="Google Shape;4509;p67"/>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510" name="Google Shape;4510;p67"/>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511" name="Google Shape;4511;p67"/>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512" name="Google Shape;4512;p67"/>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513" name="Google Shape;4513;p67"/>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514" name="Google Shape;4514;p67"/>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5" name="Google Shape;4515;p67"/>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6" name="Google Shape;4516;p67"/>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sp>
        <p:nvSpPr>
          <p:cNvPr id="4517" name="Google Shape;4517;p67"/>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518" name="Google Shape;4518;p67"/>
          <p:cNvSpPr txBox="1"/>
          <p:nvPr/>
        </p:nvSpPr>
        <p:spPr>
          <a:xfrm>
            <a:off x="685700"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Data Discoverability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519" name="Google Shape;4519;p67"/>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Ensuring key metrics and trends are instantly accessible and easy to locate without deep navigation.</a:t>
            </a:r>
            <a:endParaRPr sz="831" b="0" i="0" u="none" strike="noStrike" cap="none">
              <a:solidFill>
                <a:srgbClr val="3C3C3C"/>
              </a:solidFill>
              <a:latin typeface="Calibri"/>
              <a:ea typeface="Calibri"/>
              <a:cs typeface="Calibri"/>
              <a:sym typeface="Calibri"/>
            </a:endParaRPr>
          </a:p>
        </p:txBody>
      </p:sp>
      <p:sp>
        <p:nvSpPr>
          <p:cNvPr id="4520" name="Google Shape;4520;p67"/>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521" name="Google Shape;4521;p67"/>
          <p:cNvSpPr txBox="1"/>
          <p:nvPr/>
        </p:nvSpPr>
        <p:spPr>
          <a:xfrm>
            <a:off x="2438725"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Organization</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522" name="Google Shape;4522;p67"/>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Organizing information logically to guide users effortlessly through the interface and highlight key metrics.</a:t>
            </a:r>
            <a:endParaRPr sz="831" b="0" i="0" u="none" strike="noStrike" cap="none">
              <a:solidFill>
                <a:srgbClr val="3C3C3C"/>
              </a:solidFill>
              <a:latin typeface="Calibri"/>
              <a:ea typeface="Calibri"/>
              <a:cs typeface="Calibri"/>
              <a:sym typeface="Calibri"/>
            </a:endParaRPr>
          </a:p>
        </p:txBody>
      </p:sp>
      <p:sp>
        <p:nvSpPr>
          <p:cNvPr id="4523" name="Google Shape;4523;p67"/>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524" name="Google Shape;4524;p67"/>
          <p:cNvSpPr txBox="1"/>
          <p:nvPr/>
        </p:nvSpPr>
        <p:spPr>
          <a:xfrm>
            <a:off x="4191775" y="4209350"/>
            <a:ext cx="15339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AI</a:t>
            </a:r>
            <a:endParaRPr sz="909" b="0" i="0" u="none" strike="noStrike" cap="none">
              <a:solidFill>
                <a:srgbClr val="3C3C3C"/>
              </a:solidFill>
              <a:latin typeface="Calibri"/>
              <a:ea typeface="Calibri"/>
              <a:cs typeface="Calibri"/>
              <a:sym typeface="Calibri"/>
            </a:endParaRPr>
          </a:p>
        </p:txBody>
      </p:sp>
      <p:sp>
        <p:nvSpPr>
          <p:cNvPr id="4525" name="Google Shape;4525;p67"/>
          <p:cNvSpPr txBox="1"/>
          <p:nvPr/>
        </p:nvSpPr>
        <p:spPr>
          <a:xfrm>
            <a:off x="3948936"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that minimize the need for manual analysis and mental effort.</a:t>
            </a:r>
            <a:endParaRPr sz="831" b="0" i="0" u="none" strike="noStrike" cap="none">
              <a:solidFill>
                <a:srgbClr val="3C3C3C"/>
              </a:solidFill>
              <a:latin typeface="Calibri"/>
              <a:ea typeface="Calibri"/>
              <a:cs typeface="Calibri"/>
              <a:sym typeface="Calibri"/>
            </a:endParaRPr>
          </a:p>
        </p:txBody>
      </p:sp>
      <p:sp>
        <p:nvSpPr>
          <p:cNvPr id="4526" name="Google Shape;4526;p67"/>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527" name="Google Shape;4527;p67"/>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Layout</a:t>
            </a:r>
            <a:endParaRPr sz="909" b="0" i="0" u="none" strike="noStrike" cap="none">
              <a:solidFill>
                <a:srgbClr val="3C3C3C"/>
              </a:solidFill>
              <a:latin typeface="Calibri"/>
              <a:ea typeface="Calibri"/>
              <a:cs typeface="Calibri"/>
              <a:sym typeface="Calibri"/>
            </a:endParaRPr>
          </a:p>
        </p:txBody>
      </p:sp>
      <p:sp>
        <p:nvSpPr>
          <p:cNvPr id="4528" name="Google Shape;4528;p67"/>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to make complex financial information easily digestible.</a:t>
            </a:r>
            <a:endParaRPr sz="831" b="0" i="0" u="none" strike="noStrike" cap="none">
              <a:solidFill>
                <a:srgbClr val="3C3C3C"/>
              </a:solidFill>
              <a:latin typeface="Calibri"/>
              <a:ea typeface="Calibri"/>
              <a:cs typeface="Calibri"/>
              <a:sym typeface="Calibri"/>
            </a:endParaRPr>
          </a:p>
        </p:txBody>
      </p:sp>
      <p:sp>
        <p:nvSpPr>
          <p:cNvPr id="4529" name="Google Shape;4529;p67"/>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530" name="Google Shape;4530;p67"/>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Visual Consistency</a:t>
            </a:r>
            <a:endParaRPr sz="909" b="0" i="0" u="none" strike="noStrike" cap="none">
              <a:solidFill>
                <a:srgbClr val="3C3C3C"/>
              </a:solidFill>
              <a:latin typeface="Calibri"/>
              <a:ea typeface="Calibri"/>
              <a:cs typeface="Calibri"/>
              <a:sym typeface="Calibri"/>
            </a:endParaRPr>
          </a:p>
        </p:txBody>
      </p:sp>
      <p:sp>
        <p:nvSpPr>
          <p:cNvPr id="4531" name="Google Shape;4531;p67"/>
          <p:cNvSpPr txBox="1"/>
          <p:nvPr/>
        </p:nvSpPr>
        <p:spPr>
          <a:xfrm>
            <a:off x="7455243" y="4434533"/>
            <a:ext cx="1533900" cy="6393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Standardizing design elements, colors, and typography to create a cohesive, predictable, and polished user experience.</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pic>
        <p:nvPicPr>
          <p:cNvPr id="4532" name="Google Shape;4532;p67" title="Text-3.png"/>
          <p:cNvPicPr preferRelativeResize="0"/>
          <p:nvPr/>
        </p:nvPicPr>
        <p:blipFill rotWithShape="1">
          <a:blip r:embed="rId5">
            <a:alphaModFix/>
          </a:blip>
          <a:srcRect/>
          <a:stretch/>
        </p:blipFill>
        <p:spPr>
          <a:xfrm>
            <a:off x="442850" y="4193976"/>
            <a:ext cx="191400" cy="191400"/>
          </a:xfrm>
          <a:prstGeom prst="rect">
            <a:avLst/>
          </a:prstGeom>
          <a:noFill/>
          <a:ln>
            <a:noFill/>
          </a:ln>
        </p:spPr>
      </p:pic>
      <p:pic>
        <p:nvPicPr>
          <p:cNvPr id="4533" name="Google Shape;4533;p67" title="Text-1.png"/>
          <p:cNvPicPr preferRelativeResize="0"/>
          <p:nvPr/>
        </p:nvPicPr>
        <p:blipFill rotWithShape="1">
          <a:blip r:embed="rId6">
            <a:alphaModFix/>
          </a:blip>
          <a:srcRect/>
          <a:stretch/>
        </p:blipFill>
        <p:spPr>
          <a:xfrm>
            <a:off x="2189513" y="4183550"/>
            <a:ext cx="191400" cy="191400"/>
          </a:xfrm>
          <a:prstGeom prst="rect">
            <a:avLst/>
          </a:prstGeom>
          <a:noFill/>
          <a:ln>
            <a:noFill/>
          </a:ln>
        </p:spPr>
      </p:pic>
      <p:pic>
        <p:nvPicPr>
          <p:cNvPr id="4534" name="Google Shape;4534;p67" title="si_ai-duotone.png"/>
          <p:cNvPicPr preferRelativeResize="0"/>
          <p:nvPr/>
        </p:nvPicPr>
        <p:blipFill rotWithShape="1">
          <a:blip r:embed="rId7">
            <a:alphaModFix/>
          </a:blip>
          <a:srcRect/>
          <a:stretch/>
        </p:blipFill>
        <p:spPr>
          <a:xfrm>
            <a:off x="3942550" y="4193975"/>
            <a:ext cx="191400" cy="191400"/>
          </a:xfrm>
          <a:prstGeom prst="rect">
            <a:avLst/>
          </a:prstGeom>
          <a:noFill/>
          <a:ln>
            <a:noFill/>
          </a:ln>
        </p:spPr>
      </p:pic>
      <p:pic>
        <p:nvPicPr>
          <p:cNvPr id="4535" name="Google Shape;4535;p67" title="Text-15.png"/>
          <p:cNvPicPr preferRelativeResize="0"/>
          <p:nvPr/>
        </p:nvPicPr>
        <p:blipFill rotWithShape="1">
          <a:blip r:embed="rId8">
            <a:alphaModFix/>
          </a:blip>
          <a:srcRect/>
          <a:stretch/>
        </p:blipFill>
        <p:spPr>
          <a:xfrm>
            <a:off x="5673650" y="4161500"/>
            <a:ext cx="235500" cy="235500"/>
          </a:xfrm>
          <a:prstGeom prst="rect">
            <a:avLst/>
          </a:prstGeom>
          <a:noFill/>
          <a:ln>
            <a:noFill/>
          </a:ln>
        </p:spPr>
      </p:pic>
      <p:pic>
        <p:nvPicPr>
          <p:cNvPr id="4536" name="Google Shape;4536;p67" title="Text-18.png"/>
          <p:cNvPicPr preferRelativeResize="0"/>
          <p:nvPr/>
        </p:nvPicPr>
        <p:blipFill rotWithShape="1">
          <a:blip r:embed="rId9">
            <a:alphaModFix/>
          </a:blip>
          <a:srcRect/>
          <a:stretch/>
        </p:blipFill>
        <p:spPr>
          <a:xfrm>
            <a:off x="7444450" y="4171925"/>
            <a:ext cx="235500" cy="235500"/>
          </a:xfrm>
          <a:prstGeom prst="rect">
            <a:avLst/>
          </a:prstGeom>
          <a:noFill/>
          <a:ln>
            <a:noFill/>
          </a:ln>
        </p:spPr>
      </p:pic>
      <p:pic>
        <p:nvPicPr>
          <p:cNvPr id="4537" name="Google Shape;4537;p67" title="material-symbols_close-rounded.png"/>
          <p:cNvPicPr preferRelativeResize="0"/>
          <p:nvPr/>
        </p:nvPicPr>
        <p:blipFill rotWithShape="1">
          <a:blip r:embed="rId10">
            <a:alphaModFix/>
          </a:blip>
          <a:srcRect/>
          <a:stretch/>
        </p:blipFill>
        <p:spPr>
          <a:xfrm>
            <a:off x="8566086" y="1389184"/>
            <a:ext cx="102275" cy="1022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541"/>
        <p:cNvGrpSpPr/>
        <p:nvPr/>
      </p:nvGrpSpPr>
      <p:grpSpPr>
        <a:xfrm>
          <a:off x="0" y="0"/>
          <a:ext cx="0" cy="0"/>
          <a:chOff x="0" y="0"/>
          <a:chExt cx="0" cy="0"/>
        </a:xfrm>
      </p:grpSpPr>
      <p:sp>
        <p:nvSpPr>
          <p:cNvPr id="4542" name="Google Shape;4542;p68"/>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543" name="Google Shape;4543;p68"/>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Growth &amp; Leverage Matrix</a:t>
            </a:r>
            <a:endParaRPr sz="1800" b="1" i="0" u="none" strike="noStrike" cap="none">
              <a:solidFill>
                <a:schemeClr val="dk1"/>
              </a:solidFill>
              <a:latin typeface="Calibri"/>
              <a:ea typeface="Calibri"/>
              <a:cs typeface="Calibri"/>
              <a:sym typeface="Calibri"/>
            </a:endParaRPr>
          </a:p>
        </p:txBody>
      </p:sp>
      <p:pic>
        <p:nvPicPr>
          <p:cNvPr id="4544" name="Google Shape;4544;p68" title="image (20).png"/>
          <p:cNvPicPr preferRelativeResize="0"/>
          <p:nvPr/>
        </p:nvPicPr>
        <p:blipFill rotWithShape="1">
          <a:blip r:embed="rId3">
            <a:alphaModFix/>
          </a:blip>
          <a:srcRect l="2208" r="2199"/>
          <a:stretch/>
        </p:blipFill>
        <p:spPr>
          <a:xfrm>
            <a:off x="273750" y="1232250"/>
            <a:ext cx="3675300" cy="2052000"/>
          </a:xfrm>
          <a:prstGeom prst="roundRect">
            <a:avLst>
              <a:gd name="adj" fmla="val 4753"/>
            </a:avLst>
          </a:prstGeom>
          <a:noFill/>
          <a:ln>
            <a:noFill/>
          </a:ln>
        </p:spPr>
      </p:pic>
      <p:cxnSp>
        <p:nvCxnSpPr>
          <p:cNvPr id="4545" name="Google Shape;4545;p68"/>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546" name="Google Shape;4546;p68"/>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547" name="Google Shape;4547;p68" title="slide 32.png"/>
          <p:cNvPicPr preferRelativeResize="0"/>
          <p:nvPr/>
        </p:nvPicPr>
        <p:blipFill rotWithShape="1">
          <a:blip r:embed="rId4">
            <a:alphaModFix/>
          </a:blip>
          <a:srcRect/>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548" name="Google Shape;4548;p68"/>
          <p:cNvGrpSpPr/>
          <p:nvPr/>
        </p:nvGrpSpPr>
        <p:grpSpPr>
          <a:xfrm>
            <a:off x="3496675" y="663825"/>
            <a:ext cx="1155776" cy="235490"/>
            <a:chOff x="3377819" y="989946"/>
            <a:chExt cx="1126378" cy="229500"/>
          </a:xfrm>
        </p:grpSpPr>
        <p:sp>
          <p:nvSpPr>
            <p:cNvPr id="4549" name="Google Shape;4549;p68"/>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550" name="Google Shape;4550;p68"/>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551" name="Google Shape;4551;p68"/>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552" name="Google Shape;4552;p68"/>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553" name="Google Shape;4553;p68"/>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554" name="Google Shape;4554;p68"/>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555" name="Google Shape;4555;p68"/>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556" name="Google Shape;4556;p68"/>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7" name="Google Shape;4557;p68"/>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8" name="Google Shape;4558;p68"/>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sp>
        <p:nvSpPr>
          <p:cNvPr id="4559" name="Google Shape;4559;p68"/>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560" name="Google Shape;4560;p68"/>
          <p:cNvSpPr txBox="1"/>
          <p:nvPr/>
        </p:nvSpPr>
        <p:spPr>
          <a:xfrm>
            <a:off x="685700"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Data Discoverability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561" name="Google Shape;4561;p68"/>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Ensuring key metrics and trends are instantly accessible and easy to locate without deep navigation.</a:t>
            </a:r>
            <a:endParaRPr sz="831" b="0" i="0" u="none" strike="noStrike" cap="none">
              <a:solidFill>
                <a:srgbClr val="3C3C3C"/>
              </a:solidFill>
              <a:latin typeface="Calibri"/>
              <a:ea typeface="Calibri"/>
              <a:cs typeface="Calibri"/>
              <a:sym typeface="Calibri"/>
            </a:endParaRPr>
          </a:p>
        </p:txBody>
      </p:sp>
      <p:sp>
        <p:nvSpPr>
          <p:cNvPr id="4562" name="Google Shape;4562;p68"/>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563" name="Google Shape;4563;p68"/>
          <p:cNvSpPr txBox="1"/>
          <p:nvPr/>
        </p:nvSpPr>
        <p:spPr>
          <a:xfrm>
            <a:off x="2438725"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Organization</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564" name="Google Shape;4564;p68"/>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Organizing information logically to guide users effortlessly through the interface and highlight key metrics.</a:t>
            </a:r>
            <a:endParaRPr sz="831" b="0" i="0" u="none" strike="noStrike" cap="none">
              <a:solidFill>
                <a:srgbClr val="3C3C3C"/>
              </a:solidFill>
              <a:latin typeface="Calibri"/>
              <a:ea typeface="Calibri"/>
              <a:cs typeface="Calibri"/>
              <a:sym typeface="Calibri"/>
            </a:endParaRPr>
          </a:p>
        </p:txBody>
      </p:sp>
      <p:sp>
        <p:nvSpPr>
          <p:cNvPr id="4565" name="Google Shape;4565;p68"/>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566" name="Google Shape;4566;p68"/>
          <p:cNvSpPr txBox="1"/>
          <p:nvPr/>
        </p:nvSpPr>
        <p:spPr>
          <a:xfrm>
            <a:off x="4191775" y="4209350"/>
            <a:ext cx="15339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AI</a:t>
            </a:r>
            <a:endParaRPr sz="909" b="0" i="0" u="none" strike="noStrike" cap="none">
              <a:solidFill>
                <a:srgbClr val="3C3C3C"/>
              </a:solidFill>
              <a:latin typeface="Calibri"/>
              <a:ea typeface="Calibri"/>
              <a:cs typeface="Calibri"/>
              <a:sym typeface="Calibri"/>
            </a:endParaRPr>
          </a:p>
        </p:txBody>
      </p:sp>
      <p:sp>
        <p:nvSpPr>
          <p:cNvPr id="4567" name="Google Shape;4567;p68"/>
          <p:cNvSpPr txBox="1"/>
          <p:nvPr/>
        </p:nvSpPr>
        <p:spPr>
          <a:xfrm>
            <a:off x="3948936"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that minimize the need for manual analysis and mental effort.</a:t>
            </a:r>
            <a:endParaRPr sz="831" b="0" i="0" u="none" strike="noStrike" cap="none">
              <a:solidFill>
                <a:srgbClr val="3C3C3C"/>
              </a:solidFill>
              <a:latin typeface="Calibri"/>
              <a:ea typeface="Calibri"/>
              <a:cs typeface="Calibri"/>
              <a:sym typeface="Calibri"/>
            </a:endParaRPr>
          </a:p>
        </p:txBody>
      </p:sp>
      <p:sp>
        <p:nvSpPr>
          <p:cNvPr id="4568" name="Google Shape;4568;p68"/>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569" name="Google Shape;4569;p68"/>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Layout</a:t>
            </a:r>
            <a:endParaRPr sz="909" b="0" i="0" u="none" strike="noStrike" cap="none">
              <a:solidFill>
                <a:srgbClr val="3C3C3C"/>
              </a:solidFill>
              <a:latin typeface="Calibri"/>
              <a:ea typeface="Calibri"/>
              <a:cs typeface="Calibri"/>
              <a:sym typeface="Calibri"/>
            </a:endParaRPr>
          </a:p>
        </p:txBody>
      </p:sp>
      <p:sp>
        <p:nvSpPr>
          <p:cNvPr id="4570" name="Google Shape;4570;p68"/>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to make complex financial information easily digestible.</a:t>
            </a:r>
            <a:endParaRPr sz="831" b="0" i="0" u="none" strike="noStrike" cap="none">
              <a:solidFill>
                <a:srgbClr val="3C3C3C"/>
              </a:solidFill>
              <a:latin typeface="Calibri"/>
              <a:ea typeface="Calibri"/>
              <a:cs typeface="Calibri"/>
              <a:sym typeface="Calibri"/>
            </a:endParaRPr>
          </a:p>
        </p:txBody>
      </p:sp>
      <p:sp>
        <p:nvSpPr>
          <p:cNvPr id="4571" name="Google Shape;4571;p68"/>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572" name="Google Shape;4572;p68"/>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Visual Consistency</a:t>
            </a:r>
            <a:endParaRPr sz="909" b="0" i="0" u="none" strike="noStrike" cap="none">
              <a:solidFill>
                <a:srgbClr val="3C3C3C"/>
              </a:solidFill>
              <a:latin typeface="Calibri"/>
              <a:ea typeface="Calibri"/>
              <a:cs typeface="Calibri"/>
              <a:sym typeface="Calibri"/>
            </a:endParaRPr>
          </a:p>
        </p:txBody>
      </p:sp>
      <p:sp>
        <p:nvSpPr>
          <p:cNvPr id="4573" name="Google Shape;4573;p68"/>
          <p:cNvSpPr txBox="1"/>
          <p:nvPr/>
        </p:nvSpPr>
        <p:spPr>
          <a:xfrm>
            <a:off x="7455243" y="4434533"/>
            <a:ext cx="1533900" cy="6393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Standardizing design elements, colors, and typography to create a cohesive, predictable, and polished user experience.</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pic>
        <p:nvPicPr>
          <p:cNvPr id="4574" name="Google Shape;4574;p68" title="Text-3.png"/>
          <p:cNvPicPr preferRelativeResize="0"/>
          <p:nvPr/>
        </p:nvPicPr>
        <p:blipFill rotWithShape="1">
          <a:blip r:embed="rId5">
            <a:alphaModFix/>
          </a:blip>
          <a:srcRect/>
          <a:stretch/>
        </p:blipFill>
        <p:spPr>
          <a:xfrm>
            <a:off x="442850" y="4193976"/>
            <a:ext cx="191400" cy="191400"/>
          </a:xfrm>
          <a:prstGeom prst="rect">
            <a:avLst/>
          </a:prstGeom>
          <a:noFill/>
          <a:ln>
            <a:noFill/>
          </a:ln>
        </p:spPr>
      </p:pic>
      <p:pic>
        <p:nvPicPr>
          <p:cNvPr id="4575" name="Google Shape;4575;p68" title="Text-1.png"/>
          <p:cNvPicPr preferRelativeResize="0"/>
          <p:nvPr/>
        </p:nvPicPr>
        <p:blipFill rotWithShape="1">
          <a:blip r:embed="rId6">
            <a:alphaModFix/>
          </a:blip>
          <a:srcRect/>
          <a:stretch/>
        </p:blipFill>
        <p:spPr>
          <a:xfrm>
            <a:off x="2189513" y="4183550"/>
            <a:ext cx="191400" cy="191400"/>
          </a:xfrm>
          <a:prstGeom prst="rect">
            <a:avLst/>
          </a:prstGeom>
          <a:noFill/>
          <a:ln>
            <a:noFill/>
          </a:ln>
        </p:spPr>
      </p:pic>
      <p:pic>
        <p:nvPicPr>
          <p:cNvPr id="4576" name="Google Shape;4576;p68" title="si_ai-duotone.png"/>
          <p:cNvPicPr preferRelativeResize="0"/>
          <p:nvPr/>
        </p:nvPicPr>
        <p:blipFill rotWithShape="1">
          <a:blip r:embed="rId7">
            <a:alphaModFix/>
          </a:blip>
          <a:srcRect/>
          <a:stretch/>
        </p:blipFill>
        <p:spPr>
          <a:xfrm>
            <a:off x="3942550" y="4193975"/>
            <a:ext cx="191400" cy="191400"/>
          </a:xfrm>
          <a:prstGeom prst="rect">
            <a:avLst/>
          </a:prstGeom>
          <a:noFill/>
          <a:ln>
            <a:noFill/>
          </a:ln>
        </p:spPr>
      </p:pic>
      <p:pic>
        <p:nvPicPr>
          <p:cNvPr id="4577" name="Google Shape;4577;p68" title="Text-15.png"/>
          <p:cNvPicPr preferRelativeResize="0"/>
          <p:nvPr/>
        </p:nvPicPr>
        <p:blipFill rotWithShape="1">
          <a:blip r:embed="rId8">
            <a:alphaModFix/>
          </a:blip>
          <a:srcRect/>
          <a:stretch/>
        </p:blipFill>
        <p:spPr>
          <a:xfrm>
            <a:off x="5673650" y="4161500"/>
            <a:ext cx="235500" cy="235500"/>
          </a:xfrm>
          <a:prstGeom prst="rect">
            <a:avLst/>
          </a:prstGeom>
          <a:noFill/>
          <a:ln>
            <a:noFill/>
          </a:ln>
        </p:spPr>
      </p:pic>
      <p:pic>
        <p:nvPicPr>
          <p:cNvPr id="4578" name="Google Shape;4578;p68" title="Text-18.png"/>
          <p:cNvPicPr preferRelativeResize="0"/>
          <p:nvPr/>
        </p:nvPicPr>
        <p:blipFill rotWithShape="1">
          <a:blip r:embed="rId9">
            <a:alphaModFix/>
          </a:blip>
          <a:srcRect/>
          <a:stretch/>
        </p:blipFill>
        <p:spPr>
          <a:xfrm>
            <a:off x="7444450" y="4171925"/>
            <a:ext cx="235500" cy="235500"/>
          </a:xfrm>
          <a:prstGeom prst="rect">
            <a:avLst/>
          </a:prstGeom>
          <a:noFill/>
          <a:ln>
            <a:noFill/>
          </a:ln>
        </p:spPr>
      </p:pic>
      <p:pic>
        <p:nvPicPr>
          <p:cNvPr id="4579" name="Google Shape;4579;p68" title="material-symbols_close-rounded.png"/>
          <p:cNvPicPr preferRelativeResize="0"/>
          <p:nvPr/>
        </p:nvPicPr>
        <p:blipFill rotWithShape="1">
          <a:blip r:embed="rId10">
            <a:alphaModFix/>
          </a:blip>
          <a:srcRect/>
          <a:stretch/>
        </p:blipFill>
        <p:spPr>
          <a:xfrm>
            <a:off x="8566086" y="1522907"/>
            <a:ext cx="102275" cy="1022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583"/>
        <p:cNvGrpSpPr/>
        <p:nvPr/>
      </p:nvGrpSpPr>
      <p:grpSpPr>
        <a:xfrm>
          <a:off x="0" y="0"/>
          <a:ext cx="0" cy="0"/>
          <a:chOff x="0" y="0"/>
          <a:chExt cx="0" cy="0"/>
        </a:xfrm>
      </p:grpSpPr>
      <p:sp>
        <p:nvSpPr>
          <p:cNvPr id="4584" name="Google Shape;4584;p69"/>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585" name="Google Shape;4585;p69"/>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i="0" u="none" strike="noStrike" cap="none">
                <a:solidFill>
                  <a:schemeClr val="dk1"/>
                </a:solidFill>
                <a:latin typeface="Calibri"/>
                <a:ea typeface="Calibri"/>
                <a:cs typeface="Calibri"/>
                <a:sym typeface="Calibri"/>
              </a:rPr>
              <a:t>Growth &amp; Leverage Matrix</a:t>
            </a:r>
            <a:endParaRPr sz="1800" b="1" i="0" u="none" strike="noStrike" cap="none">
              <a:solidFill>
                <a:schemeClr val="dk1"/>
              </a:solidFill>
              <a:latin typeface="Calibri"/>
              <a:ea typeface="Calibri"/>
              <a:cs typeface="Calibri"/>
              <a:sym typeface="Calibri"/>
            </a:endParaRPr>
          </a:p>
        </p:txBody>
      </p:sp>
      <p:pic>
        <p:nvPicPr>
          <p:cNvPr id="4586" name="Google Shape;4586;p69" title="image (21).png"/>
          <p:cNvPicPr preferRelativeResize="0"/>
          <p:nvPr/>
        </p:nvPicPr>
        <p:blipFill rotWithShape="1">
          <a:blip r:embed="rId3">
            <a:alphaModFix/>
          </a:blip>
          <a:srcRect l="1522" r="1532"/>
          <a:stretch/>
        </p:blipFill>
        <p:spPr>
          <a:xfrm>
            <a:off x="273750" y="1232250"/>
            <a:ext cx="3675300" cy="2052000"/>
          </a:xfrm>
          <a:prstGeom prst="roundRect">
            <a:avLst>
              <a:gd name="adj" fmla="val 4753"/>
            </a:avLst>
          </a:prstGeom>
          <a:noFill/>
          <a:ln>
            <a:noFill/>
          </a:ln>
        </p:spPr>
      </p:pic>
      <p:cxnSp>
        <p:nvCxnSpPr>
          <p:cNvPr id="4587" name="Google Shape;4587;p69"/>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588" name="Google Shape;4588;p69"/>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589" name="Google Shape;4589;p69" title="slide 33.png"/>
          <p:cNvPicPr preferRelativeResize="0"/>
          <p:nvPr/>
        </p:nvPicPr>
        <p:blipFill rotWithShape="1">
          <a:blip r:embed="rId4">
            <a:alphaModFix/>
          </a:blip>
          <a:srcRect/>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590" name="Google Shape;4590;p69"/>
          <p:cNvGrpSpPr/>
          <p:nvPr/>
        </p:nvGrpSpPr>
        <p:grpSpPr>
          <a:xfrm>
            <a:off x="3496675" y="663825"/>
            <a:ext cx="1155776" cy="235490"/>
            <a:chOff x="3377819" y="989946"/>
            <a:chExt cx="1126378" cy="229500"/>
          </a:xfrm>
        </p:grpSpPr>
        <p:sp>
          <p:nvSpPr>
            <p:cNvPr id="4591" name="Google Shape;4591;p69"/>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592" name="Google Shape;4592;p69"/>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593" name="Google Shape;4593;p69"/>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594" name="Google Shape;4594;p69"/>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595" name="Google Shape;4595;p69"/>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596" name="Google Shape;4596;p69"/>
          <p:cNvSpPr txBox="1"/>
          <p:nvPr/>
        </p:nvSpPr>
        <p:spPr>
          <a:xfrm>
            <a:off x="273750" y="3735050"/>
            <a:ext cx="3000000" cy="342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597" name="Google Shape;4597;p69"/>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598" name="Google Shape;4598;p69"/>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9" name="Google Shape;4599;p69"/>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0" name="Google Shape;4600;p69"/>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sp>
        <p:nvSpPr>
          <p:cNvPr id="4601" name="Google Shape;4601;p69"/>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602" name="Google Shape;4602;p69"/>
          <p:cNvSpPr txBox="1"/>
          <p:nvPr/>
        </p:nvSpPr>
        <p:spPr>
          <a:xfrm>
            <a:off x="685700"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Data Discoverability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603" name="Google Shape;4603;p69"/>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Ensuring key metrics and trends are instantly accessible and easy to locate without deep navigation.</a:t>
            </a:r>
            <a:endParaRPr sz="831" b="0" i="0" u="none" strike="noStrike" cap="none">
              <a:solidFill>
                <a:srgbClr val="3C3C3C"/>
              </a:solidFill>
              <a:latin typeface="Calibri"/>
              <a:ea typeface="Calibri"/>
              <a:cs typeface="Calibri"/>
              <a:sym typeface="Calibri"/>
            </a:endParaRPr>
          </a:p>
        </p:txBody>
      </p:sp>
      <p:sp>
        <p:nvSpPr>
          <p:cNvPr id="4604" name="Google Shape;4604;p69"/>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605" name="Google Shape;4605;p69"/>
          <p:cNvSpPr txBox="1"/>
          <p:nvPr/>
        </p:nvSpPr>
        <p:spPr>
          <a:xfrm>
            <a:off x="2438725" y="4209350"/>
            <a:ext cx="1446000" cy="27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Organization</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606" name="Google Shape;4606;p69"/>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Organizing information logically to guide users effortlessly through the interface and highlight key metrics.</a:t>
            </a:r>
            <a:endParaRPr sz="831" b="0" i="0" u="none" strike="noStrike" cap="none">
              <a:solidFill>
                <a:srgbClr val="3C3C3C"/>
              </a:solidFill>
              <a:latin typeface="Calibri"/>
              <a:ea typeface="Calibri"/>
              <a:cs typeface="Calibri"/>
              <a:sym typeface="Calibri"/>
            </a:endParaRPr>
          </a:p>
        </p:txBody>
      </p:sp>
      <p:sp>
        <p:nvSpPr>
          <p:cNvPr id="4607" name="Google Shape;4607;p69"/>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608" name="Google Shape;4608;p69"/>
          <p:cNvSpPr txBox="1"/>
          <p:nvPr/>
        </p:nvSpPr>
        <p:spPr>
          <a:xfrm>
            <a:off x="4191775" y="4209350"/>
            <a:ext cx="15339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AI</a:t>
            </a:r>
            <a:endParaRPr sz="909" b="0" i="0" u="none" strike="noStrike" cap="none">
              <a:solidFill>
                <a:srgbClr val="3C3C3C"/>
              </a:solidFill>
              <a:latin typeface="Calibri"/>
              <a:ea typeface="Calibri"/>
              <a:cs typeface="Calibri"/>
              <a:sym typeface="Calibri"/>
            </a:endParaRPr>
          </a:p>
        </p:txBody>
      </p:sp>
      <p:sp>
        <p:nvSpPr>
          <p:cNvPr id="4609" name="Google Shape;4609;p69"/>
          <p:cNvSpPr txBox="1"/>
          <p:nvPr/>
        </p:nvSpPr>
        <p:spPr>
          <a:xfrm>
            <a:off x="3948936"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that minimize the need for manual analysis and mental effort.</a:t>
            </a:r>
            <a:endParaRPr sz="831" b="0" i="0" u="none" strike="noStrike" cap="none">
              <a:solidFill>
                <a:srgbClr val="3C3C3C"/>
              </a:solidFill>
              <a:latin typeface="Calibri"/>
              <a:ea typeface="Calibri"/>
              <a:cs typeface="Calibri"/>
              <a:sym typeface="Calibri"/>
            </a:endParaRPr>
          </a:p>
        </p:txBody>
      </p:sp>
      <p:sp>
        <p:nvSpPr>
          <p:cNvPr id="4610" name="Google Shape;4610;p69"/>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611" name="Google Shape;4611;p69"/>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Layout</a:t>
            </a:r>
            <a:endParaRPr sz="909" b="0" i="0" u="none" strike="noStrike" cap="none">
              <a:solidFill>
                <a:srgbClr val="3C3C3C"/>
              </a:solidFill>
              <a:latin typeface="Calibri"/>
              <a:ea typeface="Calibri"/>
              <a:cs typeface="Calibri"/>
              <a:sym typeface="Calibri"/>
            </a:endParaRPr>
          </a:p>
        </p:txBody>
      </p:sp>
      <p:sp>
        <p:nvSpPr>
          <p:cNvPr id="4612" name="Google Shape;4612;p69"/>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to make complex financial information easily digestible.</a:t>
            </a:r>
            <a:endParaRPr sz="831" b="0" i="0" u="none" strike="noStrike" cap="none">
              <a:solidFill>
                <a:srgbClr val="3C3C3C"/>
              </a:solidFill>
              <a:latin typeface="Calibri"/>
              <a:ea typeface="Calibri"/>
              <a:cs typeface="Calibri"/>
              <a:sym typeface="Calibri"/>
            </a:endParaRPr>
          </a:p>
        </p:txBody>
      </p:sp>
      <p:sp>
        <p:nvSpPr>
          <p:cNvPr id="4613" name="Google Shape;4613;p69"/>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614" name="Google Shape;4614;p69"/>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Visual Consistency</a:t>
            </a:r>
            <a:endParaRPr sz="909" b="0" i="0" u="none" strike="noStrike" cap="none">
              <a:solidFill>
                <a:srgbClr val="3C3C3C"/>
              </a:solidFill>
              <a:latin typeface="Calibri"/>
              <a:ea typeface="Calibri"/>
              <a:cs typeface="Calibri"/>
              <a:sym typeface="Calibri"/>
            </a:endParaRPr>
          </a:p>
        </p:txBody>
      </p:sp>
      <p:sp>
        <p:nvSpPr>
          <p:cNvPr id="4615" name="Google Shape;4615;p69"/>
          <p:cNvSpPr txBox="1"/>
          <p:nvPr/>
        </p:nvSpPr>
        <p:spPr>
          <a:xfrm>
            <a:off x="7455243" y="4434533"/>
            <a:ext cx="1533900" cy="6393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Standardizing design elements, colors, and typography to create a cohesive, predictable, and polished user experience.</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pic>
        <p:nvPicPr>
          <p:cNvPr id="4616" name="Google Shape;4616;p69" title="Text-3.png"/>
          <p:cNvPicPr preferRelativeResize="0"/>
          <p:nvPr/>
        </p:nvPicPr>
        <p:blipFill rotWithShape="1">
          <a:blip r:embed="rId5">
            <a:alphaModFix/>
          </a:blip>
          <a:srcRect/>
          <a:stretch/>
        </p:blipFill>
        <p:spPr>
          <a:xfrm>
            <a:off x="442850" y="4193976"/>
            <a:ext cx="191400" cy="191400"/>
          </a:xfrm>
          <a:prstGeom prst="rect">
            <a:avLst/>
          </a:prstGeom>
          <a:noFill/>
          <a:ln>
            <a:noFill/>
          </a:ln>
        </p:spPr>
      </p:pic>
      <p:pic>
        <p:nvPicPr>
          <p:cNvPr id="4617" name="Google Shape;4617;p69" title="Text-1.png"/>
          <p:cNvPicPr preferRelativeResize="0"/>
          <p:nvPr/>
        </p:nvPicPr>
        <p:blipFill rotWithShape="1">
          <a:blip r:embed="rId6">
            <a:alphaModFix/>
          </a:blip>
          <a:srcRect/>
          <a:stretch/>
        </p:blipFill>
        <p:spPr>
          <a:xfrm>
            <a:off x="2189513" y="4183550"/>
            <a:ext cx="191400" cy="191400"/>
          </a:xfrm>
          <a:prstGeom prst="rect">
            <a:avLst/>
          </a:prstGeom>
          <a:noFill/>
          <a:ln>
            <a:noFill/>
          </a:ln>
        </p:spPr>
      </p:pic>
      <p:pic>
        <p:nvPicPr>
          <p:cNvPr id="4618" name="Google Shape;4618;p69" title="si_ai-duotone.png"/>
          <p:cNvPicPr preferRelativeResize="0"/>
          <p:nvPr/>
        </p:nvPicPr>
        <p:blipFill rotWithShape="1">
          <a:blip r:embed="rId7">
            <a:alphaModFix/>
          </a:blip>
          <a:srcRect/>
          <a:stretch/>
        </p:blipFill>
        <p:spPr>
          <a:xfrm>
            <a:off x="3942550" y="4193975"/>
            <a:ext cx="191400" cy="191400"/>
          </a:xfrm>
          <a:prstGeom prst="rect">
            <a:avLst/>
          </a:prstGeom>
          <a:noFill/>
          <a:ln>
            <a:noFill/>
          </a:ln>
        </p:spPr>
      </p:pic>
      <p:pic>
        <p:nvPicPr>
          <p:cNvPr id="4619" name="Google Shape;4619;p69" title="Text-15.png"/>
          <p:cNvPicPr preferRelativeResize="0"/>
          <p:nvPr/>
        </p:nvPicPr>
        <p:blipFill rotWithShape="1">
          <a:blip r:embed="rId8">
            <a:alphaModFix/>
          </a:blip>
          <a:srcRect/>
          <a:stretch/>
        </p:blipFill>
        <p:spPr>
          <a:xfrm>
            <a:off x="5673650" y="4161500"/>
            <a:ext cx="235500" cy="235500"/>
          </a:xfrm>
          <a:prstGeom prst="rect">
            <a:avLst/>
          </a:prstGeom>
          <a:noFill/>
          <a:ln>
            <a:noFill/>
          </a:ln>
        </p:spPr>
      </p:pic>
      <p:pic>
        <p:nvPicPr>
          <p:cNvPr id="4620" name="Google Shape;4620;p69" title="Text-18.png"/>
          <p:cNvPicPr preferRelativeResize="0"/>
          <p:nvPr/>
        </p:nvPicPr>
        <p:blipFill rotWithShape="1">
          <a:blip r:embed="rId9">
            <a:alphaModFix/>
          </a:blip>
          <a:srcRect/>
          <a:stretch/>
        </p:blipFill>
        <p:spPr>
          <a:xfrm>
            <a:off x="7444450" y="4171925"/>
            <a:ext cx="235500" cy="235500"/>
          </a:xfrm>
          <a:prstGeom prst="rect">
            <a:avLst/>
          </a:prstGeom>
          <a:noFill/>
          <a:ln>
            <a:noFill/>
          </a:ln>
        </p:spPr>
      </p:pic>
      <p:pic>
        <p:nvPicPr>
          <p:cNvPr id="4621" name="Google Shape;4621;p69" title="material-symbols_close-rounded.png"/>
          <p:cNvPicPr preferRelativeResize="0"/>
          <p:nvPr/>
        </p:nvPicPr>
        <p:blipFill rotWithShape="1">
          <a:blip r:embed="rId10">
            <a:alphaModFix/>
          </a:blip>
          <a:srcRect/>
          <a:stretch/>
        </p:blipFill>
        <p:spPr>
          <a:xfrm>
            <a:off x="8566086" y="1522907"/>
            <a:ext cx="102275" cy="1022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25"/>
        <p:cNvGrpSpPr/>
        <p:nvPr/>
      </p:nvGrpSpPr>
      <p:grpSpPr>
        <a:xfrm>
          <a:off x="0" y="0"/>
          <a:ext cx="0" cy="0"/>
          <a:chOff x="0" y="0"/>
          <a:chExt cx="0" cy="0"/>
        </a:xfrm>
      </p:grpSpPr>
      <p:cxnSp>
        <p:nvCxnSpPr>
          <p:cNvPr id="4626" name="Google Shape;4626;p70"/>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pic>
        <p:nvPicPr>
          <p:cNvPr id="4627" name="Google Shape;4627;p70" title="Untitled design (2).png"/>
          <p:cNvPicPr preferRelativeResize="0"/>
          <p:nvPr/>
        </p:nvPicPr>
        <p:blipFill rotWithShape="1">
          <a:blip r:embed="rId3">
            <a:alphaModFix amt="21000"/>
          </a:blip>
          <a:srcRect r="42834"/>
          <a:stretch/>
        </p:blipFill>
        <p:spPr>
          <a:xfrm rot="10800000" flipH="1">
            <a:off x="22825" y="1388575"/>
            <a:ext cx="3300372" cy="3754925"/>
          </a:xfrm>
          <a:prstGeom prst="rect">
            <a:avLst/>
          </a:prstGeom>
          <a:noFill/>
          <a:ln>
            <a:noFill/>
          </a:ln>
        </p:spPr>
      </p:pic>
      <p:pic>
        <p:nvPicPr>
          <p:cNvPr id="4628" name="Google Shape;4628;p70" title="final12.png"/>
          <p:cNvPicPr preferRelativeResize="0"/>
          <p:nvPr/>
        </p:nvPicPr>
        <p:blipFill rotWithShape="1">
          <a:blip r:embed="rId4">
            <a:alphaModFix/>
          </a:blip>
          <a:srcRect t="6867" b="6867"/>
          <a:stretch/>
        </p:blipFill>
        <p:spPr>
          <a:xfrm>
            <a:off x="448025" y="464650"/>
            <a:ext cx="8424150" cy="4588824"/>
          </a:xfrm>
          <a:prstGeom prst="rect">
            <a:avLst/>
          </a:prstGeom>
          <a:noFill/>
          <a:ln>
            <a:noFill/>
          </a:ln>
        </p:spPr>
      </p:pic>
      <p:pic>
        <p:nvPicPr>
          <p:cNvPr id="4629" name="Google Shape;4629;p70" title="Untitled design (2).png"/>
          <p:cNvPicPr preferRelativeResize="0"/>
          <p:nvPr/>
        </p:nvPicPr>
        <p:blipFill rotWithShape="1">
          <a:blip r:embed="rId3">
            <a:alphaModFix amt="21000"/>
          </a:blip>
          <a:srcRect r="42834"/>
          <a:stretch/>
        </p:blipFill>
        <p:spPr>
          <a:xfrm flipH="1">
            <a:off x="5843625" y="0"/>
            <a:ext cx="3300372" cy="3754925"/>
          </a:xfrm>
          <a:prstGeom prst="rect">
            <a:avLst/>
          </a:prstGeom>
          <a:noFill/>
          <a:ln>
            <a:noFill/>
          </a:ln>
        </p:spPr>
      </p:pic>
      <p:pic>
        <p:nvPicPr>
          <p:cNvPr id="4630" name="Google Shape;4630;p70" title="Untitled design (2).png"/>
          <p:cNvPicPr preferRelativeResize="0"/>
          <p:nvPr/>
        </p:nvPicPr>
        <p:blipFill rotWithShape="1">
          <a:blip r:embed="rId3">
            <a:alphaModFix amt="31000"/>
          </a:blip>
          <a:srcRect l="43458" b="32560"/>
          <a:stretch/>
        </p:blipFill>
        <p:spPr>
          <a:xfrm rot="5400000">
            <a:off x="5173825" y="1173325"/>
            <a:ext cx="4471598" cy="346877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Shape 4634"/>
        <p:cNvGrpSpPr/>
        <p:nvPr/>
      </p:nvGrpSpPr>
      <p:grpSpPr>
        <a:xfrm>
          <a:off x="0" y="0"/>
          <a:ext cx="0" cy="0"/>
          <a:chOff x="0" y="0"/>
          <a:chExt cx="0" cy="0"/>
        </a:xfrm>
      </p:grpSpPr>
      <p:sp>
        <p:nvSpPr>
          <p:cNvPr id="4635" name="Google Shape;4635;p71"/>
          <p:cNvSpPr txBox="1"/>
          <p:nvPr/>
        </p:nvSpPr>
        <p:spPr>
          <a:xfrm>
            <a:off x="4393664" y="2298850"/>
            <a:ext cx="296100" cy="223200"/>
          </a:xfrm>
          <a:prstGeom prst="rect">
            <a:avLst/>
          </a:prstGeom>
          <a:noFill/>
          <a:ln>
            <a:noFill/>
          </a:ln>
        </p:spPr>
        <p:txBody>
          <a:bodyPr spcFirstLastPara="1" wrap="square" lIns="68575" tIns="34275" rIns="68575" bIns="34275" anchor="ctr" anchorCtr="0">
            <a:spAutoFit/>
          </a:bodyPr>
          <a:lstStyle/>
          <a:p>
            <a:pPr marL="0" marR="0" lvl="0" indent="0" algn="ctr" rtl="0">
              <a:lnSpc>
                <a:spcPct val="100000"/>
              </a:lnSpc>
              <a:spcBef>
                <a:spcPts val="0"/>
              </a:spcBef>
              <a:spcAft>
                <a:spcPts val="0"/>
              </a:spcAft>
              <a:buClr>
                <a:srgbClr val="FFFFFF"/>
              </a:buClr>
              <a:buSzPts val="1000"/>
              <a:buFont typeface="Arial"/>
              <a:buNone/>
            </a:pPr>
            <a:r>
              <a:rPr lang="en" sz="1000" b="1" i="0" u="none" strike="noStrike" cap="none">
                <a:solidFill>
                  <a:srgbClr val="FFFFFF"/>
                </a:solidFill>
                <a:latin typeface="NTR"/>
                <a:ea typeface="NTR"/>
                <a:cs typeface="NTR"/>
                <a:sym typeface="NTR"/>
              </a:rPr>
              <a:t>02</a:t>
            </a:r>
            <a:endParaRPr sz="1100" b="0" i="0" u="none" strike="noStrike" cap="none">
              <a:solidFill>
                <a:srgbClr val="000000"/>
              </a:solidFill>
              <a:latin typeface="Arial"/>
              <a:ea typeface="Arial"/>
              <a:cs typeface="Arial"/>
              <a:sym typeface="Arial"/>
            </a:endParaRPr>
          </a:p>
        </p:txBody>
      </p:sp>
      <p:sp>
        <p:nvSpPr>
          <p:cNvPr id="4636" name="Google Shape;4636;p71"/>
          <p:cNvSpPr txBox="1"/>
          <p:nvPr/>
        </p:nvSpPr>
        <p:spPr>
          <a:xfrm>
            <a:off x="273741" y="121759"/>
            <a:ext cx="6045300" cy="3429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800" b="1">
                <a:solidFill>
                  <a:schemeClr val="dk1"/>
                </a:solidFill>
                <a:latin typeface="Calibri"/>
                <a:ea typeface="Calibri"/>
                <a:cs typeface="Calibri"/>
                <a:sym typeface="Calibri"/>
              </a:rPr>
              <a:t>Product Quadrant Analysis</a:t>
            </a:r>
            <a:endParaRPr sz="1800" b="1" i="0" u="none" strike="noStrike" cap="none">
              <a:solidFill>
                <a:schemeClr val="dk1"/>
              </a:solidFill>
              <a:latin typeface="Calibri"/>
              <a:ea typeface="Calibri"/>
              <a:cs typeface="Calibri"/>
              <a:sym typeface="Calibri"/>
            </a:endParaRPr>
          </a:p>
        </p:txBody>
      </p:sp>
      <p:pic>
        <p:nvPicPr>
          <p:cNvPr id="4637" name="Google Shape;4637;p71" title="efficient.png"/>
          <p:cNvPicPr preferRelativeResize="0"/>
          <p:nvPr/>
        </p:nvPicPr>
        <p:blipFill rotWithShape="1">
          <a:blip r:embed="rId3">
            <a:alphaModFix/>
          </a:blip>
          <a:srcRect t="199" b="189"/>
          <a:stretch/>
        </p:blipFill>
        <p:spPr>
          <a:xfrm>
            <a:off x="273750" y="1232250"/>
            <a:ext cx="3675300" cy="2052000"/>
          </a:xfrm>
          <a:prstGeom prst="roundRect">
            <a:avLst>
              <a:gd name="adj" fmla="val 4753"/>
            </a:avLst>
          </a:prstGeom>
          <a:noFill/>
          <a:ln>
            <a:noFill/>
          </a:ln>
        </p:spPr>
      </p:pic>
      <p:cxnSp>
        <p:nvCxnSpPr>
          <p:cNvPr id="4638" name="Google Shape;4638;p71"/>
          <p:cNvCxnSpPr/>
          <p:nvPr/>
        </p:nvCxnSpPr>
        <p:spPr>
          <a:xfrm>
            <a:off x="22818" y="1150"/>
            <a:ext cx="0" cy="584100"/>
          </a:xfrm>
          <a:prstGeom prst="straightConnector1">
            <a:avLst/>
          </a:prstGeom>
          <a:noFill/>
          <a:ln w="38100" cap="flat" cmpd="sng">
            <a:solidFill>
              <a:srgbClr val="61A020"/>
            </a:solidFill>
            <a:prstDash val="solid"/>
            <a:round/>
            <a:headEnd type="none" w="sm" len="sm"/>
            <a:tailEnd type="none" w="sm" len="sm"/>
          </a:ln>
        </p:spPr>
      </p:cxnSp>
      <p:sp>
        <p:nvSpPr>
          <p:cNvPr id="4639" name="Google Shape;4639;p71"/>
          <p:cNvSpPr txBox="1"/>
          <p:nvPr/>
        </p:nvSpPr>
        <p:spPr>
          <a:xfrm>
            <a:off x="273741" y="464659"/>
            <a:ext cx="6045300" cy="219600"/>
          </a:xfrm>
          <a:prstGeom prst="rect">
            <a:avLst/>
          </a:prstGeom>
          <a:noFill/>
          <a:ln>
            <a:noFill/>
          </a:ln>
        </p:spPr>
        <p:txBody>
          <a:bodyPr spcFirstLastPara="1" wrap="square" lIns="65175" tIns="32575" rIns="65175" bIns="32575" anchor="t" anchorCtr="0">
            <a:spAutoFit/>
          </a:bodyPr>
          <a:lstStyle/>
          <a:p>
            <a:pPr marL="0" marR="0" lvl="0" indent="0" algn="l" rtl="0">
              <a:lnSpc>
                <a:spcPct val="100000"/>
              </a:lnSpc>
              <a:spcBef>
                <a:spcPts val="0"/>
              </a:spcBef>
              <a:spcAft>
                <a:spcPts val="0"/>
              </a:spcAft>
              <a:buClr>
                <a:srgbClr val="000000"/>
              </a:buClr>
              <a:buSzPts val="2851"/>
              <a:buFont typeface="Arial"/>
              <a:buNone/>
            </a:pPr>
            <a:r>
              <a:rPr lang="en" sz="1000" b="0" i="0" u="none" strike="noStrike" cap="none">
                <a:solidFill>
                  <a:schemeClr val="dk1"/>
                </a:solidFill>
                <a:latin typeface="Calibri"/>
                <a:ea typeface="Calibri"/>
                <a:cs typeface="Calibri"/>
                <a:sym typeface="Calibri"/>
              </a:rPr>
              <a:t>Dashboard Redesign. Before &amp; After Comparison</a:t>
            </a:r>
            <a:endParaRPr sz="1000" b="0" i="0" u="none" strike="noStrike" cap="none">
              <a:solidFill>
                <a:schemeClr val="dk1"/>
              </a:solidFill>
              <a:latin typeface="Calibri"/>
              <a:ea typeface="Calibri"/>
              <a:cs typeface="Calibri"/>
              <a:sym typeface="Calibri"/>
            </a:endParaRPr>
          </a:p>
        </p:txBody>
      </p:sp>
      <p:pic>
        <p:nvPicPr>
          <p:cNvPr id="4640" name="Google Shape;4640;p71" title="backlog.png"/>
          <p:cNvPicPr preferRelativeResize="0"/>
          <p:nvPr/>
        </p:nvPicPr>
        <p:blipFill rotWithShape="1">
          <a:blip r:embed="rId4">
            <a:alphaModFix/>
          </a:blip>
          <a:srcRect t="-1574"/>
          <a:stretch/>
        </p:blipFill>
        <p:spPr>
          <a:xfrm>
            <a:off x="3524690" y="946016"/>
            <a:ext cx="5373900" cy="2835600"/>
          </a:xfrm>
          <a:prstGeom prst="roundRect">
            <a:avLst>
              <a:gd name="adj" fmla="val 4278"/>
            </a:avLst>
          </a:prstGeom>
          <a:noFill/>
          <a:ln>
            <a:noFill/>
          </a:ln>
          <a:effectLst>
            <a:outerShdw blurRad="70298" dist="48867" dir="1080000" algn="bl" rotWithShape="0">
              <a:srgbClr val="000000">
                <a:alpha val="50980"/>
              </a:srgbClr>
            </a:outerShdw>
          </a:effectLst>
        </p:spPr>
      </p:pic>
      <p:grpSp>
        <p:nvGrpSpPr>
          <p:cNvPr id="4641" name="Google Shape;4641;p71"/>
          <p:cNvGrpSpPr/>
          <p:nvPr/>
        </p:nvGrpSpPr>
        <p:grpSpPr>
          <a:xfrm>
            <a:off x="3496676" y="663825"/>
            <a:ext cx="1155776" cy="235490"/>
            <a:chOff x="3377819" y="989946"/>
            <a:chExt cx="1126378" cy="229500"/>
          </a:xfrm>
        </p:grpSpPr>
        <p:sp>
          <p:nvSpPr>
            <p:cNvPr id="4642" name="Google Shape;4642;p71"/>
            <p:cNvSpPr/>
            <p:nvPr/>
          </p:nvSpPr>
          <p:spPr>
            <a:xfrm>
              <a:off x="3377819" y="989946"/>
              <a:ext cx="1057800" cy="229500"/>
            </a:xfrm>
            <a:prstGeom prst="roundRect">
              <a:avLst>
                <a:gd name="adj" fmla="val 50000"/>
              </a:avLst>
            </a:prstGeom>
            <a:solidFill>
              <a:srgbClr val="50852F"/>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rgbClr val="000000"/>
                </a:solidFill>
                <a:latin typeface="Arial"/>
                <a:ea typeface="Arial"/>
                <a:cs typeface="Arial"/>
                <a:sym typeface="Arial"/>
              </a:endParaRPr>
            </a:p>
          </p:txBody>
        </p:sp>
        <p:sp>
          <p:nvSpPr>
            <p:cNvPr id="4643" name="Google Shape;4643;p71"/>
            <p:cNvSpPr/>
            <p:nvPr/>
          </p:nvSpPr>
          <p:spPr>
            <a:xfrm>
              <a:off x="3467549" y="1055188"/>
              <a:ext cx="105600" cy="99000"/>
            </a:xfrm>
            <a:prstGeom prst="ellipse">
              <a:avLst/>
            </a:prstGeom>
            <a:solidFill>
              <a:schemeClr val="lt1"/>
            </a:solidFill>
            <a:ln>
              <a:noFill/>
            </a:ln>
          </p:spPr>
          <p:txBody>
            <a:bodyPr spcFirstLastPara="1" wrap="square" lIns="112450" tIns="112450" rIns="112450" bIns="112450" anchor="ctr" anchorCtr="0">
              <a:noAutofit/>
            </a:bodyPr>
            <a:lstStyle/>
            <a:p>
              <a:pPr marL="0" marR="0" lvl="0" indent="0" algn="ctr" rtl="0">
                <a:lnSpc>
                  <a:spcPct val="100000"/>
                </a:lnSpc>
                <a:spcBef>
                  <a:spcPts val="0"/>
                </a:spcBef>
                <a:spcAft>
                  <a:spcPts val="0"/>
                </a:spcAft>
                <a:buClr>
                  <a:srgbClr val="000000"/>
                </a:buClr>
                <a:buSzPts val="1722"/>
                <a:buFont typeface="Arial"/>
                <a:buNone/>
              </a:pPr>
              <a:endParaRPr sz="1722" b="0" i="0" u="none" strike="noStrike" cap="none">
                <a:solidFill>
                  <a:schemeClr val="lt1"/>
                </a:solidFill>
                <a:latin typeface="Arial"/>
                <a:ea typeface="Arial"/>
                <a:cs typeface="Arial"/>
                <a:sym typeface="Arial"/>
              </a:endParaRPr>
            </a:p>
          </p:txBody>
        </p:sp>
        <p:sp>
          <p:nvSpPr>
            <p:cNvPr id="4644" name="Google Shape;4644;p71"/>
            <p:cNvSpPr txBox="1"/>
            <p:nvPr/>
          </p:nvSpPr>
          <p:spPr>
            <a:xfrm>
              <a:off x="3521397" y="1038455"/>
              <a:ext cx="982800" cy="1323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chemeClr val="lt1"/>
                  </a:solidFill>
                  <a:latin typeface="Calibri"/>
                  <a:ea typeface="Calibri"/>
                  <a:cs typeface="Calibri"/>
                  <a:sym typeface="Calibri"/>
                </a:rPr>
                <a:t>Updated Version</a:t>
              </a:r>
              <a:endParaRPr sz="821" b="1" i="0" u="none" strike="noStrike" cap="none">
                <a:solidFill>
                  <a:schemeClr val="lt1"/>
                </a:solidFill>
                <a:latin typeface="Calibri"/>
                <a:ea typeface="Calibri"/>
                <a:cs typeface="Calibri"/>
                <a:sym typeface="Calibri"/>
              </a:endParaRPr>
            </a:p>
          </p:txBody>
        </p:sp>
      </p:grpSp>
      <p:sp>
        <p:nvSpPr>
          <p:cNvPr id="4645" name="Google Shape;4645;p71"/>
          <p:cNvSpPr txBox="1"/>
          <p:nvPr/>
        </p:nvSpPr>
        <p:spPr>
          <a:xfrm>
            <a:off x="4633153" y="713591"/>
            <a:ext cx="2543700" cy="135600"/>
          </a:xfrm>
          <a:prstGeom prst="rect">
            <a:avLst/>
          </a:prstGeom>
          <a:noFill/>
          <a:ln>
            <a:noFill/>
          </a:ln>
        </p:spPr>
        <p:txBody>
          <a:bodyPr spcFirstLastPara="1" wrap="square" lIns="112450" tIns="112450" rIns="112450" bIns="112450" anchor="ctr" anchorCtr="0">
            <a:noAutofit/>
          </a:bodyPr>
          <a:lstStyle/>
          <a:p>
            <a:pPr marL="0" marR="0" lvl="0" indent="0" algn="l" rtl="0">
              <a:lnSpc>
                <a:spcPct val="100000"/>
              </a:lnSpc>
              <a:spcBef>
                <a:spcPts val="0"/>
              </a:spcBef>
              <a:spcAft>
                <a:spcPts val="0"/>
              </a:spcAft>
              <a:buClr>
                <a:srgbClr val="000000"/>
              </a:buClr>
              <a:buSzPts val="821"/>
              <a:buFont typeface="Arial"/>
              <a:buNone/>
            </a:pPr>
            <a:r>
              <a:rPr lang="en" sz="821" b="1" i="0" u="none" strike="noStrike" cap="none">
                <a:solidFill>
                  <a:srgbClr val="50852F"/>
                </a:solidFill>
                <a:latin typeface="Calibri"/>
                <a:ea typeface="Calibri"/>
                <a:cs typeface="Calibri"/>
                <a:sym typeface="Calibri"/>
              </a:rPr>
              <a:t>Redesigned for clarity and performance</a:t>
            </a:r>
            <a:endParaRPr sz="821" b="1" i="0" u="none" strike="noStrike" cap="none">
              <a:solidFill>
                <a:srgbClr val="50852F"/>
              </a:solidFill>
              <a:latin typeface="Calibri"/>
              <a:ea typeface="Calibri"/>
              <a:cs typeface="Calibri"/>
              <a:sym typeface="Calibri"/>
            </a:endParaRPr>
          </a:p>
        </p:txBody>
      </p:sp>
      <p:sp>
        <p:nvSpPr>
          <p:cNvPr id="4646" name="Google Shape;4646;p71"/>
          <p:cNvSpPr/>
          <p:nvPr/>
        </p:nvSpPr>
        <p:spPr>
          <a:xfrm>
            <a:off x="4614119" y="757073"/>
            <a:ext cx="54600" cy="54600"/>
          </a:xfrm>
          <a:prstGeom prst="ellipse">
            <a:avLst/>
          </a:prstGeom>
          <a:solidFill>
            <a:srgbClr val="497A2B"/>
          </a:solidFill>
          <a:ln>
            <a:noFill/>
          </a:ln>
        </p:spPr>
        <p:txBody>
          <a:bodyPr spcFirstLastPara="1" wrap="square" lIns="93800" tIns="93800" rIns="93800" bIns="93800" anchor="ctr" anchorCtr="0">
            <a:noAutofit/>
          </a:bodyPr>
          <a:lstStyle/>
          <a:p>
            <a:pPr marL="0" marR="0" lvl="0" indent="0" algn="ctr" rtl="0">
              <a:lnSpc>
                <a:spcPct val="100000"/>
              </a:lnSpc>
              <a:spcBef>
                <a:spcPts val="0"/>
              </a:spcBef>
              <a:spcAft>
                <a:spcPts val="0"/>
              </a:spcAft>
              <a:buClr>
                <a:srgbClr val="000000"/>
              </a:buClr>
              <a:buSzPts val="1437"/>
              <a:buFont typeface="Arial"/>
              <a:buNone/>
            </a:pPr>
            <a:endParaRPr sz="1437" b="0" i="0" u="none" strike="noStrike" cap="none">
              <a:solidFill>
                <a:srgbClr val="000000"/>
              </a:solidFill>
              <a:latin typeface="Arial"/>
              <a:ea typeface="Arial"/>
              <a:cs typeface="Arial"/>
              <a:sym typeface="Arial"/>
            </a:endParaRPr>
          </a:p>
        </p:txBody>
      </p:sp>
      <p:sp>
        <p:nvSpPr>
          <p:cNvPr id="4647" name="Google Shape;4647;p71"/>
          <p:cNvSpPr txBox="1"/>
          <p:nvPr/>
        </p:nvSpPr>
        <p:spPr>
          <a:xfrm>
            <a:off x="273750" y="3735050"/>
            <a:ext cx="3000000" cy="34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25"/>
              <a:buFont typeface="Arial"/>
              <a:buNone/>
            </a:pPr>
            <a:r>
              <a:rPr lang="en" sz="1025" b="1" i="0" u="none" strike="noStrike" cap="none">
                <a:solidFill>
                  <a:srgbClr val="50852F"/>
                </a:solidFill>
                <a:latin typeface="Calibri"/>
                <a:ea typeface="Calibri"/>
                <a:cs typeface="Calibri"/>
                <a:sym typeface="Calibri"/>
              </a:rPr>
              <a:t>DESIGN PRINCIPLES &amp; VALUE ADDITIONS</a:t>
            </a:r>
            <a:endParaRPr sz="1025" b="1" i="0" u="none" strike="noStrike" cap="none">
              <a:solidFill>
                <a:srgbClr val="50852F"/>
              </a:solidFill>
              <a:latin typeface="Calibri"/>
              <a:ea typeface="Calibri"/>
              <a:cs typeface="Calibri"/>
              <a:sym typeface="Calibri"/>
            </a:endParaRPr>
          </a:p>
        </p:txBody>
      </p:sp>
      <p:cxnSp>
        <p:nvCxnSpPr>
          <p:cNvPr id="4648" name="Google Shape;4648;p71"/>
          <p:cNvCxnSpPr/>
          <p:nvPr/>
        </p:nvCxnSpPr>
        <p:spPr>
          <a:xfrm>
            <a:off x="2793900" y="3918733"/>
            <a:ext cx="6350100" cy="0"/>
          </a:xfrm>
          <a:prstGeom prst="straightConnector1">
            <a:avLst/>
          </a:prstGeom>
          <a:noFill/>
          <a:ln w="9525" cap="flat" cmpd="sng">
            <a:solidFill>
              <a:srgbClr val="AAD14A"/>
            </a:solidFill>
            <a:prstDash val="solid"/>
            <a:round/>
            <a:headEnd type="none" w="sm" len="sm"/>
            <a:tailEnd type="none" w="sm" len="sm"/>
          </a:ln>
        </p:spPr>
      </p:cxnSp>
      <p:sp>
        <p:nvSpPr>
          <p:cNvPr id="4649" name="Google Shape;4649;p71"/>
          <p:cNvSpPr/>
          <p:nvPr/>
        </p:nvSpPr>
        <p:spPr>
          <a:xfrm>
            <a:off x="273750" y="842600"/>
            <a:ext cx="1085400" cy="191400"/>
          </a:xfrm>
          <a:prstGeom prst="roundRect">
            <a:avLst>
              <a:gd name="adj" fmla="val 50000"/>
            </a:avLst>
          </a:prstGeom>
          <a:solidFill>
            <a:srgbClr val="D6D6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0" name="Google Shape;4650;p71"/>
          <p:cNvSpPr/>
          <p:nvPr/>
        </p:nvSpPr>
        <p:spPr>
          <a:xfrm>
            <a:off x="374775" y="897038"/>
            <a:ext cx="82500" cy="82500"/>
          </a:xfrm>
          <a:prstGeom prst="ellipse">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1" name="Google Shape;4651;p71"/>
          <p:cNvSpPr txBox="1"/>
          <p:nvPr/>
        </p:nvSpPr>
        <p:spPr>
          <a:xfrm>
            <a:off x="417579" y="879540"/>
            <a:ext cx="912300" cy="110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chemeClr val="dk2"/>
                </a:solidFill>
                <a:latin typeface="Calibri"/>
                <a:ea typeface="Calibri"/>
                <a:cs typeface="Calibri"/>
                <a:sym typeface="Calibri"/>
              </a:rPr>
              <a:t>Previous Version</a:t>
            </a:r>
            <a:endParaRPr sz="800" b="0" i="0" u="none" strike="noStrike" cap="none">
              <a:solidFill>
                <a:schemeClr val="dk2"/>
              </a:solidFill>
              <a:latin typeface="Calibri"/>
              <a:ea typeface="Calibri"/>
              <a:cs typeface="Calibri"/>
              <a:sym typeface="Calibri"/>
            </a:endParaRPr>
          </a:p>
        </p:txBody>
      </p:sp>
      <p:sp>
        <p:nvSpPr>
          <p:cNvPr id="4652" name="Google Shape;4652;p71"/>
          <p:cNvSpPr/>
          <p:nvPr/>
        </p:nvSpPr>
        <p:spPr>
          <a:xfrm>
            <a:off x="346150"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653" name="Google Shape;4653;p71"/>
          <p:cNvSpPr txBox="1"/>
          <p:nvPr/>
        </p:nvSpPr>
        <p:spPr>
          <a:xfrm>
            <a:off x="685700" y="4209350"/>
            <a:ext cx="14460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Data Discoverability</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654" name="Google Shape;4654;p71"/>
          <p:cNvSpPr txBox="1"/>
          <p:nvPr/>
        </p:nvSpPr>
        <p:spPr>
          <a:xfrm>
            <a:off x="442851" y="4434533"/>
            <a:ext cx="1481400" cy="3837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Ensuring key metrics and trends are instantly accessible and easy to locate without deep navigation.</a:t>
            </a:r>
            <a:endParaRPr sz="831" b="0" i="0" u="none" strike="noStrike" cap="none">
              <a:solidFill>
                <a:srgbClr val="3C3C3C"/>
              </a:solidFill>
              <a:latin typeface="Calibri"/>
              <a:ea typeface="Calibri"/>
              <a:cs typeface="Calibri"/>
              <a:sym typeface="Calibri"/>
            </a:endParaRPr>
          </a:p>
        </p:txBody>
      </p:sp>
      <p:sp>
        <p:nvSpPr>
          <p:cNvPr id="4655" name="Google Shape;4655;p71"/>
          <p:cNvSpPr/>
          <p:nvPr/>
        </p:nvSpPr>
        <p:spPr>
          <a:xfrm>
            <a:off x="2099194"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656" name="Google Shape;4656;p71"/>
          <p:cNvSpPr txBox="1"/>
          <p:nvPr/>
        </p:nvSpPr>
        <p:spPr>
          <a:xfrm>
            <a:off x="2438725" y="4209350"/>
            <a:ext cx="1446000" cy="2799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Content Organization</a:t>
            </a:r>
            <a:endParaRPr sz="909"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9"/>
              <a:buFont typeface="Arial"/>
              <a:buNone/>
            </a:pPr>
            <a:endParaRPr sz="909" b="0" i="0" u="none" strike="noStrike" cap="none">
              <a:solidFill>
                <a:srgbClr val="3C3C3C"/>
              </a:solidFill>
              <a:latin typeface="Calibri"/>
              <a:ea typeface="Calibri"/>
              <a:cs typeface="Calibri"/>
              <a:sym typeface="Calibri"/>
            </a:endParaRPr>
          </a:p>
        </p:txBody>
      </p:sp>
      <p:sp>
        <p:nvSpPr>
          <p:cNvPr id="4657" name="Google Shape;4657;p71"/>
          <p:cNvSpPr txBox="1"/>
          <p:nvPr/>
        </p:nvSpPr>
        <p:spPr>
          <a:xfrm>
            <a:off x="2195894"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Organizing information logically to guide users effortlessly through the interface and highlight key metrics.</a:t>
            </a:r>
            <a:endParaRPr sz="831" b="0" i="0" u="none" strike="noStrike" cap="none">
              <a:solidFill>
                <a:srgbClr val="3C3C3C"/>
              </a:solidFill>
              <a:latin typeface="Calibri"/>
              <a:ea typeface="Calibri"/>
              <a:cs typeface="Calibri"/>
              <a:sym typeface="Calibri"/>
            </a:endParaRPr>
          </a:p>
        </p:txBody>
      </p:sp>
      <p:sp>
        <p:nvSpPr>
          <p:cNvPr id="4658" name="Google Shape;4658;p71"/>
          <p:cNvSpPr/>
          <p:nvPr/>
        </p:nvSpPr>
        <p:spPr>
          <a:xfrm>
            <a:off x="385223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659" name="Google Shape;4659;p71"/>
          <p:cNvSpPr txBox="1"/>
          <p:nvPr/>
        </p:nvSpPr>
        <p:spPr>
          <a:xfrm>
            <a:off x="4191775" y="4209350"/>
            <a:ext cx="15339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Contextual AI</a:t>
            </a:r>
            <a:endParaRPr sz="909" b="0" i="0" u="none" strike="noStrike" cap="none">
              <a:solidFill>
                <a:srgbClr val="3C3C3C"/>
              </a:solidFill>
              <a:latin typeface="Calibri"/>
              <a:ea typeface="Calibri"/>
              <a:cs typeface="Calibri"/>
              <a:sym typeface="Calibri"/>
            </a:endParaRPr>
          </a:p>
        </p:txBody>
      </p:sp>
      <p:sp>
        <p:nvSpPr>
          <p:cNvPr id="4660" name="Google Shape;4660;p71"/>
          <p:cNvSpPr txBox="1"/>
          <p:nvPr/>
        </p:nvSpPr>
        <p:spPr>
          <a:xfrm>
            <a:off x="3948936" y="4434533"/>
            <a:ext cx="14814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Delivering proactive, data-driven recommendations that minimize the need for manual analysis and mental effort.</a:t>
            </a:r>
            <a:endParaRPr sz="831" b="0" i="0" u="none" strike="noStrike" cap="none">
              <a:solidFill>
                <a:srgbClr val="3C3C3C"/>
              </a:solidFill>
              <a:latin typeface="Calibri"/>
              <a:ea typeface="Calibri"/>
              <a:cs typeface="Calibri"/>
              <a:sym typeface="Calibri"/>
            </a:endParaRPr>
          </a:p>
        </p:txBody>
      </p:sp>
      <p:sp>
        <p:nvSpPr>
          <p:cNvPr id="4661" name="Google Shape;4661;p71"/>
          <p:cNvSpPr/>
          <p:nvPr/>
        </p:nvSpPr>
        <p:spPr>
          <a:xfrm>
            <a:off x="5605393"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662" name="Google Shape;4662;p71"/>
          <p:cNvSpPr txBox="1"/>
          <p:nvPr/>
        </p:nvSpPr>
        <p:spPr>
          <a:xfrm>
            <a:off x="5944925" y="4209350"/>
            <a:ext cx="14814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Refined Layout</a:t>
            </a:r>
            <a:endParaRPr sz="909" b="0" i="0" u="none" strike="noStrike" cap="none">
              <a:solidFill>
                <a:srgbClr val="3C3C3C"/>
              </a:solidFill>
              <a:latin typeface="Calibri"/>
              <a:ea typeface="Calibri"/>
              <a:cs typeface="Calibri"/>
              <a:sym typeface="Calibri"/>
            </a:endParaRPr>
          </a:p>
        </p:txBody>
      </p:sp>
      <p:sp>
        <p:nvSpPr>
          <p:cNvPr id="4663" name="Google Shape;4663;p71"/>
          <p:cNvSpPr txBox="1"/>
          <p:nvPr/>
        </p:nvSpPr>
        <p:spPr>
          <a:xfrm>
            <a:off x="5702090" y="4434533"/>
            <a:ext cx="1533900" cy="5115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Decluttering data grids with intentional whitespace to make complex financial information easily digestible.</a:t>
            </a:r>
            <a:endParaRPr sz="831" b="0" i="0" u="none" strike="noStrike" cap="none">
              <a:solidFill>
                <a:srgbClr val="3C3C3C"/>
              </a:solidFill>
              <a:latin typeface="Calibri"/>
              <a:ea typeface="Calibri"/>
              <a:cs typeface="Calibri"/>
              <a:sym typeface="Calibri"/>
            </a:endParaRPr>
          </a:p>
        </p:txBody>
      </p:sp>
      <p:sp>
        <p:nvSpPr>
          <p:cNvPr id="4664" name="Google Shape;4664;p71"/>
          <p:cNvSpPr/>
          <p:nvPr/>
        </p:nvSpPr>
        <p:spPr>
          <a:xfrm>
            <a:off x="7358548" y="4125950"/>
            <a:ext cx="1675500" cy="897300"/>
          </a:xfrm>
          <a:prstGeom prst="roundRect">
            <a:avLst>
              <a:gd name="adj" fmla="val 12246"/>
            </a:avLst>
          </a:prstGeom>
          <a:solidFill>
            <a:srgbClr val="FCE5CD"/>
          </a:solidFill>
          <a:ln>
            <a:noFill/>
          </a:ln>
        </p:spPr>
        <p:txBody>
          <a:bodyPr spcFirstLastPara="1" wrap="square" lIns="81250" tIns="81250" rIns="81250" bIns="81250" anchor="ctr" anchorCtr="0">
            <a:noAutofit/>
          </a:bodyPr>
          <a:lstStyle/>
          <a:p>
            <a:pPr marL="0" marR="0" lvl="0" indent="0" algn="ctr" rtl="0">
              <a:lnSpc>
                <a:spcPct val="100000"/>
              </a:lnSpc>
              <a:spcBef>
                <a:spcPts val="0"/>
              </a:spcBef>
              <a:spcAft>
                <a:spcPts val="0"/>
              </a:spcAft>
              <a:buClr>
                <a:srgbClr val="000000"/>
              </a:buClr>
              <a:buSzPts val="1244"/>
              <a:buFont typeface="Arial"/>
              <a:buNone/>
            </a:pPr>
            <a:endParaRPr sz="1244" b="0" i="0" u="none" strike="noStrike" cap="none">
              <a:solidFill>
                <a:srgbClr val="000000"/>
              </a:solidFill>
              <a:latin typeface="Arial"/>
              <a:ea typeface="Arial"/>
              <a:cs typeface="Arial"/>
              <a:sym typeface="Arial"/>
            </a:endParaRPr>
          </a:p>
        </p:txBody>
      </p:sp>
      <p:sp>
        <p:nvSpPr>
          <p:cNvPr id="4665" name="Google Shape;4665;p71"/>
          <p:cNvSpPr txBox="1"/>
          <p:nvPr/>
        </p:nvSpPr>
        <p:spPr>
          <a:xfrm>
            <a:off x="7698075" y="4209350"/>
            <a:ext cx="1446000" cy="1398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909"/>
              <a:buFont typeface="Arial"/>
              <a:buNone/>
            </a:pPr>
            <a:r>
              <a:rPr lang="en" sz="909" b="0" i="0" u="none" strike="noStrike" cap="none">
                <a:solidFill>
                  <a:srgbClr val="3C3C3C"/>
                </a:solidFill>
                <a:latin typeface="Calibri"/>
                <a:ea typeface="Calibri"/>
                <a:cs typeface="Calibri"/>
                <a:sym typeface="Calibri"/>
              </a:rPr>
              <a:t>Visual Consistency</a:t>
            </a:r>
            <a:endParaRPr sz="909" b="0" i="0" u="none" strike="noStrike" cap="none">
              <a:solidFill>
                <a:srgbClr val="3C3C3C"/>
              </a:solidFill>
              <a:latin typeface="Calibri"/>
              <a:ea typeface="Calibri"/>
              <a:cs typeface="Calibri"/>
              <a:sym typeface="Calibri"/>
            </a:endParaRPr>
          </a:p>
        </p:txBody>
      </p:sp>
      <p:sp>
        <p:nvSpPr>
          <p:cNvPr id="4666" name="Google Shape;4666;p71"/>
          <p:cNvSpPr txBox="1"/>
          <p:nvPr/>
        </p:nvSpPr>
        <p:spPr>
          <a:xfrm>
            <a:off x="7455243" y="4434533"/>
            <a:ext cx="1533900" cy="639600"/>
          </a:xfrm>
          <a:prstGeom prst="rect">
            <a:avLst/>
          </a:prstGeom>
          <a:solidFill>
            <a:srgbClr val="000000">
              <a:alpha val="0"/>
            </a:srgbClr>
          </a:solid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31"/>
              <a:buFont typeface="Arial"/>
              <a:buNone/>
            </a:pPr>
            <a:r>
              <a:rPr lang="en" sz="831" b="0" i="0" u="none" strike="noStrike" cap="none">
                <a:solidFill>
                  <a:srgbClr val="3C3C3C"/>
                </a:solidFill>
                <a:latin typeface="Calibri"/>
                <a:ea typeface="Calibri"/>
                <a:cs typeface="Calibri"/>
                <a:sym typeface="Calibri"/>
              </a:rPr>
              <a:t>Standardizing design elements, colors, and typography to create a cohesive, predictable, and polished user experience.</a:t>
            </a:r>
            <a:endParaRPr sz="831" b="0" i="0" u="none" strike="noStrike" cap="none">
              <a:solidFill>
                <a:srgbClr val="3C3C3C"/>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831"/>
              <a:buFont typeface="Arial"/>
              <a:buNone/>
            </a:pPr>
            <a:endParaRPr sz="831" b="0" i="0" u="none" strike="noStrike" cap="none">
              <a:solidFill>
                <a:srgbClr val="3C3C3C"/>
              </a:solidFill>
              <a:latin typeface="Calibri"/>
              <a:ea typeface="Calibri"/>
              <a:cs typeface="Calibri"/>
              <a:sym typeface="Calibri"/>
            </a:endParaRPr>
          </a:p>
        </p:txBody>
      </p:sp>
      <p:pic>
        <p:nvPicPr>
          <p:cNvPr id="4667" name="Google Shape;4667;p71" title="Text-3.png"/>
          <p:cNvPicPr preferRelativeResize="0"/>
          <p:nvPr/>
        </p:nvPicPr>
        <p:blipFill rotWithShape="1">
          <a:blip r:embed="rId5">
            <a:alphaModFix/>
          </a:blip>
          <a:srcRect/>
          <a:stretch/>
        </p:blipFill>
        <p:spPr>
          <a:xfrm>
            <a:off x="442850" y="4193976"/>
            <a:ext cx="191400" cy="191400"/>
          </a:xfrm>
          <a:prstGeom prst="rect">
            <a:avLst/>
          </a:prstGeom>
          <a:noFill/>
          <a:ln>
            <a:noFill/>
          </a:ln>
        </p:spPr>
      </p:pic>
      <p:pic>
        <p:nvPicPr>
          <p:cNvPr id="4668" name="Google Shape;4668;p71" title="Text-1.png"/>
          <p:cNvPicPr preferRelativeResize="0"/>
          <p:nvPr/>
        </p:nvPicPr>
        <p:blipFill rotWithShape="1">
          <a:blip r:embed="rId6">
            <a:alphaModFix/>
          </a:blip>
          <a:srcRect/>
          <a:stretch/>
        </p:blipFill>
        <p:spPr>
          <a:xfrm>
            <a:off x="2189513" y="4183550"/>
            <a:ext cx="191400" cy="191400"/>
          </a:xfrm>
          <a:prstGeom prst="rect">
            <a:avLst/>
          </a:prstGeom>
          <a:noFill/>
          <a:ln>
            <a:noFill/>
          </a:ln>
        </p:spPr>
      </p:pic>
      <p:pic>
        <p:nvPicPr>
          <p:cNvPr id="4669" name="Google Shape;4669;p71" title="si_ai-duotone.png"/>
          <p:cNvPicPr preferRelativeResize="0"/>
          <p:nvPr/>
        </p:nvPicPr>
        <p:blipFill rotWithShape="1">
          <a:blip r:embed="rId7">
            <a:alphaModFix/>
          </a:blip>
          <a:srcRect/>
          <a:stretch/>
        </p:blipFill>
        <p:spPr>
          <a:xfrm>
            <a:off x="3942550" y="4193975"/>
            <a:ext cx="191400" cy="191400"/>
          </a:xfrm>
          <a:prstGeom prst="rect">
            <a:avLst/>
          </a:prstGeom>
          <a:noFill/>
          <a:ln>
            <a:noFill/>
          </a:ln>
        </p:spPr>
      </p:pic>
      <p:pic>
        <p:nvPicPr>
          <p:cNvPr id="4670" name="Google Shape;4670;p71" title="Text-15.png"/>
          <p:cNvPicPr preferRelativeResize="0"/>
          <p:nvPr/>
        </p:nvPicPr>
        <p:blipFill rotWithShape="1">
          <a:blip r:embed="rId8">
            <a:alphaModFix/>
          </a:blip>
          <a:srcRect/>
          <a:stretch/>
        </p:blipFill>
        <p:spPr>
          <a:xfrm>
            <a:off x="5673650" y="4161500"/>
            <a:ext cx="235500" cy="235500"/>
          </a:xfrm>
          <a:prstGeom prst="rect">
            <a:avLst/>
          </a:prstGeom>
          <a:noFill/>
          <a:ln>
            <a:noFill/>
          </a:ln>
        </p:spPr>
      </p:pic>
      <p:pic>
        <p:nvPicPr>
          <p:cNvPr id="4671" name="Google Shape;4671;p71" title="Text-18.png"/>
          <p:cNvPicPr preferRelativeResize="0"/>
          <p:nvPr/>
        </p:nvPicPr>
        <p:blipFill rotWithShape="1">
          <a:blip r:embed="rId9">
            <a:alphaModFix/>
          </a:blip>
          <a:srcRect/>
          <a:stretch/>
        </p:blipFill>
        <p:spPr>
          <a:xfrm>
            <a:off x="7444450" y="4171925"/>
            <a:ext cx="235500" cy="2355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675"/>
        <p:cNvGrpSpPr/>
        <p:nvPr/>
      </p:nvGrpSpPr>
      <p:grpSpPr>
        <a:xfrm>
          <a:off x="0" y="0"/>
          <a:ext cx="0" cy="0"/>
          <a:chOff x="0" y="0"/>
          <a:chExt cx="0" cy="0"/>
        </a:xfrm>
      </p:grpSpPr>
      <p:sp>
        <p:nvSpPr>
          <p:cNvPr id="4676" name="Google Shape;4676;p72"/>
          <p:cNvSpPr txBox="1">
            <a:spLocks noGrp="1"/>
          </p:cNvSpPr>
          <p:nvPr>
            <p:ph type="ctrTitle"/>
          </p:nvPr>
        </p:nvSpPr>
        <p:spPr>
          <a:xfrm>
            <a:off x="2450306" y="2142032"/>
            <a:ext cx="4243500" cy="858900"/>
          </a:xfrm>
          <a:prstGeom prst="rect">
            <a:avLst/>
          </a:prstGeom>
          <a:noFill/>
          <a:ln>
            <a:noFill/>
          </a:ln>
        </p:spPr>
        <p:txBody>
          <a:bodyPr spcFirstLastPara="1" wrap="square" lIns="0" tIns="0" rIns="0" bIns="0" anchor="ctr" anchorCtr="0">
            <a:noAutofit/>
          </a:bodyPr>
          <a:lstStyle/>
          <a:p>
            <a:pPr marL="0" lvl="0" indent="0" algn="ctr" rtl="0">
              <a:lnSpc>
                <a:spcPct val="83000"/>
              </a:lnSpc>
              <a:spcBef>
                <a:spcPts val="0"/>
              </a:spcBef>
              <a:spcAft>
                <a:spcPts val="0"/>
              </a:spcAft>
              <a:buClr>
                <a:schemeClr val="accent2"/>
              </a:buClr>
              <a:buSzPts val="4200"/>
              <a:buFont typeface="NTR"/>
              <a:buNone/>
            </a:pPr>
            <a:r>
              <a:rPr lang="en"/>
              <a:t>Thank You</a:t>
            </a:r>
            <a:endParaRPr/>
          </a:p>
        </p:txBody>
      </p:sp>
      <p:sp>
        <p:nvSpPr>
          <p:cNvPr id="4677" name="Google Shape;4677;p72"/>
          <p:cNvSpPr txBox="1">
            <a:spLocks noGrp="1"/>
          </p:cNvSpPr>
          <p:nvPr>
            <p:ph type="sldNum" idx="4294967295"/>
          </p:nvPr>
        </p:nvSpPr>
        <p:spPr>
          <a:xfrm>
            <a:off x="8901113" y="4922044"/>
            <a:ext cx="243000" cy="1356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A0"/>
              </a:buClr>
              <a:buSzPts val="600"/>
              <a:buFont typeface="NTR"/>
              <a:buNone/>
            </a:pPr>
            <a:fld id="{00000000-1234-1234-1234-123412341234}" type="slidenum">
              <a:rPr lang="en" sz="600" b="0" i="0" u="none" strike="noStrike" cap="none">
                <a:solidFill>
                  <a:srgbClr val="0000A0"/>
                </a:solidFill>
                <a:latin typeface="NTR"/>
                <a:ea typeface="NTR"/>
                <a:cs typeface="NTR"/>
                <a:sym typeface="NTR"/>
              </a:rPr>
              <a:t>58</a:t>
            </a:fld>
            <a:endParaRPr sz="600" b="0" i="0" u="none" strike="noStrike" cap="none">
              <a:solidFill>
                <a:srgbClr val="0000A0"/>
              </a:solidFill>
              <a:latin typeface="NTR"/>
              <a:ea typeface="NTR"/>
              <a:cs typeface="NTR"/>
              <a:sym typeface="NTR"/>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BehwiM5fdlYchrRidNkW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TS67zBKnTKOxfnG1rnGvqA"/>
</p:tagLst>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olmio-Apr25">
  <a:themeElements>
    <a:clrScheme name="Dolmio">
      <a:dk1>
        <a:srgbClr val="1A5632"/>
      </a:dk1>
      <a:lt1>
        <a:srgbClr val="FFFFFF"/>
      </a:lt1>
      <a:dk2>
        <a:srgbClr val="008E41"/>
      </a:dk2>
      <a:lt2>
        <a:srgbClr val="FFFFFF"/>
      </a:lt2>
      <a:accent1>
        <a:srgbClr val="C1D21F"/>
      </a:accent1>
      <a:accent2>
        <a:srgbClr val="D81F33"/>
      </a:accent2>
      <a:accent3>
        <a:srgbClr val="FFE791"/>
      </a:accent3>
      <a:accent4>
        <a:srgbClr val="E95130"/>
      </a:accent4>
      <a:accent5>
        <a:srgbClr val="EF8100"/>
      </a:accent5>
      <a:accent6>
        <a:srgbClr val="9C2626"/>
      </a:accent6>
      <a:hlink>
        <a:srgbClr val="C55FA0"/>
      </a:hlink>
      <a:folHlink>
        <a:srgbClr val="ED6C83"/>
      </a:folHlink>
    </a:clrScheme>
    <a:fontScheme name="Mars Centra">
      <a:majorFont>
        <a:latin typeface="Mars Centra Extrabold"/>
        <a:ea typeface=""/>
        <a:cs typeface=""/>
      </a:majorFont>
      <a:minorFont>
        <a:latin typeface="Mars Centr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defRPr sz="1200" dirty="0">
            <a:solidFill>
              <a:schemeClr val="tx2"/>
            </a:solidFill>
          </a:defRPr>
        </a:defPPr>
      </a:lstStyle>
    </a:txDef>
  </a:objectDefaults>
  <a:extraClrSchemeLst/>
  <a:custClrLst>
    <a:custClr name="Mars Blue">
      <a:srgbClr val="0000A0"/>
    </a:custClr>
    <a:custClr name="Mars Green">
      <a:srgbClr val="00D7B9"/>
    </a:custClr>
    <a:custClr name="Mars Yellow">
      <a:srgbClr val="FFDC00"/>
    </a:custClr>
    <a:custClr name="Sky Blue">
      <a:srgbClr val="00DCFA"/>
    </a:custClr>
    <a:custClr name="Fresh Green">
      <a:srgbClr val="A6DB00"/>
    </a:custClr>
    <a:custClr name="Deep Purple">
      <a:srgbClr val="9600FF"/>
    </a:custClr>
    <a:custClr name="Electric Pink">
      <a:srgbClr val="FF329F"/>
    </a:custClr>
    <a:custClr name="Spicy Red">
      <a:srgbClr val="FF3C14"/>
    </a:custClr>
    <a:custClr name="Zesty Orange">
      <a:srgbClr val="FF8200"/>
    </a:custClr>
    <a:custClr name="Dark Gray">
      <a:srgbClr val="3C3C3C"/>
    </a:custClr>
  </a:custClrLst>
  <a:extLst>
    <a:ext uri="{05A4C25C-085E-4340-85A3-A5531E510DB2}">
      <thm15:themeFamily xmlns:thm15="http://schemas.microsoft.com/office/thememl/2012/main" name="Default Theme" id="{2AA65C07-420B-4EF8-A4F1-A71640DE0B13}" vid="{D50E428D-9F70-4927-90A7-D5FAF3F8066F}"/>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3592345-cc66-42fa-8e01-d622689b4cfc">
      <Terms xmlns="http://schemas.microsoft.com/office/infopath/2007/PartnerControls"/>
    </lcf76f155ced4ddcb4097134ff3c332f>
    <TaxCatchAll xmlns="3b183679-8946-41db-a928-291c9f27696b" xsi:nil="true"/>
    <IconOverlay xmlns="http://schemas.microsoft.com/sharepoint/v4" xsi:nil="true"/>
    <ArchiverLinkFileType xmlns="93592345-cc66-42fa-8e01-d622689b4cf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8615771EC9FBE45B54796CC8F7B056C" ma:contentTypeVersion="20" ma:contentTypeDescription="Create a new document." ma:contentTypeScope="" ma:versionID="a8ada2a43feeca82d379455a1c3e8c49">
  <xsd:schema xmlns:xsd="http://www.w3.org/2001/XMLSchema" xmlns:xs="http://www.w3.org/2001/XMLSchema" xmlns:p="http://schemas.microsoft.com/office/2006/metadata/properties" xmlns:ns1="http://schemas.microsoft.com/sharepoint/v3" xmlns:ns2="93592345-cc66-42fa-8e01-d622689b4cfc" xmlns:ns3="3b183679-8946-41db-a928-291c9f27696b" xmlns:ns4="http://schemas.microsoft.com/sharepoint/v4" targetNamespace="http://schemas.microsoft.com/office/2006/metadata/properties" ma:root="true" ma:fieldsID="b8ddd49cad202be5c0d82856a5feba94" ns1:_="" ns2:_="" ns3:_="" ns4:_="">
    <xsd:import namespace="http://schemas.microsoft.com/sharepoint/v3"/>
    <xsd:import namespace="93592345-cc66-42fa-8e01-d622689b4cfc"/>
    <xsd:import namespace="3b183679-8946-41db-a928-291c9f27696b"/>
    <xsd:import namespace="http://schemas.microsoft.com/sharepoint/v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ArchiverLinkFileType" minOccurs="0"/>
                <xsd:element ref="ns4:IconOverlay" minOccurs="0"/>
                <xsd:element ref="ns1:_vti_ItemDeclaredRecord" minOccurs="0"/>
                <xsd:element ref="ns1:_vti_ItemHoldRecord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vti_ItemDeclaredRecord" ma:index="24" nillable="true" ma:displayName="Declared Record" ma:hidden="true" ma:internalName="_vti_ItemDeclaredRecord" ma:readOnly="true">
      <xsd:simpleType>
        <xsd:restriction base="dms:DateTime"/>
      </xsd:simpleType>
    </xsd:element>
    <xsd:element name="_vti_ItemHoldRecordStatus" ma:index="25" nillable="true" ma:displayName="Hold and Record Status" ma:decimals="0" ma:hidden="true" ma:internalName="_vti_ItemHoldRecordStatu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3592345-cc66-42fa-8e01-d622689b4c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82a8648-6b9d-42b8-a641-c896e6ef1646"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ArchiverLinkFileType" ma:index="22" nillable="true" ma:displayName="ArchiverLinkFileType" ma:hidden="true" ma:internalName="ArchiverLinkFileTyp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b183679-8946-41db-a928-291c9f27696b"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595c098b-5452-49cd-aab5-5a0edb22fc57}" ma:internalName="TaxCatchAll" ma:showField="CatchAllData" ma:web="3b183679-8946-41db-a928-291c9f27696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1054BEA-13B6-4605-BCE9-9EE6F0A6F8DC}">
  <ds:schemaRefs>
    <ds:schemaRef ds:uri="3b183679-8946-41db-a928-291c9f27696b"/>
    <ds:schemaRef ds:uri="93592345-cc66-42fa-8e01-d622689b4cf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microsoft.com/sharepoint/v4"/>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C9A205E-9F63-466D-BAD5-2AB9C5449875}">
  <ds:schemaRefs>
    <ds:schemaRef ds:uri="3b183679-8946-41db-a928-291c9f27696b"/>
    <ds:schemaRef ds:uri="93592345-cc66-42fa-8e01-d622689b4cf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microsoft.com/sharepoint/v4"/>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8460C6D-3C7A-4A8E-B323-67379C2DE8D8}">
  <ds:schemaRefs>
    <ds:schemaRef ds:uri="http://schemas.microsoft.com/sharepoint/v3/contenttype/forms"/>
  </ds:schemaRefs>
</ds:datastoreItem>
</file>

<file path=docMetadata/LabelInfo.xml><?xml version="1.0" encoding="utf-8"?>
<clbl:labelList xmlns:clbl="http://schemas.microsoft.com/office/2020/mipLabelMetadata">
  <clbl:label id="{2fc13e34-f03f-498b-982a-7cb446e25bc6}" enabled="0" method="" siteId="{2fc13e34-f03f-498b-982a-7cb446e25bc6}" removed="1"/>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58</Slides>
  <Notes>57</Notes>
  <HiddenSlides>0</HiddenSlides>
  <ScaleCrop>false</ScaleCrop>
  <HeadingPairs>
    <vt:vector size="4" baseType="variant">
      <vt:variant>
        <vt:lpstr>Theme</vt:lpstr>
      </vt:variant>
      <vt:variant>
        <vt:i4>2</vt:i4>
      </vt:variant>
      <vt:variant>
        <vt:lpstr>Slide Titles</vt:lpstr>
      </vt:variant>
      <vt:variant>
        <vt:i4>58</vt:i4>
      </vt:variant>
    </vt:vector>
  </HeadingPairs>
  <TitlesOfParts>
    <vt:vector size="60" baseType="lpstr">
      <vt:lpstr>Simple Light</vt:lpstr>
      <vt:lpstr>Dolmio-Apr25</vt:lpstr>
      <vt:lpstr>Template Design Final 8th July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Topline Category/Brand headlines in one page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modified xsi:type="dcterms:W3CDTF">2026-08-25T01:05:55Z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0x01010098615771EC9FBE45B54796CC8F7B056C</vt:lpwstr>
  </property>
  <property fmtid="{D5CDD505-2E9C-101B-9397-08002B2CF9AE}" pid="3" name="MediaServiceImageTags">
    <vt:lpwstr/>
  </property>
</Properties>
</file>